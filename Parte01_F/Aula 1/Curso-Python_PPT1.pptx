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50.xml" ContentType="application/vnd.openxmlformats-officedocument.theme+xml"/>
  <Override PartName="/ppt/notesSlides/notesSlide7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BCA556-FA01-4F19-9F05-B1DB8B7E2AE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FF0F05-E4E3-4282-AC1E-599E7EF8CC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22CAEC-A774-4CAB-A94B-CBCA4E75B035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C233F0-F583-485B-B9B4-13371174EB61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8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8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6.png"/><Relationship Id="rId4" Type="http://schemas.openxmlformats.org/officeDocument/2006/relationships/image" Target="../media/image18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6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6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5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40440" cy="101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728;p70" descr=""/>
          <p:cNvPicPr/>
          <p:nvPr/>
        </p:nvPicPr>
        <p:blipFill>
          <a:blip r:embed="rId3"/>
          <a:stretch/>
        </p:blipFill>
        <p:spPr>
          <a:xfrm flipH="1">
            <a:off x="502560" y="1314000"/>
            <a:ext cx="6080040" cy="47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729;p70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730;p70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731;p70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732;p70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733;p70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734;p70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735;p70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736;p70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737;p70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738;p70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740;p71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741;p71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742;p71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743;p71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744;p71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745;p71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746;p71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747;p71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748;p71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749;p71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oogle Shape;750;p71"/>
          <p:cNvGrpSpPr/>
          <p:nvPr/>
        </p:nvGrpSpPr>
        <p:grpSpPr>
          <a:xfrm>
            <a:off x="822600" y="270000"/>
            <a:ext cx="11082240" cy="7118280"/>
            <a:chOff x="822600" y="270000"/>
            <a:chExt cx="11082240" cy="7118280"/>
          </a:xfrm>
        </p:grpSpPr>
        <p:grpSp>
          <p:nvGrpSpPr>
            <p:cNvPr id="25" name="Google Shape;751;p71"/>
            <p:cNvGrpSpPr/>
            <p:nvPr/>
          </p:nvGrpSpPr>
          <p:grpSpPr>
            <a:xfrm>
              <a:off x="822600" y="270000"/>
              <a:ext cx="11082240" cy="6293880"/>
              <a:chOff x="822600" y="270000"/>
              <a:chExt cx="11082240" cy="6293880"/>
            </a:xfrm>
          </p:grpSpPr>
          <p:pic>
            <p:nvPicPr>
              <p:cNvPr id="26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5080" cy="4285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720" cy="2007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800" cy="3259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9" name="Google Shape;755;p71"/>
              <p:cNvGrpSpPr/>
              <p:nvPr/>
            </p:nvGrpSpPr>
            <p:grpSpPr>
              <a:xfrm>
                <a:off x="1767960" y="843120"/>
                <a:ext cx="1369080" cy="1095120"/>
                <a:chOff x="1767960" y="843120"/>
                <a:chExt cx="1369080" cy="1095120"/>
              </a:xfrm>
            </p:grpSpPr>
            <p:sp>
              <p:nvSpPr>
                <p:cNvPr id="30" name="Google Shape;756;p71"/>
                <p:cNvSpPr/>
                <p:nvPr/>
              </p:nvSpPr>
              <p:spPr>
                <a:xfrm>
                  <a:off x="2315880" y="84312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" name="Google Shape;757;p71"/>
                <p:cNvSpPr/>
                <p:nvPr/>
              </p:nvSpPr>
              <p:spPr>
                <a:xfrm>
                  <a:off x="204192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" name="Google Shape;758;p71"/>
                <p:cNvSpPr/>
                <p:nvPr/>
              </p:nvSpPr>
              <p:spPr>
                <a:xfrm>
                  <a:off x="17679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" name="Google Shape;759;p71"/>
                <p:cNvSpPr/>
                <p:nvPr/>
              </p:nvSpPr>
              <p:spPr>
                <a:xfrm>
                  <a:off x="17679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" name="Google Shape;760;p71"/>
                <p:cNvSpPr/>
                <p:nvPr/>
              </p:nvSpPr>
              <p:spPr>
                <a:xfrm>
                  <a:off x="204192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" name="Google Shape;761;p71"/>
                <p:cNvSpPr/>
                <p:nvPr/>
              </p:nvSpPr>
              <p:spPr>
                <a:xfrm>
                  <a:off x="231588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" name="Google Shape;762;p71"/>
                <p:cNvSpPr/>
                <p:nvPr/>
              </p:nvSpPr>
              <p:spPr>
                <a:xfrm>
                  <a:off x="259020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" name="Google Shape;763;p71"/>
                <p:cNvSpPr/>
                <p:nvPr/>
              </p:nvSpPr>
              <p:spPr>
                <a:xfrm>
                  <a:off x="28641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" name="Google Shape;764;p71"/>
                <p:cNvSpPr/>
                <p:nvPr/>
              </p:nvSpPr>
              <p:spPr>
                <a:xfrm>
                  <a:off x="28641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" name="Google Shape;765;p71"/>
                <p:cNvSpPr/>
                <p:nvPr/>
              </p:nvSpPr>
              <p:spPr>
                <a:xfrm>
                  <a:off x="259020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" name="Google Shape;766;p71"/>
            <p:cNvGrpSpPr/>
            <p:nvPr/>
          </p:nvGrpSpPr>
          <p:grpSpPr>
            <a:xfrm>
              <a:off x="6279120" y="5470920"/>
              <a:ext cx="1917360" cy="1917360"/>
              <a:chOff x="6279120" y="5470920"/>
              <a:chExt cx="1917360" cy="1917360"/>
            </a:xfrm>
          </p:grpSpPr>
          <p:sp>
            <p:nvSpPr>
              <p:cNvPr id="41" name="Google Shape;767;p71"/>
              <p:cNvSpPr/>
              <p:nvPr/>
            </p:nvSpPr>
            <p:spPr>
              <a:xfrm>
                <a:off x="62791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768;p71"/>
              <p:cNvSpPr/>
              <p:nvPr/>
            </p:nvSpPr>
            <p:spPr>
              <a:xfrm>
                <a:off x="65530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769;p71"/>
              <p:cNvSpPr/>
              <p:nvPr/>
            </p:nvSpPr>
            <p:spPr>
              <a:xfrm>
                <a:off x="682704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770;p71"/>
              <p:cNvSpPr/>
              <p:nvPr/>
            </p:nvSpPr>
            <p:spPr>
              <a:xfrm>
                <a:off x="710136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771;p71"/>
              <p:cNvSpPr/>
              <p:nvPr/>
            </p:nvSpPr>
            <p:spPr>
              <a:xfrm>
                <a:off x="73753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772;p71"/>
              <p:cNvSpPr/>
              <p:nvPr/>
            </p:nvSpPr>
            <p:spPr>
              <a:xfrm>
                <a:off x="76492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Google Shape;773;p71"/>
              <p:cNvSpPr/>
              <p:nvPr/>
            </p:nvSpPr>
            <p:spPr>
              <a:xfrm>
                <a:off x="792360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Google Shape;774;p71"/>
              <p:cNvSpPr/>
              <p:nvPr/>
            </p:nvSpPr>
            <p:spPr>
              <a:xfrm>
                <a:off x="792360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Google Shape;775;p71"/>
              <p:cNvSpPr/>
              <p:nvPr/>
            </p:nvSpPr>
            <p:spPr>
              <a:xfrm>
                <a:off x="792360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Google Shape;776;p71"/>
              <p:cNvSpPr/>
              <p:nvPr/>
            </p:nvSpPr>
            <p:spPr>
              <a:xfrm>
                <a:off x="792360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Google Shape;777;p71"/>
              <p:cNvSpPr/>
              <p:nvPr/>
            </p:nvSpPr>
            <p:spPr>
              <a:xfrm>
                <a:off x="792360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Google Shape;778;p71"/>
              <p:cNvSpPr/>
              <p:nvPr/>
            </p:nvSpPr>
            <p:spPr>
              <a:xfrm>
                <a:off x="76492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Google Shape;779;p71"/>
              <p:cNvSpPr/>
              <p:nvPr/>
            </p:nvSpPr>
            <p:spPr>
              <a:xfrm>
                <a:off x="737532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Google Shape;780;p71"/>
              <p:cNvSpPr/>
              <p:nvPr/>
            </p:nvSpPr>
            <p:spPr>
              <a:xfrm>
                <a:off x="710136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Google Shape;781;p71"/>
              <p:cNvSpPr/>
              <p:nvPr/>
            </p:nvSpPr>
            <p:spPr>
              <a:xfrm>
                <a:off x="682704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Google Shape;782;p71"/>
              <p:cNvSpPr/>
              <p:nvPr/>
            </p:nvSpPr>
            <p:spPr>
              <a:xfrm>
                <a:off x="65530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Google Shape;783;p71"/>
              <p:cNvSpPr/>
              <p:nvPr/>
            </p:nvSpPr>
            <p:spPr>
              <a:xfrm>
                <a:off x="627912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Google Shape;784;p71"/>
              <p:cNvSpPr/>
              <p:nvPr/>
            </p:nvSpPr>
            <p:spPr>
              <a:xfrm>
                <a:off x="627912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Google Shape;785;p71"/>
              <p:cNvSpPr/>
              <p:nvPr/>
            </p:nvSpPr>
            <p:spPr>
              <a:xfrm>
                <a:off x="627912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Google Shape;786;p71"/>
              <p:cNvSpPr/>
              <p:nvPr/>
            </p:nvSpPr>
            <p:spPr>
              <a:xfrm>
                <a:off x="627912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8160" cy="16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7;p47"/>
          <p:cNvSpPr/>
          <p:nvPr/>
        </p:nvSpPr>
        <p:spPr>
          <a:xfrm>
            <a:off x="-187920" y="-628560"/>
            <a:ext cx="423360" cy="78094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8;p47"/>
          <p:cNvSpPr/>
          <p:nvPr/>
        </p:nvSpPr>
        <p:spPr>
          <a:xfrm rot="10800000">
            <a:off x="7386840" y="-424440"/>
            <a:ext cx="2614320" cy="7809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9;p47"/>
          <p:cNvSpPr/>
          <p:nvPr/>
        </p:nvSpPr>
        <p:spPr>
          <a:xfrm rot="10800000">
            <a:off x="10002600" y="-424440"/>
            <a:ext cx="2614320" cy="7809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20;p47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21;p47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22;p47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23;p47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24;p47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25;p47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26;p47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27;p47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28;p47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29;p47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8;p72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789;p72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790;p72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791;p72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792;p72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793;p72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794;p72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795;p72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796;p72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797;p72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798;p72"/>
          <p:cNvSpPr/>
          <p:nvPr/>
        </p:nvSpPr>
        <p:spPr>
          <a:xfrm>
            <a:off x="1440" y="0"/>
            <a:ext cx="4740840" cy="6856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5080" cy="428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720" cy="200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802;p73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803;p73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804;p73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805;p73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806;p73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807;p73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808;p73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809;p73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810;p73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811;p73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812;p73"/>
          <p:cNvGrpSpPr/>
          <p:nvPr/>
        </p:nvGrpSpPr>
        <p:grpSpPr>
          <a:xfrm>
            <a:off x="727200" y="3023640"/>
            <a:ext cx="5853240" cy="2527200"/>
            <a:chOff x="727200" y="3023640"/>
            <a:chExt cx="5853240" cy="2527200"/>
          </a:xfrm>
        </p:grpSpPr>
        <p:sp>
          <p:nvSpPr>
            <p:cNvPr id="104" name="Google Shape;813;p73"/>
            <p:cNvSpPr/>
            <p:nvPr/>
          </p:nvSpPr>
          <p:spPr>
            <a:xfrm>
              <a:off x="1363680" y="3023640"/>
              <a:ext cx="50742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Google Shape;814;p73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Google Shape;815;p73"/>
            <p:cNvSpPr/>
            <p:nvPr/>
          </p:nvSpPr>
          <p:spPr>
            <a:xfrm>
              <a:off x="1363680" y="4781520"/>
              <a:ext cx="521676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Google Shape;816;p73"/>
          <p:cNvGrpSpPr/>
          <p:nvPr/>
        </p:nvGrpSpPr>
        <p:grpSpPr>
          <a:xfrm>
            <a:off x="755280" y="2676960"/>
            <a:ext cx="692280" cy="692280"/>
            <a:chOff x="755280" y="2676960"/>
            <a:chExt cx="692280" cy="692280"/>
          </a:xfrm>
        </p:grpSpPr>
        <p:sp>
          <p:nvSpPr>
            <p:cNvPr id="108" name="Google Shape;817;p73"/>
            <p:cNvSpPr/>
            <p:nvPr/>
          </p:nvSpPr>
          <p:spPr>
            <a:xfrm>
              <a:off x="755280" y="302364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Google Shape;818;p73"/>
            <p:cNvSpPr/>
            <p:nvPr/>
          </p:nvSpPr>
          <p:spPr>
            <a:xfrm>
              <a:off x="1101960" y="26769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" name="Google Shape;819;p73"/>
          <p:cNvGrpSpPr/>
          <p:nvPr/>
        </p:nvGrpSpPr>
        <p:grpSpPr>
          <a:xfrm>
            <a:off x="6068520" y="5098320"/>
            <a:ext cx="692280" cy="692280"/>
            <a:chOff x="6068520" y="5098320"/>
            <a:chExt cx="692280" cy="692280"/>
          </a:xfrm>
        </p:grpSpPr>
        <p:sp>
          <p:nvSpPr>
            <p:cNvPr id="111" name="Google Shape;820;p73"/>
            <p:cNvSpPr/>
            <p:nvPr/>
          </p:nvSpPr>
          <p:spPr>
            <a:xfrm>
              <a:off x="6068520" y="5445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Google Shape;821;p73"/>
            <p:cNvSpPr/>
            <p:nvPr/>
          </p:nvSpPr>
          <p:spPr>
            <a:xfrm>
              <a:off x="6415200" y="5098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3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8040" cy="15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3400" cy="338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5" name="Google Shape;824;p73"/>
          <p:cNvGrpSpPr/>
          <p:nvPr/>
        </p:nvGrpSpPr>
        <p:grpSpPr>
          <a:xfrm>
            <a:off x="10124640" y="1269360"/>
            <a:ext cx="1469160" cy="767880"/>
            <a:chOff x="10124640" y="1269360"/>
            <a:chExt cx="1469160" cy="767880"/>
          </a:xfrm>
        </p:grpSpPr>
        <p:grpSp>
          <p:nvGrpSpPr>
            <p:cNvPr id="116" name="Google Shape;825;p73"/>
            <p:cNvGrpSpPr/>
            <p:nvPr/>
          </p:nvGrpSpPr>
          <p:grpSpPr>
            <a:xfrm>
              <a:off x="10124640" y="1269360"/>
              <a:ext cx="1223640" cy="298800"/>
              <a:chOff x="10124640" y="1269360"/>
              <a:chExt cx="1223640" cy="298800"/>
            </a:xfrm>
          </p:grpSpPr>
          <p:sp>
            <p:nvSpPr>
              <p:cNvPr id="117" name="Google Shape;826;p73"/>
              <p:cNvSpPr/>
              <p:nvPr/>
            </p:nvSpPr>
            <p:spPr>
              <a:xfrm>
                <a:off x="10124640" y="1269360"/>
                <a:ext cx="148680" cy="297360"/>
              </a:xfrm>
              <a:custGeom>
                <a:avLst/>
                <a:gdLst>
                  <a:gd name="textAreaLeft" fmla="*/ 0 w 148680"/>
                  <a:gd name="textAreaRight" fmla="*/ 149760 w 148680"/>
                  <a:gd name="textAreaTop" fmla="*/ 0 h 297360"/>
                  <a:gd name="textAreaBottom" fmla="*/ 298440 h 2973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Google Shape;827;p73"/>
              <p:cNvSpPr/>
              <p:nvPr/>
            </p:nvSpPr>
            <p:spPr>
              <a:xfrm>
                <a:off x="10305360" y="1324800"/>
                <a:ext cx="228960" cy="243000"/>
              </a:xfrm>
              <a:custGeom>
                <a:avLst/>
                <a:gdLst>
                  <a:gd name="textAreaLeft" fmla="*/ 0 w 228960"/>
                  <a:gd name="textAreaRight" fmla="*/ 230040 w 22896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Google Shape;828;p73"/>
              <p:cNvSpPr/>
              <p:nvPr/>
            </p:nvSpPr>
            <p:spPr>
              <a:xfrm>
                <a:off x="10573560" y="1325160"/>
                <a:ext cx="216720" cy="243000"/>
              </a:xfrm>
              <a:custGeom>
                <a:avLst/>
                <a:gdLst>
                  <a:gd name="textAreaLeft" fmla="*/ 0 w 216720"/>
                  <a:gd name="textAreaRight" fmla="*/ 217800 w 216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Google Shape;829;p73"/>
              <p:cNvSpPr/>
              <p:nvPr/>
            </p:nvSpPr>
            <p:spPr>
              <a:xfrm>
                <a:off x="10834560" y="1325160"/>
                <a:ext cx="213840" cy="237600"/>
              </a:xfrm>
              <a:custGeom>
                <a:avLst/>
                <a:gdLst>
                  <a:gd name="textAreaLeft" fmla="*/ 0 w 213840"/>
                  <a:gd name="textAreaRight" fmla="*/ 214920 w 213840"/>
                  <a:gd name="textAreaTop" fmla="*/ 0 h 237600"/>
                  <a:gd name="textAreaBottom" fmla="*/ 238680 h 2376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830;p73"/>
              <p:cNvSpPr/>
              <p:nvPr/>
            </p:nvSpPr>
            <p:spPr>
              <a:xfrm>
                <a:off x="11095560" y="132516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" name="Google Shape;831;p73"/>
            <p:cNvGrpSpPr/>
            <p:nvPr/>
          </p:nvGrpSpPr>
          <p:grpSpPr>
            <a:xfrm>
              <a:off x="10546560" y="1648080"/>
              <a:ext cx="1047240" cy="389160"/>
              <a:chOff x="10546560" y="1648080"/>
              <a:chExt cx="1047240" cy="389160"/>
            </a:xfrm>
          </p:grpSpPr>
          <p:sp>
            <p:nvSpPr>
              <p:cNvPr id="123" name="Google Shape;832;p73"/>
              <p:cNvSpPr/>
              <p:nvPr/>
            </p:nvSpPr>
            <p:spPr>
              <a:xfrm>
                <a:off x="10546560" y="1648080"/>
                <a:ext cx="65520" cy="31824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833;p73"/>
              <p:cNvSpPr/>
              <p:nvPr/>
            </p:nvSpPr>
            <p:spPr>
              <a:xfrm>
                <a:off x="10664280" y="172872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834;p73"/>
              <p:cNvSpPr/>
              <p:nvPr/>
            </p:nvSpPr>
            <p:spPr>
              <a:xfrm>
                <a:off x="10955160" y="1728720"/>
                <a:ext cx="245160" cy="308520"/>
              </a:xfrm>
              <a:custGeom>
                <a:avLst/>
                <a:gdLst>
                  <a:gd name="textAreaLeft" fmla="*/ 0 w 245160"/>
                  <a:gd name="textAreaRight" fmla="*/ 246240 w 245160"/>
                  <a:gd name="textAreaTop" fmla="*/ 0 h 308520"/>
                  <a:gd name="textAreaBottom" fmla="*/ 309600 h 3085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835;p73"/>
              <p:cNvSpPr/>
              <p:nvPr/>
            </p:nvSpPr>
            <p:spPr>
              <a:xfrm>
                <a:off x="11262240" y="1648440"/>
                <a:ext cx="69120" cy="318240"/>
              </a:xfrm>
              <a:custGeom>
                <a:avLst/>
                <a:gdLst>
                  <a:gd name="textAreaLeft" fmla="*/ 0 w 69120"/>
                  <a:gd name="textAreaRight" fmla="*/ 70200 w 691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836;p73"/>
              <p:cNvSpPr/>
              <p:nvPr/>
            </p:nvSpPr>
            <p:spPr>
              <a:xfrm>
                <a:off x="11379240" y="1730520"/>
                <a:ext cx="214560" cy="240480"/>
              </a:xfrm>
              <a:custGeom>
                <a:avLst/>
                <a:gdLst>
                  <a:gd name="textAreaLeft" fmla="*/ 0 w 214560"/>
                  <a:gd name="textAreaRight" fmla="*/ 215640 w 214560"/>
                  <a:gd name="textAreaTop" fmla="*/ 0 h 240480"/>
                  <a:gd name="textAreaBottom" fmla="*/ 241560 h 2404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8" name="Google Shape;837;p73"/>
          <p:cNvGrpSpPr/>
          <p:nvPr/>
        </p:nvGrpSpPr>
        <p:grpSpPr>
          <a:xfrm>
            <a:off x="10207440" y="873000"/>
            <a:ext cx="1175760" cy="297720"/>
            <a:chOff x="10207440" y="873000"/>
            <a:chExt cx="1175760" cy="297720"/>
          </a:xfrm>
        </p:grpSpPr>
        <p:sp>
          <p:nvSpPr>
            <p:cNvPr id="129" name="Google Shape;838;p73"/>
            <p:cNvSpPr/>
            <p:nvPr/>
          </p:nvSpPr>
          <p:spPr>
            <a:xfrm>
              <a:off x="10207440" y="878040"/>
              <a:ext cx="80640" cy="10296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2960"/>
                <a:gd name="textAreaBottom" fmla="*/ 104040 h 1029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Google Shape;839;p73"/>
            <p:cNvSpPr/>
            <p:nvPr/>
          </p:nvSpPr>
          <p:spPr>
            <a:xfrm>
              <a:off x="1028556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Google Shape;840;p73"/>
            <p:cNvSpPr/>
            <p:nvPr/>
          </p:nvSpPr>
          <p:spPr>
            <a:xfrm>
              <a:off x="10381680" y="87372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841;p73"/>
            <p:cNvSpPr/>
            <p:nvPr/>
          </p:nvSpPr>
          <p:spPr>
            <a:xfrm>
              <a:off x="1047924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842;p73"/>
            <p:cNvSpPr/>
            <p:nvPr/>
          </p:nvSpPr>
          <p:spPr>
            <a:xfrm>
              <a:off x="1056456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Google Shape;843;p73"/>
            <p:cNvSpPr/>
            <p:nvPr/>
          </p:nvSpPr>
          <p:spPr>
            <a:xfrm>
              <a:off x="1068372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844;p73"/>
            <p:cNvSpPr/>
            <p:nvPr/>
          </p:nvSpPr>
          <p:spPr>
            <a:xfrm>
              <a:off x="1076940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Google Shape;845;p73"/>
            <p:cNvSpPr/>
            <p:nvPr/>
          </p:nvSpPr>
          <p:spPr>
            <a:xfrm>
              <a:off x="10888200" y="873000"/>
              <a:ext cx="45360" cy="108000"/>
            </a:xfrm>
            <a:custGeom>
              <a:avLst/>
              <a:gdLst>
                <a:gd name="textAreaLeft" fmla="*/ 0 w 45360"/>
                <a:gd name="textAreaRight" fmla="*/ 46440 w 45360"/>
                <a:gd name="textAreaTop" fmla="*/ 0 h 108000"/>
                <a:gd name="textAreaBottom" fmla="*/ 109080 h 1080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Google Shape;846;p73"/>
            <p:cNvSpPr/>
            <p:nvPr/>
          </p:nvSpPr>
          <p:spPr>
            <a:xfrm>
              <a:off x="1094292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Google Shape;847;p73"/>
            <p:cNvSpPr/>
            <p:nvPr/>
          </p:nvSpPr>
          <p:spPr>
            <a:xfrm>
              <a:off x="11043720" y="90396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Google Shape;848;p73"/>
            <p:cNvSpPr/>
            <p:nvPr/>
          </p:nvSpPr>
          <p:spPr>
            <a:xfrm>
              <a:off x="11103840" y="903600"/>
              <a:ext cx="115200" cy="77400"/>
            </a:xfrm>
            <a:custGeom>
              <a:avLst/>
              <a:gdLst>
                <a:gd name="textAreaLeft" fmla="*/ 0 w 115200"/>
                <a:gd name="textAreaRight" fmla="*/ 116280 w 11520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Google Shape;849;p73"/>
            <p:cNvSpPr/>
            <p:nvPr/>
          </p:nvSpPr>
          <p:spPr>
            <a:xfrm>
              <a:off x="1123956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850;p73"/>
            <p:cNvSpPr/>
            <p:nvPr/>
          </p:nvSpPr>
          <p:spPr>
            <a:xfrm>
              <a:off x="1132488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Google Shape;851;p73"/>
            <p:cNvSpPr/>
            <p:nvPr/>
          </p:nvSpPr>
          <p:spPr>
            <a:xfrm>
              <a:off x="1020816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Google Shape;852;p73"/>
            <p:cNvSpPr/>
            <p:nvPr/>
          </p:nvSpPr>
          <p:spPr>
            <a:xfrm>
              <a:off x="103068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853;p73"/>
            <p:cNvSpPr/>
            <p:nvPr/>
          </p:nvSpPr>
          <p:spPr>
            <a:xfrm>
              <a:off x="10438200" y="107028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Google Shape;854;p73"/>
            <p:cNvSpPr/>
            <p:nvPr/>
          </p:nvSpPr>
          <p:spPr>
            <a:xfrm>
              <a:off x="10530360" y="1069560"/>
              <a:ext cx="76680" cy="10116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1160"/>
                <a:gd name="textAreaBottom" fmla="*/ 102240 h 1011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Google Shape;855;p73"/>
            <p:cNvSpPr/>
            <p:nvPr/>
          </p:nvSpPr>
          <p:spPr>
            <a:xfrm>
              <a:off x="1062900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856;p73"/>
            <p:cNvSpPr/>
            <p:nvPr/>
          </p:nvSpPr>
          <p:spPr>
            <a:xfrm>
              <a:off x="106812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857;p73"/>
            <p:cNvSpPr/>
            <p:nvPr/>
          </p:nvSpPr>
          <p:spPr>
            <a:xfrm>
              <a:off x="10774080" y="1069560"/>
              <a:ext cx="66240" cy="7740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Google Shape;858;p73"/>
            <p:cNvSpPr/>
            <p:nvPr/>
          </p:nvSpPr>
          <p:spPr>
            <a:xfrm>
              <a:off x="1086084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859;p73"/>
            <p:cNvSpPr/>
            <p:nvPr/>
          </p:nvSpPr>
          <p:spPr>
            <a:xfrm>
              <a:off x="1095948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860;p73"/>
            <p:cNvSpPr/>
            <p:nvPr/>
          </p:nvSpPr>
          <p:spPr>
            <a:xfrm>
              <a:off x="1105236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Google Shape;861;p73"/>
          <p:cNvGrpSpPr/>
          <p:nvPr/>
        </p:nvGrpSpPr>
        <p:grpSpPr>
          <a:xfrm>
            <a:off x="10113480" y="597240"/>
            <a:ext cx="608400" cy="151560"/>
            <a:chOff x="10113480" y="597240"/>
            <a:chExt cx="608400" cy="151560"/>
          </a:xfrm>
        </p:grpSpPr>
        <p:sp>
          <p:nvSpPr>
            <p:cNvPr id="153" name="Google Shape;862;p73"/>
            <p:cNvSpPr/>
            <p:nvPr/>
          </p:nvSpPr>
          <p:spPr>
            <a:xfrm>
              <a:off x="10627560" y="603360"/>
              <a:ext cx="94320" cy="14472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44720"/>
                <a:gd name="textAreaBottom" fmla="*/ 145800 h 1447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863;p73"/>
            <p:cNvSpPr/>
            <p:nvPr/>
          </p:nvSpPr>
          <p:spPr>
            <a:xfrm>
              <a:off x="10113480" y="597240"/>
              <a:ext cx="136800" cy="15156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864;p73"/>
            <p:cNvSpPr/>
            <p:nvPr/>
          </p:nvSpPr>
          <p:spPr>
            <a:xfrm>
              <a:off x="10246320" y="618480"/>
              <a:ext cx="133200" cy="1256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Google Shape;865;p73"/>
            <p:cNvSpPr/>
            <p:nvPr/>
          </p:nvSpPr>
          <p:spPr>
            <a:xfrm>
              <a:off x="10378800" y="619920"/>
              <a:ext cx="124560" cy="122040"/>
            </a:xfrm>
            <a:custGeom>
              <a:avLst/>
              <a:gdLst>
                <a:gd name="textAreaLeft" fmla="*/ 0 w 124560"/>
                <a:gd name="textAreaRight" fmla="*/ 125640 w 124560"/>
                <a:gd name="textAreaTop" fmla="*/ 0 h 122040"/>
                <a:gd name="textAreaBottom" fmla="*/ 123120 h 1220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Google Shape;866;p73"/>
            <p:cNvSpPr/>
            <p:nvPr/>
          </p:nvSpPr>
          <p:spPr>
            <a:xfrm>
              <a:off x="10503000" y="619200"/>
              <a:ext cx="125640" cy="124200"/>
            </a:xfrm>
            <a:custGeom>
              <a:avLst/>
              <a:gdLst>
                <a:gd name="textAreaLeft" fmla="*/ 0 w 125640"/>
                <a:gd name="textAreaRight" fmla="*/ 126720 w 125640"/>
                <a:gd name="textAreaTop" fmla="*/ 0 h 124200"/>
                <a:gd name="textAreaBottom" fmla="*/ 125280 h 1242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868;p74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161" name="Google Shape;869;p74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Google Shape;870;p74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871;p74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Google Shape;872;p74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Google Shape;873;p74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Google Shape;874;p74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Google Shape;875;p74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876;p74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877;p74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878;p74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879;p74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880;p74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881;p74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882;p74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883;p74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884;p74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7" name="Google Shape;885;p74"/>
          <p:cNvGrpSpPr/>
          <p:nvPr/>
        </p:nvGrpSpPr>
        <p:grpSpPr>
          <a:xfrm>
            <a:off x="-2185920" y="0"/>
            <a:ext cx="931320" cy="6856920"/>
            <a:chOff x="-2185920" y="0"/>
            <a:chExt cx="931320" cy="6856920"/>
          </a:xfrm>
        </p:grpSpPr>
        <p:sp>
          <p:nvSpPr>
            <p:cNvPr id="178" name="Google Shape;886;p74"/>
            <p:cNvSpPr/>
            <p:nvPr/>
          </p:nvSpPr>
          <p:spPr>
            <a:xfrm>
              <a:off x="-2185920" y="0"/>
              <a:ext cx="316440" cy="68569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Google Shape;887;p74"/>
            <p:cNvSpPr/>
            <p:nvPr/>
          </p:nvSpPr>
          <p:spPr>
            <a:xfrm>
              <a:off x="-2185920" y="0"/>
              <a:ext cx="316440" cy="24879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888;p74"/>
            <p:cNvSpPr/>
            <p:nvPr/>
          </p:nvSpPr>
          <p:spPr>
            <a:xfrm>
              <a:off x="-1881720" y="0"/>
              <a:ext cx="316440" cy="6856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889;p74"/>
            <p:cNvSpPr/>
            <p:nvPr/>
          </p:nvSpPr>
          <p:spPr>
            <a:xfrm>
              <a:off x="-1881720" y="4368960"/>
              <a:ext cx="316440" cy="24879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890;p74"/>
            <p:cNvSpPr/>
            <p:nvPr/>
          </p:nvSpPr>
          <p:spPr>
            <a:xfrm>
              <a:off x="-1571040" y="0"/>
              <a:ext cx="316440" cy="68569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891;p74"/>
            <p:cNvSpPr/>
            <p:nvPr/>
          </p:nvSpPr>
          <p:spPr>
            <a:xfrm>
              <a:off x="-1571040" y="0"/>
              <a:ext cx="316440" cy="24879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" name="Google Shape;892;p74"/>
          <p:cNvGrpSpPr/>
          <p:nvPr/>
        </p:nvGrpSpPr>
        <p:grpSpPr>
          <a:xfrm>
            <a:off x="1734120" y="843120"/>
            <a:ext cx="1369080" cy="1095120"/>
            <a:chOff x="1734120" y="843120"/>
            <a:chExt cx="1369080" cy="1095120"/>
          </a:xfrm>
        </p:grpSpPr>
        <p:sp>
          <p:nvSpPr>
            <p:cNvPr id="185" name="Google Shape;893;p74"/>
            <p:cNvSpPr/>
            <p:nvPr/>
          </p:nvSpPr>
          <p:spPr>
            <a:xfrm>
              <a:off x="2282400" y="8431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894;p74"/>
            <p:cNvSpPr/>
            <p:nvPr/>
          </p:nvSpPr>
          <p:spPr>
            <a:xfrm>
              <a:off x="200808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895;p74"/>
            <p:cNvSpPr/>
            <p:nvPr/>
          </p:nvSpPr>
          <p:spPr>
            <a:xfrm>
              <a:off x="17341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896;p74"/>
            <p:cNvSpPr/>
            <p:nvPr/>
          </p:nvSpPr>
          <p:spPr>
            <a:xfrm>
              <a:off x="17341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897;p74"/>
            <p:cNvSpPr/>
            <p:nvPr/>
          </p:nvSpPr>
          <p:spPr>
            <a:xfrm>
              <a:off x="200808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898;p74"/>
            <p:cNvSpPr/>
            <p:nvPr/>
          </p:nvSpPr>
          <p:spPr>
            <a:xfrm>
              <a:off x="228240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899;p74"/>
            <p:cNvSpPr/>
            <p:nvPr/>
          </p:nvSpPr>
          <p:spPr>
            <a:xfrm>
              <a:off x="255636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900;p74"/>
            <p:cNvSpPr/>
            <p:nvPr/>
          </p:nvSpPr>
          <p:spPr>
            <a:xfrm>
              <a:off x="28303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901;p74"/>
            <p:cNvSpPr/>
            <p:nvPr/>
          </p:nvSpPr>
          <p:spPr>
            <a:xfrm>
              <a:off x="28303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902;p74"/>
            <p:cNvSpPr/>
            <p:nvPr/>
          </p:nvSpPr>
          <p:spPr>
            <a:xfrm>
              <a:off x="255636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5" name="Google Shape;903;p74"/>
          <p:cNvGrpSpPr/>
          <p:nvPr/>
        </p:nvGrpSpPr>
        <p:grpSpPr>
          <a:xfrm>
            <a:off x="9798120" y="5367240"/>
            <a:ext cx="1397160" cy="730440"/>
            <a:chOff x="9798120" y="5367240"/>
            <a:chExt cx="1397160" cy="730440"/>
          </a:xfrm>
        </p:grpSpPr>
        <p:grpSp>
          <p:nvGrpSpPr>
            <p:cNvPr id="196" name="Google Shape;904;p74"/>
            <p:cNvGrpSpPr/>
            <p:nvPr/>
          </p:nvGrpSpPr>
          <p:grpSpPr>
            <a:xfrm>
              <a:off x="9798120" y="5367240"/>
              <a:ext cx="1163520" cy="284040"/>
              <a:chOff x="9798120" y="5367240"/>
              <a:chExt cx="1163520" cy="284040"/>
            </a:xfrm>
          </p:grpSpPr>
          <p:sp>
            <p:nvSpPr>
              <p:cNvPr id="197" name="Google Shape;905;p74"/>
              <p:cNvSpPr/>
              <p:nvPr/>
            </p:nvSpPr>
            <p:spPr>
              <a:xfrm>
                <a:off x="979812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Google Shape;906;p74"/>
              <p:cNvSpPr/>
              <p:nvPr/>
            </p:nvSpPr>
            <p:spPr>
              <a:xfrm>
                <a:off x="996984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Google Shape;907;p74"/>
              <p:cNvSpPr/>
              <p:nvPr/>
            </p:nvSpPr>
            <p:spPr>
              <a:xfrm>
                <a:off x="1022472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Google Shape;908;p74"/>
              <p:cNvSpPr/>
              <p:nvPr/>
            </p:nvSpPr>
            <p:spPr>
              <a:xfrm>
                <a:off x="1047312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Google Shape;909;p74"/>
              <p:cNvSpPr/>
              <p:nvPr/>
            </p:nvSpPr>
            <p:spPr>
              <a:xfrm>
                <a:off x="1072152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2" name="Google Shape;910;p74"/>
            <p:cNvGrpSpPr/>
            <p:nvPr/>
          </p:nvGrpSpPr>
          <p:grpSpPr>
            <a:xfrm>
              <a:off x="10199160" y="5727600"/>
              <a:ext cx="996120" cy="370080"/>
              <a:chOff x="10199160" y="5727600"/>
              <a:chExt cx="996120" cy="370080"/>
            </a:xfrm>
          </p:grpSpPr>
          <p:sp>
            <p:nvSpPr>
              <p:cNvPr id="203" name="Google Shape;911;p74"/>
              <p:cNvSpPr/>
              <p:nvPr/>
            </p:nvSpPr>
            <p:spPr>
              <a:xfrm>
                <a:off x="1019916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Google Shape;912;p74"/>
              <p:cNvSpPr/>
              <p:nvPr/>
            </p:nvSpPr>
            <p:spPr>
              <a:xfrm>
                <a:off x="1031112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Google Shape;913;p74"/>
              <p:cNvSpPr/>
              <p:nvPr/>
            </p:nvSpPr>
            <p:spPr>
              <a:xfrm>
                <a:off x="1058832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Google Shape;914;p74"/>
              <p:cNvSpPr/>
              <p:nvPr/>
            </p:nvSpPr>
            <p:spPr>
              <a:xfrm>
                <a:off x="1088028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Google Shape;915;p74"/>
              <p:cNvSpPr/>
              <p:nvPr/>
            </p:nvSpPr>
            <p:spPr>
              <a:xfrm>
                <a:off x="1099116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8" name="Google Shape;916;p74"/>
          <p:cNvGrpSpPr/>
          <p:nvPr/>
        </p:nvGrpSpPr>
        <p:grpSpPr>
          <a:xfrm>
            <a:off x="9880920" y="5104080"/>
            <a:ext cx="578520" cy="144000"/>
            <a:chOff x="9880920" y="5104080"/>
            <a:chExt cx="578520" cy="144000"/>
          </a:xfrm>
        </p:grpSpPr>
        <p:sp>
          <p:nvSpPr>
            <p:cNvPr id="209" name="Google Shape;917;p74"/>
            <p:cNvSpPr/>
            <p:nvPr/>
          </p:nvSpPr>
          <p:spPr>
            <a:xfrm>
              <a:off x="10369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918;p74"/>
            <p:cNvSpPr/>
            <p:nvPr/>
          </p:nvSpPr>
          <p:spPr>
            <a:xfrm>
              <a:off x="988092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919;p74"/>
            <p:cNvSpPr/>
            <p:nvPr/>
          </p:nvSpPr>
          <p:spPr>
            <a:xfrm>
              <a:off x="1000728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920;p74"/>
            <p:cNvSpPr/>
            <p:nvPr/>
          </p:nvSpPr>
          <p:spPr>
            <a:xfrm>
              <a:off x="1013328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921;p74"/>
            <p:cNvSpPr/>
            <p:nvPr/>
          </p:nvSpPr>
          <p:spPr>
            <a:xfrm>
              <a:off x="1025172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Google Shape;922;p74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5" name="Google Shape;923;p74"/>
          <p:cNvGrpSpPr/>
          <p:nvPr/>
        </p:nvGrpSpPr>
        <p:grpSpPr>
          <a:xfrm>
            <a:off x="401040" y="198360"/>
            <a:ext cx="6760080" cy="1623960"/>
            <a:chOff x="401040" y="198360"/>
            <a:chExt cx="6760080" cy="1623960"/>
          </a:xfrm>
        </p:grpSpPr>
        <p:sp>
          <p:nvSpPr>
            <p:cNvPr id="216" name="Google Shape;924;p74"/>
            <p:cNvSpPr/>
            <p:nvPr/>
          </p:nvSpPr>
          <p:spPr>
            <a:xfrm>
              <a:off x="690480" y="275760"/>
              <a:ext cx="20934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925;p74"/>
            <p:cNvSpPr/>
            <p:nvPr/>
          </p:nvSpPr>
          <p:spPr>
            <a:xfrm>
              <a:off x="1944360" y="961560"/>
              <a:ext cx="521676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8" name="Google Shape;926;p74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219" name="Google Shape;927;p74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Google Shape;928;p74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1" name="Google Shape;929;p74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3400" cy="3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932;p75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933;p75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934;p75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935;p75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936;p75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937;p75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938;p75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939;p75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940;p75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941;p75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942;p75"/>
          <p:cNvSpPr/>
          <p:nvPr/>
        </p:nvSpPr>
        <p:spPr>
          <a:xfrm>
            <a:off x="11807280" y="0"/>
            <a:ext cx="383760" cy="6856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Google Shape;944;p75"/>
          <p:cNvSpPr/>
          <p:nvPr/>
        </p:nvSpPr>
        <p:spPr>
          <a:xfrm>
            <a:off x="11422440" y="0"/>
            <a:ext cx="383760" cy="6856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945;p75"/>
          <p:cNvSpPr/>
          <p:nvPr/>
        </p:nvSpPr>
        <p:spPr>
          <a:xfrm>
            <a:off x="11037960" y="0"/>
            <a:ext cx="383760" cy="68569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946;p75"/>
          <p:cNvSpPr/>
          <p:nvPr/>
        </p:nvSpPr>
        <p:spPr>
          <a:xfrm>
            <a:off x="10653120" y="1800"/>
            <a:ext cx="383760" cy="685692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Google Shape;71;p49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72;p49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73;p49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74;p49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75;p49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76;p49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77;p49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78;p49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79;p49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80;p49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948;p76"/>
          <p:cNvGrpSpPr/>
          <p:nvPr/>
        </p:nvGrpSpPr>
        <p:grpSpPr>
          <a:xfrm>
            <a:off x="461520" y="438840"/>
            <a:ext cx="11081880" cy="6293880"/>
            <a:chOff x="461520" y="438840"/>
            <a:chExt cx="11081880" cy="6293880"/>
          </a:xfrm>
        </p:grpSpPr>
        <p:pic>
          <p:nvPicPr>
            <p:cNvPr id="256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5080" cy="428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7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720" cy="2007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8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800" cy="3259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59" name="Google Shape;952;p76"/>
            <p:cNvGrpSpPr/>
            <p:nvPr/>
          </p:nvGrpSpPr>
          <p:grpSpPr>
            <a:xfrm>
              <a:off x="1406520" y="1012320"/>
              <a:ext cx="1369080" cy="1095120"/>
              <a:chOff x="1406520" y="1012320"/>
              <a:chExt cx="1369080" cy="1095120"/>
            </a:xfrm>
          </p:grpSpPr>
          <p:sp>
            <p:nvSpPr>
              <p:cNvPr id="260" name="Google Shape;953;p76"/>
              <p:cNvSpPr/>
              <p:nvPr/>
            </p:nvSpPr>
            <p:spPr>
              <a:xfrm>
                <a:off x="1954800" y="10123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954;p76"/>
              <p:cNvSpPr/>
              <p:nvPr/>
            </p:nvSpPr>
            <p:spPr>
              <a:xfrm>
                <a:off x="168048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Google Shape;955;p76"/>
              <p:cNvSpPr/>
              <p:nvPr/>
            </p:nvSpPr>
            <p:spPr>
              <a:xfrm>
                <a:off x="14065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Google Shape;956;p76"/>
              <p:cNvSpPr/>
              <p:nvPr/>
            </p:nvSpPr>
            <p:spPr>
              <a:xfrm>
                <a:off x="14065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Google Shape;957;p76"/>
              <p:cNvSpPr/>
              <p:nvPr/>
            </p:nvSpPr>
            <p:spPr>
              <a:xfrm>
                <a:off x="168048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Google Shape;958;p76"/>
              <p:cNvSpPr/>
              <p:nvPr/>
            </p:nvSpPr>
            <p:spPr>
              <a:xfrm>
                <a:off x="195480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Google Shape;959;p76"/>
              <p:cNvSpPr/>
              <p:nvPr/>
            </p:nvSpPr>
            <p:spPr>
              <a:xfrm>
                <a:off x="222876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Google Shape;960;p76"/>
              <p:cNvSpPr/>
              <p:nvPr/>
            </p:nvSpPr>
            <p:spPr>
              <a:xfrm>
                <a:off x="25027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Google Shape;961;p76"/>
              <p:cNvSpPr/>
              <p:nvPr/>
            </p:nvSpPr>
            <p:spPr>
              <a:xfrm>
                <a:off x="25027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Google Shape;962;p76"/>
              <p:cNvSpPr/>
              <p:nvPr/>
            </p:nvSpPr>
            <p:spPr>
              <a:xfrm>
                <a:off x="222876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70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Google Shape;964;p76"/>
          <p:cNvSpPr/>
          <p:nvPr/>
        </p:nvSpPr>
        <p:spPr>
          <a:xfrm>
            <a:off x="-65160" y="0"/>
            <a:ext cx="2730960" cy="245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965;p76"/>
          <p:cNvSpPr/>
          <p:nvPr/>
        </p:nvSpPr>
        <p:spPr>
          <a:xfrm flipH="1">
            <a:off x="7619400" y="-2880"/>
            <a:ext cx="4636080" cy="245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966;p76"/>
          <p:cNvSpPr/>
          <p:nvPr/>
        </p:nvSpPr>
        <p:spPr>
          <a:xfrm>
            <a:off x="2362320" y="0"/>
            <a:ext cx="5656680" cy="24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967;p76"/>
          <p:cNvSpPr/>
          <p:nvPr/>
        </p:nvSpPr>
        <p:spPr>
          <a:xfrm>
            <a:off x="35420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968;p76"/>
          <p:cNvSpPr/>
          <p:nvPr/>
        </p:nvSpPr>
        <p:spPr>
          <a:xfrm>
            <a:off x="40971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969;p76"/>
          <p:cNvSpPr/>
          <p:nvPr/>
        </p:nvSpPr>
        <p:spPr>
          <a:xfrm>
            <a:off x="46047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970;p76"/>
          <p:cNvSpPr/>
          <p:nvPr/>
        </p:nvSpPr>
        <p:spPr>
          <a:xfrm>
            <a:off x="51192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971;p76"/>
          <p:cNvSpPr/>
          <p:nvPr/>
        </p:nvSpPr>
        <p:spPr>
          <a:xfrm>
            <a:off x="56336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972;p76"/>
          <p:cNvSpPr/>
          <p:nvPr/>
        </p:nvSpPr>
        <p:spPr>
          <a:xfrm>
            <a:off x="67003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973;p76"/>
          <p:cNvSpPr/>
          <p:nvPr/>
        </p:nvSpPr>
        <p:spPr>
          <a:xfrm>
            <a:off x="61891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974;p76"/>
          <p:cNvSpPr/>
          <p:nvPr/>
        </p:nvSpPr>
        <p:spPr>
          <a:xfrm>
            <a:off x="72968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975;p76"/>
          <p:cNvSpPr/>
          <p:nvPr/>
        </p:nvSpPr>
        <p:spPr>
          <a:xfrm>
            <a:off x="78588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976;p76"/>
          <p:cNvSpPr/>
          <p:nvPr/>
        </p:nvSpPr>
        <p:spPr>
          <a:xfrm>
            <a:off x="840168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978;p77"/>
          <p:cNvGrpSpPr/>
          <p:nvPr/>
        </p:nvGrpSpPr>
        <p:grpSpPr>
          <a:xfrm>
            <a:off x="461520" y="438840"/>
            <a:ext cx="11081880" cy="6293880"/>
            <a:chOff x="461520" y="438840"/>
            <a:chExt cx="11081880" cy="6293880"/>
          </a:xfrm>
        </p:grpSpPr>
        <p:pic>
          <p:nvPicPr>
            <p:cNvPr id="287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5080" cy="428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8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720" cy="2007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9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800" cy="3259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90" name="Google Shape;982;p77"/>
            <p:cNvGrpSpPr/>
            <p:nvPr/>
          </p:nvGrpSpPr>
          <p:grpSpPr>
            <a:xfrm>
              <a:off x="1406520" y="1012320"/>
              <a:ext cx="1369080" cy="1095120"/>
              <a:chOff x="1406520" y="1012320"/>
              <a:chExt cx="1369080" cy="1095120"/>
            </a:xfrm>
          </p:grpSpPr>
          <p:sp>
            <p:nvSpPr>
              <p:cNvPr id="291" name="Google Shape;983;p77"/>
              <p:cNvSpPr/>
              <p:nvPr/>
            </p:nvSpPr>
            <p:spPr>
              <a:xfrm>
                <a:off x="1954800" y="10123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984;p77"/>
              <p:cNvSpPr/>
              <p:nvPr/>
            </p:nvSpPr>
            <p:spPr>
              <a:xfrm>
                <a:off x="168048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985;p77"/>
              <p:cNvSpPr/>
              <p:nvPr/>
            </p:nvSpPr>
            <p:spPr>
              <a:xfrm>
                <a:off x="14065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986;p77"/>
              <p:cNvSpPr/>
              <p:nvPr/>
            </p:nvSpPr>
            <p:spPr>
              <a:xfrm>
                <a:off x="14065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987;p77"/>
              <p:cNvSpPr/>
              <p:nvPr/>
            </p:nvSpPr>
            <p:spPr>
              <a:xfrm>
                <a:off x="168048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988;p77"/>
              <p:cNvSpPr/>
              <p:nvPr/>
            </p:nvSpPr>
            <p:spPr>
              <a:xfrm>
                <a:off x="195480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989;p77"/>
              <p:cNvSpPr/>
              <p:nvPr/>
            </p:nvSpPr>
            <p:spPr>
              <a:xfrm>
                <a:off x="222876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990;p77"/>
              <p:cNvSpPr/>
              <p:nvPr/>
            </p:nvSpPr>
            <p:spPr>
              <a:xfrm>
                <a:off x="25027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991;p77"/>
              <p:cNvSpPr/>
              <p:nvPr/>
            </p:nvSpPr>
            <p:spPr>
              <a:xfrm>
                <a:off x="25027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992;p77"/>
              <p:cNvSpPr/>
              <p:nvPr/>
            </p:nvSpPr>
            <p:spPr>
              <a:xfrm>
                <a:off x="222876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01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994;p77"/>
          <p:cNvSpPr/>
          <p:nvPr/>
        </p:nvSpPr>
        <p:spPr>
          <a:xfrm flipH="1">
            <a:off x="7619400" y="-2880"/>
            <a:ext cx="4636080" cy="24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995;p77"/>
          <p:cNvSpPr/>
          <p:nvPr/>
        </p:nvSpPr>
        <p:spPr>
          <a:xfrm rot="5400000">
            <a:off x="-1316880" y="1268640"/>
            <a:ext cx="6863760" cy="4318560"/>
          </a:xfrm>
          <a:custGeom>
            <a:avLst/>
            <a:gdLst>
              <a:gd name="textAreaLeft" fmla="*/ 0 w 6863760"/>
              <a:gd name="textAreaRight" fmla="*/ 6864840 w 6863760"/>
              <a:gd name="textAreaTop" fmla="*/ 0 h 4318560"/>
              <a:gd name="textAreaBottom" fmla="*/ 4319640 h 43185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996;p77"/>
          <p:cNvSpPr/>
          <p:nvPr/>
        </p:nvSpPr>
        <p:spPr>
          <a:xfrm>
            <a:off x="35420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997;p77"/>
          <p:cNvSpPr/>
          <p:nvPr/>
        </p:nvSpPr>
        <p:spPr>
          <a:xfrm>
            <a:off x="40971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998;p77"/>
          <p:cNvSpPr/>
          <p:nvPr/>
        </p:nvSpPr>
        <p:spPr>
          <a:xfrm>
            <a:off x="46047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999;p77"/>
          <p:cNvSpPr/>
          <p:nvPr/>
        </p:nvSpPr>
        <p:spPr>
          <a:xfrm>
            <a:off x="51192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1000;p77"/>
          <p:cNvSpPr/>
          <p:nvPr/>
        </p:nvSpPr>
        <p:spPr>
          <a:xfrm>
            <a:off x="56336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1001;p77"/>
          <p:cNvSpPr/>
          <p:nvPr/>
        </p:nvSpPr>
        <p:spPr>
          <a:xfrm>
            <a:off x="67003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1002;p77"/>
          <p:cNvSpPr/>
          <p:nvPr/>
        </p:nvSpPr>
        <p:spPr>
          <a:xfrm>
            <a:off x="61891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1003;p77"/>
          <p:cNvSpPr/>
          <p:nvPr/>
        </p:nvSpPr>
        <p:spPr>
          <a:xfrm>
            <a:off x="72968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1004;p77"/>
          <p:cNvSpPr/>
          <p:nvPr/>
        </p:nvSpPr>
        <p:spPr>
          <a:xfrm>
            <a:off x="78588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1005;p77"/>
          <p:cNvSpPr/>
          <p:nvPr/>
        </p:nvSpPr>
        <p:spPr>
          <a:xfrm>
            <a:off x="840168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1006;p77"/>
          <p:cNvSpPr/>
          <p:nvPr/>
        </p:nvSpPr>
        <p:spPr>
          <a:xfrm>
            <a:off x="-45360" y="-2880"/>
            <a:ext cx="8064360" cy="248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461;p63"/>
          <p:cNvSpPr/>
          <p:nvPr/>
        </p:nvSpPr>
        <p:spPr>
          <a:xfrm rot="10800000">
            <a:off x="2520" y="1080"/>
            <a:ext cx="3539520" cy="6856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62;p63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63;p63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464;p63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465;p63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466;p63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467;p63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468;p63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469;p63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70;p63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471;p63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7720" cy="200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2240" cy="136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9000" cy="126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1008;p78"/>
          <p:cNvGrpSpPr/>
          <p:nvPr/>
        </p:nvGrpSpPr>
        <p:grpSpPr>
          <a:xfrm>
            <a:off x="461520" y="438840"/>
            <a:ext cx="11081880" cy="6293880"/>
            <a:chOff x="461520" y="438840"/>
            <a:chExt cx="11081880" cy="6293880"/>
          </a:xfrm>
        </p:grpSpPr>
        <p:pic>
          <p:nvPicPr>
            <p:cNvPr id="334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5080" cy="428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5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720" cy="2007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6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800" cy="3259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37" name="Google Shape;1012;p78"/>
            <p:cNvGrpSpPr/>
            <p:nvPr/>
          </p:nvGrpSpPr>
          <p:grpSpPr>
            <a:xfrm>
              <a:off x="1406520" y="1012320"/>
              <a:ext cx="1369080" cy="1095120"/>
              <a:chOff x="1406520" y="1012320"/>
              <a:chExt cx="1369080" cy="1095120"/>
            </a:xfrm>
          </p:grpSpPr>
          <p:sp>
            <p:nvSpPr>
              <p:cNvPr id="338" name="Google Shape;1013;p78"/>
              <p:cNvSpPr/>
              <p:nvPr/>
            </p:nvSpPr>
            <p:spPr>
              <a:xfrm>
                <a:off x="1954800" y="10123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Google Shape;1014;p78"/>
              <p:cNvSpPr/>
              <p:nvPr/>
            </p:nvSpPr>
            <p:spPr>
              <a:xfrm>
                <a:off x="168048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Google Shape;1015;p78"/>
              <p:cNvSpPr/>
              <p:nvPr/>
            </p:nvSpPr>
            <p:spPr>
              <a:xfrm>
                <a:off x="14065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Google Shape;1016;p78"/>
              <p:cNvSpPr/>
              <p:nvPr/>
            </p:nvSpPr>
            <p:spPr>
              <a:xfrm>
                <a:off x="14065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Google Shape;1017;p78"/>
              <p:cNvSpPr/>
              <p:nvPr/>
            </p:nvSpPr>
            <p:spPr>
              <a:xfrm>
                <a:off x="168048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Google Shape;1018;p78"/>
              <p:cNvSpPr/>
              <p:nvPr/>
            </p:nvSpPr>
            <p:spPr>
              <a:xfrm>
                <a:off x="195480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Google Shape;1019;p78"/>
              <p:cNvSpPr/>
              <p:nvPr/>
            </p:nvSpPr>
            <p:spPr>
              <a:xfrm>
                <a:off x="222876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Google Shape;1020;p78"/>
              <p:cNvSpPr/>
              <p:nvPr/>
            </p:nvSpPr>
            <p:spPr>
              <a:xfrm>
                <a:off x="2502720" y="18345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Google Shape;1021;p78"/>
              <p:cNvSpPr/>
              <p:nvPr/>
            </p:nvSpPr>
            <p:spPr>
              <a:xfrm>
                <a:off x="2502720" y="1560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Google Shape;1022;p78"/>
              <p:cNvSpPr/>
              <p:nvPr/>
            </p:nvSpPr>
            <p:spPr>
              <a:xfrm>
                <a:off x="2228760" y="128628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48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Google Shape;1024;p78"/>
          <p:cNvSpPr/>
          <p:nvPr/>
        </p:nvSpPr>
        <p:spPr>
          <a:xfrm flipH="1">
            <a:off x="7619400" y="-2880"/>
            <a:ext cx="4636080" cy="245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1025;p78"/>
          <p:cNvSpPr/>
          <p:nvPr/>
        </p:nvSpPr>
        <p:spPr>
          <a:xfrm>
            <a:off x="35420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1026;p78"/>
          <p:cNvSpPr/>
          <p:nvPr/>
        </p:nvSpPr>
        <p:spPr>
          <a:xfrm>
            <a:off x="40971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1027;p78"/>
          <p:cNvSpPr/>
          <p:nvPr/>
        </p:nvSpPr>
        <p:spPr>
          <a:xfrm>
            <a:off x="46047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1028;p78"/>
          <p:cNvSpPr/>
          <p:nvPr/>
        </p:nvSpPr>
        <p:spPr>
          <a:xfrm>
            <a:off x="51192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1029;p78"/>
          <p:cNvSpPr/>
          <p:nvPr/>
        </p:nvSpPr>
        <p:spPr>
          <a:xfrm>
            <a:off x="56336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1030;p78"/>
          <p:cNvSpPr/>
          <p:nvPr/>
        </p:nvSpPr>
        <p:spPr>
          <a:xfrm>
            <a:off x="67003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1031;p78"/>
          <p:cNvSpPr/>
          <p:nvPr/>
        </p:nvSpPr>
        <p:spPr>
          <a:xfrm>
            <a:off x="61891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1032;p78"/>
          <p:cNvSpPr/>
          <p:nvPr/>
        </p:nvSpPr>
        <p:spPr>
          <a:xfrm>
            <a:off x="72968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1033;p78"/>
          <p:cNvSpPr/>
          <p:nvPr/>
        </p:nvSpPr>
        <p:spPr>
          <a:xfrm>
            <a:off x="78588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1034;p78"/>
          <p:cNvSpPr/>
          <p:nvPr/>
        </p:nvSpPr>
        <p:spPr>
          <a:xfrm>
            <a:off x="840168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1035;p78"/>
          <p:cNvSpPr/>
          <p:nvPr/>
        </p:nvSpPr>
        <p:spPr>
          <a:xfrm rot="5400000">
            <a:off x="-1316880" y="1268640"/>
            <a:ext cx="6863760" cy="4318560"/>
          </a:xfrm>
          <a:custGeom>
            <a:avLst/>
            <a:gdLst>
              <a:gd name="textAreaLeft" fmla="*/ 0 w 6863760"/>
              <a:gd name="textAreaRight" fmla="*/ 6864840 w 6863760"/>
              <a:gd name="textAreaTop" fmla="*/ 0 h 4318560"/>
              <a:gd name="textAreaBottom" fmla="*/ 4319640 h 43185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1036;p78"/>
          <p:cNvSpPr/>
          <p:nvPr/>
        </p:nvSpPr>
        <p:spPr>
          <a:xfrm>
            <a:off x="-45360" y="0"/>
            <a:ext cx="8064360" cy="238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1038;p79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1039;p79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1040;p79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1041;p79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1042;p79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1043;p79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1044;p79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1045;p79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1046;p79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1047;p79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4280" cy="52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5760" cy="162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1050;p79"/>
          <p:cNvSpPr/>
          <p:nvPr/>
        </p:nvSpPr>
        <p:spPr>
          <a:xfrm rot="16200000">
            <a:off x="-252720" y="4062600"/>
            <a:ext cx="2415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Google Shape;1051;p79"/>
          <p:cNvGrpSpPr/>
          <p:nvPr/>
        </p:nvGrpSpPr>
        <p:grpSpPr>
          <a:xfrm>
            <a:off x="755280" y="2676960"/>
            <a:ext cx="692280" cy="692280"/>
            <a:chOff x="755280" y="2676960"/>
            <a:chExt cx="692280" cy="692280"/>
          </a:xfrm>
        </p:grpSpPr>
        <p:sp>
          <p:nvSpPr>
            <p:cNvPr id="378" name="Google Shape;1052;p79"/>
            <p:cNvSpPr/>
            <p:nvPr/>
          </p:nvSpPr>
          <p:spPr>
            <a:xfrm>
              <a:off x="755280" y="302364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Google Shape;1053;p79"/>
            <p:cNvSpPr/>
            <p:nvPr/>
          </p:nvSpPr>
          <p:spPr>
            <a:xfrm>
              <a:off x="1101960" y="26769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0" name="Google Shape;1054;p79"/>
          <p:cNvGrpSpPr/>
          <p:nvPr/>
        </p:nvGrpSpPr>
        <p:grpSpPr>
          <a:xfrm>
            <a:off x="6118200" y="5445000"/>
            <a:ext cx="692280" cy="691920"/>
            <a:chOff x="6118200" y="5445000"/>
            <a:chExt cx="692280" cy="691920"/>
          </a:xfrm>
        </p:grpSpPr>
        <p:sp>
          <p:nvSpPr>
            <p:cNvPr id="381" name="Google Shape;1055;p79"/>
            <p:cNvSpPr/>
            <p:nvPr/>
          </p:nvSpPr>
          <p:spPr>
            <a:xfrm>
              <a:off x="6118200" y="5791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Google Shape;1056;p79"/>
            <p:cNvSpPr/>
            <p:nvPr/>
          </p:nvSpPr>
          <p:spPr>
            <a:xfrm>
              <a:off x="6464880" y="5445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7560" cy="21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73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8040" cy="56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6" name="Google Shape;1060;p79"/>
          <p:cNvGrpSpPr/>
          <p:nvPr/>
        </p:nvGrpSpPr>
        <p:grpSpPr>
          <a:xfrm>
            <a:off x="10113480" y="597240"/>
            <a:ext cx="1480320" cy="1440000"/>
            <a:chOff x="10113480" y="597240"/>
            <a:chExt cx="1480320" cy="1440000"/>
          </a:xfrm>
        </p:grpSpPr>
        <p:grpSp>
          <p:nvGrpSpPr>
            <p:cNvPr id="387" name="Google Shape;1061;p79"/>
            <p:cNvGrpSpPr/>
            <p:nvPr/>
          </p:nvGrpSpPr>
          <p:grpSpPr>
            <a:xfrm>
              <a:off x="10124640" y="1269360"/>
              <a:ext cx="1469160" cy="767880"/>
              <a:chOff x="10124640" y="1269360"/>
              <a:chExt cx="1469160" cy="767880"/>
            </a:xfrm>
          </p:grpSpPr>
          <p:grpSp>
            <p:nvGrpSpPr>
              <p:cNvPr id="388" name="Google Shape;1062;p79"/>
              <p:cNvGrpSpPr/>
              <p:nvPr/>
            </p:nvGrpSpPr>
            <p:grpSpPr>
              <a:xfrm>
                <a:off x="10124640" y="1269360"/>
                <a:ext cx="1223640" cy="298800"/>
                <a:chOff x="10124640" y="1269360"/>
                <a:chExt cx="1223640" cy="298800"/>
              </a:xfrm>
            </p:grpSpPr>
            <p:sp>
              <p:nvSpPr>
                <p:cNvPr id="389" name="Google Shape;1063;p79"/>
                <p:cNvSpPr/>
                <p:nvPr/>
              </p:nvSpPr>
              <p:spPr>
                <a:xfrm>
                  <a:off x="10124640" y="1269360"/>
                  <a:ext cx="148680" cy="297360"/>
                </a:xfrm>
                <a:custGeom>
                  <a:avLst/>
                  <a:gdLst>
                    <a:gd name="textAreaLeft" fmla="*/ 0 w 148680"/>
                    <a:gd name="textAreaRight" fmla="*/ 149760 w 148680"/>
                    <a:gd name="textAreaTop" fmla="*/ 0 h 297360"/>
                    <a:gd name="textAreaBottom" fmla="*/ 298440 h 2973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" name="Google Shape;1064;p79"/>
                <p:cNvSpPr/>
                <p:nvPr/>
              </p:nvSpPr>
              <p:spPr>
                <a:xfrm>
                  <a:off x="10305360" y="1324800"/>
                  <a:ext cx="228960" cy="243000"/>
                </a:xfrm>
                <a:custGeom>
                  <a:avLst/>
                  <a:gdLst>
                    <a:gd name="textAreaLeft" fmla="*/ 0 w 228960"/>
                    <a:gd name="textAreaRight" fmla="*/ 230040 w 2289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" name="Google Shape;1065;p79"/>
                <p:cNvSpPr/>
                <p:nvPr/>
              </p:nvSpPr>
              <p:spPr>
                <a:xfrm>
                  <a:off x="10573560" y="1325160"/>
                  <a:ext cx="216720" cy="243000"/>
                </a:xfrm>
                <a:custGeom>
                  <a:avLst/>
                  <a:gdLst>
                    <a:gd name="textAreaLeft" fmla="*/ 0 w 216720"/>
                    <a:gd name="textAreaRight" fmla="*/ 217800 w 216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" name="Google Shape;1066;p79"/>
                <p:cNvSpPr/>
                <p:nvPr/>
              </p:nvSpPr>
              <p:spPr>
                <a:xfrm>
                  <a:off x="10834560" y="1325160"/>
                  <a:ext cx="213840" cy="237600"/>
                </a:xfrm>
                <a:custGeom>
                  <a:avLst/>
                  <a:gdLst>
                    <a:gd name="textAreaLeft" fmla="*/ 0 w 213840"/>
                    <a:gd name="textAreaRight" fmla="*/ 214920 w 213840"/>
                    <a:gd name="textAreaTop" fmla="*/ 0 h 237600"/>
                    <a:gd name="textAreaBottom" fmla="*/ 238680 h 2376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3" name="Google Shape;1067;p79"/>
                <p:cNvSpPr/>
                <p:nvPr/>
              </p:nvSpPr>
              <p:spPr>
                <a:xfrm>
                  <a:off x="11095560" y="132516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94" name="Google Shape;1068;p79"/>
              <p:cNvGrpSpPr/>
              <p:nvPr/>
            </p:nvGrpSpPr>
            <p:grpSpPr>
              <a:xfrm>
                <a:off x="10546560" y="1648080"/>
                <a:ext cx="1047240" cy="389160"/>
                <a:chOff x="10546560" y="1648080"/>
                <a:chExt cx="1047240" cy="389160"/>
              </a:xfrm>
            </p:grpSpPr>
            <p:sp>
              <p:nvSpPr>
                <p:cNvPr id="395" name="Google Shape;1069;p79"/>
                <p:cNvSpPr/>
                <p:nvPr/>
              </p:nvSpPr>
              <p:spPr>
                <a:xfrm>
                  <a:off x="10546560" y="1648080"/>
                  <a:ext cx="65520" cy="31824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6" name="Google Shape;1070;p79"/>
                <p:cNvSpPr/>
                <p:nvPr/>
              </p:nvSpPr>
              <p:spPr>
                <a:xfrm>
                  <a:off x="10664280" y="172872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7" name="Google Shape;1071;p79"/>
                <p:cNvSpPr/>
                <p:nvPr/>
              </p:nvSpPr>
              <p:spPr>
                <a:xfrm>
                  <a:off x="10955160" y="1728720"/>
                  <a:ext cx="245160" cy="308520"/>
                </a:xfrm>
                <a:custGeom>
                  <a:avLst/>
                  <a:gdLst>
                    <a:gd name="textAreaLeft" fmla="*/ 0 w 245160"/>
                    <a:gd name="textAreaRight" fmla="*/ 246240 w 245160"/>
                    <a:gd name="textAreaTop" fmla="*/ 0 h 308520"/>
                    <a:gd name="textAreaBottom" fmla="*/ 309600 h 3085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8" name="Google Shape;1072;p79"/>
                <p:cNvSpPr/>
                <p:nvPr/>
              </p:nvSpPr>
              <p:spPr>
                <a:xfrm>
                  <a:off x="11262240" y="1648440"/>
                  <a:ext cx="69120" cy="318240"/>
                </a:xfrm>
                <a:custGeom>
                  <a:avLst/>
                  <a:gdLst>
                    <a:gd name="textAreaLeft" fmla="*/ 0 w 69120"/>
                    <a:gd name="textAreaRight" fmla="*/ 70200 w 691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" name="Google Shape;1073;p79"/>
                <p:cNvSpPr/>
                <p:nvPr/>
              </p:nvSpPr>
              <p:spPr>
                <a:xfrm>
                  <a:off x="11379240" y="1730520"/>
                  <a:ext cx="214560" cy="240480"/>
                </a:xfrm>
                <a:custGeom>
                  <a:avLst/>
                  <a:gdLst>
                    <a:gd name="textAreaLeft" fmla="*/ 0 w 214560"/>
                    <a:gd name="textAreaRight" fmla="*/ 215640 w 214560"/>
                    <a:gd name="textAreaTop" fmla="*/ 0 h 240480"/>
                    <a:gd name="textAreaBottom" fmla="*/ 241560 h 2404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0" name="Google Shape;1074;p79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401" name="Google Shape;1075;p79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Google Shape;1076;p79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Google Shape;1077;p79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Google Shape;1078;p79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Google Shape;1079;p79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Google Shape;1080;p79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Google Shape;1081;p79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Google Shape;1082;p79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Google Shape;1083;p79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Google Shape;1084;p79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Google Shape;1085;p79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2" name="Google Shape;1086;p79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3" name="Google Shape;1087;p79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Google Shape;1088;p79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Google Shape;1089;p79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Google Shape;1090;p79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Google Shape;1091;p79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Google Shape;1092;p79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Google Shape;1093;p79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Google Shape;1094;p79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095;p79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Google Shape;1096;p79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Google Shape;1097;p79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4" name="Google Shape;1098;p79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425" name="Google Shape;1099;p79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100;p79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101;p79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102;p79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Google Shape;1103;p79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1105;p80"/>
          <p:cNvGrpSpPr/>
          <p:nvPr/>
        </p:nvGrpSpPr>
        <p:grpSpPr>
          <a:xfrm>
            <a:off x="727200" y="3082320"/>
            <a:ext cx="7820640" cy="2415960"/>
            <a:chOff x="727200" y="3082320"/>
            <a:chExt cx="7820640" cy="2415960"/>
          </a:xfrm>
        </p:grpSpPr>
        <p:sp>
          <p:nvSpPr>
            <p:cNvPr id="431" name="Google Shape;1106;p80"/>
            <p:cNvSpPr/>
            <p:nvPr/>
          </p:nvSpPr>
          <p:spPr>
            <a:xfrm>
              <a:off x="1363680" y="3640680"/>
              <a:ext cx="718416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Google Shape;1107;p80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3" name="Google Shape;1108;p80"/>
          <p:cNvGrpSpPr/>
          <p:nvPr/>
        </p:nvGrpSpPr>
        <p:grpSpPr>
          <a:xfrm>
            <a:off x="755280" y="2794320"/>
            <a:ext cx="692280" cy="692280"/>
            <a:chOff x="755280" y="2794320"/>
            <a:chExt cx="692280" cy="692280"/>
          </a:xfrm>
        </p:grpSpPr>
        <p:sp>
          <p:nvSpPr>
            <p:cNvPr id="434" name="Google Shape;1109;p80"/>
            <p:cNvSpPr/>
            <p:nvPr/>
          </p:nvSpPr>
          <p:spPr>
            <a:xfrm>
              <a:off x="755280" y="3141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Google Shape;1110;p80"/>
            <p:cNvSpPr/>
            <p:nvPr/>
          </p:nvSpPr>
          <p:spPr>
            <a:xfrm>
              <a:off x="1101960" y="2794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6" name="Google Shape;1111;p80"/>
          <p:cNvGrpSpPr/>
          <p:nvPr/>
        </p:nvGrpSpPr>
        <p:grpSpPr>
          <a:xfrm>
            <a:off x="6174360" y="5188680"/>
            <a:ext cx="692280" cy="692280"/>
            <a:chOff x="6174360" y="5188680"/>
            <a:chExt cx="692280" cy="692280"/>
          </a:xfrm>
        </p:grpSpPr>
        <p:sp>
          <p:nvSpPr>
            <p:cNvPr id="437" name="Google Shape;1112;p80"/>
            <p:cNvSpPr/>
            <p:nvPr/>
          </p:nvSpPr>
          <p:spPr>
            <a:xfrm>
              <a:off x="6174360" y="55353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113;p80"/>
            <p:cNvSpPr/>
            <p:nvPr/>
          </p:nvSpPr>
          <p:spPr>
            <a:xfrm>
              <a:off x="6521040" y="518868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9" name="Google Shape;1114;p80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1115;p80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1116;p80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Google Shape;1117;p80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1118;p80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1119;p80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1120;p80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1121;p80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1122;p80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1123;p80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9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40160" cy="1640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50" name="Google Shape;1125;p80"/>
          <p:cNvGrpSpPr/>
          <p:nvPr/>
        </p:nvGrpSpPr>
        <p:grpSpPr>
          <a:xfrm>
            <a:off x="10124640" y="1269360"/>
            <a:ext cx="1469160" cy="767880"/>
            <a:chOff x="10124640" y="1269360"/>
            <a:chExt cx="1469160" cy="767880"/>
          </a:xfrm>
        </p:grpSpPr>
        <p:grpSp>
          <p:nvGrpSpPr>
            <p:cNvPr id="451" name="Google Shape;1126;p80"/>
            <p:cNvGrpSpPr/>
            <p:nvPr/>
          </p:nvGrpSpPr>
          <p:grpSpPr>
            <a:xfrm>
              <a:off x="10124640" y="1269360"/>
              <a:ext cx="1223640" cy="298800"/>
              <a:chOff x="10124640" y="1269360"/>
              <a:chExt cx="1223640" cy="298800"/>
            </a:xfrm>
          </p:grpSpPr>
          <p:sp>
            <p:nvSpPr>
              <p:cNvPr id="452" name="Google Shape;1127;p80"/>
              <p:cNvSpPr/>
              <p:nvPr/>
            </p:nvSpPr>
            <p:spPr>
              <a:xfrm>
                <a:off x="10124640" y="1269360"/>
                <a:ext cx="148680" cy="297360"/>
              </a:xfrm>
              <a:custGeom>
                <a:avLst/>
                <a:gdLst>
                  <a:gd name="textAreaLeft" fmla="*/ 0 w 148680"/>
                  <a:gd name="textAreaRight" fmla="*/ 149760 w 148680"/>
                  <a:gd name="textAreaTop" fmla="*/ 0 h 297360"/>
                  <a:gd name="textAreaBottom" fmla="*/ 298440 h 2973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Google Shape;1128;p80"/>
              <p:cNvSpPr/>
              <p:nvPr/>
            </p:nvSpPr>
            <p:spPr>
              <a:xfrm>
                <a:off x="10305360" y="1324800"/>
                <a:ext cx="228960" cy="243000"/>
              </a:xfrm>
              <a:custGeom>
                <a:avLst/>
                <a:gdLst>
                  <a:gd name="textAreaLeft" fmla="*/ 0 w 228960"/>
                  <a:gd name="textAreaRight" fmla="*/ 230040 w 22896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Google Shape;1129;p80"/>
              <p:cNvSpPr/>
              <p:nvPr/>
            </p:nvSpPr>
            <p:spPr>
              <a:xfrm>
                <a:off x="10573560" y="1325160"/>
                <a:ext cx="216720" cy="243000"/>
              </a:xfrm>
              <a:custGeom>
                <a:avLst/>
                <a:gdLst>
                  <a:gd name="textAreaLeft" fmla="*/ 0 w 216720"/>
                  <a:gd name="textAreaRight" fmla="*/ 217800 w 216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Google Shape;1130;p80"/>
              <p:cNvSpPr/>
              <p:nvPr/>
            </p:nvSpPr>
            <p:spPr>
              <a:xfrm>
                <a:off x="10834560" y="1325160"/>
                <a:ext cx="213840" cy="237600"/>
              </a:xfrm>
              <a:custGeom>
                <a:avLst/>
                <a:gdLst>
                  <a:gd name="textAreaLeft" fmla="*/ 0 w 213840"/>
                  <a:gd name="textAreaRight" fmla="*/ 214920 w 213840"/>
                  <a:gd name="textAreaTop" fmla="*/ 0 h 237600"/>
                  <a:gd name="textAreaBottom" fmla="*/ 238680 h 2376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Google Shape;1131;p80"/>
              <p:cNvSpPr/>
              <p:nvPr/>
            </p:nvSpPr>
            <p:spPr>
              <a:xfrm>
                <a:off x="11095560" y="132516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57" name="Google Shape;1132;p80"/>
            <p:cNvGrpSpPr/>
            <p:nvPr/>
          </p:nvGrpSpPr>
          <p:grpSpPr>
            <a:xfrm>
              <a:off x="10546560" y="1648080"/>
              <a:ext cx="1047240" cy="389160"/>
              <a:chOff x="10546560" y="1648080"/>
              <a:chExt cx="1047240" cy="389160"/>
            </a:xfrm>
          </p:grpSpPr>
          <p:sp>
            <p:nvSpPr>
              <p:cNvPr id="458" name="Google Shape;1133;p80"/>
              <p:cNvSpPr/>
              <p:nvPr/>
            </p:nvSpPr>
            <p:spPr>
              <a:xfrm>
                <a:off x="10546560" y="1648080"/>
                <a:ext cx="65520" cy="31824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Google Shape;1134;p80"/>
              <p:cNvSpPr/>
              <p:nvPr/>
            </p:nvSpPr>
            <p:spPr>
              <a:xfrm>
                <a:off x="10664280" y="172872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Google Shape;1135;p80"/>
              <p:cNvSpPr/>
              <p:nvPr/>
            </p:nvSpPr>
            <p:spPr>
              <a:xfrm>
                <a:off x="10955160" y="1728720"/>
                <a:ext cx="245160" cy="308520"/>
              </a:xfrm>
              <a:custGeom>
                <a:avLst/>
                <a:gdLst>
                  <a:gd name="textAreaLeft" fmla="*/ 0 w 245160"/>
                  <a:gd name="textAreaRight" fmla="*/ 246240 w 245160"/>
                  <a:gd name="textAreaTop" fmla="*/ 0 h 308520"/>
                  <a:gd name="textAreaBottom" fmla="*/ 309600 h 3085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Google Shape;1136;p80"/>
              <p:cNvSpPr/>
              <p:nvPr/>
            </p:nvSpPr>
            <p:spPr>
              <a:xfrm>
                <a:off x="11262240" y="1648440"/>
                <a:ext cx="69120" cy="318240"/>
              </a:xfrm>
              <a:custGeom>
                <a:avLst/>
                <a:gdLst>
                  <a:gd name="textAreaLeft" fmla="*/ 0 w 69120"/>
                  <a:gd name="textAreaRight" fmla="*/ 70200 w 691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Google Shape;1137;p80"/>
              <p:cNvSpPr/>
              <p:nvPr/>
            </p:nvSpPr>
            <p:spPr>
              <a:xfrm>
                <a:off x="11379240" y="1730520"/>
                <a:ext cx="214560" cy="240480"/>
              </a:xfrm>
              <a:custGeom>
                <a:avLst/>
                <a:gdLst>
                  <a:gd name="textAreaLeft" fmla="*/ 0 w 214560"/>
                  <a:gd name="textAreaRight" fmla="*/ 215640 w 214560"/>
                  <a:gd name="textAreaTop" fmla="*/ 0 h 240480"/>
                  <a:gd name="textAreaBottom" fmla="*/ 241560 h 2404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63" name="Google Shape;1138;p80"/>
          <p:cNvGrpSpPr/>
          <p:nvPr/>
        </p:nvGrpSpPr>
        <p:grpSpPr>
          <a:xfrm>
            <a:off x="10207440" y="873000"/>
            <a:ext cx="1175760" cy="297720"/>
            <a:chOff x="10207440" y="873000"/>
            <a:chExt cx="1175760" cy="297720"/>
          </a:xfrm>
        </p:grpSpPr>
        <p:sp>
          <p:nvSpPr>
            <p:cNvPr id="464" name="Google Shape;1139;p80"/>
            <p:cNvSpPr/>
            <p:nvPr/>
          </p:nvSpPr>
          <p:spPr>
            <a:xfrm>
              <a:off x="10207440" y="878040"/>
              <a:ext cx="80640" cy="10296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2960"/>
                <a:gd name="textAreaBottom" fmla="*/ 104040 h 1029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1140;p80"/>
            <p:cNvSpPr/>
            <p:nvPr/>
          </p:nvSpPr>
          <p:spPr>
            <a:xfrm>
              <a:off x="1028556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Google Shape;1141;p80"/>
            <p:cNvSpPr/>
            <p:nvPr/>
          </p:nvSpPr>
          <p:spPr>
            <a:xfrm>
              <a:off x="10381680" y="87372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Google Shape;1142;p80"/>
            <p:cNvSpPr/>
            <p:nvPr/>
          </p:nvSpPr>
          <p:spPr>
            <a:xfrm>
              <a:off x="1047924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Google Shape;1143;p80"/>
            <p:cNvSpPr/>
            <p:nvPr/>
          </p:nvSpPr>
          <p:spPr>
            <a:xfrm>
              <a:off x="1056456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Google Shape;1144;p80"/>
            <p:cNvSpPr/>
            <p:nvPr/>
          </p:nvSpPr>
          <p:spPr>
            <a:xfrm>
              <a:off x="1068372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Google Shape;1145;p80"/>
            <p:cNvSpPr/>
            <p:nvPr/>
          </p:nvSpPr>
          <p:spPr>
            <a:xfrm>
              <a:off x="1076940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1146;p80"/>
            <p:cNvSpPr/>
            <p:nvPr/>
          </p:nvSpPr>
          <p:spPr>
            <a:xfrm>
              <a:off x="10888200" y="873000"/>
              <a:ext cx="45360" cy="108000"/>
            </a:xfrm>
            <a:custGeom>
              <a:avLst/>
              <a:gdLst>
                <a:gd name="textAreaLeft" fmla="*/ 0 w 45360"/>
                <a:gd name="textAreaRight" fmla="*/ 46440 w 45360"/>
                <a:gd name="textAreaTop" fmla="*/ 0 h 108000"/>
                <a:gd name="textAreaBottom" fmla="*/ 109080 h 1080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1147;p80"/>
            <p:cNvSpPr/>
            <p:nvPr/>
          </p:nvSpPr>
          <p:spPr>
            <a:xfrm>
              <a:off x="1094292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1148;p80"/>
            <p:cNvSpPr/>
            <p:nvPr/>
          </p:nvSpPr>
          <p:spPr>
            <a:xfrm>
              <a:off x="11043720" y="90396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1149;p80"/>
            <p:cNvSpPr/>
            <p:nvPr/>
          </p:nvSpPr>
          <p:spPr>
            <a:xfrm>
              <a:off x="11103840" y="903600"/>
              <a:ext cx="115200" cy="77400"/>
            </a:xfrm>
            <a:custGeom>
              <a:avLst/>
              <a:gdLst>
                <a:gd name="textAreaLeft" fmla="*/ 0 w 115200"/>
                <a:gd name="textAreaRight" fmla="*/ 116280 w 11520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1150;p80"/>
            <p:cNvSpPr/>
            <p:nvPr/>
          </p:nvSpPr>
          <p:spPr>
            <a:xfrm>
              <a:off x="1123956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1151;p80"/>
            <p:cNvSpPr/>
            <p:nvPr/>
          </p:nvSpPr>
          <p:spPr>
            <a:xfrm>
              <a:off x="1132488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Google Shape;1152;p80"/>
            <p:cNvSpPr/>
            <p:nvPr/>
          </p:nvSpPr>
          <p:spPr>
            <a:xfrm>
              <a:off x="1020816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Google Shape;1153;p80"/>
            <p:cNvSpPr/>
            <p:nvPr/>
          </p:nvSpPr>
          <p:spPr>
            <a:xfrm>
              <a:off x="103068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Google Shape;1154;p80"/>
            <p:cNvSpPr/>
            <p:nvPr/>
          </p:nvSpPr>
          <p:spPr>
            <a:xfrm>
              <a:off x="10438200" y="107028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Google Shape;1155;p80"/>
            <p:cNvSpPr/>
            <p:nvPr/>
          </p:nvSpPr>
          <p:spPr>
            <a:xfrm>
              <a:off x="10530360" y="1069560"/>
              <a:ext cx="76680" cy="10116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1160"/>
                <a:gd name="textAreaBottom" fmla="*/ 102240 h 1011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Google Shape;1156;p80"/>
            <p:cNvSpPr/>
            <p:nvPr/>
          </p:nvSpPr>
          <p:spPr>
            <a:xfrm>
              <a:off x="1062900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Google Shape;1157;p80"/>
            <p:cNvSpPr/>
            <p:nvPr/>
          </p:nvSpPr>
          <p:spPr>
            <a:xfrm>
              <a:off x="106812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Google Shape;1158;p80"/>
            <p:cNvSpPr/>
            <p:nvPr/>
          </p:nvSpPr>
          <p:spPr>
            <a:xfrm>
              <a:off x="10774080" y="1069560"/>
              <a:ext cx="66240" cy="7740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Google Shape;1159;p80"/>
            <p:cNvSpPr/>
            <p:nvPr/>
          </p:nvSpPr>
          <p:spPr>
            <a:xfrm>
              <a:off x="1086084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Google Shape;1160;p80"/>
            <p:cNvSpPr/>
            <p:nvPr/>
          </p:nvSpPr>
          <p:spPr>
            <a:xfrm>
              <a:off x="1095948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Google Shape;1161;p80"/>
            <p:cNvSpPr/>
            <p:nvPr/>
          </p:nvSpPr>
          <p:spPr>
            <a:xfrm>
              <a:off x="1105236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7" name="Google Shape;1162;p80"/>
          <p:cNvGrpSpPr/>
          <p:nvPr/>
        </p:nvGrpSpPr>
        <p:grpSpPr>
          <a:xfrm>
            <a:off x="10113480" y="597240"/>
            <a:ext cx="608400" cy="151560"/>
            <a:chOff x="10113480" y="597240"/>
            <a:chExt cx="608400" cy="151560"/>
          </a:xfrm>
        </p:grpSpPr>
        <p:sp>
          <p:nvSpPr>
            <p:cNvPr id="488" name="Google Shape;1163;p80"/>
            <p:cNvSpPr/>
            <p:nvPr/>
          </p:nvSpPr>
          <p:spPr>
            <a:xfrm>
              <a:off x="10627560" y="603360"/>
              <a:ext cx="94320" cy="14472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44720"/>
                <a:gd name="textAreaBottom" fmla="*/ 145800 h 1447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Google Shape;1164;p80"/>
            <p:cNvSpPr/>
            <p:nvPr/>
          </p:nvSpPr>
          <p:spPr>
            <a:xfrm>
              <a:off x="10113480" y="597240"/>
              <a:ext cx="136800" cy="15156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Google Shape;1165;p80"/>
            <p:cNvSpPr/>
            <p:nvPr/>
          </p:nvSpPr>
          <p:spPr>
            <a:xfrm>
              <a:off x="10246320" y="618480"/>
              <a:ext cx="133200" cy="1256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Google Shape;1166;p80"/>
            <p:cNvSpPr/>
            <p:nvPr/>
          </p:nvSpPr>
          <p:spPr>
            <a:xfrm>
              <a:off x="10378800" y="619920"/>
              <a:ext cx="124560" cy="122040"/>
            </a:xfrm>
            <a:custGeom>
              <a:avLst/>
              <a:gdLst>
                <a:gd name="textAreaLeft" fmla="*/ 0 w 124560"/>
                <a:gd name="textAreaRight" fmla="*/ 125640 w 124560"/>
                <a:gd name="textAreaTop" fmla="*/ 0 h 122040"/>
                <a:gd name="textAreaBottom" fmla="*/ 123120 h 1220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1167;p80"/>
            <p:cNvSpPr/>
            <p:nvPr/>
          </p:nvSpPr>
          <p:spPr>
            <a:xfrm>
              <a:off x="10503000" y="619200"/>
              <a:ext cx="125640" cy="124200"/>
            </a:xfrm>
            <a:custGeom>
              <a:avLst/>
              <a:gdLst>
                <a:gd name="textAreaLeft" fmla="*/ 0 w 125640"/>
                <a:gd name="textAreaRight" fmla="*/ 126720 w 125640"/>
                <a:gd name="textAreaTop" fmla="*/ 0 h 124200"/>
                <a:gd name="textAreaBottom" fmla="*/ 125280 h 1242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93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8080" cy="487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259;p56"/>
          <p:cNvSpPr/>
          <p:nvPr/>
        </p:nvSpPr>
        <p:spPr>
          <a:xfrm>
            <a:off x="-103320" y="-50760"/>
            <a:ext cx="766440" cy="6958440"/>
          </a:xfrm>
          <a:custGeom>
            <a:avLst/>
            <a:gdLst>
              <a:gd name="textAreaLeft" fmla="*/ 0 w 766440"/>
              <a:gd name="textAreaRight" fmla="*/ 767520 w 766440"/>
              <a:gd name="textAreaTop" fmla="*/ 0 h 6958440"/>
              <a:gd name="textAreaBottom" fmla="*/ 6959520 h 695844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260;p56"/>
          <p:cNvSpPr/>
          <p:nvPr/>
        </p:nvSpPr>
        <p:spPr>
          <a:xfrm>
            <a:off x="664560" y="-50760"/>
            <a:ext cx="3888360" cy="6958440"/>
          </a:xfrm>
          <a:custGeom>
            <a:avLst/>
            <a:gdLst>
              <a:gd name="textAreaLeft" fmla="*/ 0 w 3888360"/>
              <a:gd name="textAreaRight" fmla="*/ 3889440 w 3888360"/>
              <a:gd name="textAreaTop" fmla="*/ 0 h 6958440"/>
              <a:gd name="textAreaBottom" fmla="*/ 6959520 h 695844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261;p56"/>
          <p:cNvSpPr/>
          <p:nvPr/>
        </p:nvSpPr>
        <p:spPr>
          <a:xfrm>
            <a:off x="3718080" y="37072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262;p56"/>
          <p:cNvSpPr/>
          <p:nvPr/>
        </p:nvSpPr>
        <p:spPr>
          <a:xfrm>
            <a:off x="4136760" y="37072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263;p56"/>
          <p:cNvSpPr/>
          <p:nvPr/>
        </p:nvSpPr>
        <p:spPr>
          <a:xfrm>
            <a:off x="4555800" y="37072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264;p56"/>
          <p:cNvSpPr/>
          <p:nvPr/>
        </p:nvSpPr>
        <p:spPr>
          <a:xfrm rot="10800000">
            <a:off x="4975560" y="3706920"/>
            <a:ext cx="6934320" cy="417960"/>
          </a:xfrm>
          <a:custGeom>
            <a:avLst/>
            <a:gdLst>
              <a:gd name="textAreaLeft" fmla="*/ 0 w 6934320"/>
              <a:gd name="textAreaRight" fmla="*/ 6935400 w 693432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265;p56"/>
          <p:cNvSpPr/>
          <p:nvPr/>
        </p:nvSpPr>
        <p:spPr>
          <a:xfrm rot="10800000">
            <a:off x="5394600" y="4125960"/>
            <a:ext cx="6408720" cy="417960"/>
          </a:xfrm>
          <a:custGeom>
            <a:avLst/>
            <a:gdLst>
              <a:gd name="textAreaLeft" fmla="*/ 0 w 6408720"/>
              <a:gd name="textAreaRight" fmla="*/ 6409800 w 640872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266;p56"/>
          <p:cNvSpPr/>
          <p:nvPr/>
        </p:nvSpPr>
        <p:spPr>
          <a:xfrm rot="10800000">
            <a:off x="5813280" y="4545720"/>
            <a:ext cx="5848920" cy="417960"/>
          </a:xfrm>
          <a:custGeom>
            <a:avLst/>
            <a:gdLst>
              <a:gd name="textAreaLeft" fmla="*/ 0 w 5848920"/>
              <a:gd name="textAreaRight" fmla="*/ 5850000 w 584892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267;p56"/>
          <p:cNvSpPr/>
          <p:nvPr/>
        </p:nvSpPr>
        <p:spPr>
          <a:xfrm rot="10800000">
            <a:off x="5394600" y="4963680"/>
            <a:ext cx="6408720" cy="417960"/>
          </a:xfrm>
          <a:custGeom>
            <a:avLst/>
            <a:gdLst>
              <a:gd name="textAreaLeft" fmla="*/ 0 w 6408720"/>
              <a:gd name="textAreaRight" fmla="*/ 6409800 w 640872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268;p56"/>
          <p:cNvSpPr/>
          <p:nvPr/>
        </p:nvSpPr>
        <p:spPr>
          <a:xfrm rot="10800000">
            <a:off x="4975560" y="5382360"/>
            <a:ext cx="6751440" cy="417960"/>
          </a:xfrm>
          <a:custGeom>
            <a:avLst/>
            <a:gdLst>
              <a:gd name="textAreaLeft" fmla="*/ 0 w 6751440"/>
              <a:gd name="textAreaRight" fmla="*/ 6752520 w 675144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269;p56"/>
          <p:cNvSpPr/>
          <p:nvPr/>
        </p:nvSpPr>
        <p:spPr>
          <a:xfrm rot="10800000">
            <a:off x="5394600" y="5801400"/>
            <a:ext cx="6408720" cy="417960"/>
          </a:xfrm>
          <a:custGeom>
            <a:avLst/>
            <a:gdLst>
              <a:gd name="textAreaLeft" fmla="*/ 0 w 6408720"/>
              <a:gd name="textAreaRight" fmla="*/ 6409800 w 640872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270;p56"/>
          <p:cNvSpPr/>
          <p:nvPr/>
        </p:nvSpPr>
        <p:spPr>
          <a:xfrm>
            <a:off x="3299040" y="412596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271;p56"/>
          <p:cNvSpPr/>
          <p:nvPr/>
        </p:nvSpPr>
        <p:spPr>
          <a:xfrm>
            <a:off x="3718080" y="412596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272;p56"/>
          <p:cNvSpPr/>
          <p:nvPr/>
        </p:nvSpPr>
        <p:spPr>
          <a:xfrm>
            <a:off x="4136760" y="412596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273;p56"/>
          <p:cNvSpPr/>
          <p:nvPr/>
        </p:nvSpPr>
        <p:spPr>
          <a:xfrm>
            <a:off x="4974480" y="412596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274;p56"/>
          <p:cNvSpPr/>
          <p:nvPr/>
        </p:nvSpPr>
        <p:spPr>
          <a:xfrm>
            <a:off x="2880360" y="45450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275;p56"/>
          <p:cNvSpPr/>
          <p:nvPr/>
        </p:nvSpPr>
        <p:spPr>
          <a:xfrm>
            <a:off x="3299040" y="45450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276;p56"/>
          <p:cNvSpPr/>
          <p:nvPr/>
        </p:nvSpPr>
        <p:spPr>
          <a:xfrm>
            <a:off x="3718080" y="45450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277;p56"/>
          <p:cNvSpPr/>
          <p:nvPr/>
        </p:nvSpPr>
        <p:spPr>
          <a:xfrm>
            <a:off x="4136760" y="45450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278;p56"/>
          <p:cNvSpPr/>
          <p:nvPr/>
        </p:nvSpPr>
        <p:spPr>
          <a:xfrm>
            <a:off x="5393520" y="45450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279;p56"/>
          <p:cNvSpPr/>
          <p:nvPr/>
        </p:nvSpPr>
        <p:spPr>
          <a:xfrm>
            <a:off x="2880360" y="49636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280;p56"/>
          <p:cNvSpPr/>
          <p:nvPr/>
        </p:nvSpPr>
        <p:spPr>
          <a:xfrm>
            <a:off x="3299040" y="49636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281;p56"/>
          <p:cNvSpPr/>
          <p:nvPr/>
        </p:nvSpPr>
        <p:spPr>
          <a:xfrm>
            <a:off x="3718080" y="49636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282;p56"/>
          <p:cNvSpPr/>
          <p:nvPr/>
        </p:nvSpPr>
        <p:spPr>
          <a:xfrm>
            <a:off x="4136760" y="49636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283;p56"/>
          <p:cNvSpPr/>
          <p:nvPr/>
        </p:nvSpPr>
        <p:spPr>
          <a:xfrm>
            <a:off x="4974480" y="496368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284;p56"/>
          <p:cNvSpPr/>
          <p:nvPr/>
        </p:nvSpPr>
        <p:spPr>
          <a:xfrm>
            <a:off x="3299040" y="538272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285;p56"/>
          <p:cNvSpPr/>
          <p:nvPr/>
        </p:nvSpPr>
        <p:spPr>
          <a:xfrm>
            <a:off x="3718080" y="538272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286;p56"/>
          <p:cNvSpPr/>
          <p:nvPr/>
        </p:nvSpPr>
        <p:spPr>
          <a:xfrm>
            <a:off x="4136760" y="538272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287;p56"/>
          <p:cNvSpPr/>
          <p:nvPr/>
        </p:nvSpPr>
        <p:spPr>
          <a:xfrm>
            <a:off x="4555800" y="538272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Google Shape;288;p56"/>
          <p:cNvSpPr/>
          <p:nvPr/>
        </p:nvSpPr>
        <p:spPr>
          <a:xfrm>
            <a:off x="3718080" y="58014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289;p56"/>
          <p:cNvSpPr/>
          <p:nvPr/>
        </p:nvSpPr>
        <p:spPr>
          <a:xfrm>
            <a:off x="4136760" y="58014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290;p56"/>
          <p:cNvSpPr/>
          <p:nvPr/>
        </p:nvSpPr>
        <p:spPr>
          <a:xfrm>
            <a:off x="4974480" y="5801400"/>
            <a:ext cx="417960" cy="417960"/>
          </a:xfrm>
          <a:custGeom>
            <a:avLst/>
            <a:gdLst>
              <a:gd name="textAreaLeft" fmla="*/ 0 w 417960"/>
              <a:gd name="textAreaRight" fmla="*/ 419040 w 417960"/>
              <a:gd name="textAreaTop" fmla="*/ 0 h 417960"/>
              <a:gd name="textAreaBottom" fmla="*/ 419040 h 4179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Google Shape;291;p56"/>
          <p:cNvSpPr/>
          <p:nvPr/>
        </p:nvSpPr>
        <p:spPr>
          <a:xfrm rot="16200000">
            <a:off x="3036240" y="4490280"/>
            <a:ext cx="22708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292;p56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293;p56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294;p56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Google Shape;295;p56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296;p56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297;p56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298;p56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Google Shape;299;p56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Google Shape;300;p56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Google Shape;301;p56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Google Shape;302;p56"/>
          <p:cNvSpPr/>
          <p:nvPr/>
        </p:nvSpPr>
        <p:spPr>
          <a:xfrm rot="10800000">
            <a:off x="11603520" y="-49680"/>
            <a:ext cx="689760" cy="6958440"/>
          </a:xfrm>
          <a:custGeom>
            <a:avLst/>
            <a:gdLst>
              <a:gd name="textAreaLeft" fmla="*/ 0 w 689760"/>
              <a:gd name="textAreaRight" fmla="*/ 690840 w 689760"/>
              <a:gd name="textAreaTop" fmla="*/ 0 h 6958440"/>
              <a:gd name="textAreaBottom" fmla="*/ 6959520 h 695844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1170;p81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541" name="Google Shape;1171;p81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Google Shape;1172;p81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Google Shape;1173;p81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Google Shape;1174;p81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Google Shape;1175;p81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Google Shape;1176;p81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7" name="Google Shape;1177;p81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1178;p81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Google Shape;1179;p81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1180;p81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1181;p81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1182;p81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1183;p81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1184;p81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Google Shape;1185;p81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Google Shape;1186;p81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57" name="Google Shape;1187;p81"/>
          <p:cNvGrpSpPr/>
          <p:nvPr/>
        </p:nvGrpSpPr>
        <p:grpSpPr>
          <a:xfrm>
            <a:off x="-2185920" y="0"/>
            <a:ext cx="931320" cy="6856920"/>
            <a:chOff x="-2185920" y="0"/>
            <a:chExt cx="931320" cy="6856920"/>
          </a:xfrm>
        </p:grpSpPr>
        <p:sp>
          <p:nvSpPr>
            <p:cNvPr id="558" name="Google Shape;1188;p81"/>
            <p:cNvSpPr/>
            <p:nvPr/>
          </p:nvSpPr>
          <p:spPr>
            <a:xfrm>
              <a:off x="-2185920" y="0"/>
              <a:ext cx="316440" cy="68569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Google Shape;1189;p81"/>
            <p:cNvSpPr/>
            <p:nvPr/>
          </p:nvSpPr>
          <p:spPr>
            <a:xfrm>
              <a:off x="-2185920" y="0"/>
              <a:ext cx="316440" cy="24879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Google Shape;1190;p81"/>
            <p:cNvSpPr/>
            <p:nvPr/>
          </p:nvSpPr>
          <p:spPr>
            <a:xfrm>
              <a:off x="-1881720" y="0"/>
              <a:ext cx="316440" cy="6856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Google Shape;1191;p81"/>
            <p:cNvSpPr/>
            <p:nvPr/>
          </p:nvSpPr>
          <p:spPr>
            <a:xfrm>
              <a:off x="-1881720" y="4368960"/>
              <a:ext cx="316440" cy="24879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Google Shape;1192;p81"/>
            <p:cNvSpPr/>
            <p:nvPr/>
          </p:nvSpPr>
          <p:spPr>
            <a:xfrm>
              <a:off x="-1571040" y="0"/>
              <a:ext cx="316440" cy="68569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Google Shape;1193;p81"/>
            <p:cNvSpPr/>
            <p:nvPr/>
          </p:nvSpPr>
          <p:spPr>
            <a:xfrm>
              <a:off x="-1571040" y="0"/>
              <a:ext cx="316440" cy="24879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4" name="Google Shape;1194;p81"/>
          <p:cNvGrpSpPr/>
          <p:nvPr/>
        </p:nvGrpSpPr>
        <p:grpSpPr>
          <a:xfrm>
            <a:off x="1734120" y="843120"/>
            <a:ext cx="1369080" cy="1095120"/>
            <a:chOff x="1734120" y="843120"/>
            <a:chExt cx="1369080" cy="1095120"/>
          </a:xfrm>
        </p:grpSpPr>
        <p:sp>
          <p:nvSpPr>
            <p:cNvPr id="565" name="Google Shape;1195;p81"/>
            <p:cNvSpPr/>
            <p:nvPr/>
          </p:nvSpPr>
          <p:spPr>
            <a:xfrm>
              <a:off x="2282400" y="8431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Google Shape;1196;p81"/>
            <p:cNvSpPr/>
            <p:nvPr/>
          </p:nvSpPr>
          <p:spPr>
            <a:xfrm>
              <a:off x="200808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Google Shape;1197;p81"/>
            <p:cNvSpPr/>
            <p:nvPr/>
          </p:nvSpPr>
          <p:spPr>
            <a:xfrm>
              <a:off x="17341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Google Shape;1198;p81"/>
            <p:cNvSpPr/>
            <p:nvPr/>
          </p:nvSpPr>
          <p:spPr>
            <a:xfrm>
              <a:off x="17341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Google Shape;1199;p81"/>
            <p:cNvSpPr/>
            <p:nvPr/>
          </p:nvSpPr>
          <p:spPr>
            <a:xfrm>
              <a:off x="200808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Google Shape;1200;p81"/>
            <p:cNvSpPr/>
            <p:nvPr/>
          </p:nvSpPr>
          <p:spPr>
            <a:xfrm>
              <a:off x="228240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Google Shape;1201;p81"/>
            <p:cNvSpPr/>
            <p:nvPr/>
          </p:nvSpPr>
          <p:spPr>
            <a:xfrm>
              <a:off x="255636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Google Shape;1202;p81"/>
            <p:cNvSpPr/>
            <p:nvPr/>
          </p:nvSpPr>
          <p:spPr>
            <a:xfrm>
              <a:off x="28303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Google Shape;1203;p81"/>
            <p:cNvSpPr/>
            <p:nvPr/>
          </p:nvSpPr>
          <p:spPr>
            <a:xfrm>
              <a:off x="28303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Google Shape;1204;p81"/>
            <p:cNvSpPr/>
            <p:nvPr/>
          </p:nvSpPr>
          <p:spPr>
            <a:xfrm>
              <a:off x="255636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5" name="Google Shape;1205;p81"/>
          <p:cNvGrpSpPr/>
          <p:nvPr/>
        </p:nvGrpSpPr>
        <p:grpSpPr>
          <a:xfrm>
            <a:off x="9761760" y="5104080"/>
            <a:ext cx="1397160" cy="993600"/>
            <a:chOff x="9761760" y="5104080"/>
            <a:chExt cx="1397160" cy="993600"/>
          </a:xfrm>
        </p:grpSpPr>
        <p:grpSp>
          <p:nvGrpSpPr>
            <p:cNvPr id="576" name="Google Shape;1206;p81"/>
            <p:cNvGrpSpPr/>
            <p:nvPr/>
          </p:nvGrpSpPr>
          <p:grpSpPr>
            <a:xfrm>
              <a:off x="9761760" y="5367240"/>
              <a:ext cx="1397160" cy="730440"/>
              <a:chOff x="9761760" y="5367240"/>
              <a:chExt cx="1397160" cy="730440"/>
            </a:xfrm>
          </p:grpSpPr>
          <p:grpSp>
            <p:nvGrpSpPr>
              <p:cNvPr id="577" name="Google Shape;1207;p81"/>
              <p:cNvGrpSpPr/>
              <p:nvPr/>
            </p:nvGrpSpPr>
            <p:grpSpPr>
              <a:xfrm>
                <a:off x="9761760" y="5367240"/>
                <a:ext cx="1163520" cy="284040"/>
                <a:chOff x="9761760" y="5367240"/>
                <a:chExt cx="1163520" cy="284040"/>
              </a:xfrm>
            </p:grpSpPr>
            <p:sp>
              <p:nvSpPr>
                <p:cNvPr id="578" name="Google Shape;1208;p81"/>
                <p:cNvSpPr/>
                <p:nvPr/>
              </p:nvSpPr>
              <p:spPr>
                <a:xfrm>
                  <a:off x="9761760" y="5367240"/>
                  <a:ext cx="141120" cy="282600"/>
                </a:xfrm>
                <a:custGeom>
                  <a:avLst/>
                  <a:gdLst>
                    <a:gd name="textAreaLeft" fmla="*/ 0 w 141120"/>
                    <a:gd name="textAreaRight" fmla="*/ 142200 w 141120"/>
                    <a:gd name="textAreaTop" fmla="*/ 0 h 282600"/>
                    <a:gd name="textAreaBottom" fmla="*/ 283680 h 2826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9" name="Google Shape;1209;p81"/>
                <p:cNvSpPr/>
                <p:nvPr/>
              </p:nvSpPr>
              <p:spPr>
                <a:xfrm>
                  <a:off x="9933480" y="5420160"/>
                  <a:ext cx="217800" cy="231120"/>
                </a:xfrm>
                <a:custGeom>
                  <a:avLst/>
                  <a:gdLst>
                    <a:gd name="textAreaLeft" fmla="*/ 0 w 217800"/>
                    <a:gd name="textAreaRight" fmla="*/ 218880 w 21780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0" name="Google Shape;1210;p81"/>
                <p:cNvSpPr/>
                <p:nvPr/>
              </p:nvSpPr>
              <p:spPr>
                <a:xfrm>
                  <a:off x="10188360" y="5420160"/>
                  <a:ext cx="205920" cy="231120"/>
                </a:xfrm>
                <a:custGeom>
                  <a:avLst/>
                  <a:gdLst>
                    <a:gd name="textAreaLeft" fmla="*/ 0 w 205920"/>
                    <a:gd name="textAreaRight" fmla="*/ 207000 w 2059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1" name="Google Shape;1211;p81"/>
                <p:cNvSpPr/>
                <p:nvPr/>
              </p:nvSpPr>
              <p:spPr>
                <a:xfrm>
                  <a:off x="10436760" y="5420160"/>
                  <a:ext cx="203040" cy="226080"/>
                </a:xfrm>
                <a:custGeom>
                  <a:avLst/>
                  <a:gdLst>
                    <a:gd name="textAreaLeft" fmla="*/ 0 w 203040"/>
                    <a:gd name="textAreaRight" fmla="*/ 204120 w 203040"/>
                    <a:gd name="textAreaTop" fmla="*/ 0 h 226080"/>
                    <a:gd name="textAreaBottom" fmla="*/ 227160 h 2260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2" name="Google Shape;1212;p81"/>
                <p:cNvSpPr/>
                <p:nvPr/>
              </p:nvSpPr>
              <p:spPr>
                <a:xfrm>
                  <a:off x="10685160" y="5420160"/>
                  <a:ext cx="240120" cy="231120"/>
                </a:xfrm>
                <a:custGeom>
                  <a:avLst/>
                  <a:gdLst>
                    <a:gd name="textAreaLeft" fmla="*/ 0 w 240120"/>
                    <a:gd name="textAreaRight" fmla="*/ 241200 w 2401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83" name="Google Shape;1213;p81"/>
              <p:cNvGrpSpPr/>
              <p:nvPr/>
            </p:nvGrpSpPr>
            <p:grpSpPr>
              <a:xfrm>
                <a:off x="10162800" y="5727600"/>
                <a:ext cx="996120" cy="370080"/>
                <a:chOff x="10162800" y="5727600"/>
                <a:chExt cx="996120" cy="370080"/>
              </a:xfrm>
            </p:grpSpPr>
            <p:sp>
              <p:nvSpPr>
                <p:cNvPr id="584" name="Google Shape;1214;p81"/>
                <p:cNvSpPr/>
                <p:nvPr/>
              </p:nvSpPr>
              <p:spPr>
                <a:xfrm>
                  <a:off x="10162800" y="5727600"/>
                  <a:ext cx="62280" cy="302400"/>
                </a:xfrm>
                <a:custGeom>
                  <a:avLst/>
                  <a:gdLst>
                    <a:gd name="textAreaLeft" fmla="*/ 0 w 62280"/>
                    <a:gd name="textAreaRight" fmla="*/ 63360 w 62280"/>
                    <a:gd name="textAreaTop" fmla="*/ 0 h 302400"/>
                    <a:gd name="textAreaBottom" fmla="*/ 303480 h 3024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5" name="Google Shape;1215;p81"/>
                <p:cNvSpPr/>
                <p:nvPr/>
              </p:nvSpPr>
              <p:spPr>
                <a:xfrm>
                  <a:off x="10274760" y="5804280"/>
                  <a:ext cx="240120" cy="231120"/>
                </a:xfrm>
                <a:custGeom>
                  <a:avLst/>
                  <a:gdLst>
                    <a:gd name="textAreaLeft" fmla="*/ 0 w 240120"/>
                    <a:gd name="textAreaRight" fmla="*/ 241200 w 2401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6" name="Google Shape;1216;p81"/>
                <p:cNvSpPr/>
                <p:nvPr/>
              </p:nvSpPr>
              <p:spPr>
                <a:xfrm>
                  <a:off x="10551960" y="5804280"/>
                  <a:ext cx="232920" cy="293400"/>
                </a:xfrm>
                <a:custGeom>
                  <a:avLst/>
                  <a:gdLst>
                    <a:gd name="textAreaLeft" fmla="*/ 0 w 232920"/>
                    <a:gd name="textAreaRight" fmla="*/ 234000 w 232920"/>
                    <a:gd name="textAreaTop" fmla="*/ 0 h 293400"/>
                    <a:gd name="textAreaBottom" fmla="*/ 294480 h 2934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7" name="Google Shape;1217;p81"/>
                <p:cNvSpPr/>
                <p:nvPr/>
              </p:nvSpPr>
              <p:spPr>
                <a:xfrm>
                  <a:off x="10843920" y="5727600"/>
                  <a:ext cx="65520" cy="30240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02400"/>
                    <a:gd name="textAreaBottom" fmla="*/ 303480 h 3024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8" name="Google Shape;1218;p81"/>
                <p:cNvSpPr/>
                <p:nvPr/>
              </p:nvSpPr>
              <p:spPr>
                <a:xfrm>
                  <a:off x="10954800" y="5806080"/>
                  <a:ext cx="204120" cy="228600"/>
                </a:xfrm>
                <a:custGeom>
                  <a:avLst/>
                  <a:gdLst>
                    <a:gd name="textAreaLeft" fmla="*/ 0 w 204120"/>
                    <a:gd name="textAreaRight" fmla="*/ 205200 w 204120"/>
                    <a:gd name="textAreaTop" fmla="*/ 0 h 228600"/>
                    <a:gd name="textAreaBottom" fmla="*/ 229680 h 2286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89" name="Google Shape;1219;p81"/>
            <p:cNvGrpSpPr/>
            <p:nvPr/>
          </p:nvGrpSpPr>
          <p:grpSpPr>
            <a:xfrm>
              <a:off x="9844560" y="5104080"/>
              <a:ext cx="578880" cy="144000"/>
              <a:chOff x="9844560" y="5104080"/>
              <a:chExt cx="578880" cy="144000"/>
            </a:xfrm>
          </p:grpSpPr>
          <p:sp>
            <p:nvSpPr>
              <p:cNvPr id="590" name="Google Shape;1220;p81"/>
              <p:cNvSpPr/>
              <p:nvPr/>
            </p:nvSpPr>
            <p:spPr>
              <a:xfrm>
                <a:off x="10333800" y="5109840"/>
                <a:ext cx="89640" cy="137520"/>
              </a:xfrm>
              <a:custGeom>
                <a:avLst/>
                <a:gdLst>
                  <a:gd name="textAreaLeft" fmla="*/ 0 w 89640"/>
                  <a:gd name="textAreaRight" fmla="*/ 90720 w 89640"/>
                  <a:gd name="textAreaTop" fmla="*/ 0 h 137520"/>
                  <a:gd name="textAreaBottom" fmla="*/ 138600 h 1375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221;p81"/>
              <p:cNvSpPr/>
              <p:nvPr/>
            </p:nvSpPr>
            <p:spPr>
              <a:xfrm>
                <a:off x="9844560" y="5104080"/>
                <a:ext cx="129960" cy="144000"/>
              </a:xfrm>
              <a:custGeom>
                <a:avLst/>
                <a:gdLst>
                  <a:gd name="textAreaLeft" fmla="*/ 0 w 129960"/>
                  <a:gd name="textAreaRight" fmla="*/ 131040 w 129960"/>
                  <a:gd name="textAreaTop" fmla="*/ 0 h 144000"/>
                  <a:gd name="textAreaBottom" fmla="*/ 145080 h 1440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222;p81"/>
              <p:cNvSpPr/>
              <p:nvPr/>
            </p:nvSpPr>
            <p:spPr>
              <a:xfrm>
                <a:off x="9970920" y="5124240"/>
                <a:ext cx="126360" cy="119520"/>
              </a:xfrm>
              <a:custGeom>
                <a:avLst/>
                <a:gdLst>
                  <a:gd name="textAreaLeft" fmla="*/ 0 w 126360"/>
                  <a:gd name="textAreaRight" fmla="*/ 127440 w 126360"/>
                  <a:gd name="textAreaTop" fmla="*/ 0 h 119520"/>
                  <a:gd name="textAreaBottom" fmla="*/ 120600 h 1195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Google Shape;1223;p81"/>
              <p:cNvSpPr/>
              <p:nvPr/>
            </p:nvSpPr>
            <p:spPr>
              <a:xfrm>
                <a:off x="10096920" y="5125680"/>
                <a:ext cx="118080" cy="115920"/>
              </a:xfrm>
              <a:custGeom>
                <a:avLst/>
                <a:gdLst>
                  <a:gd name="textAreaLeft" fmla="*/ 0 w 118080"/>
                  <a:gd name="textAreaRight" fmla="*/ 119160 w 118080"/>
                  <a:gd name="textAreaTop" fmla="*/ 0 h 115920"/>
                  <a:gd name="textAreaBottom" fmla="*/ 117000 h 1159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Google Shape;1224;p81"/>
              <p:cNvSpPr/>
              <p:nvPr/>
            </p:nvSpPr>
            <p:spPr>
              <a:xfrm>
                <a:off x="10215360" y="5124960"/>
                <a:ext cx="119160" cy="118080"/>
              </a:xfrm>
              <a:custGeom>
                <a:avLst/>
                <a:gdLst>
                  <a:gd name="textAreaLeft" fmla="*/ 0 w 119160"/>
                  <a:gd name="textAreaRight" fmla="*/ 120240 w 119160"/>
                  <a:gd name="textAreaTop" fmla="*/ 0 h 118080"/>
                  <a:gd name="textAreaBottom" fmla="*/ 119160 h 1180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5" name="Google Shape;1225;p81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96" name="Google Shape;1226;p81"/>
          <p:cNvGrpSpPr/>
          <p:nvPr/>
        </p:nvGrpSpPr>
        <p:grpSpPr>
          <a:xfrm>
            <a:off x="401040" y="198360"/>
            <a:ext cx="2382840" cy="1623960"/>
            <a:chOff x="401040" y="198360"/>
            <a:chExt cx="2382840" cy="1623960"/>
          </a:xfrm>
        </p:grpSpPr>
        <p:sp>
          <p:nvSpPr>
            <p:cNvPr id="597" name="Google Shape;1227;p81"/>
            <p:cNvSpPr/>
            <p:nvPr/>
          </p:nvSpPr>
          <p:spPr>
            <a:xfrm>
              <a:off x="690480" y="275760"/>
              <a:ext cx="20934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oogle Shape;1228;p81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599" name="Google Shape;1229;p81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Google Shape;1230;p81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1" name="Google Shape;1231;p81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8080" cy="487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1234;p82"/>
          <p:cNvGrpSpPr/>
          <p:nvPr/>
        </p:nvGrpSpPr>
        <p:grpSpPr>
          <a:xfrm>
            <a:off x="727200" y="3082320"/>
            <a:ext cx="7662240" cy="2468520"/>
            <a:chOff x="727200" y="3082320"/>
            <a:chExt cx="7662240" cy="2468520"/>
          </a:xfrm>
        </p:grpSpPr>
        <p:sp>
          <p:nvSpPr>
            <p:cNvPr id="604" name="Google Shape;1235;p82"/>
            <p:cNvSpPr/>
            <p:nvPr/>
          </p:nvSpPr>
          <p:spPr>
            <a:xfrm>
              <a:off x="1363680" y="3299400"/>
              <a:ext cx="702576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Google Shape;1236;p82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Google Shape;1237;p82"/>
            <p:cNvSpPr/>
            <p:nvPr/>
          </p:nvSpPr>
          <p:spPr>
            <a:xfrm>
              <a:off x="1363680" y="4781520"/>
              <a:ext cx="521676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7" name="Google Shape;1238;p82"/>
          <p:cNvGrpSpPr/>
          <p:nvPr/>
        </p:nvGrpSpPr>
        <p:grpSpPr>
          <a:xfrm>
            <a:off x="755280" y="2794320"/>
            <a:ext cx="692280" cy="692280"/>
            <a:chOff x="755280" y="2794320"/>
            <a:chExt cx="692280" cy="692280"/>
          </a:xfrm>
        </p:grpSpPr>
        <p:sp>
          <p:nvSpPr>
            <p:cNvPr id="608" name="Google Shape;1239;p82"/>
            <p:cNvSpPr/>
            <p:nvPr/>
          </p:nvSpPr>
          <p:spPr>
            <a:xfrm>
              <a:off x="755280" y="3141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Google Shape;1240;p82"/>
            <p:cNvSpPr/>
            <p:nvPr/>
          </p:nvSpPr>
          <p:spPr>
            <a:xfrm>
              <a:off x="1101960" y="2794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0" name="Google Shape;1241;p82"/>
          <p:cNvGrpSpPr/>
          <p:nvPr/>
        </p:nvGrpSpPr>
        <p:grpSpPr>
          <a:xfrm>
            <a:off x="5260680" y="5098320"/>
            <a:ext cx="692280" cy="692280"/>
            <a:chOff x="5260680" y="5098320"/>
            <a:chExt cx="692280" cy="692280"/>
          </a:xfrm>
        </p:grpSpPr>
        <p:sp>
          <p:nvSpPr>
            <p:cNvPr id="611" name="Google Shape;1242;p82"/>
            <p:cNvSpPr/>
            <p:nvPr/>
          </p:nvSpPr>
          <p:spPr>
            <a:xfrm>
              <a:off x="5260680" y="5445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Google Shape;1243;p82"/>
            <p:cNvSpPr/>
            <p:nvPr/>
          </p:nvSpPr>
          <p:spPr>
            <a:xfrm>
              <a:off x="5607360" y="5098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3" name="Google Shape;1244;p82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1245;p82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Google Shape;1246;p82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Google Shape;1247;p82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Google Shape;1248;p82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1249;p82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1250;p82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1251;p82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1252;p82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Google Shape;1253;p82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3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9320" cy="592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4" name="Google Shape;1255;p82"/>
          <p:cNvGrpSpPr/>
          <p:nvPr/>
        </p:nvGrpSpPr>
        <p:grpSpPr>
          <a:xfrm>
            <a:off x="10124640" y="1269360"/>
            <a:ext cx="1469160" cy="767880"/>
            <a:chOff x="10124640" y="1269360"/>
            <a:chExt cx="1469160" cy="767880"/>
          </a:xfrm>
        </p:grpSpPr>
        <p:grpSp>
          <p:nvGrpSpPr>
            <p:cNvPr id="625" name="Google Shape;1256;p82"/>
            <p:cNvGrpSpPr/>
            <p:nvPr/>
          </p:nvGrpSpPr>
          <p:grpSpPr>
            <a:xfrm>
              <a:off x="10124640" y="1269360"/>
              <a:ext cx="1223640" cy="298800"/>
              <a:chOff x="10124640" y="1269360"/>
              <a:chExt cx="1223640" cy="298800"/>
            </a:xfrm>
          </p:grpSpPr>
          <p:sp>
            <p:nvSpPr>
              <p:cNvPr id="626" name="Google Shape;1257;p82"/>
              <p:cNvSpPr/>
              <p:nvPr/>
            </p:nvSpPr>
            <p:spPr>
              <a:xfrm>
                <a:off x="10124640" y="1269360"/>
                <a:ext cx="148680" cy="297360"/>
              </a:xfrm>
              <a:custGeom>
                <a:avLst/>
                <a:gdLst>
                  <a:gd name="textAreaLeft" fmla="*/ 0 w 148680"/>
                  <a:gd name="textAreaRight" fmla="*/ 149760 w 148680"/>
                  <a:gd name="textAreaTop" fmla="*/ 0 h 297360"/>
                  <a:gd name="textAreaBottom" fmla="*/ 298440 h 2973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Google Shape;1258;p82"/>
              <p:cNvSpPr/>
              <p:nvPr/>
            </p:nvSpPr>
            <p:spPr>
              <a:xfrm>
                <a:off x="10305360" y="1324800"/>
                <a:ext cx="228960" cy="243000"/>
              </a:xfrm>
              <a:custGeom>
                <a:avLst/>
                <a:gdLst>
                  <a:gd name="textAreaLeft" fmla="*/ 0 w 228960"/>
                  <a:gd name="textAreaRight" fmla="*/ 230040 w 22896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Google Shape;1259;p82"/>
              <p:cNvSpPr/>
              <p:nvPr/>
            </p:nvSpPr>
            <p:spPr>
              <a:xfrm>
                <a:off x="10573560" y="1325160"/>
                <a:ext cx="216720" cy="243000"/>
              </a:xfrm>
              <a:custGeom>
                <a:avLst/>
                <a:gdLst>
                  <a:gd name="textAreaLeft" fmla="*/ 0 w 216720"/>
                  <a:gd name="textAreaRight" fmla="*/ 217800 w 216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Google Shape;1260;p82"/>
              <p:cNvSpPr/>
              <p:nvPr/>
            </p:nvSpPr>
            <p:spPr>
              <a:xfrm>
                <a:off x="10834560" y="1325160"/>
                <a:ext cx="213840" cy="237600"/>
              </a:xfrm>
              <a:custGeom>
                <a:avLst/>
                <a:gdLst>
                  <a:gd name="textAreaLeft" fmla="*/ 0 w 213840"/>
                  <a:gd name="textAreaRight" fmla="*/ 214920 w 213840"/>
                  <a:gd name="textAreaTop" fmla="*/ 0 h 237600"/>
                  <a:gd name="textAreaBottom" fmla="*/ 238680 h 2376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Google Shape;1261;p82"/>
              <p:cNvSpPr/>
              <p:nvPr/>
            </p:nvSpPr>
            <p:spPr>
              <a:xfrm>
                <a:off x="11095560" y="132516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31" name="Google Shape;1262;p82"/>
            <p:cNvGrpSpPr/>
            <p:nvPr/>
          </p:nvGrpSpPr>
          <p:grpSpPr>
            <a:xfrm>
              <a:off x="10546560" y="1648080"/>
              <a:ext cx="1047240" cy="389160"/>
              <a:chOff x="10546560" y="1648080"/>
              <a:chExt cx="1047240" cy="389160"/>
            </a:xfrm>
          </p:grpSpPr>
          <p:sp>
            <p:nvSpPr>
              <p:cNvPr id="632" name="Google Shape;1263;p82"/>
              <p:cNvSpPr/>
              <p:nvPr/>
            </p:nvSpPr>
            <p:spPr>
              <a:xfrm>
                <a:off x="10546560" y="1648080"/>
                <a:ext cx="65520" cy="31824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Google Shape;1264;p82"/>
              <p:cNvSpPr/>
              <p:nvPr/>
            </p:nvSpPr>
            <p:spPr>
              <a:xfrm>
                <a:off x="10664280" y="172872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Google Shape;1265;p82"/>
              <p:cNvSpPr/>
              <p:nvPr/>
            </p:nvSpPr>
            <p:spPr>
              <a:xfrm>
                <a:off x="10955160" y="1728720"/>
                <a:ext cx="245160" cy="308520"/>
              </a:xfrm>
              <a:custGeom>
                <a:avLst/>
                <a:gdLst>
                  <a:gd name="textAreaLeft" fmla="*/ 0 w 245160"/>
                  <a:gd name="textAreaRight" fmla="*/ 246240 w 245160"/>
                  <a:gd name="textAreaTop" fmla="*/ 0 h 308520"/>
                  <a:gd name="textAreaBottom" fmla="*/ 309600 h 3085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Google Shape;1266;p82"/>
              <p:cNvSpPr/>
              <p:nvPr/>
            </p:nvSpPr>
            <p:spPr>
              <a:xfrm>
                <a:off x="11262240" y="1648440"/>
                <a:ext cx="69120" cy="318240"/>
              </a:xfrm>
              <a:custGeom>
                <a:avLst/>
                <a:gdLst>
                  <a:gd name="textAreaLeft" fmla="*/ 0 w 69120"/>
                  <a:gd name="textAreaRight" fmla="*/ 70200 w 691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Google Shape;1267;p82"/>
              <p:cNvSpPr/>
              <p:nvPr/>
            </p:nvSpPr>
            <p:spPr>
              <a:xfrm>
                <a:off x="11379240" y="1730520"/>
                <a:ext cx="214560" cy="240480"/>
              </a:xfrm>
              <a:custGeom>
                <a:avLst/>
                <a:gdLst>
                  <a:gd name="textAreaLeft" fmla="*/ 0 w 214560"/>
                  <a:gd name="textAreaRight" fmla="*/ 215640 w 214560"/>
                  <a:gd name="textAreaTop" fmla="*/ 0 h 240480"/>
                  <a:gd name="textAreaBottom" fmla="*/ 241560 h 2404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37" name="Google Shape;1268;p82"/>
          <p:cNvGrpSpPr/>
          <p:nvPr/>
        </p:nvGrpSpPr>
        <p:grpSpPr>
          <a:xfrm>
            <a:off x="10207440" y="873000"/>
            <a:ext cx="1175760" cy="297720"/>
            <a:chOff x="10207440" y="873000"/>
            <a:chExt cx="1175760" cy="297720"/>
          </a:xfrm>
        </p:grpSpPr>
        <p:sp>
          <p:nvSpPr>
            <p:cNvPr id="638" name="Google Shape;1269;p82"/>
            <p:cNvSpPr/>
            <p:nvPr/>
          </p:nvSpPr>
          <p:spPr>
            <a:xfrm>
              <a:off x="10207440" y="878040"/>
              <a:ext cx="80640" cy="10296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2960"/>
                <a:gd name="textAreaBottom" fmla="*/ 104040 h 1029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270;p82"/>
            <p:cNvSpPr/>
            <p:nvPr/>
          </p:nvSpPr>
          <p:spPr>
            <a:xfrm>
              <a:off x="1028556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Google Shape;1271;p82"/>
            <p:cNvSpPr/>
            <p:nvPr/>
          </p:nvSpPr>
          <p:spPr>
            <a:xfrm>
              <a:off x="10381680" y="87372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Google Shape;1272;p82"/>
            <p:cNvSpPr/>
            <p:nvPr/>
          </p:nvSpPr>
          <p:spPr>
            <a:xfrm>
              <a:off x="1047924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Google Shape;1273;p82"/>
            <p:cNvSpPr/>
            <p:nvPr/>
          </p:nvSpPr>
          <p:spPr>
            <a:xfrm>
              <a:off x="1056456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Google Shape;1274;p82"/>
            <p:cNvSpPr/>
            <p:nvPr/>
          </p:nvSpPr>
          <p:spPr>
            <a:xfrm>
              <a:off x="1068372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Google Shape;1275;p82"/>
            <p:cNvSpPr/>
            <p:nvPr/>
          </p:nvSpPr>
          <p:spPr>
            <a:xfrm>
              <a:off x="1076940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1276;p82"/>
            <p:cNvSpPr/>
            <p:nvPr/>
          </p:nvSpPr>
          <p:spPr>
            <a:xfrm>
              <a:off x="10888200" y="873000"/>
              <a:ext cx="45360" cy="108000"/>
            </a:xfrm>
            <a:custGeom>
              <a:avLst/>
              <a:gdLst>
                <a:gd name="textAreaLeft" fmla="*/ 0 w 45360"/>
                <a:gd name="textAreaRight" fmla="*/ 46440 w 45360"/>
                <a:gd name="textAreaTop" fmla="*/ 0 h 108000"/>
                <a:gd name="textAreaBottom" fmla="*/ 109080 h 1080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Google Shape;1277;p82"/>
            <p:cNvSpPr/>
            <p:nvPr/>
          </p:nvSpPr>
          <p:spPr>
            <a:xfrm>
              <a:off x="10942920" y="903600"/>
              <a:ext cx="79200" cy="7920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Google Shape;1278;p82"/>
            <p:cNvSpPr/>
            <p:nvPr/>
          </p:nvSpPr>
          <p:spPr>
            <a:xfrm>
              <a:off x="11043720" y="90396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Google Shape;1279;p82"/>
            <p:cNvSpPr/>
            <p:nvPr/>
          </p:nvSpPr>
          <p:spPr>
            <a:xfrm>
              <a:off x="11103840" y="903600"/>
              <a:ext cx="115200" cy="77400"/>
            </a:xfrm>
            <a:custGeom>
              <a:avLst/>
              <a:gdLst>
                <a:gd name="textAreaLeft" fmla="*/ 0 w 115200"/>
                <a:gd name="textAreaRight" fmla="*/ 116280 w 11520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Google Shape;1280;p82"/>
            <p:cNvSpPr/>
            <p:nvPr/>
          </p:nvSpPr>
          <p:spPr>
            <a:xfrm>
              <a:off x="11239560" y="90396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Google Shape;1281;p82"/>
            <p:cNvSpPr/>
            <p:nvPr/>
          </p:nvSpPr>
          <p:spPr>
            <a:xfrm>
              <a:off x="11324880" y="903960"/>
              <a:ext cx="58320" cy="7848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Google Shape;1282;p82"/>
            <p:cNvSpPr/>
            <p:nvPr/>
          </p:nvSpPr>
          <p:spPr>
            <a:xfrm>
              <a:off x="1020816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Google Shape;1283;p82"/>
            <p:cNvSpPr/>
            <p:nvPr/>
          </p:nvSpPr>
          <p:spPr>
            <a:xfrm>
              <a:off x="103068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Google Shape;1284;p82"/>
            <p:cNvSpPr/>
            <p:nvPr/>
          </p:nvSpPr>
          <p:spPr>
            <a:xfrm>
              <a:off x="10438200" y="1070280"/>
              <a:ext cx="66240" cy="7848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8480"/>
                <a:gd name="textAreaBottom" fmla="*/ 79560 h 784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Google Shape;1285;p82"/>
            <p:cNvSpPr/>
            <p:nvPr/>
          </p:nvSpPr>
          <p:spPr>
            <a:xfrm>
              <a:off x="10530360" y="1069560"/>
              <a:ext cx="76680" cy="10116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1160"/>
                <a:gd name="textAreaBottom" fmla="*/ 102240 h 1011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Google Shape;1286;p82"/>
            <p:cNvSpPr/>
            <p:nvPr/>
          </p:nvSpPr>
          <p:spPr>
            <a:xfrm>
              <a:off x="1062900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Google Shape;1287;p82"/>
            <p:cNvSpPr/>
            <p:nvPr/>
          </p:nvSpPr>
          <p:spPr>
            <a:xfrm>
              <a:off x="1068120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Google Shape;1288;p82"/>
            <p:cNvSpPr/>
            <p:nvPr/>
          </p:nvSpPr>
          <p:spPr>
            <a:xfrm>
              <a:off x="10774080" y="1069560"/>
              <a:ext cx="66240" cy="7740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77400"/>
                <a:gd name="textAreaBottom" fmla="*/ 78480 h 774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Google Shape;1289;p82"/>
            <p:cNvSpPr/>
            <p:nvPr/>
          </p:nvSpPr>
          <p:spPr>
            <a:xfrm>
              <a:off x="10860840" y="1039680"/>
              <a:ext cx="76680" cy="109080"/>
            </a:xfrm>
            <a:custGeom>
              <a:avLst/>
              <a:gdLst>
                <a:gd name="textAreaLeft" fmla="*/ 0 w 76680"/>
                <a:gd name="textAreaRight" fmla="*/ 77760 w 76680"/>
                <a:gd name="textAreaTop" fmla="*/ 0 h 109080"/>
                <a:gd name="textAreaBottom" fmla="*/ 110160 h 1090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Google Shape;1290;p82"/>
            <p:cNvSpPr/>
            <p:nvPr/>
          </p:nvSpPr>
          <p:spPr>
            <a:xfrm>
              <a:off x="10959480" y="1069920"/>
              <a:ext cx="71640" cy="7920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9200"/>
                <a:gd name="textAreaBottom" fmla="*/ 80280 h 792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Google Shape;1291;p82"/>
            <p:cNvSpPr/>
            <p:nvPr/>
          </p:nvSpPr>
          <p:spPr>
            <a:xfrm>
              <a:off x="11052360" y="1069920"/>
              <a:ext cx="41760" cy="7704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1" name="Google Shape;1292;p82"/>
          <p:cNvGrpSpPr/>
          <p:nvPr/>
        </p:nvGrpSpPr>
        <p:grpSpPr>
          <a:xfrm>
            <a:off x="10113480" y="597240"/>
            <a:ext cx="608400" cy="151560"/>
            <a:chOff x="10113480" y="597240"/>
            <a:chExt cx="608400" cy="151560"/>
          </a:xfrm>
        </p:grpSpPr>
        <p:sp>
          <p:nvSpPr>
            <p:cNvPr id="662" name="Google Shape;1293;p82"/>
            <p:cNvSpPr/>
            <p:nvPr/>
          </p:nvSpPr>
          <p:spPr>
            <a:xfrm>
              <a:off x="10627560" y="603360"/>
              <a:ext cx="94320" cy="14472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44720"/>
                <a:gd name="textAreaBottom" fmla="*/ 145800 h 1447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Google Shape;1294;p82"/>
            <p:cNvSpPr/>
            <p:nvPr/>
          </p:nvSpPr>
          <p:spPr>
            <a:xfrm>
              <a:off x="10113480" y="597240"/>
              <a:ext cx="136800" cy="15156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Google Shape;1295;p82"/>
            <p:cNvSpPr/>
            <p:nvPr/>
          </p:nvSpPr>
          <p:spPr>
            <a:xfrm>
              <a:off x="10246320" y="618480"/>
              <a:ext cx="133200" cy="1256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Google Shape;1296;p82"/>
            <p:cNvSpPr/>
            <p:nvPr/>
          </p:nvSpPr>
          <p:spPr>
            <a:xfrm>
              <a:off x="10378800" y="619920"/>
              <a:ext cx="124560" cy="122040"/>
            </a:xfrm>
            <a:custGeom>
              <a:avLst/>
              <a:gdLst>
                <a:gd name="textAreaLeft" fmla="*/ 0 w 124560"/>
                <a:gd name="textAreaRight" fmla="*/ 125640 w 124560"/>
                <a:gd name="textAreaTop" fmla="*/ 0 h 122040"/>
                <a:gd name="textAreaBottom" fmla="*/ 123120 h 1220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Google Shape;1297;p82"/>
            <p:cNvSpPr/>
            <p:nvPr/>
          </p:nvSpPr>
          <p:spPr>
            <a:xfrm>
              <a:off x="10503000" y="619200"/>
              <a:ext cx="125640" cy="124200"/>
            </a:xfrm>
            <a:custGeom>
              <a:avLst/>
              <a:gdLst>
                <a:gd name="textAreaLeft" fmla="*/ 0 w 125640"/>
                <a:gd name="textAreaRight" fmla="*/ 126720 w 125640"/>
                <a:gd name="textAreaTop" fmla="*/ 0 h 124200"/>
                <a:gd name="textAreaBottom" fmla="*/ 125280 h 1242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67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3200" cy="1555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1300;p83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669" name="Google Shape;1301;p83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Google Shape;1302;p83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Google Shape;1303;p83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Google Shape;1304;p83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Google Shape;1305;p83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Google Shape;1306;p83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5" name="Google Shape;1307;p83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Google Shape;1308;p83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Google Shape;1309;p83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1310;p83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1311;p83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1312;p83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1313;p83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1314;p83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Google Shape;1315;p83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1316;p83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85" name="Google Shape;1317;p83"/>
          <p:cNvGrpSpPr/>
          <p:nvPr/>
        </p:nvGrpSpPr>
        <p:grpSpPr>
          <a:xfrm>
            <a:off x="-2185920" y="0"/>
            <a:ext cx="931320" cy="6856920"/>
            <a:chOff x="-2185920" y="0"/>
            <a:chExt cx="931320" cy="6856920"/>
          </a:xfrm>
        </p:grpSpPr>
        <p:sp>
          <p:nvSpPr>
            <p:cNvPr id="686" name="Google Shape;1318;p83"/>
            <p:cNvSpPr/>
            <p:nvPr/>
          </p:nvSpPr>
          <p:spPr>
            <a:xfrm>
              <a:off x="-2185920" y="0"/>
              <a:ext cx="316440" cy="68569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Google Shape;1319;p83"/>
            <p:cNvSpPr/>
            <p:nvPr/>
          </p:nvSpPr>
          <p:spPr>
            <a:xfrm>
              <a:off x="-2185920" y="0"/>
              <a:ext cx="316440" cy="24879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Google Shape;1320;p83"/>
            <p:cNvSpPr/>
            <p:nvPr/>
          </p:nvSpPr>
          <p:spPr>
            <a:xfrm>
              <a:off x="-1881720" y="0"/>
              <a:ext cx="316440" cy="6856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Google Shape;1321;p83"/>
            <p:cNvSpPr/>
            <p:nvPr/>
          </p:nvSpPr>
          <p:spPr>
            <a:xfrm>
              <a:off x="-1881720" y="4368960"/>
              <a:ext cx="316440" cy="24879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Google Shape;1322;p83"/>
            <p:cNvSpPr/>
            <p:nvPr/>
          </p:nvSpPr>
          <p:spPr>
            <a:xfrm>
              <a:off x="-1571040" y="0"/>
              <a:ext cx="316440" cy="68569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Google Shape;1323;p83"/>
            <p:cNvSpPr/>
            <p:nvPr/>
          </p:nvSpPr>
          <p:spPr>
            <a:xfrm>
              <a:off x="-1571040" y="0"/>
              <a:ext cx="316440" cy="24879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2" name="Google Shape;1324;p83"/>
          <p:cNvGrpSpPr/>
          <p:nvPr/>
        </p:nvGrpSpPr>
        <p:grpSpPr>
          <a:xfrm>
            <a:off x="9761760" y="5104080"/>
            <a:ext cx="1397160" cy="993600"/>
            <a:chOff x="9761760" y="5104080"/>
            <a:chExt cx="1397160" cy="993600"/>
          </a:xfrm>
        </p:grpSpPr>
        <p:grpSp>
          <p:nvGrpSpPr>
            <p:cNvPr id="693" name="Google Shape;1325;p83"/>
            <p:cNvGrpSpPr/>
            <p:nvPr/>
          </p:nvGrpSpPr>
          <p:grpSpPr>
            <a:xfrm>
              <a:off x="9761760" y="5367240"/>
              <a:ext cx="1397160" cy="730440"/>
              <a:chOff x="9761760" y="5367240"/>
              <a:chExt cx="1397160" cy="730440"/>
            </a:xfrm>
          </p:grpSpPr>
          <p:grpSp>
            <p:nvGrpSpPr>
              <p:cNvPr id="694" name="Google Shape;1326;p83"/>
              <p:cNvGrpSpPr/>
              <p:nvPr/>
            </p:nvGrpSpPr>
            <p:grpSpPr>
              <a:xfrm>
                <a:off x="9761760" y="5367240"/>
                <a:ext cx="1163520" cy="284040"/>
                <a:chOff x="9761760" y="5367240"/>
                <a:chExt cx="1163520" cy="284040"/>
              </a:xfrm>
            </p:grpSpPr>
            <p:sp>
              <p:nvSpPr>
                <p:cNvPr id="695" name="Google Shape;1327;p83"/>
                <p:cNvSpPr/>
                <p:nvPr/>
              </p:nvSpPr>
              <p:spPr>
                <a:xfrm>
                  <a:off x="9761760" y="5367240"/>
                  <a:ext cx="141120" cy="282600"/>
                </a:xfrm>
                <a:custGeom>
                  <a:avLst/>
                  <a:gdLst>
                    <a:gd name="textAreaLeft" fmla="*/ 0 w 141120"/>
                    <a:gd name="textAreaRight" fmla="*/ 142200 w 141120"/>
                    <a:gd name="textAreaTop" fmla="*/ 0 h 282600"/>
                    <a:gd name="textAreaBottom" fmla="*/ 283680 h 2826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6" name="Google Shape;1328;p83"/>
                <p:cNvSpPr/>
                <p:nvPr/>
              </p:nvSpPr>
              <p:spPr>
                <a:xfrm>
                  <a:off x="9933480" y="5420160"/>
                  <a:ext cx="217800" cy="231120"/>
                </a:xfrm>
                <a:custGeom>
                  <a:avLst/>
                  <a:gdLst>
                    <a:gd name="textAreaLeft" fmla="*/ 0 w 217800"/>
                    <a:gd name="textAreaRight" fmla="*/ 218880 w 21780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7" name="Google Shape;1329;p83"/>
                <p:cNvSpPr/>
                <p:nvPr/>
              </p:nvSpPr>
              <p:spPr>
                <a:xfrm>
                  <a:off x="10188360" y="5420160"/>
                  <a:ext cx="205920" cy="231120"/>
                </a:xfrm>
                <a:custGeom>
                  <a:avLst/>
                  <a:gdLst>
                    <a:gd name="textAreaLeft" fmla="*/ 0 w 205920"/>
                    <a:gd name="textAreaRight" fmla="*/ 207000 w 2059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8" name="Google Shape;1330;p83"/>
                <p:cNvSpPr/>
                <p:nvPr/>
              </p:nvSpPr>
              <p:spPr>
                <a:xfrm>
                  <a:off x="10436760" y="5420160"/>
                  <a:ext cx="203040" cy="226080"/>
                </a:xfrm>
                <a:custGeom>
                  <a:avLst/>
                  <a:gdLst>
                    <a:gd name="textAreaLeft" fmla="*/ 0 w 203040"/>
                    <a:gd name="textAreaRight" fmla="*/ 204120 w 203040"/>
                    <a:gd name="textAreaTop" fmla="*/ 0 h 226080"/>
                    <a:gd name="textAreaBottom" fmla="*/ 227160 h 2260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9" name="Google Shape;1331;p83"/>
                <p:cNvSpPr/>
                <p:nvPr/>
              </p:nvSpPr>
              <p:spPr>
                <a:xfrm>
                  <a:off x="10685160" y="5420160"/>
                  <a:ext cx="240120" cy="231120"/>
                </a:xfrm>
                <a:custGeom>
                  <a:avLst/>
                  <a:gdLst>
                    <a:gd name="textAreaLeft" fmla="*/ 0 w 240120"/>
                    <a:gd name="textAreaRight" fmla="*/ 241200 w 2401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00" name="Google Shape;1332;p83"/>
              <p:cNvGrpSpPr/>
              <p:nvPr/>
            </p:nvGrpSpPr>
            <p:grpSpPr>
              <a:xfrm>
                <a:off x="10162800" y="5727600"/>
                <a:ext cx="996120" cy="370080"/>
                <a:chOff x="10162800" y="5727600"/>
                <a:chExt cx="996120" cy="370080"/>
              </a:xfrm>
            </p:grpSpPr>
            <p:sp>
              <p:nvSpPr>
                <p:cNvPr id="701" name="Google Shape;1333;p83"/>
                <p:cNvSpPr/>
                <p:nvPr/>
              </p:nvSpPr>
              <p:spPr>
                <a:xfrm>
                  <a:off x="10162800" y="5727600"/>
                  <a:ext cx="62280" cy="302400"/>
                </a:xfrm>
                <a:custGeom>
                  <a:avLst/>
                  <a:gdLst>
                    <a:gd name="textAreaLeft" fmla="*/ 0 w 62280"/>
                    <a:gd name="textAreaRight" fmla="*/ 63360 w 62280"/>
                    <a:gd name="textAreaTop" fmla="*/ 0 h 302400"/>
                    <a:gd name="textAreaBottom" fmla="*/ 303480 h 3024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2" name="Google Shape;1334;p83"/>
                <p:cNvSpPr/>
                <p:nvPr/>
              </p:nvSpPr>
              <p:spPr>
                <a:xfrm>
                  <a:off x="10274760" y="5804280"/>
                  <a:ext cx="240120" cy="231120"/>
                </a:xfrm>
                <a:custGeom>
                  <a:avLst/>
                  <a:gdLst>
                    <a:gd name="textAreaLeft" fmla="*/ 0 w 240120"/>
                    <a:gd name="textAreaRight" fmla="*/ 241200 w 240120"/>
                    <a:gd name="textAreaTop" fmla="*/ 0 h 231120"/>
                    <a:gd name="textAreaBottom" fmla="*/ 232200 h 2311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3" name="Google Shape;1335;p83"/>
                <p:cNvSpPr/>
                <p:nvPr/>
              </p:nvSpPr>
              <p:spPr>
                <a:xfrm>
                  <a:off x="10551960" y="5804280"/>
                  <a:ext cx="232920" cy="293400"/>
                </a:xfrm>
                <a:custGeom>
                  <a:avLst/>
                  <a:gdLst>
                    <a:gd name="textAreaLeft" fmla="*/ 0 w 232920"/>
                    <a:gd name="textAreaRight" fmla="*/ 234000 w 232920"/>
                    <a:gd name="textAreaTop" fmla="*/ 0 h 293400"/>
                    <a:gd name="textAreaBottom" fmla="*/ 294480 h 2934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4" name="Google Shape;1336;p83"/>
                <p:cNvSpPr/>
                <p:nvPr/>
              </p:nvSpPr>
              <p:spPr>
                <a:xfrm>
                  <a:off x="10843920" y="5727600"/>
                  <a:ext cx="65520" cy="30240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02400"/>
                    <a:gd name="textAreaBottom" fmla="*/ 303480 h 3024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5" name="Google Shape;1337;p83"/>
                <p:cNvSpPr/>
                <p:nvPr/>
              </p:nvSpPr>
              <p:spPr>
                <a:xfrm>
                  <a:off x="10954800" y="5806080"/>
                  <a:ext cx="204120" cy="228600"/>
                </a:xfrm>
                <a:custGeom>
                  <a:avLst/>
                  <a:gdLst>
                    <a:gd name="textAreaLeft" fmla="*/ 0 w 204120"/>
                    <a:gd name="textAreaRight" fmla="*/ 205200 w 204120"/>
                    <a:gd name="textAreaTop" fmla="*/ 0 h 228600"/>
                    <a:gd name="textAreaBottom" fmla="*/ 229680 h 2286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06" name="Google Shape;1338;p83"/>
            <p:cNvGrpSpPr/>
            <p:nvPr/>
          </p:nvGrpSpPr>
          <p:grpSpPr>
            <a:xfrm>
              <a:off x="9844560" y="5104080"/>
              <a:ext cx="578880" cy="144000"/>
              <a:chOff x="9844560" y="5104080"/>
              <a:chExt cx="578880" cy="144000"/>
            </a:xfrm>
          </p:grpSpPr>
          <p:sp>
            <p:nvSpPr>
              <p:cNvPr id="707" name="Google Shape;1339;p83"/>
              <p:cNvSpPr/>
              <p:nvPr/>
            </p:nvSpPr>
            <p:spPr>
              <a:xfrm>
                <a:off x="10333800" y="5109840"/>
                <a:ext cx="89640" cy="137520"/>
              </a:xfrm>
              <a:custGeom>
                <a:avLst/>
                <a:gdLst>
                  <a:gd name="textAreaLeft" fmla="*/ 0 w 89640"/>
                  <a:gd name="textAreaRight" fmla="*/ 90720 w 89640"/>
                  <a:gd name="textAreaTop" fmla="*/ 0 h 137520"/>
                  <a:gd name="textAreaBottom" fmla="*/ 138600 h 1375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Google Shape;1340;p83"/>
              <p:cNvSpPr/>
              <p:nvPr/>
            </p:nvSpPr>
            <p:spPr>
              <a:xfrm>
                <a:off x="9844560" y="5104080"/>
                <a:ext cx="129960" cy="144000"/>
              </a:xfrm>
              <a:custGeom>
                <a:avLst/>
                <a:gdLst>
                  <a:gd name="textAreaLeft" fmla="*/ 0 w 129960"/>
                  <a:gd name="textAreaRight" fmla="*/ 131040 w 129960"/>
                  <a:gd name="textAreaTop" fmla="*/ 0 h 144000"/>
                  <a:gd name="textAreaBottom" fmla="*/ 145080 h 1440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341;p83"/>
              <p:cNvSpPr/>
              <p:nvPr/>
            </p:nvSpPr>
            <p:spPr>
              <a:xfrm>
                <a:off x="9970920" y="5124240"/>
                <a:ext cx="126360" cy="119520"/>
              </a:xfrm>
              <a:custGeom>
                <a:avLst/>
                <a:gdLst>
                  <a:gd name="textAreaLeft" fmla="*/ 0 w 126360"/>
                  <a:gd name="textAreaRight" fmla="*/ 127440 w 126360"/>
                  <a:gd name="textAreaTop" fmla="*/ 0 h 119520"/>
                  <a:gd name="textAreaBottom" fmla="*/ 120600 h 1195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Google Shape;1342;p83"/>
              <p:cNvSpPr/>
              <p:nvPr/>
            </p:nvSpPr>
            <p:spPr>
              <a:xfrm>
                <a:off x="10096920" y="5125680"/>
                <a:ext cx="118080" cy="115920"/>
              </a:xfrm>
              <a:custGeom>
                <a:avLst/>
                <a:gdLst>
                  <a:gd name="textAreaLeft" fmla="*/ 0 w 118080"/>
                  <a:gd name="textAreaRight" fmla="*/ 119160 w 118080"/>
                  <a:gd name="textAreaTop" fmla="*/ 0 h 115920"/>
                  <a:gd name="textAreaBottom" fmla="*/ 117000 h 1159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Google Shape;1343;p83"/>
              <p:cNvSpPr/>
              <p:nvPr/>
            </p:nvSpPr>
            <p:spPr>
              <a:xfrm>
                <a:off x="10215360" y="5124960"/>
                <a:ext cx="119160" cy="118080"/>
              </a:xfrm>
              <a:custGeom>
                <a:avLst/>
                <a:gdLst>
                  <a:gd name="textAreaLeft" fmla="*/ 0 w 119160"/>
                  <a:gd name="textAreaRight" fmla="*/ 120240 w 119160"/>
                  <a:gd name="textAreaTop" fmla="*/ 0 h 118080"/>
                  <a:gd name="textAreaBottom" fmla="*/ 119160 h 1180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2" name="Google Shape;1344;p83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Google Shape;1345;p83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4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8080" cy="487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5" name="Google Shape;1347;p83"/>
          <p:cNvGrpSpPr/>
          <p:nvPr/>
        </p:nvGrpSpPr>
        <p:grpSpPr>
          <a:xfrm>
            <a:off x="401040" y="198360"/>
            <a:ext cx="6901200" cy="1623960"/>
            <a:chOff x="401040" y="198360"/>
            <a:chExt cx="6901200" cy="1623960"/>
          </a:xfrm>
        </p:grpSpPr>
        <p:sp>
          <p:nvSpPr>
            <p:cNvPr id="716" name="Google Shape;1348;p83"/>
            <p:cNvSpPr/>
            <p:nvPr/>
          </p:nvSpPr>
          <p:spPr>
            <a:xfrm>
              <a:off x="690480" y="275760"/>
              <a:ext cx="321264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Google Shape;1349;p83"/>
            <p:cNvSpPr/>
            <p:nvPr/>
          </p:nvSpPr>
          <p:spPr>
            <a:xfrm>
              <a:off x="2085480" y="838080"/>
              <a:ext cx="521676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oogle Shape;1350;p83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719" name="Google Shape;1351;p83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Google Shape;1352;p83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1354;p84"/>
          <p:cNvGrpSpPr/>
          <p:nvPr/>
        </p:nvGrpSpPr>
        <p:grpSpPr>
          <a:xfrm>
            <a:off x="727200" y="3082320"/>
            <a:ext cx="5710680" cy="2415960"/>
            <a:chOff x="727200" y="3082320"/>
            <a:chExt cx="5710680" cy="2415960"/>
          </a:xfrm>
        </p:grpSpPr>
        <p:sp>
          <p:nvSpPr>
            <p:cNvPr id="722" name="Google Shape;1355;p84"/>
            <p:cNvSpPr/>
            <p:nvPr/>
          </p:nvSpPr>
          <p:spPr>
            <a:xfrm>
              <a:off x="1363680" y="3640680"/>
              <a:ext cx="50742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Google Shape;1356;p84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4" name="Google Shape;1357;p84"/>
          <p:cNvGrpSpPr/>
          <p:nvPr/>
        </p:nvGrpSpPr>
        <p:grpSpPr>
          <a:xfrm>
            <a:off x="755280" y="2794320"/>
            <a:ext cx="692280" cy="692280"/>
            <a:chOff x="755280" y="2794320"/>
            <a:chExt cx="692280" cy="692280"/>
          </a:xfrm>
        </p:grpSpPr>
        <p:sp>
          <p:nvSpPr>
            <p:cNvPr id="725" name="Google Shape;1358;p84"/>
            <p:cNvSpPr/>
            <p:nvPr/>
          </p:nvSpPr>
          <p:spPr>
            <a:xfrm>
              <a:off x="755280" y="3141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Google Shape;1359;p84"/>
            <p:cNvSpPr/>
            <p:nvPr/>
          </p:nvSpPr>
          <p:spPr>
            <a:xfrm>
              <a:off x="1101960" y="2794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7" name="Google Shape;1360;p84"/>
          <p:cNvGrpSpPr/>
          <p:nvPr/>
        </p:nvGrpSpPr>
        <p:grpSpPr>
          <a:xfrm>
            <a:off x="6171480" y="5188680"/>
            <a:ext cx="692280" cy="692280"/>
            <a:chOff x="6171480" y="5188680"/>
            <a:chExt cx="692280" cy="692280"/>
          </a:xfrm>
        </p:grpSpPr>
        <p:sp>
          <p:nvSpPr>
            <p:cNvPr id="728" name="Google Shape;1361;p84"/>
            <p:cNvSpPr/>
            <p:nvPr/>
          </p:nvSpPr>
          <p:spPr>
            <a:xfrm>
              <a:off x="6171480" y="55353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Google Shape;1362;p84"/>
            <p:cNvSpPr/>
            <p:nvPr/>
          </p:nvSpPr>
          <p:spPr>
            <a:xfrm>
              <a:off x="6518160" y="518868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0" name="Google Shape;1363;p84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Google Shape;1364;p84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1365;p84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1366;p84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Google Shape;1367;p84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Google Shape;1368;p84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Google Shape;1369;p84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Google Shape;1370;p84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Google Shape;1371;p84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1372;p84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40" name="Google Shape;1373;p84"/>
          <p:cNvGrpSpPr/>
          <p:nvPr/>
        </p:nvGrpSpPr>
        <p:grpSpPr>
          <a:xfrm>
            <a:off x="10113480" y="597240"/>
            <a:ext cx="1480320" cy="1440000"/>
            <a:chOff x="10113480" y="597240"/>
            <a:chExt cx="1480320" cy="1440000"/>
          </a:xfrm>
        </p:grpSpPr>
        <p:grpSp>
          <p:nvGrpSpPr>
            <p:cNvPr id="741" name="Google Shape;1374;p84"/>
            <p:cNvGrpSpPr/>
            <p:nvPr/>
          </p:nvGrpSpPr>
          <p:grpSpPr>
            <a:xfrm>
              <a:off x="10124640" y="1269360"/>
              <a:ext cx="1469160" cy="767880"/>
              <a:chOff x="10124640" y="1269360"/>
              <a:chExt cx="1469160" cy="767880"/>
            </a:xfrm>
          </p:grpSpPr>
          <p:grpSp>
            <p:nvGrpSpPr>
              <p:cNvPr id="742" name="Google Shape;1375;p84"/>
              <p:cNvGrpSpPr/>
              <p:nvPr/>
            </p:nvGrpSpPr>
            <p:grpSpPr>
              <a:xfrm>
                <a:off x="10124640" y="1269360"/>
                <a:ext cx="1223640" cy="298800"/>
                <a:chOff x="10124640" y="1269360"/>
                <a:chExt cx="1223640" cy="298800"/>
              </a:xfrm>
            </p:grpSpPr>
            <p:sp>
              <p:nvSpPr>
                <p:cNvPr id="743" name="Google Shape;1376;p84"/>
                <p:cNvSpPr/>
                <p:nvPr/>
              </p:nvSpPr>
              <p:spPr>
                <a:xfrm>
                  <a:off x="10124640" y="1269360"/>
                  <a:ext cx="148680" cy="297360"/>
                </a:xfrm>
                <a:custGeom>
                  <a:avLst/>
                  <a:gdLst>
                    <a:gd name="textAreaLeft" fmla="*/ 0 w 148680"/>
                    <a:gd name="textAreaRight" fmla="*/ 149760 w 148680"/>
                    <a:gd name="textAreaTop" fmla="*/ 0 h 297360"/>
                    <a:gd name="textAreaBottom" fmla="*/ 298440 h 2973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4" name="Google Shape;1377;p84"/>
                <p:cNvSpPr/>
                <p:nvPr/>
              </p:nvSpPr>
              <p:spPr>
                <a:xfrm>
                  <a:off x="10305360" y="1324800"/>
                  <a:ext cx="228960" cy="243000"/>
                </a:xfrm>
                <a:custGeom>
                  <a:avLst/>
                  <a:gdLst>
                    <a:gd name="textAreaLeft" fmla="*/ 0 w 228960"/>
                    <a:gd name="textAreaRight" fmla="*/ 230040 w 2289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5" name="Google Shape;1378;p84"/>
                <p:cNvSpPr/>
                <p:nvPr/>
              </p:nvSpPr>
              <p:spPr>
                <a:xfrm>
                  <a:off x="10573560" y="1325160"/>
                  <a:ext cx="216720" cy="243000"/>
                </a:xfrm>
                <a:custGeom>
                  <a:avLst/>
                  <a:gdLst>
                    <a:gd name="textAreaLeft" fmla="*/ 0 w 216720"/>
                    <a:gd name="textAreaRight" fmla="*/ 217800 w 216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6" name="Google Shape;1379;p84"/>
                <p:cNvSpPr/>
                <p:nvPr/>
              </p:nvSpPr>
              <p:spPr>
                <a:xfrm>
                  <a:off x="10834560" y="1325160"/>
                  <a:ext cx="213840" cy="237600"/>
                </a:xfrm>
                <a:custGeom>
                  <a:avLst/>
                  <a:gdLst>
                    <a:gd name="textAreaLeft" fmla="*/ 0 w 213840"/>
                    <a:gd name="textAreaRight" fmla="*/ 214920 w 213840"/>
                    <a:gd name="textAreaTop" fmla="*/ 0 h 237600"/>
                    <a:gd name="textAreaBottom" fmla="*/ 238680 h 2376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7" name="Google Shape;1380;p84"/>
                <p:cNvSpPr/>
                <p:nvPr/>
              </p:nvSpPr>
              <p:spPr>
                <a:xfrm>
                  <a:off x="11095560" y="132516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48" name="Google Shape;1381;p84"/>
              <p:cNvGrpSpPr/>
              <p:nvPr/>
            </p:nvGrpSpPr>
            <p:grpSpPr>
              <a:xfrm>
                <a:off x="10546560" y="1648080"/>
                <a:ext cx="1047240" cy="389160"/>
                <a:chOff x="10546560" y="1648080"/>
                <a:chExt cx="1047240" cy="389160"/>
              </a:xfrm>
            </p:grpSpPr>
            <p:sp>
              <p:nvSpPr>
                <p:cNvPr id="749" name="Google Shape;1382;p84"/>
                <p:cNvSpPr/>
                <p:nvPr/>
              </p:nvSpPr>
              <p:spPr>
                <a:xfrm>
                  <a:off x="10546560" y="1648080"/>
                  <a:ext cx="65520" cy="31824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50" name="Google Shape;1383;p84"/>
                <p:cNvSpPr/>
                <p:nvPr/>
              </p:nvSpPr>
              <p:spPr>
                <a:xfrm>
                  <a:off x="10664280" y="172872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51" name="Google Shape;1384;p84"/>
                <p:cNvSpPr/>
                <p:nvPr/>
              </p:nvSpPr>
              <p:spPr>
                <a:xfrm>
                  <a:off x="10955160" y="1728720"/>
                  <a:ext cx="245160" cy="308520"/>
                </a:xfrm>
                <a:custGeom>
                  <a:avLst/>
                  <a:gdLst>
                    <a:gd name="textAreaLeft" fmla="*/ 0 w 245160"/>
                    <a:gd name="textAreaRight" fmla="*/ 246240 w 245160"/>
                    <a:gd name="textAreaTop" fmla="*/ 0 h 308520"/>
                    <a:gd name="textAreaBottom" fmla="*/ 309600 h 3085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52" name="Google Shape;1385;p84"/>
                <p:cNvSpPr/>
                <p:nvPr/>
              </p:nvSpPr>
              <p:spPr>
                <a:xfrm>
                  <a:off x="11262240" y="1648440"/>
                  <a:ext cx="69120" cy="318240"/>
                </a:xfrm>
                <a:custGeom>
                  <a:avLst/>
                  <a:gdLst>
                    <a:gd name="textAreaLeft" fmla="*/ 0 w 69120"/>
                    <a:gd name="textAreaRight" fmla="*/ 70200 w 691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53" name="Google Shape;1386;p84"/>
                <p:cNvSpPr/>
                <p:nvPr/>
              </p:nvSpPr>
              <p:spPr>
                <a:xfrm>
                  <a:off x="11379240" y="1730520"/>
                  <a:ext cx="214560" cy="240480"/>
                </a:xfrm>
                <a:custGeom>
                  <a:avLst/>
                  <a:gdLst>
                    <a:gd name="textAreaLeft" fmla="*/ 0 w 214560"/>
                    <a:gd name="textAreaRight" fmla="*/ 215640 w 214560"/>
                    <a:gd name="textAreaTop" fmla="*/ 0 h 240480"/>
                    <a:gd name="textAreaBottom" fmla="*/ 241560 h 2404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54" name="Google Shape;1387;p84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755" name="Google Shape;1388;p84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389;p84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Google Shape;1390;p84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Google Shape;1391;p84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Google Shape;1392;p84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Google Shape;1393;p84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Google Shape;1394;p84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Google Shape;1395;p84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396;p84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397;p84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398;p84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399;p84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1400;p84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1401;p84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402;p84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Google Shape;1403;p84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1404;p84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405;p84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1406;p84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Google Shape;1407;p84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Google Shape;1408;p84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Google Shape;1409;p84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1410;p84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8" name="Google Shape;1411;p84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779" name="Google Shape;1412;p84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Google Shape;1413;p84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Google Shape;1414;p84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Google Shape;1415;p84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Google Shape;1416;p84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84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8520" cy="102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5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50960" cy="388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1420;p85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Google Shape;1421;p85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Google Shape;1422;p85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Google Shape;1423;p85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Google Shape;1424;p85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Google Shape;1425;p85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Google Shape;1426;p85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Google Shape;1427;p85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Google Shape;1428;p85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Google Shape;1429;p85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Google Shape;1430;p85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97" name="Google Shape;1431;p85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798" name="Google Shape;1432;p85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Google Shape;1433;p85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Google Shape;1434;p85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Google Shape;1435;p85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Google Shape;1436;p85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Google Shape;1437;p85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4" name="Google Shape;1438;p85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5" name="Google Shape;1439;p85"/>
          <p:cNvGrpSpPr/>
          <p:nvPr/>
        </p:nvGrpSpPr>
        <p:grpSpPr>
          <a:xfrm>
            <a:off x="1734120" y="843120"/>
            <a:ext cx="1369080" cy="1095120"/>
            <a:chOff x="1734120" y="843120"/>
            <a:chExt cx="1369080" cy="1095120"/>
          </a:xfrm>
        </p:grpSpPr>
        <p:sp>
          <p:nvSpPr>
            <p:cNvPr id="806" name="Google Shape;1440;p85"/>
            <p:cNvSpPr/>
            <p:nvPr/>
          </p:nvSpPr>
          <p:spPr>
            <a:xfrm>
              <a:off x="2282400" y="8431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Google Shape;1441;p85"/>
            <p:cNvSpPr/>
            <p:nvPr/>
          </p:nvSpPr>
          <p:spPr>
            <a:xfrm>
              <a:off x="200808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Google Shape;1442;p85"/>
            <p:cNvSpPr/>
            <p:nvPr/>
          </p:nvSpPr>
          <p:spPr>
            <a:xfrm>
              <a:off x="17341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Google Shape;1443;p85"/>
            <p:cNvSpPr/>
            <p:nvPr/>
          </p:nvSpPr>
          <p:spPr>
            <a:xfrm>
              <a:off x="17341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Google Shape;1444;p85"/>
            <p:cNvSpPr/>
            <p:nvPr/>
          </p:nvSpPr>
          <p:spPr>
            <a:xfrm>
              <a:off x="200808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Google Shape;1445;p85"/>
            <p:cNvSpPr/>
            <p:nvPr/>
          </p:nvSpPr>
          <p:spPr>
            <a:xfrm>
              <a:off x="228240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Google Shape;1446;p85"/>
            <p:cNvSpPr/>
            <p:nvPr/>
          </p:nvSpPr>
          <p:spPr>
            <a:xfrm>
              <a:off x="255636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Google Shape;1447;p85"/>
            <p:cNvSpPr/>
            <p:nvPr/>
          </p:nvSpPr>
          <p:spPr>
            <a:xfrm>
              <a:off x="28303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Google Shape;1448;p85"/>
            <p:cNvSpPr/>
            <p:nvPr/>
          </p:nvSpPr>
          <p:spPr>
            <a:xfrm>
              <a:off x="28303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Google Shape;1449;p85"/>
            <p:cNvSpPr/>
            <p:nvPr/>
          </p:nvSpPr>
          <p:spPr>
            <a:xfrm>
              <a:off x="255636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6" name="Google Shape;1450;p85"/>
          <p:cNvGrpSpPr/>
          <p:nvPr/>
        </p:nvGrpSpPr>
        <p:grpSpPr>
          <a:xfrm>
            <a:off x="401040" y="198360"/>
            <a:ext cx="2382840" cy="1623960"/>
            <a:chOff x="401040" y="198360"/>
            <a:chExt cx="2382840" cy="1623960"/>
          </a:xfrm>
        </p:grpSpPr>
        <p:sp>
          <p:nvSpPr>
            <p:cNvPr id="817" name="Google Shape;1451;p85"/>
            <p:cNvSpPr/>
            <p:nvPr/>
          </p:nvSpPr>
          <p:spPr>
            <a:xfrm>
              <a:off x="690480" y="275760"/>
              <a:ext cx="20934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8" name="Google Shape;1452;p85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819" name="Google Shape;1453;p85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Google Shape;1454;p85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21" name="Google Shape;1455;p85"/>
          <p:cNvGrpSpPr/>
          <p:nvPr/>
        </p:nvGrpSpPr>
        <p:grpSpPr>
          <a:xfrm>
            <a:off x="9761760" y="5367240"/>
            <a:ext cx="1397160" cy="730440"/>
            <a:chOff x="9761760" y="5367240"/>
            <a:chExt cx="1397160" cy="730440"/>
          </a:xfrm>
        </p:grpSpPr>
        <p:grpSp>
          <p:nvGrpSpPr>
            <p:cNvPr id="822" name="Google Shape;1456;p85"/>
            <p:cNvGrpSpPr/>
            <p:nvPr/>
          </p:nvGrpSpPr>
          <p:grpSpPr>
            <a:xfrm>
              <a:off x="9761760" y="5367240"/>
              <a:ext cx="1163520" cy="284040"/>
              <a:chOff x="9761760" y="5367240"/>
              <a:chExt cx="1163520" cy="284040"/>
            </a:xfrm>
          </p:grpSpPr>
          <p:sp>
            <p:nvSpPr>
              <p:cNvPr id="823" name="Google Shape;1457;p85"/>
              <p:cNvSpPr/>
              <p:nvPr/>
            </p:nvSpPr>
            <p:spPr>
              <a:xfrm>
                <a:off x="976176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Google Shape;1458;p85"/>
              <p:cNvSpPr/>
              <p:nvPr/>
            </p:nvSpPr>
            <p:spPr>
              <a:xfrm>
                <a:off x="993348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Google Shape;1459;p85"/>
              <p:cNvSpPr/>
              <p:nvPr/>
            </p:nvSpPr>
            <p:spPr>
              <a:xfrm>
                <a:off x="1018836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Google Shape;1460;p85"/>
              <p:cNvSpPr/>
              <p:nvPr/>
            </p:nvSpPr>
            <p:spPr>
              <a:xfrm>
                <a:off x="1043676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Google Shape;1461;p85"/>
              <p:cNvSpPr/>
              <p:nvPr/>
            </p:nvSpPr>
            <p:spPr>
              <a:xfrm>
                <a:off x="1068516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28" name="Google Shape;1462;p85"/>
            <p:cNvGrpSpPr/>
            <p:nvPr/>
          </p:nvGrpSpPr>
          <p:grpSpPr>
            <a:xfrm>
              <a:off x="10162800" y="5727600"/>
              <a:ext cx="996120" cy="370080"/>
              <a:chOff x="10162800" y="5727600"/>
              <a:chExt cx="996120" cy="370080"/>
            </a:xfrm>
          </p:grpSpPr>
          <p:sp>
            <p:nvSpPr>
              <p:cNvPr id="829" name="Google Shape;1463;p85"/>
              <p:cNvSpPr/>
              <p:nvPr/>
            </p:nvSpPr>
            <p:spPr>
              <a:xfrm>
                <a:off x="1016280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Google Shape;1464;p85"/>
              <p:cNvSpPr/>
              <p:nvPr/>
            </p:nvSpPr>
            <p:spPr>
              <a:xfrm>
                <a:off x="1027476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Google Shape;1465;p85"/>
              <p:cNvSpPr/>
              <p:nvPr/>
            </p:nvSpPr>
            <p:spPr>
              <a:xfrm>
                <a:off x="1055196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Google Shape;1466;p85"/>
              <p:cNvSpPr/>
              <p:nvPr/>
            </p:nvSpPr>
            <p:spPr>
              <a:xfrm>
                <a:off x="1084392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Google Shape;1467;p85"/>
              <p:cNvSpPr/>
              <p:nvPr/>
            </p:nvSpPr>
            <p:spPr>
              <a:xfrm>
                <a:off x="1095480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34" name="Google Shape;1468;p85"/>
          <p:cNvGrpSpPr/>
          <p:nvPr/>
        </p:nvGrpSpPr>
        <p:grpSpPr>
          <a:xfrm>
            <a:off x="9844560" y="5104080"/>
            <a:ext cx="578880" cy="144000"/>
            <a:chOff x="9844560" y="5104080"/>
            <a:chExt cx="578880" cy="144000"/>
          </a:xfrm>
        </p:grpSpPr>
        <p:sp>
          <p:nvSpPr>
            <p:cNvPr id="835" name="Google Shape;1469;p85"/>
            <p:cNvSpPr/>
            <p:nvPr/>
          </p:nvSpPr>
          <p:spPr>
            <a:xfrm>
              <a:off x="10333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Google Shape;1470;p85"/>
            <p:cNvSpPr/>
            <p:nvPr/>
          </p:nvSpPr>
          <p:spPr>
            <a:xfrm>
              <a:off x="984456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Google Shape;1471;p85"/>
            <p:cNvSpPr/>
            <p:nvPr/>
          </p:nvSpPr>
          <p:spPr>
            <a:xfrm>
              <a:off x="997092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Google Shape;1472;p85"/>
            <p:cNvSpPr/>
            <p:nvPr/>
          </p:nvSpPr>
          <p:spPr>
            <a:xfrm>
              <a:off x="1009692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Google Shape;1473;p85"/>
            <p:cNvSpPr/>
            <p:nvPr/>
          </p:nvSpPr>
          <p:spPr>
            <a:xfrm>
              <a:off x="1021536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40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50960" cy="388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Google Shape;83;p50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Google Shape;84;p50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Google Shape;85;p50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Google Shape;86;p50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87;p50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Google Shape;88;p50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Google Shape;89;p50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Google Shape;90;p50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Google Shape;91;p50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Google Shape;92;p50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2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Google Shape;94;p50"/>
          <p:cNvSpPr/>
          <p:nvPr/>
        </p:nvSpPr>
        <p:spPr>
          <a:xfrm>
            <a:off x="9651960" y="2103120"/>
            <a:ext cx="2287440" cy="4733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4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40240" cy="47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5" name="Google Shape;96;p50"/>
          <p:cNvSpPr/>
          <p:nvPr/>
        </p:nvSpPr>
        <p:spPr>
          <a:xfrm>
            <a:off x="6783120" y="2185200"/>
            <a:ext cx="4551480" cy="15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476;p64"/>
          <p:cNvSpPr/>
          <p:nvPr/>
        </p:nvSpPr>
        <p:spPr>
          <a:xfrm>
            <a:off x="35420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Google Shape;477;p64"/>
          <p:cNvSpPr/>
          <p:nvPr/>
        </p:nvSpPr>
        <p:spPr>
          <a:xfrm>
            <a:off x="40971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Google Shape;478;p64"/>
          <p:cNvSpPr/>
          <p:nvPr/>
        </p:nvSpPr>
        <p:spPr>
          <a:xfrm>
            <a:off x="46047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Google Shape;479;p64"/>
          <p:cNvSpPr/>
          <p:nvPr/>
        </p:nvSpPr>
        <p:spPr>
          <a:xfrm>
            <a:off x="51192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Google Shape;480;p64"/>
          <p:cNvSpPr/>
          <p:nvPr/>
        </p:nvSpPr>
        <p:spPr>
          <a:xfrm>
            <a:off x="56336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Google Shape;481;p64"/>
          <p:cNvSpPr/>
          <p:nvPr/>
        </p:nvSpPr>
        <p:spPr>
          <a:xfrm>
            <a:off x="67003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Google Shape;482;p64"/>
          <p:cNvSpPr/>
          <p:nvPr/>
        </p:nvSpPr>
        <p:spPr>
          <a:xfrm>
            <a:off x="61891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Google Shape;483;p64"/>
          <p:cNvSpPr/>
          <p:nvPr/>
        </p:nvSpPr>
        <p:spPr>
          <a:xfrm>
            <a:off x="72968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Google Shape;484;p64"/>
          <p:cNvSpPr/>
          <p:nvPr/>
        </p:nvSpPr>
        <p:spPr>
          <a:xfrm>
            <a:off x="78588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Google Shape;485;p64"/>
          <p:cNvSpPr/>
          <p:nvPr/>
        </p:nvSpPr>
        <p:spPr>
          <a:xfrm>
            <a:off x="840168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8" name="Google Shape;486;p64"/>
          <p:cNvGrpSpPr/>
          <p:nvPr/>
        </p:nvGrpSpPr>
        <p:grpSpPr>
          <a:xfrm>
            <a:off x="384840" y="6026040"/>
            <a:ext cx="895320" cy="218160"/>
            <a:chOff x="384840" y="6026040"/>
            <a:chExt cx="895320" cy="218160"/>
          </a:xfrm>
        </p:grpSpPr>
        <p:sp>
          <p:nvSpPr>
            <p:cNvPr id="869" name="Google Shape;487;p64"/>
            <p:cNvSpPr/>
            <p:nvPr/>
          </p:nvSpPr>
          <p:spPr>
            <a:xfrm>
              <a:off x="384840" y="6026040"/>
              <a:ext cx="108360" cy="217440"/>
            </a:xfrm>
            <a:custGeom>
              <a:avLst/>
              <a:gdLst>
                <a:gd name="textAreaLeft" fmla="*/ 0 w 108360"/>
                <a:gd name="textAreaRight" fmla="*/ 109440 w 108360"/>
                <a:gd name="textAreaTop" fmla="*/ 0 h 217440"/>
                <a:gd name="textAreaBottom" fmla="*/ 218520 h 21744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Google Shape;488;p64"/>
            <p:cNvSpPr/>
            <p:nvPr/>
          </p:nvSpPr>
          <p:spPr>
            <a:xfrm>
              <a:off x="516960" y="6066720"/>
              <a:ext cx="167400" cy="177480"/>
            </a:xfrm>
            <a:custGeom>
              <a:avLst/>
              <a:gdLst>
                <a:gd name="textAreaLeft" fmla="*/ 0 w 167400"/>
                <a:gd name="textAreaRight" fmla="*/ 168480 w 167400"/>
                <a:gd name="textAreaTop" fmla="*/ 0 h 177480"/>
                <a:gd name="textAreaBottom" fmla="*/ 178560 h 17748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Google Shape;489;p64"/>
            <p:cNvSpPr/>
            <p:nvPr/>
          </p:nvSpPr>
          <p:spPr>
            <a:xfrm>
              <a:off x="713160" y="6066720"/>
              <a:ext cx="158400" cy="177480"/>
            </a:xfrm>
            <a:custGeom>
              <a:avLst/>
              <a:gdLst>
                <a:gd name="textAreaLeft" fmla="*/ 0 w 158400"/>
                <a:gd name="textAreaRight" fmla="*/ 159480 w 158400"/>
                <a:gd name="textAreaTop" fmla="*/ 0 h 177480"/>
                <a:gd name="textAreaBottom" fmla="*/ 178560 h 17748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Google Shape;490;p64"/>
            <p:cNvSpPr/>
            <p:nvPr/>
          </p:nvSpPr>
          <p:spPr>
            <a:xfrm>
              <a:off x="904320" y="6066720"/>
              <a:ext cx="156240" cy="17388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73880"/>
                <a:gd name="textAreaBottom" fmla="*/ 174960 h 17388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Google Shape;491;p64"/>
            <p:cNvSpPr/>
            <p:nvPr/>
          </p:nvSpPr>
          <p:spPr>
            <a:xfrm>
              <a:off x="1095480" y="6066720"/>
              <a:ext cx="184680" cy="177480"/>
            </a:xfrm>
            <a:custGeom>
              <a:avLst/>
              <a:gdLst>
                <a:gd name="textAreaLeft" fmla="*/ 0 w 184680"/>
                <a:gd name="textAreaRight" fmla="*/ 185760 w 184680"/>
                <a:gd name="textAreaTop" fmla="*/ 0 h 177480"/>
                <a:gd name="textAreaBottom" fmla="*/ 178560 h 1774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4" name="Google Shape;492;p64"/>
          <p:cNvGrpSpPr/>
          <p:nvPr/>
        </p:nvGrpSpPr>
        <p:grpSpPr>
          <a:xfrm>
            <a:off x="693720" y="6303600"/>
            <a:ext cx="766080" cy="284400"/>
            <a:chOff x="693720" y="6303600"/>
            <a:chExt cx="766080" cy="284400"/>
          </a:xfrm>
        </p:grpSpPr>
        <p:sp>
          <p:nvSpPr>
            <p:cNvPr id="875" name="Google Shape;493;p64"/>
            <p:cNvSpPr/>
            <p:nvPr/>
          </p:nvSpPr>
          <p:spPr>
            <a:xfrm>
              <a:off x="693720" y="6303600"/>
              <a:ext cx="47520" cy="232560"/>
            </a:xfrm>
            <a:custGeom>
              <a:avLst/>
              <a:gdLst>
                <a:gd name="textAreaLeft" fmla="*/ 0 w 47520"/>
                <a:gd name="textAreaRight" fmla="*/ 48600 w 47520"/>
                <a:gd name="textAreaTop" fmla="*/ 0 h 232560"/>
                <a:gd name="textAreaBottom" fmla="*/ 233640 h 23256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Google Shape;494;p64"/>
            <p:cNvSpPr/>
            <p:nvPr/>
          </p:nvSpPr>
          <p:spPr>
            <a:xfrm>
              <a:off x="779760" y="6362280"/>
              <a:ext cx="184680" cy="177480"/>
            </a:xfrm>
            <a:custGeom>
              <a:avLst/>
              <a:gdLst>
                <a:gd name="textAreaLeft" fmla="*/ 0 w 184680"/>
                <a:gd name="textAreaRight" fmla="*/ 185760 w 184680"/>
                <a:gd name="textAreaTop" fmla="*/ 0 h 177480"/>
                <a:gd name="textAreaBottom" fmla="*/ 178560 h 1774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Google Shape;495;p64"/>
            <p:cNvSpPr/>
            <p:nvPr/>
          </p:nvSpPr>
          <p:spPr>
            <a:xfrm>
              <a:off x="992880" y="6362280"/>
              <a:ext cx="179280" cy="225720"/>
            </a:xfrm>
            <a:custGeom>
              <a:avLst/>
              <a:gdLst>
                <a:gd name="textAreaLeft" fmla="*/ 0 w 179280"/>
                <a:gd name="textAreaRight" fmla="*/ 180360 w 179280"/>
                <a:gd name="textAreaTop" fmla="*/ 0 h 225720"/>
                <a:gd name="textAreaBottom" fmla="*/ 226800 h 22572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Google Shape;496;p64"/>
            <p:cNvSpPr/>
            <p:nvPr/>
          </p:nvSpPr>
          <p:spPr>
            <a:xfrm>
              <a:off x="1217520" y="6303600"/>
              <a:ext cx="50040" cy="232560"/>
            </a:xfrm>
            <a:custGeom>
              <a:avLst/>
              <a:gdLst>
                <a:gd name="textAreaLeft" fmla="*/ 0 w 50040"/>
                <a:gd name="textAreaRight" fmla="*/ 51120 w 50040"/>
                <a:gd name="textAreaTop" fmla="*/ 0 h 232560"/>
                <a:gd name="textAreaBottom" fmla="*/ 233640 h 23256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Google Shape;497;p64"/>
            <p:cNvSpPr/>
            <p:nvPr/>
          </p:nvSpPr>
          <p:spPr>
            <a:xfrm>
              <a:off x="1303200" y="6363720"/>
              <a:ext cx="156600" cy="175680"/>
            </a:xfrm>
            <a:custGeom>
              <a:avLst/>
              <a:gdLst>
                <a:gd name="textAreaLeft" fmla="*/ 0 w 156600"/>
                <a:gd name="textAreaRight" fmla="*/ 157680 w 156600"/>
                <a:gd name="textAreaTop" fmla="*/ 0 h 175680"/>
                <a:gd name="textAreaBottom" fmla="*/ 176760 h 17568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0" name="Google Shape;498;p64"/>
          <p:cNvGrpSpPr/>
          <p:nvPr/>
        </p:nvGrpSpPr>
        <p:grpSpPr>
          <a:xfrm>
            <a:off x="448560" y="5823720"/>
            <a:ext cx="445320" cy="110520"/>
            <a:chOff x="448560" y="5823720"/>
            <a:chExt cx="445320" cy="110520"/>
          </a:xfrm>
        </p:grpSpPr>
        <p:sp>
          <p:nvSpPr>
            <p:cNvPr id="881" name="Google Shape;499;p64"/>
            <p:cNvSpPr/>
            <p:nvPr/>
          </p:nvSpPr>
          <p:spPr>
            <a:xfrm>
              <a:off x="825120" y="5828040"/>
              <a:ext cx="68760" cy="105840"/>
            </a:xfrm>
            <a:custGeom>
              <a:avLst/>
              <a:gdLst>
                <a:gd name="textAreaLeft" fmla="*/ 0 w 68760"/>
                <a:gd name="textAreaRight" fmla="*/ 69840 w 68760"/>
                <a:gd name="textAreaTop" fmla="*/ 0 h 105840"/>
                <a:gd name="textAreaBottom" fmla="*/ 106920 h 10584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Google Shape;500;p64"/>
            <p:cNvSpPr/>
            <p:nvPr/>
          </p:nvSpPr>
          <p:spPr>
            <a:xfrm>
              <a:off x="448560" y="5823720"/>
              <a:ext cx="100080" cy="110520"/>
            </a:xfrm>
            <a:custGeom>
              <a:avLst/>
              <a:gdLst>
                <a:gd name="textAreaLeft" fmla="*/ 0 w 100080"/>
                <a:gd name="textAreaRight" fmla="*/ 101160 w 10008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Google Shape;501;p64"/>
            <p:cNvSpPr/>
            <p:nvPr/>
          </p:nvSpPr>
          <p:spPr>
            <a:xfrm>
              <a:off x="545760" y="5839200"/>
              <a:ext cx="97200" cy="91800"/>
            </a:xfrm>
            <a:custGeom>
              <a:avLst/>
              <a:gdLst>
                <a:gd name="textAreaLeft" fmla="*/ 0 w 97200"/>
                <a:gd name="textAreaRight" fmla="*/ 98280 w 97200"/>
                <a:gd name="textAreaTop" fmla="*/ 0 h 91800"/>
                <a:gd name="textAreaBottom" fmla="*/ 92880 h 9180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Google Shape;502;p64"/>
            <p:cNvSpPr/>
            <p:nvPr/>
          </p:nvSpPr>
          <p:spPr>
            <a:xfrm>
              <a:off x="642960" y="5840280"/>
              <a:ext cx="90720" cy="88920"/>
            </a:xfrm>
            <a:custGeom>
              <a:avLst/>
              <a:gdLst>
                <a:gd name="textAreaLeft" fmla="*/ 0 w 90720"/>
                <a:gd name="textAreaRight" fmla="*/ 91800 w 90720"/>
                <a:gd name="textAreaTop" fmla="*/ 0 h 88920"/>
                <a:gd name="textAreaBottom" fmla="*/ 90000 h 8892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Google Shape;503;p64"/>
            <p:cNvSpPr/>
            <p:nvPr/>
          </p:nvSpPr>
          <p:spPr>
            <a:xfrm>
              <a:off x="733680" y="5839560"/>
              <a:ext cx="91440" cy="90720"/>
            </a:xfrm>
            <a:custGeom>
              <a:avLst/>
              <a:gdLst>
                <a:gd name="textAreaLeft" fmla="*/ 0 w 91440"/>
                <a:gd name="textAreaRight" fmla="*/ 92520 w 91440"/>
                <a:gd name="textAreaTop" fmla="*/ 0 h 90720"/>
                <a:gd name="textAreaBottom" fmla="*/ 91800 h 9072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6" name="Google Shape;504;p64"/>
          <p:cNvSpPr/>
          <p:nvPr/>
        </p:nvSpPr>
        <p:spPr>
          <a:xfrm>
            <a:off x="-254160" y="6756120"/>
            <a:ext cx="12940200" cy="4564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7" name="Google Shape;505;p64"/>
          <p:cNvGrpSpPr/>
          <p:nvPr/>
        </p:nvGrpSpPr>
        <p:grpSpPr>
          <a:xfrm>
            <a:off x="1080" y="0"/>
            <a:ext cx="12399120" cy="4205880"/>
            <a:chOff x="1080" y="0"/>
            <a:chExt cx="12399120" cy="4205880"/>
          </a:xfrm>
        </p:grpSpPr>
        <p:pic>
          <p:nvPicPr>
            <p:cNvPr id="888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1080" y="1080"/>
              <a:ext cx="4485240" cy="4204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9" name="Google Shape;507;p64"/>
            <p:cNvGrpSpPr/>
            <p:nvPr/>
          </p:nvGrpSpPr>
          <p:grpSpPr>
            <a:xfrm>
              <a:off x="2914560" y="0"/>
              <a:ext cx="9485640" cy="2856240"/>
              <a:chOff x="2914560" y="0"/>
              <a:chExt cx="9485640" cy="2856240"/>
            </a:xfrm>
          </p:grpSpPr>
          <p:sp>
            <p:nvSpPr>
              <p:cNvPr id="890" name="Google Shape;508;p64"/>
              <p:cNvSpPr/>
              <p:nvPr/>
            </p:nvSpPr>
            <p:spPr>
              <a:xfrm>
                <a:off x="3538440" y="0"/>
                <a:ext cx="8861760" cy="5925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Google Shape;509;p64"/>
              <p:cNvSpPr/>
              <p:nvPr/>
            </p:nvSpPr>
            <p:spPr>
              <a:xfrm>
                <a:off x="2914560" y="152280"/>
                <a:ext cx="1570680" cy="27039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2" name="Google Shape;510;p64"/>
          <p:cNvSpPr/>
          <p:nvPr/>
        </p:nvSpPr>
        <p:spPr>
          <a:xfrm>
            <a:off x="-254160" y="-12600"/>
            <a:ext cx="12940200" cy="636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1476;p86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Google Shape;1477;p86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Google Shape;1478;p86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Google Shape;1479;p86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Google Shape;1480;p86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Google Shape;1481;p86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Google Shape;1482;p86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Google Shape;1483;p86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Google Shape;1484;p86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Google Shape;1485;p86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05" name="Google Shape;1486;p86"/>
          <p:cNvGrpSpPr/>
          <p:nvPr/>
        </p:nvGrpSpPr>
        <p:grpSpPr>
          <a:xfrm>
            <a:off x="727200" y="3082320"/>
            <a:ext cx="6575400" cy="2468520"/>
            <a:chOff x="727200" y="3082320"/>
            <a:chExt cx="6575400" cy="2468520"/>
          </a:xfrm>
        </p:grpSpPr>
        <p:sp>
          <p:nvSpPr>
            <p:cNvPr id="906" name="Google Shape;1487;p86"/>
            <p:cNvSpPr/>
            <p:nvPr/>
          </p:nvSpPr>
          <p:spPr>
            <a:xfrm>
              <a:off x="1363680" y="3424680"/>
              <a:ext cx="593892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Google Shape;1488;p86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Google Shape;1489;p86"/>
            <p:cNvSpPr/>
            <p:nvPr/>
          </p:nvSpPr>
          <p:spPr>
            <a:xfrm>
              <a:off x="1363680" y="4781520"/>
              <a:ext cx="593892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9" name="Google Shape;1490;p86"/>
          <p:cNvGrpSpPr/>
          <p:nvPr/>
        </p:nvGrpSpPr>
        <p:grpSpPr>
          <a:xfrm>
            <a:off x="755280" y="2845440"/>
            <a:ext cx="692280" cy="691920"/>
            <a:chOff x="755280" y="2845440"/>
            <a:chExt cx="692280" cy="691920"/>
          </a:xfrm>
        </p:grpSpPr>
        <p:sp>
          <p:nvSpPr>
            <p:cNvPr id="910" name="Google Shape;1491;p86"/>
            <p:cNvSpPr/>
            <p:nvPr/>
          </p:nvSpPr>
          <p:spPr>
            <a:xfrm>
              <a:off x="755280" y="31917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Google Shape;1492;p86"/>
            <p:cNvSpPr/>
            <p:nvPr/>
          </p:nvSpPr>
          <p:spPr>
            <a:xfrm>
              <a:off x="1101960" y="284544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2" name="Google Shape;1493;p86"/>
          <p:cNvGrpSpPr/>
          <p:nvPr/>
        </p:nvGrpSpPr>
        <p:grpSpPr>
          <a:xfrm>
            <a:off x="6717960" y="5098320"/>
            <a:ext cx="692280" cy="692280"/>
            <a:chOff x="6717960" y="5098320"/>
            <a:chExt cx="692280" cy="692280"/>
          </a:xfrm>
        </p:grpSpPr>
        <p:sp>
          <p:nvSpPr>
            <p:cNvPr id="913" name="Google Shape;1494;p86"/>
            <p:cNvSpPr/>
            <p:nvPr/>
          </p:nvSpPr>
          <p:spPr>
            <a:xfrm>
              <a:off x="6717960" y="5445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Google Shape;1495;p86"/>
            <p:cNvSpPr/>
            <p:nvPr/>
          </p:nvSpPr>
          <p:spPr>
            <a:xfrm>
              <a:off x="7064640" y="5098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15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9360" cy="1629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16" name="Google Shape;1497;p86"/>
          <p:cNvGrpSpPr/>
          <p:nvPr/>
        </p:nvGrpSpPr>
        <p:grpSpPr>
          <a:xfrm>
            <a:off x="10113480" y="597240"/>
            <a:ext cx="1480320" cy="1440000"/>
            <a:chOff x="10113480" y="597240"/>
            <a:chExt cx="1480320" cy="1440000"/>
          </a:xfrm>
        </p:grpSpPr>
        <p:grpSp>
          <p:nvGrpSpPr>
            <p:cNvPr id="917" name="Google Shape;1498;p86"/>
            <p:cNvGrpSpPr/>
            <p:nvPr/>
          </p:nvGrpSpPr>
          <p:grpSpPr>
            <a:xfrm>
              <a:off x="10124640" y="1269360"/>
              <a:ext cx="1469160" cy="767880"/>
              <a:chOff x="10124640" y="1269360"/>
              <a:chExt cx="1469160" cy="767880"/>
            </a:xfrm>
          </p:grpSpPr>
          <p:grpSp>
            <p:nvGrpSpPr>
              <p:cNvPr id="918" name="Google Shape;1499;p86"/>
              <p:cNvGrpSpPr/>
              <p:nvPr/>
            </p:nvGrpSpPr>
            <p:grpSpPr>
              <a:xfrm>
                <a:off x="10124640" y="1269360"/>
                <a:ext cx="1223640" cy="298800"/>
                <a:chOff x="10124640" y="1269360"/>
                <a:chExt cx="1223640" cy="298800"/>
              </a:xfrm>
            </p:grpSpPr>
            <p:sp>
              <p:nvSpPr>
                <p:cNvPr id="919" name="Google Shape;1500;p86"/>
                <p:cNvSpPr/>
                <p:nvPr/>
              </p:nvSpPr>
              <p:spPr>
                <a:xfrm>
                  <a:off x="10124640" y="1269360"/>
                  <a:ext cx="148680" cy="297360"/>
                </a:xfrm>
                <a:custGeom>
                  <a:avLst/>
                  <a:gdLst>
                    <a:gd name="textAreaLeft" fmla="*/ 0 w 148680"/>
                    <a:gd name="textAreaRight" fmla="*/ 149760 w 148680"/>
                    <a:gd name="textAreaTop" fmla="*/ 0 h 297360"/>
                    <a:gd name="textAreaBottom" fmla="*/ 298440 h 2973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0" name="Google Shape;1501;p86"/>
                <p:cNvSpPr/>
                <p:nvPr/>
              </p:nvSpPr>
              <p:spPr>
                <a:xfrm>
                  <a:off x="10305360" y="1324800"/>
                  <a:ext cx="228960" cy="243000"/>
                </a:xfrm>
                <a:custGeom>
                  <a:avLst/>
                  <a:gdLst>
                    <a:gd name="textAreaLeft" fmla="*/ 0 w 228960"/>
                    <a:gd name="textAreaRight" fmla="*/ 230040 w 2289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1" name="Google Shape;1502;p86"/>
                <p:cNvSpPr/>
                <p:nvPr/>
              </p:nvSpPr>
              <p:spPr>
                <a:xfrm>
                  <a:off x="10573560" y="1325160"/>
                  <a:ext cx="216720" cy="243000"/>
                </a:xfrm>
                <a:custGeom>
                  <a:avLst/>
                  <a:gdLst>
                    <a:gd name="textAreaLeft" fmla="*/ 0 w 216720"/>
                    <a:gd name="textAreaRight" fmla="*/ 217800 w 216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2" name="Google Shape;1503;p86"/>
                <p:cNvSpPr/>
                <p:nvPr/>
              </p:nvSpPr>
              <p:spPr>
                <a:xfrm>
                  <a:off x="10834560" y="1325160"/>
                  <a:ext cx="213840" cy="237600"/>
                </a:xfrm>
                <a:custGeom>
                  <a:avLst/>
                  <a:gdLst>
                    <a:gd name="textAreaLeft" fmla="*/ 0 w 213840"/>
                    <a:gd name="textAreaRight" fmla="*/ 214920 w 213840"/>
                    <a:gd name="textAreaTop" fmla="*/ 0 h 237600"/>
                    <a:gd name="textAreaBottom" fmla="*/ 238680 h 2376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3" name="Google Shape;1504;p86"/>
                <p:cNvSpPr/>
                <p:nvPr/>
              </p:nvSpPr>
              <p:spPr>
                <a:xfrm>
                  <a:off x="11095560" y="132516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24" name="Google Shape;1505;p86"/>
              <p:cNvGrpSpPr/>
              <p:nvPr/>
            </p:nvGrpSpPr>
            <p:grpSpPr>
              <a:xfrm>
                <a:off x="10546560" y="1648080"/>
                <a:ext cx="1047240" cy="389160"/>
                <a:chOff x="10546560" y="1648080"/>
                <a:chExt cx="1047240" cy="389160"/>
              </a:xfrm>
            </p:grpSpPr>
            <p:sp>
              <p:nvSpPr>
                <p:cNvPr id="925" name="Google Shape;1506;p86"/>
                <p:cNvSpPr/>
                <p:nvPr/>
              </p:nvSpPr>
              <p:spPr>
                <a:xfrm>
                  <a:off x="10546560" y="1648080"/>
                  <a:ext cx="65520" cy="31824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6" name="Google Shape;1507;p86"/>
                <p:cNvSpPr/>
                <p:nvPr/>
              </p:nvSpPr>
              <p:spPr>
                <a:xfrm>
                  <a:off x="10664280" y="172872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7" name="Google Shape;1508;p86"/>
                <p:cNvSpPr/>
                <p:nvPr/>
              </p:nvSpPr>
              <p:spPr>
                <a:xfrm>
                  <a:off x="10955160" y="1728720"/>
                  <a:ext cx="245160" cy="308520"/>
                </a:xfrm>
                <a:custGeom>
                  <a:avLst/>
                  <a:gdLst>
                    <a:gd name="textAreaLeft" fmla="*/ 0 w 245160"/>
                    <a:gd name="textAreaRight" fmla="*/ 246240 w 245160"/>
                    <a:gd name="textAreaTop" fmla="*/ 0 h 308520"/>
                    <a:gd name="textAreaBottom" fmla="*/ 309600 h 3085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8" name="Google Shape;1509;p86"/>
                <p:cNvSpPr/>
                <p:nvPr/>
              </p:nvSpPr>
              <p:spPr>
                <a:xfrm>
                  <a:off x="11262240" y="1648440"/>
                  <a:ext cx="69120" cy="318240"/>
                </a:xfrm>
                <a:custGeom>
                  <a:avLst/>
                  <a:gdLst>
                    <a:gd name="textAreaLeft" fmla="*/ 0 w 69120"/>
                    <a:gd name="textAreaRight" fmla="*/ 70200 w 691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9" name="Google Shape;1510;p86"/>
                <p:cNvSpPr/>
                <p:nvPr/>
              </p:nvSpPr>
              <p:spPr>
                <a:xfrm>
                  <a:off x="11379240" y="1730520"/>
                  <a:ext cx="214560" cy="240480"/>
                </a:xfrm>
                <a:custGeom>
                  <a:avLst/>
                  <a:gdLst>
                    <a:gd name="textAreaLeft" fmla="*/ 0 w 214560"/>
                    <a:gd name="textAreaRight" fmla="*/ 215640 w 214560"/>
                    <a:gd name="textAreaTop" fmla="*/ 0 h 240480"/>
                    <a:gd name="textAreaBottom" fmla="*/ 241560 h 2404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0" name="Google Shape;1511;p86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931" name="Google Shape;1512;p86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Google Shape;1513;p86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Google Shape;1514;p86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Google Shape;1515;p86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Google Shape;1516;p86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Google Shape;1517;p86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Google Shape;1518;p86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Google Shape;1519;p86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Google Shape;1520;p86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Google Shape;1521;p86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Google Shape;1522;p86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Google Shape;1523;p86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1524;p86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Google Shape;1525;p86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Google Shape;1526;p86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Google Shape;1527;p86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Google Shape;1528;p86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Google Shape;1529;p86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Google Shape;1530;p86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Google Shape;1531;p86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Google Shape;1532;p86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Google Shape;1533;p86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Google Shape;1534;p86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4" name="Google Shape;1535;p86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955" name="Google Shape;1536;p86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Google Shape;1537;p86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Google Shape;1538;p86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539;p86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Google Shape;1540;p86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60" name="Google Shape;1541;p86"/>
          <p:cNvGrpSpPr/>
          <p:nvPr/>
        </p:nvGrpSpPr>
        <p:grpSpPr>
          <a:xfrm>
            <a:off x="770400" y="618480"/>
            <a:ext cx="2595960" cy="378720"/>
            <a:chOff x="770400" y="618480"/>
            <a:chExt cx="2595960" cy="378720"/>
          </a:xfrm>
        </p:grpSpPr>
        <p:sp>
          <p:nvSpPr>
            <p:cNvPr id="961" name="Google Shape;1542;p86"/>
            <p:cNvSpPr/>
            <p:nvPr/>
          </p:nvSpPr>
          <p:spPr>
            <a:xfrm>
              <a:off x="770400" y="61848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Google Shape;1543;p86"/>
            <p:cNvSpPr/>
            <p:nvPr/>
          </p:nvSpPr>
          <p:spPr>
            <a:xfrm>
              <a:off x="969120" y="61848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Google Shape;1544;p86"/>
            <p:cNvSpPr/>
            <p:nvPr/>
          </p:nvSpPr>
          <p:spPr>
            <a:xfrm>
              <a:off x="770400" y="81720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Google Shape;1545;p86"/>
            <p:cNvSpPr/>
            <p:nvPr/>
          </p:nvSpPr>
          <p:spPr>
            <a:xfrm>
              <a:off x="969120" y="81720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5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9600" cy="225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1548;p87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Google Shape;1549;p87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Google Shape;1550;p87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Google Shape;1551;p87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Google Shape;1552;p87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Google Shape;1553;p87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Google Shape;1554;p87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Google Shape;1555;p87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Google Shape;1556;p87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Google Shape;1557;p87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Google Shape;1558;p87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77" name="Google Shape;1559;p87"/>
          <p:cNvGrpSpPr/>
          <p:nvPr/>
        </p:nvGrpSpPr>
        <p:grpSpPr>
          <a:xfrm>
            <a:off x="755280" y="2845440"/>
            <a:ext cx="692280" cy="691920"/>
            <a:chOff x="755280" y="2845440"/>
            <a:chExt cx="692280" cy="691920"/>
          </a:xfrm>
        </p:grpSpPr>
        <p:sp>
          <p:nvSpPr>
            <p:cNvPr id="978" name="Google Shape;1560;p87"/>
            <p:cNvSpPr/>
            <p:nvPr/>
          </p:nvSpPr>
          <p:spPr>
            <a:xfrm>
              <a:off x="755280" y="319176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Google Shape;1561;p87"/>
            <p:cNvSpPr/>
            <p:nvPr/>
          </p:nvSpPr>
          <p:spPr>
            <a:xfrm>
              <a:off x="1101960" y="284544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0" name="Google Shape;1562;p87"/>
          <p:cNvGrpSpPr/>
          <p:nvPr/>
        </p:nvGrpSpPr>
        <p:grpSpPr>
          <a:xfrm>
            <a:off x="6717960" y="5098320"/>
            <a:ext cx="692280" cy="692280"/>
            <a:chOff x="6717960" y="5098320"/>
            <a:chExt cx="692280" cy="692280"/>
          </a:xfrm>
        </p:grpSpPr>
        <p:sp>
          <p:nvSpPr>
            <p:cNvPr id="981" name="Google Shape;1563;p87"/>
            <p:cNvSpPr/>
            <p:nvPr/>
          </p:nvSpPr>
          <p:spPr>
            <a:xfrm>
              <a:off x="6717960" y="544500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Google Shape;1564;p87"/>
            <p:cNvSpPr/>
            <p:nvPr/>
          </p:nvSpPr>
          <p:spPr>
            <a:xfrm>
              <a:off x="7064640" y="5098320"/>
              <a:ext cx="345600" cy="3456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3" name="Google Shape;1565;p87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984" name="Google Shape;1566;p87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Google Shape;1567;p87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Google Shape;1568;p87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Google Shape;1569;p87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Google Shape;1570;p87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Google Shape;1571;p87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0" name="Google Shape;1572;p87"/>
          <p:cNvGrpSpPr/>
          <p:nvPr/>
        </p:nvGrpSpPr>
        <p:grpSpPr>
          <a:xfrm>
            <a:off x="1684080" y="792720"/>
            <a:ext cx="1369080" cy="1095120"/>
            <a:chOff x="1684080" y="792720"/>
            <a:chExt cx="1369080" cy="1095120"/>
          </a:xfrm>
        </p:grpSpPr>
        <p:sp>
          <p:nvSpPr>
            <p:cNvPr id="991" name="Google Shape;1573;p87"/>
            <p:cNvSpPr/>
            <p:nvPr/>
          </p:nvSpPr>
          <p:spPr>
            <a:xfrm>
              <a:off x="2232000" y="7927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Google Shape;1574;p87"/>
            <p:cNvSpPr/>
            <p:nvPr/>
          </p:nvSpPr>
          <p:spPr>
            <a:xfrm>
              <a:off x="195804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Google Shape;1575;p87"/>
            <p:cNvSpPr/>
            <p:nvPr/>
          </p:nvSpPr>
          <p:spPr>
            <a:xfrm>
              <a:off x="16840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1576;p87"/>
            <p:cNvSpPr/>
            <p:nvPr/>
          </p:nvSpPr>
          <p:spPr>
            <a:xfrm>
              <a:off x="16840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Google Shape;1577;p87"/>
            <p:cNvSpPr/>
            <p:nvPr/>
          </p:nvSpPr>
          <p:spPr>
            <a:xfrm>
              <a:off x="195804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Google Shape;1578;p87"/>
            <p:cNvSpPr/>
            <p:nvPr/>
          </p:nvSpPr>
          <p:spPr>
            <a:xfrm>
              <a:off x="223200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Google Shape;1579;p87"/>
            <p:cNvSpPr/>
            <p:nvPr/>
          </p:nvSpPr>
          <p:spPr>
            <a:xfrm>
              <a:off x="250632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Google Shape;1580;p87"/>
            <p:cNvSpPr/>
            <p:nvPr/>
          </p:nvSpPr>
          <p:spPr>
            <a:xfrm>
              <a:off x="27802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1581;p87"/>
            <p:cNvSpPr/>
            <p:nvPr/>
          </p:nvSpPr>
          <p:spPr>
            <a:xfrm>
              <a:off x="27802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Google Shape;1582;p87"/>
            <p:cNvSpPr/>
            <p:nvPr/>
          </p:nvSpPr>
          <p:spPr>
            <a:xfrm>
              <a:off x="250632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01" name="Google Shape;1583;p87"/>
          <p:cNvGrpSpPr/>
          <p:nvPr/>
        </p:nvGrpSpPr>
        <p:grpSpPr>
          <a:xfrm>
            <a:off x="9798120" y="5367240"/>
            <a:ext cx="1397160" cy="730440"/>
            <a:chOff x="9798120" y="5367240"/>
            <a:chExt cx="1397160" cy="730440"/>
          </a:xfrm>
        </p:grpSpPr>
        <p:grpSp>
          <p:nvGrpSpPr>
            <p:cNvPr id="1002" name="Google Shape;1584;p87"/>
            <p:cNvGrpSpPr/>
            <p:nvPr/>
          </p:nvGrpSpPr>
          <p:grpSpPr>
            <a:xfrm>
              <a:off x="9798120" y="5367240"/>
              <a:ext cx="1163520" cy="284040"/>
              <a:chOff x="9798120" y="5367240"/>
              <a:chExt cx="1163520" cy="284040"/>
            </a:xfrm>
          </p:grpSpPr>
          <p:sp>
            <p:nvSpPr>
              <p:cNvPr id="1003" name="Google Shape;1585;p87"/>
              <p:cNvSpPr/>
              <p:nvPr/>
            </p:nvSpPr>
            <p:spPr>
              <a:xfrm>
                <a:off x="979812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Google Shape;1586;p87"/>
              <p:cNvSpPr/>
              <p:nvPr/>
            </p:nvSpPr>
            <p:spPr>
              <a:xfrm>
                <a:off x="996984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Google Shape;1587;p87"/>
              <p:cNvSpPr/>
              <p:nvPr/>
            </p:nvSpPr>
            <p:spPr>
              <a:xfrm>
                <a:off x="1022472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Google Shape;1588;p87"/>
              <p:cNvSpPr/>
              <p:nvPr/>
            </p:nvSpPr>
            <p:spPr>
              <a:xfrm>
                <a:off x="1047312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7" name="Google Shape;1589;p87"/>
              <p:cNvSpPr/>
              <p:nvPr/>
            </p:nvSpPr>
            <p:spPr>
              <a:xfrm>
                <a:off x="1072152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8" name="Google Shape;1590;p87"/>
            <p:cNvGrpSpPr/>
            <p:nvPr/>
          </p:nvGrpSpPr>
          <p:grpSpPr>
            <a:xfrm>
              <a:off x="10199160" y="5727600"/>
              <a:ext cx="996120" cy="370080"/>
              <a:chOff x="10199160" y="5727600"/>
              <a:chExt cx="996120" cy="370080"/>
            </a:xfrm>
          </p:grpSpPr>
          <p:sp>
            <p:nvSpPr>
              <p:cNvPr id="1009" name="Google Shape;1591;p87"/>
              <p:cNvSpPr/>
              <p:nvPr/>
            </p:nvSpPr>
            <p:spPr>
              <a:xfrm>
                <a:off x="1019916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Google Shape;1592;p87"/>
              <p:cNvSpPr/>
              <p:nvPr/>
            </p:nvSpPr>
            <p:spPr>
              <a:xfrm>
                <a:off x="1031112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Google Shape;1593;p87"/>
              <p:cNvSpPr/>
              <p:nvPr/>
            </p:nvSpPr>
            <p:spPr>
              <a:xfrm>
                <a:off x="1058832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Google Shape;1594;p87"/>
              <p:cNvSpPr/>
              <p:nvPr/>
            </p:nvSpPr>
            <p:spPr>
              <a:xfrm>
                <a:off x="1088028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Google Shape;1595;p87"/>
              <p:cNvSpPr/>
              <p:nvPr/>
            </p:nvSpPr>
            <p:spPr>
              <a:xfrm>
                <a:off x="1099116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14" name="Google Shape;1596;p87"/>
          <p:cNvGrpSpPr/>
          <p:nvPr/>
        </p:nvGrpSpPr>
        <p:grpSpPr>
          <a:xfrm>
            <a:off x="9880920" y="5104080"/>
            <a:ext cx="578520" cy="144000"/>
            <a:chOff x="9880920" y="5104080"/>
            <a:chExt cx="578520" cy="144000"/>
          </a:xfrm>
        </p:grpSpPr>
        <p:sp>
          <p:nvSpPr>
            <p:cNvPr id="1015" name="Google Shape;1597;p87"/>
            <p:cNvSpPr/>
            <p:nvPr/>
          </p:nvSpPr>
          <p:spPr>
            <a:xfrm>
              <a:off x="10369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6" name="Google Shape;1598;p87"/>
            <p:cNvSpPr/>
            <p:nvPr/>
          </p:nvSpPr>
          <p:spPr>
            <a:xfrm>
              <a:off x="988092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7" name="Google Shape;1599;p87"/>
            <p:cNvSpPr/>
            <p:nvPr/>
          </p:nvSpPr>
          <p:spPr>
            <a:xfrm>
              <a:off x="1000728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8" name="Google Shape;1600;p87"/>
            <p:cNvSpPr/>
            <p:nvPr/>
          </p:nvSpPr>
          <p:spPr>
            <a:xfrm>
              <a:off x="1013328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9" name="Google Shape;1601;p87"/>
            <p:cNvSpPr/>
            <p:nvPr/>
          </p:nvSpPr>
          <p:spPr>
            <a:xfrm>
              <a:off x="1025172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0" name="Google Shape;1602;p87"/>
          <p:cNvGrpSpPr/>
          <p:nvPr/>
        </p:nvGrpSpPr>
        <p:grpSpPr>
          <a:xfrm>
            <a:off x="401040" y="198360"/>
            <a:ext cx="7674120" cy="1623960"/>
            <a:chOff x="401040" y="198360"/>
            <a:chExt cx="7674120" cy="1623960"/>
          </a:xfrm>
        </p:grpSpPr>
        <p:sp>
          <p:nvSpPr>
            <p:cNvPr id="1021" name="Google Shape;1603;p87"/>
            <p:cNvSpPr/>
            <p:nvPr/>
          </p:nvSpPr>
          <p:spPr>
            <a:xfrm>
              <a:off x="690480" y="275760"/>
              <a:ext cx="377784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Google Shape;1604;p87"/>
            <p:cNvSpPr/>
            <p:nvPr/>
          </p:nvSpPr>
          <p:spPr>
            <a:xfrm>
              <a:off x="2858400" y="821880"/>
              <a:ext cx="5216760" cy="76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oogle Shape;1605;p87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1024" name="Google Shape;1606;p87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607;p87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26" name="Google Shape;1608;p87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27" name="Google Shape;1609;p87"/>
          <p:cNvGrpSpPr/>
          <p:nvPr/>
        </p:nvGrpSpPr>
        <p:grpSpPr>
          <a:xfrm>
            <a:off x="8925840" y="1445400"/>
            <a:ext cx="2595960" cy="378720"/>
            <a:chOff x="8925840" y="1445400"/>
            <a:chExt cx="2595960" cy="378720"/>
          </a:xfrm>
        </p:grpSpPr>
        <p:sp>
          <p:nvSpPr>
            <p:cNvPr id="1028" name="Google Shape;1610;p87"/>
            <p:cNvSpPr/>
            <p:nvPr/>
          </p:nvSpPr>
          <p:spPr>
            <a:xfrm>
              <a:off x="8925840" y="144540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Google Shape;1611;p87"/>
            <p:cNvSpPr/>
            <p:nvPr/>
          </p:nvSpPr>
          <p:spPr>
            <a:xfrm>
              <a:off x="9124560" y="144540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Google Shape;1612;p87"/>
            <p:cNvSpPr/>
            <p:nvPr/>
          </p:nvSpPr>
          <p:spPr>
            <a:xfrm>
              <a:off x="8925840" y="164412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Google Shape;1613;p87"/>
            <p:cNvSpPr/>
            <p:nvPr/>
          </p:nvSpPr>
          <p:spPr>
            <a:xfrm>
              <a:off x="9124560" y="1644120"/>
              <a:ext cx="180000" cy="180000"/>
            </a:xfrm>
            <a:custGeom>
              <a:avLst/>
              <a:gdLst>
                <a:gd name="textAreaLeft" fmla="*/ 0 w 180000"/>
                <a:gd name="textAreaRight" fmla="*/ 181080 w 180000"/>
                <a:gd name="textAreaTop" fmla="*/ 0 h 180000"/>
                <a:gd name="textAreaBottom" fmla="*/ 181080 h 1800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32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9600" cy="225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616;p88"/>
          <p:cNvGrpSpPr/>
          <p:nvPr/>
        </p:nvGrpSpPr>
        <p:grpSpPr>
          <a:xfrm>
            <a:off x="727200" y="3082320"/>
            <a:ext cx="5710680" cy="2423520"/>
            <a:chOff x="727200" y="3082320"/>
            <a:chExt cx="5710680" cy="2423520"/>
          </a:xfrm>
        </p:grpSpPr>
        <p:sp>
          <p:nvSpPr>
            <p:cNvPr id="1034" name="Google Shape;1617;p88"/>
            <p:cNvSpPr/>
            <p:nvPr/>
          </p:nvSpPr>
          <p:spPr>
            <a:xfrm>
              <a:off x="1363680" y="3959280"/>
              <a:ext cx="50742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Google Shape;1618;p88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6" name="Google Shape;1619;p88"/>
          <p:cNvGrpSpPr/>
          <p:nvPr/>
        </p:nvGrpSpPr>
        <p:grpSpPr>
          <a:xfrm>
            <a:off x="755280" y="2794320"/>
            <a:ext cx="692280" cy="692280"/>
            <a:chOff x="755280" y="2794320"/>
            <a:chExt cx="692280" cy="692280"/>
          </a:xfrm>
        </p:grpSpPr>
        <p:sp>
          <p:nvSpPr>
            <p:cNvPr id="1037" name="Google Shape;1620;p88"/>
            <p:cNvSpPr/>
            <p:nvPr/>
          </p:nvSpPr>
          <p:spPr>
            <a:xfrm>
              <a:off x="755280" y="3141000"/>
              <a:ext cx="345600" cy="3456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Google Shape;1621;p88"/>
            <p:cNvSpPr/>
            <p:nvPr/>
          </p:nvSpPr>
          <p:spPr>
            <a:xfrm>
              <a:off x="1101960" y="2794320"/>
              <a:ext cx="345600" cy="3456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9" name="Google Shape;1622;p88"/>
          <p:cNvGrpSpPr/>
          <p:nvPr/>
        </p:nvGrpSpPr>
        <p:grpSpPr>
          <a:xfrm>
            <a:off x="5847480" y="5352120"/>
            <a:ext cx="692280" cy="692280"/>
            <a:chOff x="5847480" y="5352120"/>
            <a:chExt cx="692280" cy="692280"/>
          </a:xfrm>
        </p:grpSpPr>
        <p:sp>
          <p:nvSpPr>
            <p:cNvPr id="1040" name="Google Shape;1623;p88"/>
            <p:cNvSpPr/>
            <p:nvPr/>
          </p:nvSpPr>
          <p:spPr>
            <a:xfrm>
              <a:off x="5847480" y="5698800"/>
              <a:ext cx="345600" cy="3456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Google Shape;1624;p88"/>
            <p:cNvSpPr/>
            <p:nvPr/>
          </p:nvSpPr>
          <p:spPr>
            <a:xfrm>
              <a:off x="6194160" y="5352120"/>
              <a:ext cx="345600" cy="3456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42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6760" cy="14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3" name="Google Shape;1626;p88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Google Shape;1627;p88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Google Shape;1628;p88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Google Shape;1629;p88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Google Shape;1630;p88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Google Shape;1631;p88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Google Shape;1632;p88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Google Shape;1633;p88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Google Shape;1634;p88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Google Shape;1635;p88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53" name="Google Shape;1636;p88"/>
          <p:cNvGrpSpPr/>
          <p:nvPr/>
        </p:nvGrpSpPr>
        <p:grpSpPr>
          <a:xfrm>
            <a:off x="747000" y="880560"/>
            <a:ext cx="462960" cy="485280"/>
            <a:chOff x="747000" y="880560"/>
            <a:chExt cx="462960" cy="485280"/>
          </a:xfrm>
        </p:grpSpPr>
        <p:sp>
          <p:nvSpPr>
            <p:cNvPr id="1054" name="Google Shape;1637;p88"/>
            <p:cNvSpPr/>
            <p:nvPr/>
          </p:nvSpPr>
          <p:spPr>
            <a:xfrm>
              <a:off x="747000" y="1177920"/>
              <a:ext cx="188280" cy="187920"/>
            </a:xfrm>
            <a:custGeom>
              <a:avLst/>
              <a:gdLst>
                <a:gd name="textAreaLeft" fmla="*/ 0 w 188280"/>
                <a:gd name="textAreaRight" fmla="*/ 189360 w 188280"/>
                <a:gd name="textAreaTop" fmla="*/ 0 h 187920"/>
                <a:gd name="textAreaBottom" fmla="*/ 189000 h 18792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Google Shape;1638;p88"/>
            <p:cNvSpPr/>
            <p:nvPr/>
          </p:nvSpPr>
          <p:spPr>
            <a:xfrm>
              <a:off x="852480" y="880560"/>
              <a:ext cx="357480" cy="275040"/>
            </a:xfrm>
            <a:custGeom>
              <a:avLst/>
              <a:gdLst>
                <a:gd name="textAreaLeft" fmla="*/ 0 w 357480"/>
                <a:gd name="textAreaRight" fmla="*/ 358560 w 357480"/>
                <a:gd name="textAreaTop" fmla="*/ 0 h 275040"/>
                <a:gd name="textAreaBottom" fmla="*/ 276120 h 27504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Google Shape;1639;p88"/>
            <p:cNvSpPr/>
            <p:nvPr/>
          </p:nvSpPr>
          <p:spPr>
            <a:xfrm>
              <a:off x="852480" y="880560"/>
              <a:ext cx="357480" cy="264240"/>
            </a:xfrm>
            <a:custGeom>
              <a:avLst/>
              <a:gdLst>
                <a:gd name="textAreaLeft" fmla="*/ 0 w 357480"/>
                <a:gd name="textAreaRight" fmla="*/ 358560 w 357480"/>
                <a:gd name="textAreaTop" fmla="*/ 0 h 264240"/>
                <a:gd name="textAreaBottom" fmla="*/ 265320 h 26424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Google Shape;1640;p88"/>
            <p:cNvSpPr/>
            <p:nvPr/>
          </p:nvSpPr>
          <p:spPr>
            <a:xfrm>
              <a:off x="750960" y="988920"/>
              <a:ext cx="455400" cy="210960"/>
            </a:xfrm>
            <a:custGeom>
              <a:avLst/>
              <a:gdLst>
                <a:gd name="textAreaLeft" fmla="*/ 0 w 455400"/>
                <a:gd name="textAreaRight" fmla="*/ 456480 w 455400"/>
                <a:gd name="textAreaTop" fmla="*/ 0 h 210960"/>
                <a:gd name="textAreaBottom" fmla="*/ 212040 h 2109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Google Shape;1641;p88"/>
            <p:cNvSpPr/>
            <p:nvPr/>
          </p:nvSpPr>
          <p:spPr>
            <a:xfrm>
              <a:off x="750960" y="997200"/>
              <a:ext cx="455400" cy="210960"/>
            </a:xfrm>
            <a:custGeom>
              <a:avLst/>
              <a:gdLst>
                <a:gd name="textAreaLeft" fmla="*/ 0 w 455400"/>
                <a:gd name="textAreaRight" fmla="*/ 456480 w 455400"/>
                <a:gd name="textAreaTop" fmla="*/ 0 h 210960"/>
                <a:gd name="textAreaBottom" fmla="*/ 212040 h 2109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Google Shape;1642;p88"/>
            <p:cNvSpPr/>
            <p:nvPr/>
          </p:nvSpPr>
          <p:spPr>
            <a:xfrm>
              <a:off x="750960" y="986760"/>
              <a:ext cx="455400" cy="210960"/>
            </a:xfrm>
            <a:custGeom>
              <a:avLst/>
              <a:gdLst>
                <a:gd name="textAreaLeft" fmla="*/ 0 w 455400"/>
                <a:gd name="textAreaRight" fmla="*/ 456480 w 455400"/>
                <a:gd name="textAreaTop" fmla="*/ 0 h 210960"/>
                <a:gd name="textAreaBottom" fmla="*/ 212040 h 2109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1643;p88"/>
            <p:cNvSpPr/>
            <p:nvPr/>
          </p:nvSpPr>
          <p:spPr>
            <a:xfrm>
              <a:off x="750960" y="997560"/>
              <a:ext cx="450000" cy="200520"/>
            </a:xfrm>
            <a:custGeom>
              <a:avLst/>
              <a:gdLst>
                <a:gd name="textAreaLeft" fmla="*/ 0 w 450000"/>
                <a:gd name="textAreaRight" fmla="*/ 451080 w 450000"/>
                <a:gd name="textAreaTop" fmla="*/ 0 h 200520"/>
                <a:gd name="textAreaBottom" fmla="*/ 201600 h 20052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1" name="Google Shape;1644;p88"/>
          <p:cNvGrpSpPr/>
          <p:nvPr/>
        </p:nvGrpSpPr>
        <p:grpSpPr>
          <a:xfrm>
            <a:off x="10124640" y="1269360"/>
            <a:ext cx="1469160" cy="767880"/>
            <a:chOff x="10124640" y="1269360"/>
            <a:chExt cx="1469160" cy="767880"/>
          </a:xfrm>
        </p:grpSpPr>
        <p:grpSp>
          <p:nvGrpSpPr>
            <p:cNvPr id="1062" name="Google Shape;1645;p88"/>
            <p:cNvGrpSpPr/>
            <p:nvPr/>
          </p:nvGrpSpPr>
          <p:grpSpPr>
            <a:xfrm>
              <a:off x="10124640" y="1269360"/>
              <a:ext cx="1223640" cy="298800"/>
              <a:chOff x="10124640" y="1269360"/>
              <a:chExt cx="1223640" cy="298800"/>
            </a:xfrm>
          </p:grpSpPr>
          <p:sp>
            <p:nvSpPr>
              <p:cNvPr id="1063" name="Google Shape;1646;p88"/>
              <p:cNvSpPr/>
              <p:nvPr/>
            </p:nvSpPr>
            <p:spPr>
              <a:xfrm>
                <a:off x="10124640" y="1269360"/>
                <a:ext cx="148680" cy="297360"/>
              </a:xfrm>
              <a:custGeom>
                <a:avLst/>
                <a:gdLst>
                  <a:gd name="textAreaLeft" fmla="*/ 0 w 148680"/>
                  <a:gd name="textAreaRight" fmla="*/ 149760 w 148680"/>
                  <a:gd name="textAreaTop" fmla="*/ 0 h 297360"/>
                  <a:gd name="textAreaBottom" fmla="*/ 298440 h 2973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Google Shape;1647;p88"/>
              <p:cNvSpPr/>
              <p:nvPr/>
            </p:nvSpPr>
            <p:spPr>
              <a:xfrm>
                <a:off x="10305360" y="1324800"/>
                <a:ext cx="228960" cy="243000"/>
              </a:xfrm>
              <a:custGeom>
                <a:avLst/>
                <a:gdLst>
                  <a:gd name="textAreaLeft" fmla="*/ 0 w 228960"/>
                  <a:gd name="textAreaRight" fmla="*/ 230040 w 22896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Google Shape;1648;p88"/>
              <p:cNvSpPr/>
              <p:nvPr/>
            </p:nvSpPr>
            <p:spPr>
              <a:xfrm>
                <a:off x="10573560" y="1325160"/>
                <a:ext cx="216720" cy="243000"/>
              </a:xfrm>
              <a:custGeom>
                <a:avLst/>
                <a:gdLst>
                  <a:gd name="textAreaLeft" fmla="*/ 0 w 216720"/>
                  <a:gd name="textAreaRight" fmla="*/ 217800 w 216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Google Shape;1649;p88"/>
              <p:cNvSpPr/>
              <p:nvPr/>
            </p:nvSpPr>
            <p:spPr>
              <a:xfrm>
                <a:off x="10834560" y="1325160"/>
                <a:ext cx="213840" cy="237600"/>
              </a:xfrm>
              <a:custGeom>
                <a:avLst/>
                <a:gdLst>
                  <a:gd name="textAreaLeft" fmla="*/ 0 w 213840"/>
                  <a:gd name="textAreaRight" fmla="*/ 214920 w 213840"/>
                  <a:gd name="textAreaTop" fmla="*/ 0 h 237600"/>
                  <a:gd name="textAreaBottom" fmla="*/ 238680 h 2376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Google Shape;1650;p88"/>
              <p:cNvSpPr/>
              <p:nvPr/>
            </p:nvSpPr>
            <p:spPr>
              <a:xfrm>
                <a:off x="11095560" y="132516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68" name="Google Shape;1651;p88"/>
            <p:cNvGrpSpPr/>
            <p:nvPr/>
          </p:nvGrpSpPr>
          <p:grpSpPr>
            <a:xfrm>
              <a:off x="10546560" y="1648080"/>
              <a:ext cx="1047240" cy="389160"/>
              <a:chOff x="10546560" y="1648080"/>
              <a:chExt cx="1047240" cy="389160"/>
            </a:xfrm>
          </p:grpSpPr>
          <p:sp>
            <p:nvSpPr>
              <p:cNvPr id="1069" name="Google Shape;1652;p88"/>
              <p:cNvSpPr/>
              <p:nvPr/>
            </p:nvSpPr>
            <p:spPr>
              <a:xfrm>
                <a:off x="10546560" y="1648080"/>
                <a:ext cx="65520" cy="31824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Google Shape;1653;p88"/>
              <p:cNvSpPr/>
              <p:nvPr/>
            </p:nvSpPr>
            <p:spPr>
              <a:xfrm>
                <a:off x="10664280" y="172872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Google Shape;1654;p88"/>
              <p:cNvSpPr/>
              <p:nvPr/>
            </p:nvSpPr>
            <p:spPr>
              <a:xfrm>
                <a:off x="10955160" y="1728720"/>
                <a:ext cx="245160" cy="308520"/>
              </a:xfrm>
              <a:custGeom>
                <a:avLst/>
                <a:gdLst>
                  <a:gd name="textAreaLeft" fmla="*/ 0 w 245160"/>
                  <a:gd name="textAreaRight" fmla="*/ 246240 w 245160"/>
                  <a:gd name="textAreaTop" fmla="*/ 0 h 308520"/>
                  <a:gd name="textAreaBottom" fmla="*/ 309600 h 3085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Google Shape;1655;p88"/>
              <p:cNvSpPr/>
              <p:nvPr/>
            </p:nvSpPr>
            <p:spPr>
              <a:xfrm>
                <a:off x="11262240" y="1648440"/>
                <a:ext cx="69120" cy="318240"/>
              </a:xfrm>
              <a:custGeom>
                <a:avLst/>
                <a:gdLst>
                  <a:gd name="textAreaLeft" fmla="*/ 0 w 69120"/>
                  <a:gd name="textAreaRight" fmla="*/ 70200 w 691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Google Shape;1656;p88"/>
              <p:cNvSpPr/>
              <p:nvPr/>
            </p:nvSpPr>
            <p:spPr>
              <a:xfrm>
                <a:off x="11379240" y="1730520"/>
                <a:ext cx="214560" cy="240480"/>
              </a:xfrm>
              <a:custGeom>
                <a:avLst/>
                <a:gdLst>
                  <a:gd name="textAreaLeft" fmla="*/ 0 w 214560"/>
                  <a:gd name="textAreaRight" fmla="*/ 215640 w 214560"/>
                  <a:gd name="textAreaTop" fmla="*/ 0 h 240480"/>
                  <a:gd name="textAreaBottom" fmla="*/ 241560 h 2404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4" name="Google Shape;1657;p88"/>
          <p:cNvGrpSpPr/>
          <p:nvPr/>
        </p:nvGrpSpPr>
        <p:grpSpPr>
          <a:xfrm>
            <a:off x="10113480" y="597240"/>
            <a:ext cx="1269720" cy="573480"/>
            <a:chOff x="10113480" y="597240"/>
            <a:chExt cx="1269720" cy="573480"/>
          </a:xfrm>
        </p:grpSpPr>
        <p:grpSp>
          <p:nvGrpSpPr>
            <p:cNvPr id="1075" name="Google Shape;1658;p88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1076" name="Google Shape;1659;p88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Google Shape;1660;p88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Google Shape;1661;p88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Google Shape;1662;p88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Google Shape;1663;p88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Google Shape;1664;p88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Google Shape;1665;p88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Google Shape;1666;p88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Google Shape;1667;p88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Google Shape;1668;p88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Google Shape;1669;p88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Google Shape;1670;p88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Google Shape;1671;p88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Google Shape;1672;p88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Google Shape;1673;p88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Google Shape;1674;p88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Google Shape;1675;p88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Google Shape;1676;p88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Google Shape;1677;p88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Google Shape;1678;p88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Google Shape;1679;p88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Google Shape;1680;p88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Google Shape;1681;p88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99" name="Google Shape;1682;p88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1100" name="Google Shape;1683;p88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Google Shape;1684;p88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Google Shape;1685;p88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Google Shape;1686;p88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Google Shape;1687;p88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05" name="Google Shape;1688;p88"/>
          <p:cNvGrpSpPr/>
          <p:nvPr/>
        </p:nvGrpSpPr>
        <p:grpSpPr>
          <a:xfrm>
            <a:off x="1275480" y="995040"/>
            <a:ext cx="1192320" cy="211320"/>
            <a:chOff x="1275480" y="995040"/>
            <a:chExt cx="1192320" cy="211320"/>
          </a:xfrm>
        </p:grpSpPr>
        <p:sp>
          <p:nvSpPr>
            <p:cNvPr id="1106" name="Google Shape;1689;p88"/>
            <p:cNvSpPr/>
            <p:nvPr/>
          </p:nvSpPr>
          <p:spPr>
            <a:xfrm>
              <a:off x="1275480" y="1010160"/>
              <a:ext cx="208080" cy="192960"/>
            </a:xfrm>
            <a:custGeom>
              <a:avLst/>
              <a:gdLst>
                <a:gd name="textAreaLeft" fmla="*/ 0 w 208080"/>
                <a:gd name="textAreaRight" fmla="*/ 209160 w 208080"/>
                <a:gd name="textAreaTop" fmla="*/ 0 h 192960"/>
                <a:gd name="textAreaBottom" fmla="*/ 194040 h 19296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Google Shape;1690;p88"/>
            <p:cNvSpPr/>
            <p:nvPr/>
          </p:nvSpPr>
          <p:spPr>
            <a:xfrm>
              <a:off x="1527480" y="1062360"/>
              <a:ext cx="30960" cy="140760"/>
            </a:xfrm>
            <a:custGeom>
              <a:avLst/>
              <a:gdLst>
                <a:gd name="textAreaLeft" fmla="*/ 0 w 30960"/>
                <a:gd name="textAreaRight" fmla="*/ 32040 w 30960"/>
                <a:gd name="textAreaTop" fmla="*/ 0 h 140760"/>
                <a:gd name="textAreaBottom" fmla="*/ 141840 h 14076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Google Shape;1691;p88"/>
            <p:cNvSpPr/>
            <p:nvPr/>
          </p:nvSpPr>
          <p:spPr>
            <a:xfrm>
              <a:off x="1523520" y="998640"/>
              <a:ext cx="39600" cy="3744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37440"/>
                <a:gd name="textAreaBottom" fmla="*/ 38520 h 3744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Google Shape;1692;p88"/>
            <p:cNvSpPr/>
            <p:nvPr/>
          </p:nvSpPr>
          <p:spPr>
            <a:xfrm>
              <a:off x="1592280" y="1058760"/>
              <a:ext cx="115920" cy="147600"/>
            </a:xfrm>
            <a:custGeom>
              <a:avLst/>
              <a:gdLst>
                <a:gd name="textAreaLeft" fmla="*/ 0 w 115920"/>
                <a:gd name="textAreaRight" fmla="*/ 117000 w 11592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Google Shape;1693;p88"/>
            <p:cNvSpPr/>
            <p:nvPr/>
          </p:nvSpPr>
          <p:spPr>
            <a:xfrm>
              <a:off x="1734120" y="1059840"/>
              <a:ext cx="82080" cy="143280"/>
            </a:xfrm>
            <a:custGeom>
              <a:avLst/>
              <a:gdLst>
                <a:gd name="textAreaLeft" fmla="*/ 0 w 82080"/>
                <a:gd name="textAreaRight" fmla="*/ 83160 w 82080"/>
                <a:gd name="textAreaTop" fmla="*/ 0 h 143280"/>
                <a:gd name="textAreaBottom" fmla="*/ 144360 h 1432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Google Shape;1694;p88"/>
            <p:cNvSpPr/>
            <p:nvPr/>
          </p:nvSpPr>
          <p:spPr>
            <a:xfrm>
              <a:off x="1828800" y="1058760"/>
              <a:ext cx="145080" cy="147600"/>
            </a:xfrm>
            <a:custGeom>
              <a:avLst/>
              <a:gdLst>
                <a:gd name="textAreaLeft" fmla="*/ 0 w 145080"/>
                <a:gd name="textAreaRight" fmla="*/ 146160 w 14508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Google Shape;1695;p88"/>
            <p:cNvSpPr/>
            <p:nvPr/>
          </p:nvSpPr>
          <p:spPr>
            <a:xfrm>
              <a:off x="1992600" y="1058760"/>
              <a:ext cx="105120" cy="1476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Google Shape;1696;p88"/>
            <p:cNvSpPr/>
            <p:nvPr/>
          </p:nvSpPr>
          <p:spPr>
            <a:xfrm>
              <a:off x="2117880" y="1058760"/>
              <a:ext cx="145080" cy="147600"/>
            </a:xfrm>
            <a:custGeom>
              <a:avLst/>
              <a:gdLst>
                <a:gd name="textAreaLeft" fmla="*/ 0 w 145080"/>
                <a:gd name="textAreaRight" fmla="*/ 146160 w 14508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Google Shape;1697;p88"/>
            <p:cNvSpPr/>
            <p:nvPr/>
          </p:nvSpPr>
          <p:spPr>
            <a:xfrm>
              <a:off x="2280960" y="995040"/>
              <a:ext cx="186840" cy="211320"/>
            </a:xfrm>
            <a:custGeom>
              <a:avLst/>
              <a:gdLst>
                <a:gd name="textAreaLeft" fmla="*/ 0 w 186840"/>
                <a:gd name="textAreaRight" fmla="*/ 187920 w 186840"/>
                <a:gd name="textAreaTop" fmla="*/ 0 h 211320"/>
                <a:gd name="textAreaBottom" fmla="*/ 212400 h 21132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5" name="Google Shape;1698;p88"/>
          <p:cNvGrpSpPr/>
          <p:nvPr/>
        </p:nvGrpSpPr>
        <p:grpSpPr>
          <a:xfrm>
            <a:off x="2568960" y="995040"/>
            <a:ext cx="1915560" cy="211320"/>
            <a:chOff x="2568960" y="995040"/>
            <a:chExt cx="1915560" cy="211320"/>
          </a:xfrm>
        </p:grpSpPr>
        <p:sp>
          <p:nvSpPr>
            <p:cNvPr id="1116" name="Google Shape;1699;p88"/>
            <p:cNvSpPr/>
            <p:nvPr/>
          </p:nvSpPr>
          <p:spPr>
            <a:xfrm>
              <a:off x="2568960" y="1010160"/>
              <a:ext cx="128880" cy="192960"/>
            </a:xfrm>
            <a:custGeom>
              <a:avLst/>
              <a:gdLst>
                <a:gd name="textAreaLeft" fmla="*/ 0 w 128880"/>
                <a:gd name="textAreaRight" fmla="*/ 129960 w 128880"/>
                <a:gd name="textAreaTop" fmla="*/ 0 h 192960"/>
                <a:gd name="textAreaBottom" fmla="*/ 194040 h 1929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7" name="Google Shape;1700;p88"/>
            <p:cNvSpPr/>
            <p:nvPr/>
          </p:nvSpPr>
          <p:spPr>
            <a:xfrm>
              <a:off x="2707920" y="1058760"/>
              <a:ext cx="145080" cy="147600"/>
            </a:xfrm>
            <a:custGeom>
              <a:avLst/>
              <a:gdLst>
                <a:gd name="textAreaLeft" fmla="*/ 0 w 145080"/>
                <a:gd name="textAreaRight" fmla="*/ 146160 w 14508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Google Shape;1701;p88"/>
            <p:cNvSpPr/>
            <p:nvPr/>
          </p:nvSpPr>
          <p:spPr>
            <a:xfrm>
              <a:off x="2867040" y="1062360"/>
              <a:ext cx="207720" cy="140760"/>
            </a:xfrm>
            <a:custGeom>
              <a:avLst/>
              <a:gdLst>
                <a:gd name="textAreaLeft" fmla="*/ 0 w 207720"/>
                <a:gd name="textAreaRight" fmla="*/ 208800 w 207720"/>
                <a:gd name="textAreaTop" fmla="*/ 0 h 140760"/>
                <a:gd name="textAreaBottom" fmla="*/ 141840 h 14076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Google Shape;1702;p88"/>
            <p:cNvSpPr/>
            <p:nvPr/>
          </p:nvSpPr>
          <p:spPr>
            <a:xfrm>
              <a:off x="3089160" y="1058760"/>
              <a:ext cx="128160" cy="147600"/>
            </a:xfrm>
            <a:custGeom>
              <a:avLst/>
              <a:gdLst>
                <a:gd name="textAreaLeft" fmla="*/ 0 w 128160"/>
                <a:gd name="textAreaRight" fmla="*/ 129240 w 12816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Google Shape;1703;p88"/>
            <p:cNvSpPr/>
            <p:nvPr/>
          </p:nvSpPr>
          <p:spPr>
            <a:xfrm>
              <a:off x="3247200" y="1059840"/>
              <a:ext cx="82080" cy="143280"/>
            </a:xfrm>
            <a:custGeom>
              <a:avLst/>
              <a:gdLst>
                <a:gd name="textAreaLeft" fmla="*/ 0 w 82080"/>
                <a:gd name="textAreaRight" fmla="*/ 83160 w 82080"/>
                <a:gd name="textAreaTop" fmla="*/ 0 h 143280"/>
                <a:gd name="textAreaBottom" fmla="*/ 144360 h 1432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Google Shape;1704;p88"/>
            <p:cNvSpPr/>
            <p:nvPr/>
          </p:nvSpPr>
          <p:spPr>
            <a:xfrm>
              <a:off x="3427200" y="1010160"/>
              <a:ext cx="128880" cy="192960"/>
            </a:xfrm>
            <a:custGeom>
              <a:avLst/>
              <a:gdLst>
                <a:gd name="textAreaLeft" fmla="*/ 0 w 128880"/>
                <a:gd name="textAreaRight" fmla="*/ 129960 w 128880"/>
                <a:gd name="textAreaTop" fmla="*/ 0 h 192960"/>
                <a:gd name="textAreaBottom" fmla="*/ 194040 h 1929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Google Shape;1705;p88"/>
            <p:cNvSpPr/>
            <p:nvPr/>
          </p:nvSpPr>
          <p:spPr>
            <a:xfrm>
              <a:off x="3585240" y="999000"/>
              <a:ext cx="30960" cy="204120"/>
            </a:xfrm>
            <a:custGeom>
              <a:avLst/>
              <a:gdLst>
                <a:gd name="textAreaLeft" fmla="*/ 0 w 30960"/>
                <a:gd name="textAreaRight" fmla="*/ 32040 w 30960"/>
                <a:gd name="textAreaTop" fmla="*/ 0 h 204120"/>
                <a:gd name="textAreaBottom" fmla="*/ 205200 h 20412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1706;p88"/>
            <p:cNvSpPr/>
            <p:nvPr/>
          </p:nvSpPr>
          <p:spPr>
            <a:xfrm>
              <a:off x="3646800" y="1058760"/>
              <a:ext cx="118080" cy="14760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1707;p88"/>
            <p:cNvSpPr/>
            <p:nvPr/>
          </p:nvSpPr>
          <p:spPr>
            <a:xfrm>
              <a:off x="3788640" y="1020240"/>
              <a:ext cx="91080" cy="185760"/>
            </a:xfrm>
            <a:custGeom>
              <a:avLst/>
              <a:gdLst>
                <a:gd name="textAreaLeft" fmla="*/ 0 w 91080"/>
                <a:gd name="textAreaRight" fmla="*/ 92160 w 91080"/>
                <a:gd name="textAreaTop" fmla="*/ 0 h 185760"/>
                <a:gd name="textAreaBottom" fmla="*/ 186840 h 18576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1708;p88"/>
            <p:cNvSpPr/>
            <p:nvPr/>
          </p:nvSpPr>
          <p:spPr>
            <a:xfrm>
              <a:off x="3891240" y="995040"/>
              <a:ext cx="96480" cy="208080"/>
            </a:xfrm>
            <a:custGeom>
              <a:avLst/>
              <a:gdLst>
                <a:gd name="textAreaLeft" fmla="*/ 0 w 96480"/>
                <a:gd name="textAreaRight" fmla="*/ 97560 w 96480"/>
                <a:gd name="textAreaTop" fmla="*/ 0 h 208080"/>
                <a:gd name="textAreaBottom" fmla="*/ 209160 h 20808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1709;p88"/>
            <p:cNvSpPr/>
            <p:nvPr/>
          </p:nvSpPr>
          <p:spPr>
            <a:xfrm>
              <a:off x="3992760" y="1058760"/>
              <a:ext cx="145080" cy="147600"/>
            </a:xfrm>
            <a:custGeom>
              <a:avLst/>
              <a:gdLst>
                <a:gd name="textAreaLeft" fmla="*/ 0 w 145080"/>
                <a:gd name="textAreaRight" fmla="*/ 146160 w 145080"/>
                <a:gd name="textAreaTop" fmla="*/ 0 h 147600"/>
                <a:gd name="textAreaBottom" fmla="*/ 148680 h 1476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Google Shape;1710;p88"/>
            <p:cNvSpPr/>
            <p:nvPr/>
          </p:nvSpPr>
          <p:spPr>
            <a:xfrm>
              <a:off x="4169160" y="1059840"/>
              <a:ext cx="82080" cy="143280"/>
            </a:xfrm>
            <a:custGeom>
              <a:avLst/>
              <a:gdLst>
                <a:gd name="textAreaLeft" fmla="*/ 0 w 82080"/>
                <a:gd name="textAreaRight" fmla="*/ 83160 w 82080"/>
                <a:gd name="textAreaTop" fmla="*/ 0 h 143280"/>
                <a:gd name="textAreaBottom" fmla="*/ 144360 h 14328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711;p88"/>
            <p:cNvSpPr/>
            <p:nvPr/>
          </p:nvSpPr>
          <p:spPr>
            <a:xfrm>
              <a:off x="4273200" y="1058760"/>
              <a:ext cx="211320" cy="144360"/>
            </a:xfrm>
            <a:custGeom>
              <a:avLst/>
              <a:gdLst>
                <a:gd name="textAreaLeft" fmla="*/ 0 w 211320"/>
                <a:gd name="textAreaRight" fmla="*/ 212400 w 211320"/>
                <a:gd name="textAreaTop" fmla="*/ 0 h 144360"/>
                <a:gd name="textAreaBottom" fmla="*/ 145440 h 14436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713;p89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Google Shape;1714;p89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Google Shape;1715;p89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Google Shape;1716;p89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1717;p89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1718;p89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1719;p89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Google Shape;1720;p89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Google Shape;1721;p89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Google Shape;1722;p89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1723;p89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40" name="Google Shape;1724;p89"/>
          <p:cNvGrpSpPr/>
          <p:nvPr/>
        </p:nvGrpSpPr>
        <p:grpSpPr>
          <a:xfrm>
            <a:off x="8899560" y="1396080"/>
            <a:ext cx="2466360" cy="495360"/>
            <a:chOff x="8899560" y="1396080"/>
            <a:chExt cx="2466360" cy="495360"/>
          </a:xfrm>
        </p:grpSpPr>
        <p:grpSp>
          <p:nvGrpSpPr>
            <p:cNvPr id="1141" name="Google Shape;1725;p89"/>
            <p:cNvGrpSpPr/>
            <p:nvPr/>
          </p:nvGrpSpPr>
          <p:grpSpPr>
            <a:xfrm>
              <a:off x="8899560" y="1396080"/>
              <a:ext cx="473040" cy="495360"/>
              <a:chOff x="8899560" y="1396080"/>
              <a:chExt cx="473040" cy="495360"/>
            </a:xfrm>
          </p:grpSpPr>
          <p:sp>
            <p:nvSpPr>
              <p:cNvPr id="1142" name="Google Shape;1726;p89"/>
              <p:cNvSpPr/>
              <p:nvPr/>
            </p:nvSpPr>
            <p:spPr>
              <a:xfrm>
                <a:off x="8899560" y="1699560"/>
                <a:ext cx="192240" cy="191880"/>
              </a:xfrm>
              <a:custGeom>
                <a:avLst/>
                <a:gdLst>
                  <a:gd name="textAreaLeft" fmla="*/ 0 w 192240"/>
                  <a:gd name="textAreaRight" fmla="*/ 193320 w 192240"/>
                  <a:gd name="textAreaTop" fmla="*/ 0 h 191880"/>
                  <a:gd name="textAreaBottom" fmla="*/ 192960 h 19188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Google Shape;1727;p89"/>
              <p:cNvSpPr/>
              <p:nvPr/>
            </p:nvSpPr>
            <p:spPr>
              <a:xfrm>
                <a:off x="9007560" y="1396080"/>
                <a:ext cx="365040" cy="280800"/>
              </a:xfrm>
              <a:custGeom>
                <a:avLst/>
                <a:gdLst>
                  <a:gd name="textAreaLeft" fmla="*/ 0 w 365040"/>
                  <a:gd name="textAreaRight" fmla="*/ 366120 w 365040"/>
                  <a:gd name="textAreaTop" fmla="*/ 0 h 280800"/>
                  <a:gd name="textAreaBottom" fmla="*/ 281880 h 28080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Google Shape;1728;p89"/>
              <p:cNvSpPr/>
              <p:nvPr/>
            </p:nvSpPr>
            <p:spPr>
              <a:xfrm>
                <a:off x="9007560" y="1396080"/>
                <a:ext cx="365040" cy="270000"/>
              </a:xfrm>
              <a:custGeom>
                <a:avLst/>
                <a:gdLst>
                  <a:gd name="textAreaLeft" fmla="*/ 0 w 365040"/>
                  <a:gd name="textAreaRight" fmla="*/ 366120 w 365040"/>
                  <a:gd name="textAreaTop" fmla="*/ 0 h 270000"/>
                  <a:gd name="textAreaBottom" fmla="*/ 271080 h 27000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Google Shape;1729;p89"/>
              <p:cNvSpPr/>
              <p:nvPr/>
            </p:nvSpPr>
            <p:spPr>
              <a:xfrm>
                <a:off x="8903520" y="1506600"/>
                <a:ext cx="464760" cy="215640"/>
              </a:xfrm>
              <a:custGeom>
                <a:avLst/>
                <a:gdLst>
                  <a:gd name="textAreaLeft" fmla="*/ 0 w 464760"/>
                  <a:gd name="textAreaRight" fmla="*/ 465840 w 464760"/>
                  <a:gd name="textAreaTop" fmla="*/ 0 h 215640"/>
                  <a:gd name="textAreaBottom" fmla="*/ 216720 h 2156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1730;p89"/>
              <p:cNvSpPr/>
              <p:nvPr/>
            </p:nvSpPr>
            <p:spPr>
              <a:xfrm>
                <a:off x="8903520" y="1515240"/>
                <a:ext cx="464760" cy="215640"/>
              </a:xfrm>
              <a:custGeom>
                <a:avLst/>
                <a:gdLst>
                  <a:gd name="textAreaLeft" fmla="*/ 0 w 464760"/>
                  <a:gd name="textAreaRight" fmla="*/ 465840 w 464760"/>
                  <a:gd name="textAreaTop" fmla="*/ 0 h 215640"/>
                  <a:gd name="textAreaBottom" fmla="*/ 216720 h 2156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1731;p89"/>
              <p:cNvSpPr/>
              <p:nvPr/>
            </p:nvSpPr>
            <p:spPr>
              <a:xfrm>
                <a:off x="8903520" y="1504440"/>
                <a:ext cx="464760" cy="215640"/>
              </a:xfrm>
              <a:custGeom>
                <a:avLst/>
                <a:gdLst>
                  <a:gd name="textAreaLeft" fmla="*/ 0 w 464760"/>
                  <a:gd name="textAreaRight" fmla="*/ 465840 w 464760"/>
                  <a:gd name="textAreaTop" fmla="*/ 0 h 215640"/>
                  <a:gd name="textAreaBottom" fmla="*/ 216720 h 2156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1732;p89"/>
              <p:cNvSpPr/>
              <p:nvPr/>
            </p:nvSpPr>
            <p:spPr>
              <a:xfrm>
                <a:off x="8903880" y="1515240"/>
                <a:ext cx="459360" cy="204480"/>
              </a:xfrm>
              <a:custGeom>
                <a:avLst/>
                <a:gdLst>
                  <a:gd name="textAreaLeft" fmla="*/ 0 w 459360"/>
                  <a:gd name="textAreaRight" fmla="*/ 460440 w 459360"/>
                  <a:gd name="textAreaTop" fmla="*/ 0 h 204480"/>
                  <a:gd name="textAreaBottom" fmla="*/ 205560 h 20448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9" name="Google Shape;1733;p89"/>
            <p:cNvGrpSpPr/>
            <p:nvPr/>
          </p:nvGrpSpPr>
          <p:grpSpPr>
            <a:xfrm>
              <a:off x="9447120" y="1396080"/>
              <a:ext cx="1192320" cy="211320"/>
              <a:chOff x="9447120" y="1396080"/>
              <a:chExt cx="1192320" cy="211320"/>
            </a:xfrm>
          </p:grpSpPr>
          <p:sp>
            <p:nvSpPr>
              <p:cNvPr id="1150" name="Google Shape;1734;p89"/>
              <p:cNvSpPr/>
              <p:nvPr/>
            </p:nvSpPr>
            <p:spPr>
              <a:xfrm>
                <a:off x="9447120" y="1411200"/>
                <a:ext cx="208080" cy="192960"/>
              </a:xfrm>
              <a:custGeom>
                <a:avLst/>
                <a:gdLst>
                  <a:gd name="textAreaLeft" fmla="*/ 0 w 208080"/>
                  <a:gd name="textAreaRight" fmla="*/ 209160 w 208080"/>
                  <a:gd name="textAreaTop" fmla="*/ 0 h 192960"/>
                  <a:gd name="textAreaBottom" fmla="*/ 194040 h 19296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1735;p89"/>
              <p:cNvSpPr/>
              <p:nvPr/>
            </p:nvSpPr>
            <p:spPr>
              <a:xfrm>
                <a:off x="9699120" y="1463400"/>
                <a:ext cx="30960" cy="140760"/>
              </a:xfrm>
              <a:custGeom>
                <a:avLst/>
                <a:gdLst>
                  <a:gd name="textAreaLeft" fmla="*/ 0 w 30960"/>
                  <a:gd name="textAreaRight" fmla="*/ 32040 w 30960"/>
                  <a:gd name="textAreaTop" fmla="*/ 0 h 140760"/>
                  <a:gd name="textAreaBottom" fmla="*/ 141840 h 14076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1736;p89"/>
              <p:cNvSpPr/>
              <p:nvPr/>
            </p:nvSpPr>
            <p:spPr>
              <a:xfrm>
                <a:off x="9695160" y="1399680"/>
                <a:ext cx="39600" cy="374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7440"/>
                  <a:gd name="textAreaBottom" fmla="*/ 38520 h 3744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1737;p89"/>
              <p:cNvSpPr/>
              <p:nvPr/>
            </p:nvSpPr>
            <p:spPr>
              <a:xfrm>
                <a:off x="9763920" y="1459800"/>
                <a:ext cx="115920" cy="147600"/>
              </a:xfrm>
              <a:custGeom>
                <a:avLst/>
                <a:gdLst>
                  <a:gd name="textAreaLeft" fmla="*/ 0 w 115920"/>
                  <a:gd name="textAreaRight" fmla="*/ 117000 w 11592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1738;p89"/>
              <p:cNvSpPr/>
              <p:nvPr/>
            </p:nvSpPr>
            <p:spPr>
              <a:xfrm>
                <a:off x="9905760" y="1460880"/>
                <a:ext cx="82080" cy="143280"/>
              </a:xfrm>
              <a:custGeom>
                <a:avLst/>
                <a:gdLst>
                  <a:gd name="textAreaLeft" fmla="*/ 0 w 82080"/>
                  <a:gd name="textAreaRight" fmla="*/ 83160 w 82080"/>
                  <a:gd name="textAreaTop" fmla="*/ 0 h 143280"/>
                  <a:gd name="textAreaBottom" fmla="*/ 144360 h 1432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1739;p89"/>
              <p:cNvSpPr/>
              <p:nvPr/>
            </p:nvSpPr>
            <p:spPr>
              <a:xfrm>
                <a:off x="10000800" y="1459800"/>
                <a:ext cx="145080" cy="147600"/>
              </a:xfrm>
              <a:custGeom>
                <a:avLst/>
                <a:gdLst>
                  <a:gd name="textAreaLeft" fmla="*/ 0 w 145080"/>
                  <a:gd name="textAreaRight" fmla="*/ 146160 w 14508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1740;p89"/>
              <p:cNvSpPr/>
              <p:nvPr/>
            </p:nvSpPr>
            <p:spPr>
              <a:xfrm>
                <a:off x="10164600" y="1459800"/>
                <a:ext cx="105120" cy="147600"/>
              </a:xfrm>
              <a:custGeom>
                <a:avLst/>
                <a:gdLst>
                  <a:gd name="textAreaLeft" fmla="*/ 0 w 105120"/>
                  <a:gd name="textAreaRight" fmla="*/ 106200 w 10512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1741;p89"/>
              <p:cNvSpPr/>
              <p:nvPr/>
            </p:nvSpPr>
            <p:spPr>
              <a:xfrm>
                <a:off x="10289520" y="1459800"/>
                <a:ext cx="145080" cy="147600"/>
              </a:xfrm>
              <a:custGeom>
                <a:avLst/>
                <a:gdLst>
                  <a:gd name="textAreaLeft" fmla="*/ 0 w 145080"/>
                  <a:gd name="textAreaRight" fmla="*/ 146160 w 14508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1742;p89"/>
              <p:cNvSpPr/>
              <p:nvPr/>
            </p:nvSpPr>
            <p:spPr>
              <a:xfrm>
                <a:off x="10452600" y="1396080"/>
                <a:ext cx="186840" cy="211320"/>
              </a:xfrm>
              <a:custGeom>
                <a:avLst/>
                <a:gdLst>
                  <a:gd name="textAreaLeft" fmla="*/ 0 w 186840"/>
                  <a:gd name="textAreaRight" fmla="*/ 187920 w 186840"/>
                  <a:gd name="textAreaTop" fmla="*/ 0 h 211320"/>
                  <a:gd name="textAreaBottom" fmla="*/ 212400 h 21132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9" name="Google Shape;1743;p89"/>
            <p:cNvGrpSpPr/>
            <p:nvPr/>
          </p:nvGrpSpPr>
          <p:grpSpPr>
            <a:xfrm>
              <a:off x="9450360" y="1679760"/>
              <a:ext cx="1915560" cy="211320"/>
              <a:chOff x="9450360" y="1679760"/>
              <a:chExt cx="1915560" cy="211320"/>
            </a:xfrm>
          </p:grpSpPr>
          <p:sp>
            <p:nvSpPr>
              <p:cNvPr id="1160" name="Google Shape;1744;p89"/>
              <p:cNvSpPr/>
              <p:nvPr/>
            </p:nvSpPr>
            <p:spPr>
              <a:xfrm>
                <a:off x="9450360" y="1694880"/>
                <a:ext cx="128880" cy="192960"/>
              </a:xfrm>
              <a:custGeom>
                <a:avLst/>
                <a:gdLst>
                  <a:gd name="textAreaLeft" fmla="*/ 0 w 128880"/>
                  <a:gd name="textAreaRight" fmla="*/ 129960 w 128880"/>
                  <a:gd name="textAreaTop" fmla="*/ 0 h 192960"/>
                  <a:gd name="textAreaBottom" fmla="*/ 194040 h 1929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Google Shape;1745;p89"/>
              <p:cNvSpPr/>
              <p:nvPr/>
            </p:nvSpPr>
            <p:spPr>
              <a:xfrm>
                <a:off x="9589320" y="1743480"/>
                <a:ext cx="145080" cy="147600"/>
              </a:xfrm>
              <a:custGeom>
                <a:avLst/>
                <a:gdLst>
                  <a:gd name="textAreaLeft" fmla="*/ 0 w 145080"/>
                  <a:gd name="textAreaRight" fmla="*/ 146160 w 14508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1746;p89"/>
              <p:cNvSpPr/>
              <p:nvPr/>
            </p:nvSpPr>
            <p:spPr>
              <a:xfrm>
                <a:off x="9748440" y="1747080"/>
                <a:ext cx="207720" cy="140760"/>
              </a:xfrm>
              <a:custGeom>
                <a:avLst/>
                <a:gdLst>
                  <a:gd name="textAreaLeft" fmla="*/ 0 w 207720"/>
                  <a:gd name="textAreaRight" fmla="*/ 208800 w 207720"/>
                  <a:gd name="textAreaTop" fmla="*/ 0 h 140760"/>
                  <a:gd name="textAreaBottom" fmla="*/ 141840 h 14076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1747;p89"/>
              <p:cNvSpPr/>
              <p:nvPr/>
            </p:nvSpPr>
            <p:spPr>
              <a:xfrm>
                <a:off x="9970560" y="1743480"/>
                <a:ext cx="128160" cy="147600"/>
              </a:xfrm>
              <a:custGeom>
                <a:avLst/>
                <a:gdLst>
                  <a:gd name="textAreaLeft" fmla="*/ 0 w 128160"/>
                  <a:gd name="textAreaRight" fmla="*/ 129240 w 12816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Google Shape;1748;p89"/>
              <p:cNvSpPr/>
              <p:nvPr/>
            </p:nvSpPr>
            <p:spPr>
              <a:xfrm>
                <a:off x="10128600" y="1744560"/>
                <a:ext cx="82080" cy="143280"/>
              </a:xfrm>
              <a:custGeom>
                <a:avLst/>
                <a:gdLst>
                  <a:gd name="textAreaLeft" fmla="*/ 0 w 82080"/>
                  <a:gd name="textAreaRight" fmla="*/ 83160 w 82080"/>
                  <a:gd name="textAreaTop" fmla="*/ 0 h 143280"/>
                  <a:gd name="textAreaBottom" fmla="*/ 144360 h 1432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Google Shape;1749;p89"/>
              <p:cNvSpPr/>
              <p:nvPr/>
            </p:nvSpPr>
            <p:spPr>
              <a:xfrm>
                <a:off x="10308600" y="1694880"/>
                <a:ext cx="128880" cy="192960"/>
              </a:xfrm>
              <a:custGeom>
                <a:avLst/>
                <a:gdLst>
                  <a:gd name="textAreaLeft" fmla="*/ 0 w 128880"/>
                  <a:gd name="textAreaRight" fmla="*/ 129960 w 128880"/>
                  <a:gd name="textAreaTop" fmla="*/ 0 h 192960"/>
                  <a:gd name="textAreaBottom" fmla="*/ 194040 h 1929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Google Shape;1750;p89"/>
              <p:cNvSpPr/>
              <p:nvPr/>
            </p:nvSpPr>
            <p:spPr>
              <a:xfrm>
                <a:off x="10466640" y="1683720"/>
                <a:ext cx="30960" cy="204120"/>
              </a:xfrm>
              <a:custGeom>
                <a:avLst/>
                <a:gdLst>
                  <a:gd name="textAreaLeft" fmla="*/ 0 w 30960"/>
                  <a:gd name="textAreaRight" fmla="*/ 32040 w 30960"/>
                  <a:gd name="textAreaTop" fmla="*/ 0 h 204120"/>
                  <a:gd name="textAreaBottom" fmla="*/ 205200 h 20412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7" name="Google Shape;1751;p89"/>
              <p:cNvSpPr/>
              <p:nvPr/>
            </p:nvSpPr>
            <p:spPr>
              <a:xfrm>
                <a:off x="10528200" y="1743480"/>
                <a:ext cx="118080" cy="147600"/>
              </a:xfrm>
              <a:custGeom>
                <a:avLst/>
                <a:gdLst>
                  <a:gd name="textAreaLeft" fmla="*/ 0 w 118080"/>
                  <a:gd name="textAreaRight" fmla="*/ 119160 w 11808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Google Shape;1752;p89"/>
              <p:cNvSpPr/>
              <p:nvPr/>
            </p:nvSpPr>
            <p:spPr>
              <a:xfrm>
                <a:off x="10670040" y="1704960"/>
                <a:ext cx="91080" cy="185760"/>
              </a:xfrm>
              <a:custGeom>
                <a:avLst/>
                <a:gdLst>
                  <a:gd name="textAreaLeft" fmla="*/ 0 w 91080"/>
                  <a:gd name="textAreaRight" fmla="*/ 92160 w 91080"/>
                  <a:gd name="textAreaTop" fmla="*/ 0 h 185760"/>
                  <a:gd name="textAreaBottom" fmla="*/ 186840 h 18576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Google Shape;1753;p89"/>
              <p:cNvSpPr/>
              <p:nvPr/>
            </p:nvSpPr>
            <p:spPr>
              <a:xfrm>
                <a:off x="10772640" y="1679760"/>
                <a:ext cx="96480" cy="208080"/>
              </a:xfrm>
              <a:custGeom>
                <a:avLst/>
                <a:gdLst>
                  <a:gd name="textAreaLeft" fmla="*/ 0 w 96480"/>
                  <a:gd name="textAreaRight" fmla="*/ 97560 w 96480"/>
                  <a:gd name="textAreaTop" fmla="*/ 0 h 208080"/>
                  <a:gd name="textAreaBottom" fmla="*/ 209160 h 20808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Google Shape;1754;p89"/>
              <p:cNvSpPr/>
              <p:nvPr/>
            </p:nvSpPr>
            <p:spPr>
              <a:xfrm>
                <a:off x="10874160" y="1743480"/>
                <a:ext cx="145080" cy="147600"/>
              </a:xfrm>
              <a:custGeom>
                <a:avLst/>
                <a:gdLst>
                  <a:gd name="textAreaLeft" fmla="*/ 0 w 145080"/>
                  <a:gd name="textAreaRight" fmla="*/ 146160 w 145080"/>
                  <a:gd name="textAreaTop" fmla="*/ 0 h 147600"/>
                  <a:gd name="textAreaBottom" fmla="*/ 148680 h 1476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Google Shape;1755;p89"/>
              <p:cNvSpPr/>
              <p:nvPr/>
            </p:nvSpPr>
            <p:spPr>
              <a:xfrm>
                <a:off x="11050920" y="1744560"/>
                <a:ext cx="82080" cy="143280"/>
              </a:xfrm>
              <a:custGeom>
                <a:avLst/>
                <a:gdLst>
                  <a:gd name="textAreaLeft" fmla="*/ 0 w 82080"/>
                  <a:gd name="textAreaRight" fmla="*/ 83160 w 82080"/>
                  <a:gd name="textAreaTop" fmla="*/ 0 h 143280"/>
                  <a:gd name="textAreaBottom" fmla="*/ 144360 h 14328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Google Shape;1756;p89"/>
              <p:cNvSpPr/>
              <p:nvPr/>
            </p:nvSpPr>
            <p:spPr>
              <a:xfrm>
                <a:off x="11154600" y="1743480"/>
                <a:ext cx="211320" cy="144360"/>
              </a:xfrm>
              <a:custGeom>
                <a:avLst/>
                <a:gdLst>
                  <a:gd name="textAreaLeft" fmla="*/ 0 w 211320"/>
                  <a:gd name="textAreaRight" fmla="*/ 212400 w 211320"/>
                  <a:gd name="textAreaTop" fmla="*/ 0 h 144360"/>
                  <a:gd name="textAreaBottom" fmla="*/ 145440 h 14436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3" name="Google Shape;1757;p89"/>
          <p:cNvGrpSpPr/>
          <p:nvPr/>
        </p:nvGrpSpPr>
        <p:grpSpPr>
          <a:xfrm>
            <a:off x="1684080" y="792720"/>
            <a:ext cx="1369080" cy="1095120"/>
            <a:chOff x="1684080" y="792720"/>
            <a:chExt cx="1369080" cy="1095120"/>
          </a:xfrm>
        </p:grpSpPr>
        <p:sp>
          <p:nvSpPr>
            <p:cNvPr id="1174" name="Google Shape;1758;p89"/>
            <p:cNvSpPr/>
            <p:nvPr/>
          </p:nvSpPr>
          <p:spPr>
            <a:xfrm>
              <a:off x="2232000" y="7927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1759;p89"/>
            <p:cNvSpPr/>
            <p:nvPr/>
          </p:nvSpPr>
          <p:spPr>
            <a:xfrm>
              <a:off x="195804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1760;p89"/>
            <p:cNvSpPr/>
            <p:nvPr/>
          </p:nvSpPr>
          <p:spPr>
            <a:xfrm>
              <a:off x="16840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Google Shape;1761;p89"/>
            <p:cNvSpPr/>
            <p:nvPr/>
          </p:nvSpPr>
          <p:spPr>
            <a:xfrm>
              <a:off x="16840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Google Shape;1762;p89"/>
            <p:cNvSpPr/>
            <p:nvPr/>
          </p:nvSpPr>
          <p:spPr>
            <a:xfrm>
              <a:off x="195804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Google Shape;1763;p89"/>
            <p:cNvSpPr/>
            <p:nvPr/>
          </p:nvSpPr>
          <p:spPr>
            <a:xfrm>
              <a:off x="223200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Google Shape;1764;p89"/>
            <p:cNvSpPr/>
            <p:nvPr/>
          </p:nvSpPr>
          <p:spPr>
            <a:xfrm>
              <a:off x="250632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Google Shape;1765;p89"/>
            <p:cNvSpPr/>
            <p:nvPr/>
          </p:nvSpPr>
          <p:spPr>
            <a:xfrm>
              <a:off x="27802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Google Shape;1766;p89"/>
            <p:cNvSpPr/>
            <p:nvPr/>
          </p:nvSpPr>
          <p:spPr>
            <a:xfrm>
              <a:off x="27802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Google Shape;1767;p89"/>
            <p:cNvSpPr/>
            <p:nvPr/>
          </p:nvSpPr>
          <p:spPr>
            <a:xfrm>
              <a:off x="250632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4" name="Google Shape;1768;p89"/>
          <p:cNvGrpSpPr/>
          <p:nvPr/>
        </p:nvGrpSpPr>
        <p:grpSpPr>
          <a:xfrm>
            <a:off x="9798120" y="5367240"/>
            <a:ext cx="1397160" cy="730440"/>
            <a:chOff x="9798120" y="5367240"/>
            <a:chExt cx="1397160" cy="730440"/>
          </a:xfrm>
        </p:grpSpPr>
        <p:grpSp>
          <p:nvGrpSpPr>
            <p:cNvPr id="1185" name="Google Shape;1769;p89"/>
            <p:cNvGrpSpPr/>
            <p:nvPr/>
          </p:nvGrpSpPr>
          <p:grpSpPr>
            <a:xfrm>
              <a:off x="9798120" y="5367240"/>
              <a:ext cx="1163520" cy="284040"/>
              <a:chOff x="9798120" y="5367240"/>
              <a:chExt cx="1163520" cy="284040"/>
            </a:xfrm>
          </p:grpSpPr>
          <p:sp>
            <p:nvSpPr>
              <p:cNvPr id="1186" name="Google Shape;1770;p89"/>
              <p:cNvSpPr/>
              <p:nvPr/>
            </p:nvSpPr>
            <p:spPr>
              <a:xfrm>
                <a:off x="979812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Google Shape;1771;p89"/>
              <p:cNvSpPr/>
              <p:nvPr/>
            </p:nvSpPr>
            <p:spPr>
              <a:xfrm>
                <a:off x="996984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Google Shape;1772;p89"/>
              <p:cNvSpPr/>
              <p:nvPr/>
            </p:nvSpPr>
            <p:spPr>
              <a:xfrm>
                <a:off x="1022472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Google Shape;1773;p89"/>
              <p:cNvSpPr/>
              <p:nvPr/>
            </p:nvSpPr>
            <p:spPr>
              <a:xfrm>
                <a:off x="1047312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Google Shape;1774;p89"/>
              <p:cNvSpPr/>
              <p:nvPr/>
            </p:nvSpPr>
            <p:spPr>
              <a:xfrm>
                <a:off x="1072152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1" name="Google Shape;1775;p89"/>
            <p:cNvGrpSpPr/>
            <p:nvPr/>
          </p:nvGrpSpPr>
          <p:grpSpPr>
            <a:xfrm>
              <a:off x="10199160" y="5727600"/>
              <a:ext cx="996120" cy="370080"/>
              <a:chOff x="10199160" y="5727600"/>
              <a:chExt cx="996120" cy="370080"/>
            </a:xfrm>
          </p:grpSpPr>
          <p:sp>
            <p:nvSpPr>
              <p:cNvPr id="1192" name="Google Shape;1776;p89"/>
              <p:cNvSpPr/>
              <p:nvPr/>
            </p:nvSpPr>
            <p:spPr>
              <a:xfrm>
                <a:off x="1019916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1777;p89"/>
              <p:cNvSpPr/>
              <p:nvPr/>
            </p:nvSpPr>
            <p:spPr>
              <a:xfrm>
                <a:off x="1031112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1778;p89"/>
              <p:cNvSpPr/>
              <p:nvPr/>
            </p:nvSpPr>
            <p:spPr>
              <a:xfrm>
                <a:off x="1058832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1779;p89"/>
              <p:cNvSpPr/>
              <p:nvPr/>
            </p:nvSpPr>
            <p:spPr>
              <a:xfrm>
                <a:off x="1088028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Google Shape;1780;p89"/>
              <p:cNvSpPr/>
              <p:nvPr/>
            </p:nvSpPr>
            <p:spPr>
              <a:xfrm>
                <a:off x="1099116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97" name="Google Shape;1781;p89"/>
          <p:cNvGrpSpPr/>
          <p:nvPr/>
        </p:nvGrpSpPr>
        <p:grpSpPr>
          <a:xfrm>
            <a:off x="9880920" y="5104080"/>
            <a:ext cx="578520" cy="144000"/>
            <a:chOff x="9880920" y="5104080"/>
            <a:chExt cx="578520" cy="144000"/>
          </a:xfrm>
        </p:grpSpPr>
        <p:sp>
          <p:nvSpPr>
            <p:cNvPr id="1198" name="Google Shape;1782;p89"/>
            <p:cNvSpPr/>
            <p:nvPr/>
          </p:nvSpPr>
          <p:spPr>
            <a:xfrm>
              <a:off x="10369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Google Shape;1783;p89"/>
            <p:cNvSpPr/>
            <p:nvPr/>
          </p:nvSpPr>
          <p:spPr>
            <a:xfrm>
              <a:off x="988092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Google Shape;1784;p89"/>
            <p:cNvSpPr/>
            <p:nvPr/>
          </p:nvSpPr>
          <p:spPr>
            <a:xfrm>
              <a:off x="1000728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Google Shape;1785;p89"/>
            <p:cNvSpPr/>
            <p:nvPr/>
          </p:nvSpPr>
          <p:spPr>
            <a:xfrm>
              <a:off x="1013328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Google Shape;1786;p89"/>
            <p:cNvSpPr/>
            <p:nvPr/>
          </p:nvSpPr>
          <p:spPr>
            <a:xfrm>
              <a:off x="1025172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Google Shape;1787;p89"/>
          <p:cNvSpPr/>
          <p:nvPr/>
        </p:nvSpPr>
        <p:spPr>
          <a:xfrm>
            <a:off x="690480" y="275760"/>
            <a:ext cx="377784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04" name="Google Shape;1788;p89"/>
          <p:cNvGrpSpPr/>
          <p:nvPr/>
        </p:nvGrpSpPr>
        <p:grpSpPr>
          <a:xfrm>
            <a:off x="401040" y="198360"/>
            <a:ext cx="692280" cy="692280"/>
            <a:chOff x="401040" y="198360"/>
            <a:chExt cx="692280" cy="692280"/>
          </a:xfrm>
        </p:grpSpPr>
        <p:sp>
          <p:nvSpPr>
            <p:cNvPr id="1205" name="Google Shape;1789;p89"/>
            <p:cNvSpPr/>
            <p:nvPr/>
          </p:nvSpPr>
          <p:spPr>
            <a:xfrm>
              <a:off x="401040" y="545040"/>
              <a:ext cx="345600" cy="3456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Google Shape;1790;p89"/>
            <p:cNvSpPr/>
            <p:nvPr/>
          </p:nvSpPr>
          <p:spPr>
            <a:xfrm>
              <a:off x="747720" y="198360"/>
              <a:ext cx="345600" cy="3456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7" name="Google Shape;1791;p89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08" name="Google Shape;1792;p89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1209" name="Google Shape;1793;p89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Google Shape;1794;p89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Google Shape;1795;p89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Google Shape;1796;p89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Google Shape;1797;p89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Google Shape;1798;p89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304;p57"/>
          <p:cNvSpPr/>
          <p:nvPr/>
        </p:nvSpPr>
        <p:spPr>
          <a:xfrm>
            <a:off x="-183240" y="-89640"/>
            <a:ext cx="2746080" cy="7062840"/>
          </a:xfrm>
          <a:custGeom>
            <a:avLst/>
            <a:gdLst>
              <a:gd name="textAreaLeft" fmla="*/ 0 w 2746080"/>
              <a:gd name="textAreaRight" fmla="*/ 2747160 w 2746080"/>
              <a:gd name="textAreaTop" fmla="*/ 0 h 7062840"/>
              <a:gd name="textAreaBottom" fmla="*/ 7063920 h 70628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Google Shape;305;p57"/>
          <p:cNvSpPr/>
          <p:nvPr/>
        </p:nvSpPr>
        <p:spPr>
          <a:xfrm>
            <a:off x="-183240" y="2396160"/>
            <a:ext cx="2746080" cy="4577400"/>
          </a:xfrm>
          <a:custGeom>
            <a:avLst/>
            <a:gdLst>
              <a:gd name="textAreaLeft" fmla="*/ 0 w 2746080"/>
              <a:gd name="textAreaRight" fmla="*/ 2747160 w 2746080"/>
              <a:gd name="textAreaTop" fmla="*/ 0 h 4577400"/>
              <a:gd name="textAreaBottom" fmla="*/ 4578480 h 457740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306;p57"/>
          <p:cNvSpPr/>
          <p:nvPr/>
        </p:nvSpPr>
        <p:spPr>
          <a:xfrm>
            <a:off x="88920" y="-102960"/>
            <a:ext cx="9538200" cy="7062840"/>
          </a:xfrm>
          <a:custGeom>
            <a:avLst/>
            <a:gdLst>
              <a:gd name="textAreaLeft" fmla="*/ 0 w 9538200"/>
              <a:gd name="textAreaRight" fmla="*/ 9539280 w 9538200"/>
              <a:gd name="textAreaTop" fmla="*/ 0 h 7062840"/>
              <a:gd name="textAreaBottom" fmla="*/ 7063920 h 706284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Google Shape;307;p57"/>
          <p:cNvSpPr/>
          <p:nvPr/>
        </p:nvSpPr>
        <p:spPr>
          <a:xfrm rot="10800000">
            <a:off x="9628920" y="-88200"/>
            <a:ext cx="2746080" cy="7062840"/>
          </a:xfrm>
          <a:custGeom>
            <a:avLst/>
            <a:gdLst>
              <a:gd name="textAreaLeft" fmla="*/ 0 w 2746080"/>
              <a:gd name="textAreaRight" fmla="*/ 2747160 w 2746080"/>
              <a:gd name="textAreaTop" fmla="*/ 0 h 7062840"/>
              <a:gd name="textAreaBottom" fmla="*/ 7063920 h 70628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Google Shape;308;p57"/>
          <p:cNvSpPr/>
          <p:nvPr/>
        </p:nvSpPr>
        <p:spPr>
          <a:xfrm rot="10800000">
            <a:off x="9628920" y="-88560"/>
            <a:ext cx="2746080" cy="4577040"/>
          </a:xfrm>
          <a:custGeom>
            <a:avLst/>
            <a:gdLst>
              <a:gd name="textAreaLeft" fmla="*/ 0 w 2746080"/>
              <a:gd name="textAreaRight" fmla="*/ 2747160 w 2746080"/>
              <a:gd name="textAreaTop" fmla="*/ 0 h 4577040"/>
              <a:gd name="textAreaBottom" fmla="*/ 4578120 h 457704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Google Shape;309;p57"/>
          <p:cNvSpPr/>
          <p:nvPr/>
        </p:nvSpPr>
        <p:spPr>
          <a:xfrm>
            <a:off x="8813880" y="1191240"/>
            <a:ext cx="1765080" cy="1765080"/>
          </a:xfrm>
          <a:custGeom>
            <a:avLst/>
            <a:gdLst>
              <a:gd name="textAreaLeft" fmla="*/ 0 w 1765080"/>
              <a:gd name="textAreaRight" fmla="*/ 1766160 w 1765080"/>
              <a:gd name="textAreaTop" fmla="*/ 0 h 1765080"/>
              <a:gd name="textAreaBottom" fmla="*/ 1766160 h 176508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Google Shape;310;p57"/>
          <p:cNvSpPr/>
          <p:nvPr/>
        </p:nvSpPr>
        <p:spPr>
          <a:xfrm>
            <a:off x="10736280" y="-116280"/>
            <a:ext cx="1261440" cy="7062840"/>
          </a:xfrm>
          <a:custGeom>
            <a:avLst/>
            <a:gdLst>
              <a:gd name="textAreaLeft" fmla="*/ 0 w 1261440"/>
              <a:gd name="textAreaRight" fmla="*/ 1262520 w 1261440"/>
              <a:gd name="textAreaTop" fmla="*/ 0 h 7062840"/>
              <a:gd name="textAreaBottom" fmla="*/ 7063920 h 706284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Google Shape;311;p57"/>
          <p:cNvSpPr/>
          <p:nvPr/>
        </p:nvSpPr>
        <p:spPr>
          <a:xfrm>
            <a:off x="7870680" y="-89640"/>
            <a:ext cx="3129840" cy="7036200"/>
          </a:xfrm>
          <a:custGeom>
            <a:avLst/>
            <a:gdLst>
              <a:gd name="textAreaLeft" fmla="*/ 0 w 3129840"/>
              <a:gd name="textAreaRight" fmla="*/ 3130920 w 3129840"/>
              <a:gd name="textAreaTop" fmla="*/ 0 h 7036200"/>
              <a:gd name="textAreaBottom" fmla="*/ 7037280 h 703620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Google Shape;312;p57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313;p57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314;p57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315;p57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Google Shape;316;p57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Google Shape;317;p57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Google Shape;318;p57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Google Shape;319;p57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Google Shape;320;p57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321;p57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5" name="Google Shape;1800;p90"/>
          <p:cNvGrpSpPr/>
          <p:nvPr/>
        </p:nvGrpSpPr>
        <p:grpSpPr>
          <a:xfrm>
            <a:off x="727200" y="3082320"/>
            <a:ext cx="7371000" cy="2433960"/>
            <a:chOff x="727200" y="3082320"/>
            <a:chExt cx="7371000" cy="2433960"/>
          </a:xfrm>
        </p:grpSpPr>
        <p:sp>
          <p:nvSpPr>
            <p:cNvPr id="1236" name="Google Shape;1801;p90"/>
            <p:cNvSpPr/>
            <p:nvPr/>
          </p:nvSpPr>
          <p:spPr>
            <a:xfrm>
              <a:off x="1363680" y="3969720"/>
              <a:ext cx="673452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Google Shape;1802;p90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8" name="Google Shape;1803;p90"/>
          <p:cNvGrpSpPr/>
          <p:nvPr/>
        </p:nvGrpSpPr>
        <p:grpSpPr>
          <a:xfrm>
            <a:off x="755280" y="2794320"/>
            <a:ext cx="692280" cy="692280"/>
            <a:chOff x="755280" y="2794320"/>
            <a:chExt cx="692280" cy="692280"/>
          </a:xfrm>
        </p:grpSpPr>
        <p:sp>
          <p:nvSpPr>
            <p:cNvPr id="1239" name="Google Shape;1804;p90"/>
            <p:cNvSpPr/>
            <p:nvPr/>
          </p:nvSpPr>
          <p:spPr>
            <a:xfrm>
              <a:off x="755280" y="3141000"/>
              <a:ext cx="345600" cy="3456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Google Shape;1805;p90"/>
            <p:cNvSpPr/>
            <p:nvPr/>
          </p:nvSpPr>
          <p:spPr>
            <a:xfrm>
              <a:off x="1101960" y="2794320"/>
              <a:ext cx="345600" cy="3456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1" name="Google Shape;1806;p90"/>
          <p:cNvGrpSpPr/>
          <p:nvPr/>
        </p:nvGrpSpPr>
        <p:grpSpPr>
          <a:xfrm>
            <a:off x="4262040" y="5098320"/>
            <a:ext cx="692280" cy="692280"/>
            <a:chOff x="4262040" y="5098320"/>
            <a:chExt cx="692280" cy="692280"/>
          </a:xfrm>
        </p:grpSpPr>
        <p:sp>
          <p:nvSpPr>
            <p:cNvPr id="1242" name="Google Shape;1807;p90"/>
            <p:cNvSpPr/>
            <p:nvPr/>
          </p:nvSpPr>
          <p:spPr>
            <a:xfrm>
              <a:off x="4262040" y="5445000"/>
              <a:ext cx="345600" cy="3456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1808;p90"/>
            <p:cNvSpPr/>
            <p:nvPr/>
          </p:nvSpPr>
          <p:spPr>
            <a:xfrm>
              <a:off x="4608720" y="5098320"/>
              <a:ext cx="345600" cy="3456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4" name="Google Shape;1809;p90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Google Shape;1810;p90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Google Shape;1811;p90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Google Shape;1812;p90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Google Shape;1813;p90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Google Shape;1814;p90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Google Shape;1815;p90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Google Shape;1816;p90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Google Shape;1817;p90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Google Shape;1818;p90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4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7560" cy="1104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5" name="Google Shape;1820;p90"/>
          <p:cNvGrpSpPr/>
          <p:nvPr/>
        </p:nvGrpSpPr>
        <p:grpSpPr>
          <a:xfrm>
            <a:off x="10124640" y="1269360"/>
            <a:ext cx="1469160" cy="767880"/>
            <a:chOff x="10124640" y="1269360"/>
            <a:chExt cx="1469160" cy="767880"/>
          </a:xfrm>
        </p:grpSpPr>
        <p:grpSp>
          <p:nvGrpSpPr>
            <p:cNvPr id="1256" name="Google Shape;1821;p90"/>
            <p:cNvGrpSpPr/>
            <p:nvPr/>
          </p:nvGrpSpPr>
          <p:grpSpPr>
            <a:xfrm>
              <a:off x="10124640" y="1269360"/>
              <a:ext cx="1223640" cy="298800"/>
              <a:chOff x="10124640" y="1269360"/>
              <a:chExt cx="1223640" cy="298800"/>
            </a:xfrm>
          </p:grpSpPr>
          <p:sp>
            <p:nvSpPr>
              <p:cNvPr id="1257" name="Google Shape;1822;p90"/>
              <p:cNvSpPr/>
              <p:nvPr/>
            </p:nvSpPr>
            <p:spPr>
              <a:xfrm>
                <a:off x="10124640" y="1269360"/>
                <a:ext cx="148680" cy="297360"/>
              </a:xfrm>
              <a:custGeom>
                <a:avLst/>
                <a:gdLst>
                  <a:gd name="textAreaLeft" fmla="*/ 0 w 148680"/>
                  <a:gd name="textAreaRight" fmla="*/ 149760 w 148680"/>
                  <a:gd name="textAreaTop" fmla="*/ 0 h 297360"/>
                  <a:gd name="textAreaBottom" fmla="*/ 298440 h 2973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Google Shape;1823;p90"/>
              <p:cNvSpPr/>
              <p:nvPr/>
            </p:nvSpPr>
            <p:spPr>
              <a:xfrm>
                <a:off x="10305360" y="1324800"/>
                <a:ext cx="228960" cy="243000"/>
              </a:xfrm>
              <a:custGeom>
                <a:avLst/>
                <a:gdLst>
                  <a:gd name="textAreaLeft" fmla="*/ 0 w 228960"/>
                  <a:gd name="textAreaRight" fmla="*/ 230040 w 22896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Google Shape;1824;p90"/>
              <p:cNvSpPr/>
              <p:nvPr/>
            </p:nvSpPr>
            <p:spPr>
              <a:xfrm>
                <a:off x="10573560" y="1325160"/>
                <a:ext cx="216720" cy="243000"/>
              </a:xfrm>
              <a:custGeom>
                <a:avLst/>
                <a:gdLst>
                  <a:gd name="textAreaLeft" fmla="*/ 0 w 216720"/>
                  <a:gd name="textAreaRight" fmla="*/ 217800 w 216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Google Shape;1825;p90"/>
              <p:cNvSpPr/>
              <p:nvPr/>
            </p:nvSpPr>
            <p:spPr>
              <a:xfrm>
                <a:off x="10834560" y="1325160"/>
                <a:ext cx="213840" cy="237600"/>
              </a:xfrm>
              <a:custGeom>
                <a:avLst/>
                <a:gdLst>
                  <a:gd name="textAreaLeft" fmla="*/ 0 w 213840"/>
                  <a:gd name="textAreaRight" fmla="*/ 214920 w 213840"/>
                  <a:gd name="textAreaTop" fmla="*/ 0 h 237600"/>
                  <a:gd name="textAreaBottom" fmla="*/ 238680 h 2376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Google Shape;1826;p90"/>
              <p:cNvSpPr/>
              <p:nvPr/>
            </p:nvSpPr>
            <p:spPr>
              <a:xfrm>
                <a:off x="11095560" y="132516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2" name="Google Shape;1827;p90"/>
            <p:cNvGrpSpPr/>
            <p:nvPr/>
          </p:nvGrpSpPr>
          <p:grpSpPr>
            <a:xfrm>
              <a:off x="10546560" y="1648080"/>
              <a:ext cx="1047240" cy="389160"/>
              <a:chOff x="10546560" y="1648080"/>
              <a:chExt cx="1047240" cy="389160"/>
            </a:xfrm>
          </p:grpSpPr>
          <p:sp>
            <p:nvSpPr>
              <p:cNvPr id="1263" name="Google Shape;1828;p90"/>
              <p:cNvSpPr/>
              <p:nvPr/>
            </p:nvSpPr>
            <p:spPr>
              <a:xfrm>
                <a:off x="10546560" y="1648080"/>
                <a:ext cx="65520" cy="31824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Google Shape;1829;p90"/>
              <p:cNvSpPr/>
              <p:nvPr/>
            </p:nvSpPr>
            <p:spPr>
              <a:xfrm>
                <a:off x="10664280" y="1728720"/>
                <a:ext cx="252720" cy="243000"/>
              </a:xfrm>
              <a:custGeom>
                <a:avLst/>
                <a:gdLst>
                  <a:gd name="textAreaLeft" fmla="*/ 0 w 252720"/>
                  <a:gd name="textAreaRight" fmla="*/ 253800 w 252720"/>
                  <a:gd name="textAreaTop" fmla="*/ 0 h 243000"/>
                  <a:gd name="textAreaBottom" fmla="*/ 244080 h 2430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Google Shape;1830;p90"/>
              <p:cNvSpPr/>
              <p:nvPr/>
            </p:nvSpPr>
            <p:spPr>
              <a:xfrm>
                <a:off x="10955160" y="1728720"/>
                <a:ext cx="245160" cy="308520"/>
              </a:xfrm>
              <a:custGeom>
                <a:avLst/>
                <a:gdLst>
                  <a:gd name="textAreaLeft" fmla="*/ 0 w 245160"/>
                  <a:gd name="textAreaRight" fmla="*/ 246240 w 245160"/>
                  <a:gd name="textAreaTop" fmla="*/ 0 h 308520"/>
                  <a:gd name="textAreaBottom" fmla="*/ 309600 h 3085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Google Shape;1831;p90"/>
              <p:cNvSpPr/>
              <p:nvPr/>
            </p:nvSpPr>
            <p:spPr>
              <a:xfrm>
                <a:off x="11262240" y="1648440"/>
                <a:ext cx="69120" cy="318240"/>
              </a:xfrm>
              <a:custGeom>
                <a:avLst/>
                <a:gdLst>
                  <a:gd name="textAreaLeft" fmla="*/ 0 w 69120"/>
                  <a:gd name="textAreaRight" fmla="*/ 70200 w 69120"/>
                  <a:gd name="textAreaTop" fmla="*/ 0 h 318240"/>
                  <a:gd name="textAreaBottom" fmla="*/ 319320 h 3182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Google Shape;1832;p90"/>
              <p:cNvSpPr/>
              <p:nvPr/>
            </p:nvSpPr>
            <p:spPr>
              <a:xfrm>
                <a:off x="11379240" y="1730520"/>
                <a:ext cx="214560" cy="240480"/>
              </a:xfrm>
              <a:custGeom>
                <a:avLst/>
                <a:gdLst>
                  <a:gd name="textAreaLeft" fmla="*/ 0 w 214560"/>
                  <a:gd name="textAreaRight" fmla="*/ 215640 w 214560"/>
                  <a:gd name="textAreaTop" fmla="*/ 0 h 240480"/>
                  <a:gd name="textAreaBottom" fmla="*/ 241560 h 2404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68" name="Google Shape;1833;p90"/>
          <p:cNvGrpSpPr/>
          <p:nvPr/>
        </p:nvGrpSpPr>
        <p:grpSpPr>
          <a:xfrm>
            <a:off x="10113480" y="597240"/>
            <a:ext cx="1269720" cy="573480"/>
            <a:chOff x="10113480" y="597240"/>
            <a:chExt cx="1269720" cy="573480"/>
          </a:xfrm>
        </p:grpSpPr>
        <p:grpSp>
          <p:nvGrpSpPr>
            <p:cNvPr id="1269" name="Google Shape;1834;p90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1270" name="Google Shape;1835;p90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Google Shape;1836;p90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Google Shape;1837;p90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Google Shape;1838;p90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Google Shape;1839;p90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Google Shape;1840;p90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Google Shape;1841;p90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Google Shape;1842;p90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8" name="Google Shape;1843;p90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9" name="Google Shape;1844;p90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0" name="Google Shape;1845;p90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1" name="Google Shape;1846;p90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2" name="Google Shape;1847;p90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3" name="Google Shape;1848;p90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Google Shape;1849;p90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Google Shape;1850;p90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Google Shape;1851;p90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Google Shape;1852;p90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Google Shape;1853;p90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Google Shape;1854;p90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Google Shape;1855;p90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Google Shape;1856;p90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Google Shape;1857;p90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93" name="Google Shape;1858;p90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1294" name="Google Shape;1859;p90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Google Shape;1860;p90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Google Shape;1861;p90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Google Shape;1862;p90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Google Shape;1863;p90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299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3440" cy="561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866;p91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Google Shape;1867;p91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Google Shape;1868;p91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1869;p91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1870;p91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1871;p91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1872;p91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1873;p91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Google Shape;1874;p91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1875;p91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1876;p91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1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3440" cy="561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12" name="Google Shape;1878;p91"/>
          <p:cNvGrpSpPr/>
          <p:nvPr/>
        </p:nvGrpSpPr>
        <p:grpSpPr>
          <a:xfrm>
            <a:off x="1684080" y="792720"/>
            <a:ext cx="1369080" cy="1095120"/>
            <a:chOff x="1684080" y="792720"/>
            <a:chExt cx="1369080" cy="1095120"/>
          </a:xfrm>
        </p:grpSpPr>
        <p:sp>
          <p:nvSpPr>
            <p:cNvPr id="1313" name="Google Shape;1879;p91"/>
            <p:cNvSpPr/>
            <p:nvPr/>
          </p:nvSpPr>
          <p:spPr>
            <a:xfrm>
              <a:off x="2232000" y="7927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4" name="Google Shape;1880;p91"/>
            <p:cNvSpPr/>
            <p:nvPr/>
          </p:nvSpPr>
          <p:spPr>
            <a:xfrm>
              <a:off x="195804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5" name="Google Shape;1881;p91"/>
            <p:cNvSpPr/>
            <p:nvPr/>
          </p:nvSpPr>
          <p:spPr>
            <a:xfrm>
              <a:off x="16840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6" name="Google Shape;1882;p91"/>
            <p:cNvSpPr/>
            <p:nvPr/>
          </p:nvSpPr>
          <p:spPr>
            <a:xfrm>
              <a:off x="16840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Google Shape;1883;p91"/>
            <p:cNvSpPr/>
            <p:nvPr/>
          </p:nvSpPr>
          <p:spPr>
            <a:xfrm>
              <a:off x="195804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Google Shape;1884;p91"/>
            <p:cNvSpPr/>
            <p:nvPr/>
          </p:nvSpPr>
          <p:spPr>
            <a:xfrm>
              <a:off x="223200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Google Shape;1885;p91"/>
            <p:cNvSpPr/>
            <p:nvPr/>
          </p:nvSpPr>
          <p:spPr>
            <a:xfrm>
              <a:off x="250632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0" name="Google Shape;1886;p91"/>
            <p:cNvSpPr/>
            <p:nvPr/>
          </p:nvSpPr>
          <p:spPr>
            <a:xfrm>
              <a:off x="27802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1" name="Google Shape;1887;p91"/>
            <p:cNvSpPr/>
            <p:nvPr/>
          </p:nvSpPr>
          <p:spPr>
            <a:xfrm>
              <a:off x="27802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2" name="Google Shape;1888;p91"/>
            <p:cNvSpPr/>
            <p:nvPr/>
          </p:nvSpPr>
          <p:spPr>
            <a:xfrm>
              <a:off x="250632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3" name="Google Shape;1889;p91"/>
          <p:cNvGrpSpPr/>
          <p:nvPr/>
        </p:nvGrpSpPr>
        <p:grpSpPr>
          <a:xfrm>
            <a:off x="9798120" y="5367240"/>
            <a:ext cx="1397160" cy="730440"/>
            <a:chOff x="9798120" y="5367240"/>
            <a:chExt cx="1397160" cy="730440"/>
          </a:xfrm>
        </p:grpSpPr>
        <p:grpSp>
          <p:nvGrpSpPr>
            <p:cNvPr id="1324" name="Google Shape;1890;p91"/>
            <p:cNvGrpSpPr/>
            <p:nvPr/>
          </p:nvGrpSpPr>
          <p:grpSpPr>
            <a:xfrm>
              <a:off x="9798120" y="5367240"/>
              <a:ext cx="1163520" cy="284040"/>
              <a:chOff x="9798120" y="5367240"/>
              <a:chExt cx="1163520" cy="284040"/>
            </a:xfrm>
          </p:grpSpPr>
          <p:sp>
            <p:nvSpPr>
              <p:cNvPr id="1325" name="Google Shape;1891;p91"/>
              <p:cNvSpPr/>
              <p:nvPr/>
            </p:nvSpPr>
            <p:spPr>
              <a:xfrm>
                <a:off x="979812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Google Shape;1892;p91"/>
              <p:cNvSpPr/>
              <p:nvPr/>
            </p:nvSpPr>
            <p:spPr>
              <a:xfrm>
                <a:off x="996984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Google Shape;1893;p91"/>
              <p:cNvSpPr/>
              <p:nvPr/>
            </p:nvSpPr>
            <p:spPr>
              <a:xfrm>
                <a:off x="1022472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Google Shape;1894;p91"/>
              <p:cNvSpPr/>
              <p:nvPr/>
            </p:nvSpPr>
            <p:spPr>
              <a:xfrm>
                <a:off x="1047312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Google Shape;1895;p91"/>
              <p:cNvSpPr/>
              <p:nvPr/>
            </p:nvSpPr>
            <p:spPr>
              <a:xfrm>
                <a:off x="1072152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30" name="Google Shape;1896;p91"/>
            <p:cNvGrpSpPr/>
            <p:nvPr/>
          </p:nvGrpSpPr>
          <p:grpSpPr>
            <a:xfrm>
              <a:off x="10199160" y="5727600"/>
              <a:ext cx="996120" cy="370080"/>
              <a:chOff x="10199160" y="5727600"/>
              <a:chExt cx="996120" cy="370080"/>
            </a:xfrm>
          </p:grpSpPr>
          <p:sp>
            <p:nvSpPr>
              <p:cNvPr id="1331" name="Google Shape;1897;p91"/>
              <p:cNvSpPr/>
              <p:nvPr/>
            </p:nvSpPr>
            <p:spPr>
              <a:xfrm>
                <a:off x="1019916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2" name="Google Shape;1898;p91"/>
              <p:cNvSpPr/>
              <p:nvPr/>
            </p:nvSpPr>
            <p:spPr>
              <a:xfrm>
                <a:off x="1031112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Google Shape;1899;p91"/>
              <p:cNvSpPr/>
              <p:nvPr/>
            </p:nvSpPr>
            <p:spPr>
              <a:xfrm>
                <a:off x="1058832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4" name="Google Shape;1900;p91"/>
              <p:cNvSpPr/>
              <p:nvPr/>
            </p:nvSpPr>
            <p:spPr>
              <a:xfrm>
                <a:off x="1088028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5" name="Google Shape;1901;p91"/>
              <p:cNvSpPr/>
              <p:nvPr/>
            </p:nvSpPr>
            <p:spPr>
              <a:xfrm>
                <a:off x="1099116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36" name="Google Shape;1902;p91"/>
          <p:cNvGrpSpPr/>
          <p:nvPr/>
        </p:nvGrpSpPr>
        <p:grpSpPr>
          <a:xfrm>
            <a:off x="9880920" y="5104080"/>
            <a:ext cx="578520" cy="144000"/>
            <a:chOff x="9880920" y="5104080"/>
            <a:chExt cx="578520" cy="144000"/>
          </a:xfrm>
        </p:grpSpPr>
        <p:sp>
          <p:nvSpPr>
            <p:cNvPr id="1337" name="Google Shape;1903;p91"/>
            <p:cNvSpPr/>
            <p:nvPr/>
          </p:nvSpPr>
          <p:spPr>
            <a:xfrm>
              <a:off x="10369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Google Shape;1904;p91"/>
            <p:cNvSpPr/>
            <p:nvPr/>
          </p:nvSpPr>
          <p:spPr>
            <a:xfrm>
              <a:off x="988092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Google Shape;1905;p91"/>
            <p:cNvSpPr/>
            <p:nvPr/>
          </p:nvSpPr>
          <p:spPr>
            <a:xfrm>
              <a:off x="1000728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Google Shape;1906;p91"/>
            <p:cNvSpPr/>
            <p:nvPr/>
          </p:nvSpPr>
          <p:spPr>
            <a:xfrm>
              <a:off x="1013328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Google Shape;1907;p91"/>
            <p:cNvSpPr/>
            <p:nvPr/>
          </p:nvSpPr>
          <p:spPr>
            <a:xfrm>
              <a:off x="1025172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2" name="Google Shape;1908;p91"/>
          <p:cNvGrpSpPr/>
          <p:nvPr/>
        </p:nvGrpSpPr>
        <p:grpSpPr>
          <a:xfrm>
            <a:off x="401040" y="198360"/>
            <a:ext cx="4067280" cy="1623960"/>
            <a:chOff x="401040" y="198360"/>
            <a:chExt cx="4067280" cy="1623960"/>
          </a:xfrm>
        </p:grpSpPr>
        <p:sp>
          <p:nvSpPr>
            <p:cNvPr id="1343" name="Google Shape;1909;p91"/>
            <p:cNvSpPr/>
            <p:nvPr/>
          </p:nvSpPr>
          <p:spPr>
            <a:xfrm>
              <a:off x="690480" y="275760"/>
              <a:ext cx="377784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4" name="Google Shape;1910;p91"/>
            <p:cNvGrpSpPr/>
            <p:nvPr/>
          </p:nvGrpSpPr>
          <p:grpSpPr>
            <a:xfrm>
              <a:off x="401040" y="198360"/>
              <a:ext cx="692280" cy="692280"/>
              <a:chOff x="401040" y="198360"/>
              <a:chExt cx="692280" cy="692280"/>
            </a:xfrm>
          </p:grpSpPr>
          <p:sp>
            <p:nvSpPr>
              <p:cNvPr id="1345" name="Google Shape;1911;p91"/>
              <p:cNvSpPr/>
              <p:nvPr/>
            </p:nvSpPr>
            <p:spPr>
              <a:xfrm>
                <a:off x="401040" y="545040"/>
                <a:ext cx="345600" cy="3456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Google Shape;1912;p91"/>
              <p:cNvSpPr/>
              <p:nvPr/>
            </p:nvSpPr>
            <p:spPr>
              <a:xfrm>
                <a:off x="747720" y="198360"/>
                <a:ext cx="345600" cy="3456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7" name="Google Shape;1913;p91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48" name="Google Shape;1914;p91"/>
          <p:cNvGrpSpPr/>
          <p:nvPr/>
        </p:nvGrpSpPr>
        <p:grpSpPr>
          <a:xfrm>
            <a:off x="832680" y="2888640"/>
            <a:ext cx="3673080" cy="3108240"/>
            <a:chOff x="832680" y="2888640"/>
            <a:chExt cx="3673080" cy="3108240"/>
          </a:xfrm>
        </p:grpSpPr>
        <p:sp>
          <p:nvSpPr>
            <p:cNvPr id="1349" name="Google Shape;1915;p91"/>
            <p:cNvSpPr/>
            <p:nvPr/>
          </p:nvSpPr>
          <p:spPr>
            <a:xfrm>
              <a:off x="832680" y="43020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Google Shape;1916;p91"/>
            <p:cNvSpPr/>
            <p:nvPr/>
          </p:nvSpPr>
          <p:spPr>
            <a:xfrm>
              <a:off x="3941640" y="373644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Google Shape;1917;p91"/>
            <p:cNvSpPr/>
            <p:nvPr/>
          </p:nvSpPr>
          <p:spPr>
            <a:xfrm>
              <a:off x="4224240" y="5432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1918;p91"/>
            <p:cNvSpPr/>
            <p:nvPr/>
          </p:nvSpPr>
          <p:spPr>
            <a:xfrm>
              <a:off x="2528640" y="317124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1919;p91"/>
            <p:cNvSpPr/>
            <p:nvPr/>
          </p:nvSpPr>
          <p:spPr>
            <a:xfrm>
              <a:off x="1398240" y="288864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1920;p91"/>
            <p:cNvSpPr/>
            <p:nvPr/>
          </p:nvSpPr>
          <p:spPr>
            <a:xfrm>
              <a:off x="1963440" y="43020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922;p92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Google Shape;1923;p92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Google Shape;1924;p92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Google Shape;1925;p92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Google Shape;1926;p92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Google Shape;1927;p92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Google Shape;1928;p92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Google Shape;1929;p92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Google Shape;1930;p92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Google Shape;1931;p92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65" name="Google Shape;1932;p92"/>
          <p:cNvGrpSpPr/>
          <p:nvPr/>
        </p:nvGrpSpPr>
        <p:grpSpPr>
          <a:xfrm>
            <a:off x="727200" y="3082320"/>
            <a:ext cx="5710680" cy="2422440"/>
            <a:chOff x="727200" y="3082320"/>
            <a:chExt cx="5710680" cy="2422440"/>
          </a:xfrm>
        </p:grpSpPr>
        <p:sp>
          <p:nvSpPr>
            <p:cNvPr id="1366" name="Google Shape;1933;p92"/>
            <p:cNvSpPr/>
            <p:nvPr/>
          </p:nvSpPr>
          <p:spPr>
            <a:xfrm>
              <a:off x="1363680" y="3958200"/>
              <a:ext cx="5074200" cy="15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1934;p92"/>
            <p:cNvSpPr/>
            <p:nvPr/>
          </p:nvSpPr>
          <p:spPr>
            <a:xfrm rot="16200000">
              <a:off x="-252720" y="4062600"/>
              <a:ext cx="2415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8" name="Google Shape;1935;p92"/>
          <p:cNvGrpSpPr/>
          <p:nvPr/>
        </p:nvGrpSpPr>
        <p:grpSpPr>
          <a:xfrm>
            <a:off x="755280" y="2927520"/>
            <a:ext cx="692280" cy="692280"/>
            <a:chOff x="755280" y="2927520"/>
            <a:chExt cx="692280" cy="692280"/>
          </a:xfrm>
        </p:grpSpPr>
        <p:sp>
          <p:nvSpPr>
            <p:cNvPr id="1369" name="Google Shape;1936;p92"/>
            <p:cNvSpPr/>
            <p:nvPr/>
          </p:nvSpPr>
          <p:spPr>
            <a:xfrm>
              <a:off x="755280" y="3274200"/>
              <a:ext cx="345600" cy="3456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Google Shape;1937;p92"/>
            <p:cNvSpPr/>
            <p:nvPr/>
          </p:nvSpPr>
          <p:spPr>
            <a:xfrm>
              <a:off x="1101960" y="2927520"/>
              <a:ext cx="345600" cy="3456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1" name="Google Shape;1938;p92"/>
          <p:cNvGrpSpPr/>
          <p:nvPr/>
        </p:nvGrpSpPr>
        <p:grpSpPr>
          <a:xfrm>
            <a:off x="4235400" y="5098320"/>
            <a:ext cx="692280" cy="692280"/>
            <a:chOff x="4235400" y="5098320"/>
            <a:chExt cx="692280" cy="692280"/>
          </a:xfrm>
        </p:grpSpPr>
        <p:sp>
          <p:nvSpPr>
            <p:cNvPr id="1372" name="Google Shape;1939;p92"/>
            <p:cNvSpPr/>
            <p:nvPr/>
          </p:nvSpPr>
          <p:spPr>
            <a:xfrm>
              <a:off x="4235400" y="5445000"/>
              <a:ext cx="345600" cy="3456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Google Shape;1940;p92"/>
            <p:cNvSpPr/>
            <p:nvPr/>
          </p:nvSpPr>
          <p:spPr>
            <a:xfrm>
              <a:off x="4582080" y="5098320"/>
              <a:ext cx="345600" cy="3456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74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7640" cy="154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5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572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76" name="Google Shape;1943;p92"/>
          <p:cNvGrpSpPr/>
          <p:nvPr/>
        </p:nvGrpSpPr>
        <p:grpSpPr>
          <a:xfrm>
            <a:off x="10113480" y="597240"/>
            <a:ext cx="1480320" cy="1440000"/>
            <a:chOff x="10113480" y="597240"/>
            <a:chExt cx="1480320" cy="1440000"/>
          </a:xfrm>
        </p:grpSpPr>
        <p:grpSp>
          <p:nvGrpSpPr>
            <p:cNvPr id="1377" name="Google Shape;1944;p92"/>
            <p:cNvGrpSpPr/>
            <p:nvPr/>
          </p:nvGrpSpPr>
          <p:grpSpPr>
            <a:xfrm>
              <a:off x="10124640" y="1269360"/>
              <a:ext cx="1469160" cy="767880"/>
              <a:chOff x="10124640" y="1269360"/>
              <a:chExt cx="1469160" cy="767880"/>
            </a:xfrm>
          </p:grpSpPr>
          <p:grpSp>
            <p:nvGrpSpPr>
              <p:cNvPr id="1378" name="Google Shape;1945;p92"/>
              <p:cNvGrpSpPr/>
              <p:nvPr/>
            </p:nvGrpSpPr>
            <p:grpSpPr>
              <a:xfrm>
                <a:off x="10124640" y="1269360"/>
                <a:ext cx="1223640" cy="298800"/>
                <a:chOff x="10124640" y="1269360"/>
                <a:chExt cx="1223640" cy="298800"/>
              </a:xfrm>
            </p:grpSpPr>
            <p:sp>
              <p:nvSpPr>
                <p:cNvPr id="1379" name="Google Shape;1946;p92"/>
                <p:cNvSpPr/>
                <p:nvPr/>
              </p:nvSpPr>
              <p:spPr>
                <a:xfrm>
                  <a:off x="10124640" y="1269360"/>
                  <a:ext cx="148680" cy="297360"/>
                </a:xfrm>
                <a:custGeom>
                  <a:avLst/>
                  <a:gdLst>
                    <a:gd name="textAreaLeft" fmla="*/ 0 w 148680"/>
                    <a:gd name="textAreaRight" fmla="*/ 149760 w 148680"/>
                    <a:gd name="textAreaTop" fmla="*/ 0 h 297360"/>
                    <a:gd name="textAreaBottom" fmla="*/ 298440 h 2973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0" name="Google Shape;1947;p92"/>
                <p:cNvSpPr/>
                <p:nvPr/>
              </p:nvSpPr>
              <p:spPr>
                <a:xfrm>
                  <a:off x="10305360" y="1324800"/>
                  <a:ext cx="228960" cy="243000"/>
                </a:xfrm>
                <a:custGeom>
                  <a:avLst/>
                  <a:gdLst>
                    <a:gd name="textAreaLeft" fmla="*/ 0 w 228960"/>
                    <a:gd name="textAreaRight" fmla="*/ 230040 w 2289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1" name="Google Shape;1948;p92"/>
                <p:cNvSpPr/>
                <p:nvPr/>
              </p:nvSpPr>
              <p:spPr>
                <a:xfrm>
                  <a:off x="10573560" y="1325160"/>
                  <a:ext cx="216720" cy="243000"/>
                </a:xfrm>
                <a:custGeom>
                  <a:avLst/>
                  <a:gdLst>
                    <a:gd name="textAreaLeft" fmla="*/ 0 w 216720"/>
                    <a:gd name="textAreaRight" fmla="*/ 217800 w 216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2" name="Google Shape;1949;p92"/>
                <p:cNvSpPr/>
                <p:nvPr/>
              </p:nvSpPr>
              <p:spPr>
                <a:xfrm>
                  <a:off x="10834560" y="1325160"/>
                  <a:ext cx="213840" cy="237600"/>
                </a:xfrm>
                <a:custGeom>
                  <a:avLst/>
                  <a:gdLst>
                    <a:gd name="textAreaLeft" fmla="*/ 0 w 213840"/>
                    <a:gd name="textAreaRight" fmla="*/ 214920 w 213840"/>
                    <a:gd name="textAreaTop" fmla="*/ 0 h 237600"/>
                    <a:gd name="textAreaBottom" fmla="*/ 238680 h 2376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3" name="Google Shape;1950;p92"/>
                <p:cNvSpPr/>
                <p:nvPr/>
              </p:nvSpPr>
              <p:spPr>
                <a:xfrm>
                  <a:off x="11095560" y="132516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84" name="Google Shape;1951;p92"/>
              <p:cNvGrpSpPr/>
              <p:nvPr/>
            </p:nvGrpSpPr>
            <p:grpSpPr>
              <a:xfrm>
                <a:off x="10546560" y="1648080"/>
                <a:ext cx="1047240" cy="389160"/>
                <a:chOff x="10546560" y="1648080"/>
                <a:chExt cx="1047240" cy="389160"/>
              </a:xfrm>
            </p:grpSpPr>
            <p:sp>
              <p:nvSpPr>
                <p:cNvPr id="1385" name="Google Shape;1952;p92"/>
                <p:cNvSpPr/>
                <p:nvPr/>
              </p:nvSpPr>
              <p:spPr>
                <a:xfrm>
                  <a:off x="10546560" y="1648080"/>
                  <a:ext cx="65520" cy="31824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6" name="Google Shape;1953;p92"/>
                <p:cNvSpPr/>
                <p:nvPr/>
              </p:nvSpPr>
              <p:spPr>
                <a:xfrm>
                  <a:off x="10664280" y="1728720"/>
                  <a:ext cx="252720" cy="243000"/>
                </a:xfrm>
                <a:custGeom>
                  <a:avLst/>
                  <a:gdLst>
                    <a:gd name="textAreaLeft" fmla="*/ 0 w 252720"/>
                    <a:gd name="textAreaRight" fmla="*/ 253800 w 252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7" name="Google Shape;1954;p92"/>
                <p:cNvSpPr/>
                <p:nvPr/>
              </p:nvSpPr>
              <p:spPr>
                <a:xfrm>
                  <a:off x="10955160" y="1728720"/>
                  <a:ext cx="245160" cy="308520"/>
                </a:xfrm>
                <a:custGeom>
                  <a:avLst/>
                  <a:gdLst>
                    <a:gd name="textAreaLeft" fmla="*/ 0 w 245160"/>
                    <a:gd name="textAreaRight" fmla="*/ 246240 w 245160"/>
                    <a:gd name="textAreaTop" fmla="*/ 0 h 308520"/>
                    <a:gd name="textAreaBottom" fmla="*/ 309600 h 3085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8" name="Google Shape;1955;p92"/>
                <p:cNvSpPr/>
                <p:nvPr/>
              </p:nvSpPr>
              <p:spPr>
                <a:xfrm>
                  <a:off x="11262240" y="1648440"/>
                  <a:ext cx="69120" cy="318240"/>
                </a:xfrm>
                <a:custGeom>
                  <a:avLst/>
                  <a:gdLst>
                    <a:gd name="textAreaLeft" fmla="*/ 0 w 69120"/>
                    <a:gd name="textAreaRight" fmla="*/ 70200 w 69120"/>
                    <a:gd name="textAreaTop" fmla="*/ 0 h 318240"/>
                    <a:gd name="textAreaBottom" fmla="*/ 319320 h 3182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9" name="Google Shape;1956;p92"/>
                <p:cNvSpPr/>
                <p:nvPr/>
              </p:nvSpPr>
              <p:spPr>
                <a:xfrm>
                  <a:off x="11379240" y="1730520"/>
                  <a:ext cx="214560" cy="240480"/>
                </a:xfrm>
                <a:custGeom>
                  <a:avLst/>
                  <a:gdLst>
                    <a:gd name="textAreaLeft" fmla="*/ 0 w 214560"/>
                    <a:gd name="textAreaRight" fmla="*/ 215640 w 214560"/>
                    <a:gd name="textAreaTop" fmla="*/ 0 h 240480"/>
                    <a:gd name="textAreaBottom" fmla="*/ 241560 h 2404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90" name="Google Shape;1957;p92"/>
            <p:cNvGrpSpPr/>
            <p:nvPr/>
          </p:nvGrpSpPr>
          <p:grpSpPr>
            <a:xfrm>
              <a:off x="10207440" y="873000"/>
              <a:ext cx="1175760" cy="297720"/>
              <a:chOff x="10207440" y="873000"/>
              <a:chExt cx="1175760" cy="297720"/>
            </a:xfrm>
          </p:grpSpPr>
          <p:sp>
            <p:nvSpPr>
              <p:cNvPr id="1391" name="Google Shape;1958;p92"/>
              <p:cNvSpPr/>
              <p:nvPr/>
            </p:nvSpPr>
            <p:spPr>
              <a:xfrm>
                <a:off x="10207440" y="878040"/>
                <a:ext cx="80640" cy="102960"/>
              </a:xfrm>
              <a:custGeom>
                <a:avLst/>
                <a:gdLst>
                  <a:gd name="textAreaLeft" fmla="*/ 0 w 80640"/>
                  <a:gd name="textAreaRight" fmla="*/ 81720 w 80640"/>
                  <a:gd name="textAreaTop" fmla="*/ 0 h 102960"/>
                  <a:gd name="textAreaBottom" fmla="*/ 104040 h 1029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2" name="Google Shape;1959;p92"/>
              <p:cNvSpPr/>
              <p:nvPr/>
            </p:nvSpPr>
            <p:spPr>
              <a:xfrm>
                <a:off x="1028556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3" name="Google Shape;1960;p92"/>
              <p:cNvSpPr/>
              <p:nvPr/>
            </p:nvSpPr>
            <p:spPr>
              <a:xfrm>
                <a:off x="10381680" y="87372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4" name="Google Shape;1961;p92"/>
              <p:cNvSpPr/>
              <p:nvPr/>
            </p:nvSpPr>
            <p:spPr>
              <a:xfrm>
                <a:off x="1047924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5" name="Google Shape;1962;p92"/>
              <p:cNvSpPr/>
              <p:nvPr/>
            </p:nvSpPr>
            <p:spPr>
              <a:xfrm>
                <a:off x="1056456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6" name="Google Shape;1963;p92"/>
              <p:cNvSpPr/>
              <p:nvPr/>
            </p:nvSpPr>
            <p:spPr>
              <a:xfrm>
                <a:off x="1068372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Google Shape;1964;p92"/>
              <p:cNvSpPr/>
              <p:nvPr/>
            </p:nvSpPr>
            <p:spPr>
              <a:xfrm>
                <a:off x="1076940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Google Shape;1965;p92"/>
              <p:cNvSpPr/>
              <p:nvPr/>
            </p:nvSpPr>
            <p:spPr>
              <a:xfrm>
                <a:off x="10888200" y="873000"/>
                <a:ext cx="45360" cy="108000"/>
              </a:xfrm>
              <a:custGeom>
                <a:avLst/>
                <a:gdLst>
                  <a:gd name="textAreaLeft" fmla="*/ 0 w 45360"/>
                  <a:gd name="textAreaRight" fmla="*/ 46440 w 4536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9" name="Google Shape;1966;p92"/>
              <p:cNvSpPr/>
              <p:nvPr/>
            </p:nvSpPr>
            <p:spPr>
              <a:xfrm>
                <a:off x="10942920" y="903600"/>
                <a:ext cx="79200" cy="79200"/>
              </a:xfrm>
              <a:custGeom>
                <a:avLst/>
                <a:gdLst>
                  <a:gd name="textAreaLeft" fmla="*/ 0 w 79200"/>
                  <a:gd name="textAreaRight" fmla="*/ 80280 w 7920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0" name="Google Shape;1967;p92"/>
              <p:cNvSpPr/>
              <p:nvPr/>
            </p:nvSpPr>
            <p:spPr>
              <a:xfrm>
                <a:off x="11043720" y="90396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1" name="Google Shape;1968;p92"/>
              <p:cNvSpPr/>
              <p:nvPr/>
            </p:nvSpPr>
            <p:spPr>
              <a:xfrm>
                <a:off x="11103840" y="903600"/>
                <a:ext cx="115200" cy="77400"/>
              </a:xfrm>
              <a:custGeom>
                <a:avLst/>
                <a:gdLst>
                  <a:gd name="textAreaLeft" fmla="*/ 0 w 115200"/>
                  <a:gd name="textAreaRight" fmla="*/ 116280 w 11520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2" name="Google Shape;1969;p92"/>
              <p:cNvSpPr/>
              <p:nvPr/>
            </p:nvSpPr>
            <p:spPr>
              <a:xfrm>
                <a:off x="11239560" y="90396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3" name="Google Shape;1970;p92"/>
              <p:cNvSpPr/>
              <p:nvPr/>
            </p:nvSpPr>
            <p:spPr>
              <a:xfrm>
                <a:off x="11324880" y="903960"/>
                <a:ext cx="58320" cy="78480"/>
              </a:xfrm>
              <a:custGeom>
                <a:avLst/>
                <a:gdLst>
                  <a:gd name="textAreaLeft" fmla="*/ 0 w 58320"/>
                  <a:gd name="textAreaRight" fmla="*/ 59400 w 5832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4" name="Google Shape;1971;p92"/>
              <p:cNvSpPr/>
              <p:nvPr/>
            </p:nvSpPr>
            <p:spPr>
              <a:xfrm>
                <a:off x="1020816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5" name="Google Shape;1972;p92"/>
              <p:cNvSpPr/>
              <p:nvPr/>
            </p:nvSpPr>
            <p:spPr>
              <a:xfrm>
                <a:off x="103068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6" name="Google Shape;1973;p92"/>
              <p:cNvSpPr/>
              <p:nvPr/>
            </p:nvSpPr>
            <p:spPr>
              <a:xfrm>
                <a:off x="10438200" y="1070280"/>
                <a:ext cx="66240" cy="7848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8480"/>
                  <a:gd name="textAreaBottom" fmla="*/ 79560 h 784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7" name="Google Shape;1974;p92"/>
              <p:cNvSpPr/>
              <p:nvPr/>
            </p:nvSpPr>
            <p:spPr>
              <a:xfrm>
                <a:off x="10530360" y="1069560"/>
                <a:ext cx="76680" cy="10116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1160"/>
                  <a:gd name="textAreaBottom" fmla="*/ 102240 h 1011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8" name="Google Shape;1975;p92"/>
              <p:cNvSpPr/>
              <p:nvPr/>
            </p:nvSpPr>
            <p:spPr>
              <a:xfrm>
                <a:off x="1062900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9" name="Google Shape;1976;p92"/>
              <p:cNvSpPr/>
              <p:nvPr/>
            </p:nvSpPr>
            <p:spPr>
              <a:xfrm>
                <a:off x="1068120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0" name="Google Shape;1977;p92"/>
              <p:cNvSpPr/>
              <p:nvPr/>
            </p:nvSpPr>
            <p:spPr>
              <a:xfrm>
                <a:off x="10774080" y="1069560"/>
                <a:ext cx="66240" cy="77400"/>
              </a:xfrm>
              <a:custGeom>
                <a:avLst/>
                <a:gdLst>
                  <a:gd name="textAreaLeft" fmla="*/ 0 w 66240"/>
                  <a:gd name="textAreaRight" fmla="*/ 67320 w 66240"/>
                  <a:gd name="textAreaTop" fmla="*/ 0 h 77400"/>
                  <a:gd name="textAreaBottom" fmla="*/ 78480 h 774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1" name="Google Shape;1978;p92"/>
              <p:cNvSpPr/>
              <p:nvPr/>
            </p:nvSpPr>
            <p:spPr>
              <a:xfrm>
                <a:off x="10860840" y="1039680"/>
                <a:ext cx="76680" cy="109080"/>
              </a:xfrm>
              <a:custGeom>
                <a:avLst/>
                <a:gdLst>
                  <a:gd name="textAreaLeft" fmla="*/ 0 w 76680"/>
                  <a:gd name="textAreaRight" fmla="*/ 77760 w 76680"/>
                  <a:gd name="textAreaTop" fmla="*/ 0 h 109080"/>
                  <a:gd name="textAreaBottom" fmla="*/ 110160 h 1090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2" name="Google Shape;1979;p92"/>
              <p:cNvSpPr/>
              <p:nvPr/>
            </p:nvSpPr>
            <p:spPr>
              <a:xfrm>
                <a:off x="10959480" y="1069920"/>
                <a:ext cx="71640" cy="79200"/>
              </a:xfrm>
              <a:custGeom>
                <a:avLst/>
                <a:gdLst>
                  <a:gd name="textAreaLeft" fmla="*/ 0 w 71640"/>
                  <a:gd name="textAreaRight" fmla="*/ 72720 w 71640"/>
                  <a:gd name="textAreaTop" fmla="*/ 0 h 79200"/>
                  <a:gd name="textAreaBottom" fmla="*/ 80280 h 792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3" name="Google Shape;1980;p92"/>
              <p:cNvSpPr/>
              <p:nvPr/>
            </p:nvSpPr>
            <p:spPr>
              <a:xfrm>
                <a:off x="11052360" y="1069920"/>
                <a:ext cx="41760" cy="77040"/>
              </a:xfrm>
              <a:custGeom>
                <a:avLst/>
                <a:gdLst>
                  <a:gd name="textAreaLeft" fmla="*/ 0 w 41760"/>
                  <a:gd name="textAreaRight" fmla="*/ 42840 w 41760"/>
                  <a:gd name="textAreaTop" fmla="*/ 0 h 77040"/>
                  <a:gd name="textAreaBottom" fmla="*/ 78120 h 770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4" name="Google Shape;1981;p92"/>
            <p:cNvGrpSpPr/>
            <p:nvPr/>
          </p:nvGrpSpPr>
          <p:grpSpPr>
            <a:xfrm>
              <a:off x="10113480" y="597240"/>
              <a:ext cx="608400" cy="151560"/>
              <a:chOff x="10113480" y="597240"/>
              <a:chExt cx="608400" cy="151560"/>
            </a:xfrm>
          </p:grpSpPr>
          <p:sp>
            <p:nvSpPr>
              <p:cNvPr id="1415" name="Google Shape;1982;p92"/>
              <p:cNvSpPr/>
              <p:nvPr/>
            </p:nvSpPr>
            <p:spPr>
              <a:xfrm>
                <a:off x="10627560" y="60336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6" name="Google Shape;1983;p92"/>
              <p:cNvSpPr/>
              <p:nvPr/>
            </p:nvSpPr>
            <p:spPr>
              <a:xfrm>
                <a:off x="10113480" y="59724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7" name="Google Shape;1984;p92"/>
              <p:cNvSpPr/>
              <p:nvPr/>
            </p:nvSpPr>
            <p:spPr>
              <a:xfrm>
                <a:off x="10246320" y="618480"/>
                <a:ext cx="133200" cy="125640"/>
              </a:xfrm>
              <a:custGeom>
                <a:avLst/>
                <a:gdLst>
                  <a:gd name="textAreaLeft" fmla="*/ 0 w 133200"/>
                  <a:gd name="textAreaRight" fmla="*/ 134280 w 13320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8" name="Google Shape;1985;p92"/>
              <p:cNvSpPr/>
              <p:nvPr/>
            </p:nvSpPr>
            <p:spPr>
              <a:xfrm>
                <a:off x="10378800" y="619920"/>
                <a:ext cx="124560" cy="122040"/>
              </a:xfrm>
              <a:custGeom>
                <a:avLst/>
                <a:gdLst>
                  <a:gd name="textAreaLeft" fmla="*/ 0 w 124560"/>
                  <a:gd name="textAreaRight" fmla="*/ 125640 w 12456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Google Shape;1986;p92"/>
              <p:cNvSpPr/>
              <p:nvPr/>
            </p:nvSpPr>
            <p:spPr>
              <a:xfrm>
                <a:off x="10503000" y="619200"/>
                <a:ext cx="125640" cy="124200"/>
              </a:xfrm>
              <a:custGeom>
                <a:avLst/>
                <a:gdLst>
                  <a:gd name="textAreaLeft" fmla="*/ 0 w 125640"/>
                  <a:gd name="textAreaRight" fmla="*/ 126720 w 12564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988;p93"/>
          <p:cNvSpPr/>
          <p:nvPr/>
        </p:nvSpPr>
        <p:spPr>
          <a:xfrm>
            <a:off x="8377920" y="13320"/>
            <a:ext cx="3610800" cy="3610800"/>
          </a:xfrm>
          <a:custGeom>
            <a:avLst/>
            <a:gdLst>
              <a:gd name="textAreaLeft" fmla="*/ 0 w 3610800"/>
              <a:gd name="textAreaRight" fmla="*/ 3611880 w 3610800"/>
              <a:gd name="textAreaTop" fmla="*/ 0 h 3610800"/>
              <a:gd name="textAreaBottom" fmla="*/ 3611880 h 36108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1989;p93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Google Shape;1990;p93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3" name="Google Shape;1991;p93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4" name="Google Shape;1992;p93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1993;p93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1994;p93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Google Shape;1995;p93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Google Shape;1996;p93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Google Shape;1997;p93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Google Shape;1998;p93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31" name="Google Shape;1999;p93"/>
          <p:cNvGrpSpPr/>
          <p:nvPr/>
        </p:nvGrpSpPr>
        <p:grpSpPr>
          <a:xfrm>
            <a:off x="-2185920" y="0"/>
            <a:ext cx="931320" cy="6856920"/>
            <a:chOff x="-2185920" y="0"/>
            <a:chExt cx="931320" cy="6856920"/>
          </a:xfrm>
        </p:grpSpPr>
        <p:sp>
          <p:nvSpPr>
            <p:cNvPr id="1432" name="Google Shape;2000;p93"/>
            <p:cNvSpPr/>
            <p:nvPr/>
          </p:nvSpPr>
          <p:spPr>
            <a:xfrm>
              <a:off x="-2185920" y="0"/>
              <a:ext cx="316440" cy="68569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Google Shape;2001;p93"/>
            <p:cNvSpPr/>
            <p:nvPr/>
          </p:nvSpPr>
          <p:spPr>
            <a:xfrm>
              <a:off x="-2185920" y="0"/>
              <a:ext cx="316440" cy="24879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Google Shape;2002;p93"/>
            <p:cNvSpPr/>
            <p:nvPr/>
          </p:nvSpPr>
          <p:spPr>
            <a:xfrm>
              <a:off x="-1881720" y="0"/>
              <a:ext cx="316440" cy="68569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Google Shape;2003;p93"/>
            <p:cNvSpPr/>
            <p:nvPr/>
          </p:nvSpPr>
          <p:spPr>
            <a:xfrm>
              <a:off x="-1881720" y="4368960"/>
              <a:ext cx="316440" cy="24879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6" name="Google Shape;2004;p93"/>
            <p:cNvSpPr/>
            <p:nvPr/>
          </p:nvSpPr>
          <p:spPr>
            <a:xfrm>
              <a:off x="-1571040" y="0"/>
              <a:ext cx="316440" cy="68569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Google Shape;2005;p93"/>
            <p:cNvSpPr/>
            <p:nvPr/>
          </p:nvSpPr>
          <p:spPr>
            <a:xfrm>
              <a:off x="-1571040" y="0"/>
              <a:ext cx="316440" cy="24879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8" name="Google Shape;2006;p93"/>
          <p:cNvGrpSpPr/>
          <p:nvPr/>
        </p:nvGrpSpPr>
        <p:grpSpPr>
          <a:xfrm>
            <a:off x="1734120" y="843120"/>
            <a:ext cx="1369080" cy="1095120"/>
            <a:chOff x="1734120" y="843120"/>
            <a:chExt cx="1369080" cy="1095120"/>
          </a:xfrm>
        </p:grpSpPr>
        <p:sp>
          <p:nvSpPr>
            <p:cNvPr id="1439" name="Google Shape;2007;p93"/>
            <p:cNvSpPr/>
            <p:nvPr/>
          </p:nvSpPr>
          <p:spPr>
            <a:xfrm>
              <a:off x="2282400" y="8431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Google Shape;2008;p93"/>
            <p:cNvSpPr/>
            <p:nvPr/>
          </p:nvSpPr>
          <p:spPr>
            <a:xfrm>
              <a:off x="200808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Google Shape;2009;p93"/>
            <p:cNvSpPr/>
            <p:nvPr/>
          </p:nvSpPr>
          <p:spPr>
            <a:xfrm>
              <a:off x="17341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Google Shape;2010;p93"/>
            <p:cNvSpPr/>
            <p:nvPr/>
          </p:nvSpPr>
          <p:spPr>
            <a:xfrm>
              <a:off x="17341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Google Shape;2011;p93"/>
            <p:cNvSpPr/>
            <p:nvPr/>
          </p:nvSpPr>
          <p:spPr>
            <a:xfrm>
              <a:off x="200808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Google Shape;2012;p93"/>
            <p:cNvSpPr/>
            <p:nvPr/>
          </p:nvSpPr>
          <p:spPr>
            <a:xfrm>
              <a:off x="228240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Google Shape;2013;p93"/>
            <p:cNvSpPr/>
            <p:nvPr/>
          </p:nvSpPr>
          <p:spPr>
            <a:xfrm>
              <a:off x="255636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Google Shape;2014;p93"/>
            <p:cNvSpPr/>
            <p:nvPr/>
          </p:nvSpPr>
          <p:spPr>
            <a:xfrm>
              <a:off x="2830320" y="16653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Google Shape;2015;p93"/>
            <p:cNvSpPr/>
            <p:nvPr/>
          </p:nvSpPr>
          <p:spPr>
            <a:xfrm>
              <a:off x="2830320" y="13914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Google Shape;2016;p93"/>
            <p:cNvSpPr/>
            <p:nvPr/>
          </p:nvSpPr>
          <p:spPr>
            <a:xfrm>
              <a:off x="2556360" y="111744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49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572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50" name="Google Shape;2018;p93"/>
          <p:cNvGrpSpPr/>
          <p:nvPr/>
        </p:nvGrpSpPr>
        <p:grpSpPr>
          <a:xfrm>
            <a:off x="1684080" y="792720"/>
            <a:ext cx="1369080" cy="1095120"/>
            <a:chOff x="1684080" y="792720"/>
            <a:chExt cx="1369080" cy="1095120"/>
          </a:xfrm>
        </p:grpSpPr>
        <p:sp>
          <p:nvSpPr>
            <p:cNvPr id="1451" name="Google Shape;2019;p93"/>
            <p:cNvSpPr/>
            <p:nvPr/>
          </p:nvSpPr>
          <p:spPr>
            <a:xfrm>
              <a:off x="2232000" y="79272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Google Shape;2020;p93"/>
            <p:cNvSpPr/>
            <p:nvPr/>
          </p:nvSpPr>
          <p:spPr>
            <a:xfrm>
              <a:off x="195804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Google Shape;2021;p93"/>
            <p:cNvSpPr/>
            <p:nvPr/>
          </p:nvSpPr>
          <p:spPr>
            <a:xfrm>
              <a:off x="16840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Google Shape;2022;p93"/>
            <p:cNvSpPr/>
            <p:nvPr/>
          </p:nvSpPr>
          <p:spPr>
            <a:xfrm>
              <a:off x="16840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Google Shape;2023;p93"/>
            <p:cNvSpPr/>
            <p:nvPr/>
          </p:nvSpPr>
          <p:spPr>
            <a:xfrm>
              <a:off x="195804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Google Shape;2024;p93"/>
            <p:cNvSpPr/>
            <p:nvPr/>
          </p:nvSpPr>
          <p:spPr>
            <a:xfrm>
              <a:off x="223200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Google Shape;2025;p93"/>
            <p:cNvSpPr/>
            <p:nvPr/>
          </p:nvSpPr>
          <p:spPr>
            <a:xfrm>
              <a:off x="250632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Google Shape;2026;p93"/>
            <p:cNvSpPr/>
            <p:nvPr/>
          </p:nvSpPr>
          <p:spPr>
            <a:xfrm>
              <a:off x="2780280" y="161496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Google Shape;2027;p93"/>
            <p:cNvSpPr/>
            <p:nvPr/>
          </p:nvSpPr>
          <p:spPr>
            <a:xfrm>
              <a:off x="2780280" y="134100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Google Shape;2028;p93"/>
            <p:cNvSpPr/>
            <p:nvPr/>
          </p:nvSpPr>
          <p:spPr>
            <a:xfrm>
              <a:off x="2506320" y="1066680"/>
              <a:ext cx="272880" cy="272880"/>
            </a:xfrm>
            <a:custGeom>
              <a:avLst/>
              <a:gdLst>
                <a:gd name="textAreaLeft" fmla="*/ 0 w 272880"/>
                <a:gd name="textAreaRight" fmla="*/ 273960 w 272880"/>
                <a:gd name="textAreaTop" fmla="*/ 0 h 272880"/>
                <a:gd name="textAreaBottom" fmla="*/ 273960 h 2728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1" name="Google Shape;2029;p93"/>
          <p:cNvSpPr/>
          <p:nvPr/>
        </p:nvSpPr>
        <p:spPr>
          <a:xfrm>
            <a:off x="690480" y="275760"/>
            <a:ext cx="377784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2030;p93"/>
          <p:cNvSpPr/>
          <p:nvPr/>
        </p:nvSpPr>
        <p:spPr>
          <a:xfrm>
            <a:off x="706680" y="3871800"/>
            <a:ext cx="355788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3" name="Google Shape;2031;p93"/>
          <p:cNvGrpSpPr/>
          <p:nvPr/>
        </p:nvGrpSpPr>
        <p:grpSpPr>
          <a:xfrm>
            <a:off x="795240" y="2890800"/>
            <a:ext cx="3673080" cy="3107880"/>
            <a:chOff x="795240" y="2890800"/>
            <a:chExt cx="3673080" cy="3107880"/>
          </a:xfrm>
        </p:grpSpPr>
        <p:sp>
          <p:nvSpPr>
            <p:cNvPr id="1464" name="Google Shape;2032;p93"/>
            <p:cNvSpPr/>
            <p:nvPr/>
          </p:nvSpPr>
          <p:spPr>
            <a:xfrm>
              <a:off x="795240" y="4303800"/>
              <a:ext cx="564120" cy="169488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694880"/>
                <a:gd name="textAreaBottom" fmla="*/ 1695960 h 16948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Google Shape;2033;p93"/>
            <p:cNvSpPr/>
            <p:nvPr/>
          </p:nvSpPr>
          <p:spPr>
            <a:xfrm>
              <a:off x="3904200" y="3738600"/>
              <a:ext cx="564120" cy="1129320"/>
            </a:xfrm>
            <a:custGeom>
              <a:avLst/>
              <a:gdLst>
                <a:gd name="textAreaLeft" fmla="*/ 0 w 564120"/>
                <a:gd name="textAreaRight" fmla="*/ 565200 w 5641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2034;p93"/>
            <p:cNvSpPr/>
            <p:nvPr/>
          </p:nvSpPr>
          <p:spPr>
            <a:xfrm>
              <a:off x="4186800" y="543456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2035;p93"/>
            <p:cNvSpPr/>
            <p:nvPr/>
          </p:nvSpPr>
          <p:spPr>
            <a:xfrm>
              <a:off x="2490840" y="3173400"/>
              <a:ext cx="281520" cy="281520"/>
            </a:xfrm>
            <a:custGeom>
              <a:avLst/>
              <a:gdLst>
                <a:gd name="textAreaLeft" fmla="*/ 0 w 281520"/>
                <a:gd name="textAreaRight" fmla="*/ 282600 w 281520"/>
                <a:gd name="textAreaTop" fmla="*/ 0 h 281520"/>
                <a:gd name="textAreaBottom" fmla="*/ 282600 h 2815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2036;p93"/>
            <p:cNvSpPr/>
            <p:nvPr/>
          </p:nvSpPr>
          <p:spPr>
            <a:xfrm>
              <a:off x="1360440" y="2890800"/>
              <a:ext cx="1129320" cy="1129320"/>
            </a:xfrm>
            <a:custGeom>
              <a:avLst/>
              <a:gdLst>
                <a:gd name="textAreaLeft" fmla="*/ 0 w 1129320"/>
                <a:gd name="textAreaRight" fmla="*/ 1130400 w 1129320"/>
                <a:gd name="textAreaTop" fmla="*/ 0 h 1129320"/>
                <a:gd name="textAreaBottom" fmla="*/ 1130400 h 11293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Google Shape;2037;p93"/>
            <p:cNvSpPr/>
            <p:nvPr/>
          </p:nvSpPr>
          <p:spPr>
            <a:xfrm>
              <a:off x="1925640" y="4303800"/>
              <a:ext cx="1411920" cy="1411920"/>
            </a:xfrm>
            <a:custGeom>
              <a:avLst/>
              <a:gdLst>
                <a:gd name="textAreaLeft" fmla="*/ 0 w 1411920"/>
                <a:gd name="textAreaRight" fmla="*/ 1413000 w 1411920"/>
                <a:gd name="textAreaTop" fmla="*/ 0 h 1411920"/>
                <a:gd name="textAreaBottom" fmla="*/ 1413000 h 14119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0" name="Google Shape;2038;p93"/>
          <p:cNvGrpSpPr/>
          <p:nvPr/>
        </p:nvGrpSpPr>
        <p:grpSpPr>
          <a:xfrm>
            <a:off x="401040" y="198360"/>
            <a:ext cx="692280" cy="692280"/>
            <a:chOff x="401040" y="198360"/>
            <a:chExt cx="692280" cy="692280"/>
          </a:xfrm>
        </p:grpSpPr>
        <p:sp>
          <p:nvSpPr>
            <p:cNvPr id="1471" name="Google Shape;2039;p93"/>
            <p:cNvSpPr/>
            <p:nvPr/>
          </p:nvSpPr>
          <p:spPr>
            <a:xfrm>
              <a:off x="401040" y="545040"/>
              <a:ext cx="345600" cy="3456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2040;p93"/>
            <p:cNvSpPr/>
            <p:nvPr/>
          </p:nvSpPr>
          <p:spPr>
            <a:xfrm>
              <a:off x="747720" y="198360"/>
              <a:ext cx="345600" cy="3456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3" name="Google Shape;2041;p93"/>
          <p:cNvGrpSpPr/>
          <p:nvPr/>
        </p:nvGrpSpPr>
        <p:grpSpPr>
          <a:xfrm>
            <a:off x="9798120" y="5367240"/>
            <a:ext cx="1397160" cy="730440"/>
            <a:chOff x="9798120" y="5367240"/>
            <a:chExt cx="1397160" cy="730440"/>
          </a:xfrm>
        </p:grpSpPr>
        <p:grpSp>
          <p:nvGrpSpPr>
            <p:cNvPr id="1474" name="Google Shape;2042;p93"/>
            <p:cNvGrpSpPr/>
            <p:nvPr/>
          </p:nvGrpSpPr>
          <p:grpSpPr>
            <a:xfrm>
              <a:off x="9798120" y="5367240"/>
              <a:ext cx="1163520" cy="284040"/>
              <a:chOff x="9798120" y="5367240"/>
              <a:chExt cx="1163520" cy="284040"/>
            </a:xfrm>
          </p:grpSpPr>
          <p:sp>
            <p:nvSpPr>
              <p:cNvPr id="1475" name="Google Shape;2043;p93"/>
              <p:cNvSpPr/>
              <p:nvPr/>
            </p:nvSpPr>
            <p:spPr>
              <a:xfrm>
                <a:off x="9798120" y="5367240"/>
                <a:ext cx="141120" cy="282600"/>
              </a:xfrm>
              <a:custGeom>
                <a:avLst/>
                <a:gdLst>
                  <a:gd name="textAreaLeft" fmla="*/ 0 w 141120"/>
                  <a:gd name="textAreaRight" fmla="*/ 142200 w 141120"/>
                  <a:gd name="textAreaTop" fmla="*/ 0 h 282600"/>
                  <a:gd name="textAreaBottom" fmla="*/ 283680 h 2826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6" name="Google Shape;2044;p93"/>
              <p:cNvSpPr/>
              <p:nvPr/>
            </p:nvSpPr>
            <p:spPr>
              <a:xfrm>
                <a:off x="9969840" y="5420160"/>
                <a:ext cx="217800" cy="231120"/>
              </a:xfrm>
              <a:custGeom>
                <a:avLst/>
                <a:gdLst>
                  <a:gd name="textAreaLeft" fmla="*/ 0 w 217800"/>
                  <a:gd name="textAreaRight" fmla="*/ 218880 w 21780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7" name="Google Shape;2045;p93"/>
              <p:cNvSpPr/>
              <p:nvPr/>
            </p:nvSpPr>
            <p:spPr>
              <a:xfrm>
                <a:off x="10224720" y="5420160"/>
                <a:ext cx="205920" cy="231120"/>
              </a:xfrm>
              <a:custGeom>
                <a:avLst/>
                <a:gdLst>
                  <a:gd name="textAreaLeft" fmla="*/ 0 w 205920"/>
                  <a:gd name="textAreaRight" fmla="*/ 207000 w 2059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8" name="Google Shape;2046;p93"/>
              <p:cNvSpPr/>
              <p:nvPr/>
            </p:nvSpPr>
            <p:spPr>
              <a:xfrm>
                <a:off x="10473120" y="5420160"/>
                <a:ext cx="203040" cy="226080"/>
              </a:xfrm>
              <a:custGeom>
                <a:avLst/>
                <a:gdLst>
                  <a:gd name="textAreaLeft" fmla="*/ 0 w 203040"/>
                  <a:gd name="textAreaRight" fmla="*/ 204120 w 203040"/>
                  <a:gd name="textAreaTop" fmla="*/ 0 h 226080"/>
                  <a:gd name="textAreaBottom" fmla="*/ 227160 h 2260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9" name="Google Shape;2047;p93"/>
              <p:cNvSpPr/>
              <p:nvPr/>
            </p:nvSpPr>
            <p:spPr>
              <a:xfrm>
                <a:off x="10721520" y="542016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80" name="Google Shape;2048;p93"/>
            <p:cNvGrpSpPr/>
            <p:nvPr/>
          </p:nvGrpSpPr>
          <p:grpSpPr>
            <a:xfrm>
              <a:off x="10199160" y="5727600"/>
              <a:ext cx="996120" cy="370080"/>
              <a:chOff x="10199160" y="5727600"/>
              <a:chExt cx="996120" cy="370080"/>
            </a:xfrm>
          </p:grpSpPr>
          <p:sp>
            <p:nvSpPr>
              <p:cNvPr id="1481" name="Google Shape;2049;p93"/>
              <p:cNvSpPr/>
              <p:nvPr/>
            </p:nvSpPr>
            <p:spPr>
              <a:xfrm>
                <a:off x="10199160" y="5727600"/>
                <a:ext cx="62280" cy="302400"/>
              </a:xfrm>
              <a:custGeom>
                <a:avLst/>
                <a:gdLst>
                  <a:gd name="textAreaLeft" fmla="*/ 0 w 62280"/>
                  <a:gd name="textAreaRight" fmla="*/ 63360 w 6228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2" name="Google Shape;2050;p93"/>
              <p:cNvSpPr/>
              <p:nvPr/>
            </p:nvSpPr>
            <p:spPr>
              <a:xfrm>
                <a:off x="10311120" y="5804280"/>
                <a:ext cx="240120" cy="231120"/>
              </a:xfrm>
              <a:custGeom>
                <a:avLst/>
                <a:gdLst>
                  <a:gd name="textAreaLeft" fmla="*/ 0 w 240120"/>
                  <a:gd name="textAreaRight" fmla="*/ 241200 w 240120"/>
                  <a:gd name="textAreaTop" fmla="*/ 0 h 231120"/>
                  <a:gd name="textAreaBottom" fmla="*/ 232200 h 2311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3" name="Google Shape;2051;p93"/>
              <p:cNvSpPr/>
              <p:nvPr/>
            </p:nvSpPr>
            <p:spPr>
              <a:xfrm>
                <a:off x="10588320" y="5804280"/>
                <a:ext cx="232920" cy="293400"/>
              </a:xfrm>
              <a:custGeom>
                <a:avLst/>
                <a:gdLst>
                  <a:gd name="textAreaLeft" fmla="*/ 0 w 232920"/>
                  <a:gd name="textAreaRight" fmla="*/ 234000 w 232920"/>
                  <a:gd name="textAreaTop" fmla="*/ 0 h 293400"/>
                  <a:gd name="textAreaBottom" fmla="*/ 294480 h 2934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4" name="Google Shape;2052;p93"/>
              <p:cNvSpPr/>
              <p:nvPr/>
            </p:nvSpPr>
            <p:spPr>
              <a:xfrm>
                <a:off x="10880280" y="5727600"/>
                <a:ext cx="65520" cy="302400"/>
              </a:xfrm>
              <a:custGeom>
                <a:avLst/>
                <a:gdLst>
                  <a:gd name="textAreaLeft" fmla="*/ 0 w 65520"/>
                  <a:gd name="textAreaRight" fmla="*/ 66600 w 65520"/>
                  <a:gd name="textAreaTop" fmla="*/ 0 h 302400"/>
                  <a:gd name="textAreaBottom" fmla="*/ 303480 h 3024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5" name="Google Shape;2053;p93"/>
              <p:cNvSpPr/>
              <p:nvPr/>
            </p:nvSpPr>
            <p:spPr>
              <a:xfrm>
                <a:off x="10991160" y="5806080"/>
                <a:ext cx="204120" cy="228600"/>
              </a:xfrm>
              <a:custGeom>
                <a:avLst/>
                <a:gdLst>
                  <a:gd name="textAreaLeft" fmla="*/ 0 w 204120"/>
                  <a:gd name="textAreaRight" fmla="*/ 205200 w 204120"/>
                  <a:gd name="textAreaTop" fmla="*/ 0 h 228600"/>
                  <a:gd name="textAreaBottom" fmla="*/ 229680 h 2286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86" name="Google Shape;2054;p93"/>
          <p:cNvGrpSpPr/>
          <p:nvPr/>
        </p:nvGrpSpPr>
        <p:grpSpPr>
          <a:xfrm>
            <a:off x="9880920" y="5104080"/>
            <a:ext cx="578520" cy="144000"/>
            <a:chOff x="9880920" y="5104080"/>
            <a:chExt cx="578520" cy="144000"/>
          </a:xfrm>
        </p:grpSpPr>
        <p:sp>
          <p:nvSpPr>
            <p:cNvPr id="1487" name="Google Shape;2055;p93"/>
            <p:cNvSpPr/>
            <p:nvPr/>
          </p:nvSpPr>
          <p:spPr>
            <a:xfrm>
              <a:off x="10369800" y="5109840"/>
              <a:ext cx="89640" cy="137520"/>
            </a:xfrm>
            <a:custGeom>
              <a:avLst/>
              <a:gdLst>
                <a:gd name="textAreaLeft" fmla="*/ 0 w 89640"/>
                <a:gd name="textAreaRight" fmla="*/ 90720 w 89640"/>
                <a:gd name="textAreaTop" fmla="*/ 0 h 137520"/>
                <a:gd name="textAreaBottom" fmla="*/ 138600 h 1375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Google Shape;2056;p93"/>
            <p:cNvSpPr/>
            <p:nvPr/>
          </p:nvSpPr>
          <p:spPr>
            <a:xfrm>
              <a:off x="9880920" y="5104080"/>
              <a:ext cx="129960" cy="144000"/>
            </a:xfrm>
            <a:custGeom>
              <a:avLst/>
              <a:gdLst>
                <a:gd name="textAreaLeft" fmla="*/ 0 w 129960"/>
                <a:gd name="textAreaRight" fmla="*/ 131040 w 129960"/>
                <a:gd name="textAreaTop" fmla="*/ 0 h 144000"/>
                <a:gd name="textAreaBottom" fmla="*/ 145080 h 1440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Google Shape;2057;p93"/>
            <p:cNvSpPr/>
            <p:nvPr/>
          </p:nvSpPr>
          <p:spPr>
            <a:xfrm>
              <a:off x="10007280" y="5124240"/>
              <a:ext cx="126360" cy="119520"/>
            </a:xfrm>
            <a:custGeom>
              <a:avLst/>
              <a:gdLst>
                <a:gd name="textAreaLeft" fmla="*/ 0 w 126360"/>
                <a:gd name="textAreaRight" fmla="*/ 127440 w 126360"/>
                <a:gd name="textAreaTop" fmla="*/ 0 h 119520"/>
                <a:gd name="textAreaBottom" fmla="*/ 120600 h 1195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Google Shape;2058;p93"/>
            <p:cNvSpPr/>
            <p:nvPr/>
          </p:nvSpPr>
          <p:spPr>
            <a:xfrm>
              <a:off x="10133280" y="5125680"/>
              <a:ext cx="118080" cy="11592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115920"/>
                <a:gd name="textAreaBottom" fmla="*/ 117000 h 1159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2059;p93"/>
            <p:cNvSpPr/>
            <p:nvPr/>
          </p:nvSpPr>
          <p:spPr>
            <a:xfrm>
              <a:off x="10251720" y="5124960"/>
              <a:ext cx="119160" cy="118080"/>
            </a:xfrm>
            <a:custGeom>
              <a:avLst/>
              <a:gdLst>
                <a:gd name="textAreaLeft" fmla="*/ 0 w 119160"/>
                <a:gd name="textAreaRight" fmla="*/ 120240 w 119160"/>
                <a:gd name="textAreaTop" fmla="*/ 0 h 118080"/>
                <a:gd name="textAreaBottom" fmla="*/ 119160 h 1180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2061;p94"/>
          <p:cNvGrpSpPr/>
          <p:nvPr/>
        </p:nvGrpSpPr>
        <p:grpSpPr>
          <a:xfrm>
            <a:off x="822600" y="270000"/>
            <a:ext cx="11082240" cy="7118280"/>
            <a:chOff x="822600" y="270000"/>
            <a:chExt cx="11082240" cy="7118280"/>
          </a:xfrm>
        </p:grpSpPr>
        <p:grpSp>
          <p:nvGrpSpPr>
            <p:cNvPr id="1493" name="Google Shape;2062;p94"/>
            <p:cNvGrpSpPr/>
            <p:nvPr/>
          </p:nvGrpSpPr>
          <p:grpSpPr>
            <a:xfrm>
              <a:off x="822600" y="270000"/>
              <a:ext cx="11082240" cy="6293880"/>
              <a:chOff x="822600" y="270000"/>
              <a:chExt cx="11082240" cy="6293880"/>
            </a:xfrm>
          </p:grpSpPr>
          <p:pic>
            <p:nvPicPr>
              <p:cNvPr id="149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5080" cy="4285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9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720" cy="2007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9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800" cy="3259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97" name="Google Shape;2066;p94"/>
              <p:cNvGrpSpPr/>
              <p:nvPr/>
            </p:nvGrpSpPr>
            <p:grpSpPr>
              <a:xfrm>
                <a:off x="1767960" y="843120"/>
                <a:ext cx="1369080" cy="1095120"/>
                <a:chOff x="1767960" y="843120"/>
                <a:chExt cx="1369080" cy="1095120"/>
              </a:xfrm>
            </p:grpSpPr>
            <p:sp>
              <p:nvSpPr>
                <p:cNvPr id="1498" name="Google Shape;2067;p94"/>
                <p:cNvSpPr/>
                <p:nvPr/>
              </p:nvSpPr>
              <p:spPr>
                <a:xfrm>
                  <a:off x="2315880" y="84312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9" name="Google Shape;2068;p94"/>
                <p:cNvSpPr/>
                <p:nvPr/>
              </p:nvSpPr>
              <p:spPr>
                <a:xfrm>
                  <a:off x="204192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0" name="Google Shape;2069;p94"/>
                <p:cNvSpPr/>
                <p:nvPr/>
              </p:nvSpPr>
              <p:spPr>
                <a:xfrm>
                  <a:off x="17679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1" name="Google Shape;2070;p94"/>
                <p:cNvSpPr/>
                <p:nvPr/>
              </p:nvSpPr>
              <p:spPr>
                <a:xfrm>
                  <a:off x="17679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2" name="Google Shape;2071;p94"/>
                <p:cNvSpPr/>
                <p:nvPr/>
              </p:nvSpPr>
              <p:spPr>
                <a:xfrm>
                  <a:off x="204192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3" name="Google Shape;2072;p94"/>
                <p:cNvSpPr/>
                <p:nvPr/>
              </p:nvSpPr>
              <p:spPr>
                <a:xfrm>
                  <a:off x="231588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4" name="Google Shape;2073;p94"/>
                <p:cNvSpPr/>
                <p:nvPr/>
              </p:nvSpPr>
              <p:spPr>
                <a:xfrm>
                  <a:off x="259020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5" name="Google Shape;2074;p94"/>
                <p:cNvSpPr/>
                <p:nvPr/>
              </p:nvSpPr>
              <p:spPr>
                <a:xfrm>
                  <a:off x="28641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6" name="Google Shape;2075;p94"/>
                <p:cNvSpPr/>
                <p:nvPr/>
              </p:nvSpPr>
              <p:spPr>
                <a:xfrm>
                  <a:off x="28641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7" name="Google Shape;2076;p94"/>
                <p:cNvSpPr/>
                <p:nvPr/>
              </p:nvSpPr>
              <p:spPr>
                <a:xfrm>
                  <a:off x="259020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08" name="Google Shape;2077;p94"/>
            <p:cNvGrpSpPr/>
            <p:nvPr/>
          </p:nvGrpSpPr>
          <p:grpSpPr>
            <a:xfrm>
              <a:off x="6279120" y="5470920"/>
              <a:ext cx="1917360" cy="1917360"/>
              <a:chOff x="6279120" y="5470920"/>
              <a:chExt cx="1917360" cy="1917360"/>
            </a:xfrm>
          </p:grpSpPr>
          <p:sp>
            <p:nvSpPr>
              <p:cNvPr id="1509" name="Google Shape;2078;p94"/>
              <p:cNvSpPr/>
              <p:nvPr/>
            </p:nvSpPr>
            <p:spPr>
              <a:xfrm>
                <a:off x="62791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2079;p94"/>
              <p:cNvSpPr/>
              <p:nvPr/>
            </p:nvSpPr>
            <p:spPr>
              <a:xfrm>
                <a:off x="65530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2080;p94"/>
              <p:cNvSpPr/>
              <p:nvPr/>
            </p:nvSpPr>
            <p:spPr>
              <a:xfrm>
                <a:off x="682704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2081;p94"/>
              <p:cNvSpPr/>
              <p:nvPr/>
            </p:nvSpPr>
            <p:spPr>
              <a:xfrm>
                <a:off x="710136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2082;p94"/>
              <p:cNvSpPr/>
              <p:nvPr/>
            </p:nvSpPr>
            <p:spPr>
              <a:xfrm>
                <a:off x="73753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4" name="Google Shape;2083;p94"/>
              <p:cNvSpPr/>
              <p:nvPr/>
            </p:nvSpPr>
            <p:spPr>
              <a:xfrm>
                <a:off x="76492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5" name="Google Shape;2084;p94"/>
              <p:cNvSpPr/>
              <p:nvPr/>
            </p:nvSpPr>
            <p:spPr>
              <a:xfrm>
                <a:off x="792360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6" name="Google Shape;2085;p94"/>
              <p:cNvSpPr/>
              <p:nvPr/>
            </p:nvSpPr>
            <p:spPr>
              <a:xfrm>
                <a:off x="792360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7" name="Google Shape;2086;p94"/>
              <p:cNvSpPr/>
              <p:nvPr/>
            </p:nvSpPr>
            <p:spPr>
              <a:xfrm>
                <a:off x="792360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8" name="Google Shape;2087;p94"/>
              <p:cNvSpPr/>
              <p:nvPr/>
            </p:nvSpPr>
            <p:spPr>
              <a:xfrm>
                <a:off x="792360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9" name="Google Shape;2088;p94"/>
              <p:cNvSpPr/>
              <p:nvPr/>
            </p:nvSpPr>
            <p:spPr>
              <a:xfrm>
                <a:off x="792360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0" name="Google Shape;2089;p94"/>
              <p:cNvSpPr/>
              <p:nvPr/>
            </p:nvSpPr>
            <p:spPr>
              <a:xfrm>
                <a:off x="76492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1" name="Google Shape;2090;p94"/>
              <p:cNvSpPr/>
              <p:nvPr/>
            </p:nvSpPr>
            <p:spPr>
              <a:xfrm>
                <a:off x="737532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2" name="Google Shape;2091;p94"/>
              <p:cNvSpPr/>
              <p:nvPr/>
            </p:nvSpPr>
            <p:spPr>
              <a:xfrm>
                <a:off x="710136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3" name="Google Shape;2092;p94"/>
              <p:cNvSpPr/>
              <p:nvPr/>
            </p:nvSpPr>
            <p:spPr>
              <a:xfrm>
                <a:off x="682704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4" name="Google Shape;2093;p94"/>
              <p:cNvSpPr/>
              <p:nvPr/>
            </p:nvSpPr>
            <p:spPr>
              <a:xfrm>
                <a:off x="65530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2094;p94"/>
              <p:cNvSpPr/>
              <p:nvPr/>
            </p:nvSpPr>
            <p:spPr>
              <a:xfrm>
                <a:off x="627912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2095;p94"/>
              <p:cNvSpPr/>
              <p:nvPr/>
            </p:nvSpPr>
            <p:spPr>
              <a:xfrm>
                <a:off x="627912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2096;p94"/>
              <p:cNvSpPr/>
              <p:nvPr/>
            </p:nvSpPr>
            <p:spPr>
              <a:xfrm>
                <a:off x="627912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8" name="Google Shape;2097;p94"/>
              <p:cNvSpPr/>
              <p:nvPr/>
            </p:nvSpPr>
            <p:spPr>
              <a:xfrm>
                <a:off x="627912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29" name="Google Shape;2098;p94"/>
          <p:cNvGrpSpPr/>
          <p:nvPr/>
        </p:nvGrpSpPr>
        <p:grpSpPr>
          <a:xfrm>
            <a:off x="-14040" y="3337560"/>
            <a:ext cx="3918600" cy="2938680"/>
            <a:chOff x="-14040" y="3337560"/>
            <a:chExt cx="3918600" cy="2938680"/>
          </a:xfrm>
        </p:grpSpPr>
        <p:sp>
          <p:nvSpPr>
            <p:cNvPr id="1530" name="Google Shape;2099;p94"/>
            <p:cNvSpPr/>
            <p:nvPr/>
          </p:nvSpPr>
          <p:spPr>
            <a:xfrm flipH="1" rot="16200000">
              <a:off x="325296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1" name="Google Shape;2100;p94"/>
            <p:cNvSpPr/>
            <p:nvPr/>
          </p:nvSpPr>
          <p:spPr>
            <a:xfrm flipH="1">
              <a:off x="63900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2" name="Google Shape;2101;p94"/>
            <p:cNvSpPr/>
            <p:nvPr/>
          </p:nvSpPr>
          <p:spPr>
            <a:xfrm flipH="1">
              <a:off x="965520" y="5623920"/>
              <a:ext cx="325800" cy="32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3" name="Google Shape;2102;p94"/>
            <p:cNvSpPr/>
            <p:nvPr/>
          </p:nvSpPr>
          <p:spPr>
            <a:xfrm flipH="1">
              <a:off x="129204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Google Shape;2103;p94"/>
            <p:cNvSpPr/>
            <p:nvPr/>
          </p:nvSpPr>
          <p:spPr>
            <a:xfrm flipH="1">
              <a:off x="194544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5" name="Google Shape;2104;p94"/>
            <p:cNvSpPr/>
            <p:nvPr/>
          </p:nvSpPr>
          <p:spPr>
            <a:xfrm flipH="1">
              <a:off x="161856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Google Shape;2105;p94"/>
            <p:cNvSpPr/>
            <p:nvPr/>
          </p:nvSpPr>
          <p:spPr>
            <a:xfrm flipH="1">
              <a:off x="227196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Google Shape;2106;p94"/>
            <p:cNvSpPr/>
            <p:nvPr/>
          </p:nvSpPr>
          <p:spPr>
            <a:xfrm flipH="1">
              <a:off x="259848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Google Shape;2107;p94"/>
            <p:cNvSpPr/>
            <p:nvPr/>
          </p:nvSpPr>
          <p:spPr>
            <a:xfrm flipH="1">
              <a:off x="292500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9" name="Google Shape;2108;p94"/>
            <p:cNvSpPr/>
            <p:nvPr/>
          </p:nvSpPr>
          <p:spPr>
            <a:xfrm flipH="1">
              <a:off x="3578400" y="562392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0" name="Google Shape;2109;p94"/>
            <p:cNvSpPr/>
            <p:nvPr/>
          </p:nvSpPr>
          <p:spPr>
            <a:xfrm flipH="1" rot="16200000">
              <a:off x="325296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1" name="Google Shape;2110;p94"/>
            <p:cNvSpPr/>
            <p:nvPr/>
          </p:nvSpPr>
          <p:spPr>
            <a:xfrm flipH="1" rot="16200000">
              <a:off x="3252960" y="52974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2" name="Google Shape;2111;p94"/>
            <p:cNvSpPr/>
            <p:nvPr/>
          </p:nvSpPr>
          <p:spPr>
            <a:xfrm flipH="1" rot="16200000">
              <a:off x="325296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3" name="Google Shape;2112;p94"/>
            <p:cNvSpPr/>
            <p:nvPr/>
          </p:nvSpPr>
          <p:spPr>
            <a:xfrm flipH="1" rot="16200000">
              <a:off x="325296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4" name="Google Shape;2113;p94"/>
            <p:cNvSpPr/>
            <p:nvPr/>
          </p:nvSpPr>
          <p:spPr>
            <a:xfrm flipH="1" rot="16200000">
              <a:off x="325296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5" name="Google Shape;2114;p94"/>
            <p:cNvSpPr/>
            <p:nvPr/>
          </p:nvSpPr>
          <p:spPr>
            <a:xfrm flipH="1">
              <a:off x="31212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6" name="Google Shape;2115;p94"/>
            <p:cNvSpPr/>
            <p:nvPr/>
          </p:nvSpPr>
          <p:spPr>
            <a:xfrm flipH="1">
              <a:off x="-1440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Google Shape;2116;p94"/>
            <p:cNvSpPr/>
            <p:nvPr/>
          </p:nvSpPr>
          <p:spPr>
            <a:xfrm flipH="1">
              <a:off x="63900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8" name="Google Shape;2117;p94"/>
            <p:cNvSpPr/>
            <p:nvPr/>
          </p:nvSpPr>
          <p:spPr>
            <a:xfrm flipH="1">
              <a:off x="96552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9" name="Google Shape;2118;p94"/>
            <p:cNvSpPr/>
            <p:nvPr/>
          </p:nvSpPr>
          <p:spPr>
            <a:xfrm flipH="1">
              <a:off x="129204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Google Shape;2119;p94"/>
            <p:cNvSpPr/>
            <p:nvPr/>
          </p:nvSpPr>
          <p:spPr>
            <a:xfrm flipH="1">
              <a:off x="194544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1" name="Google Shape;2120;p94"/>
            <p:cNvSpPr/>
            <p:nvPr/>
          </p:nvSpPr>
          <p:spPr>
            <a:xfrm flipH="1">
              <a:off x="161856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2" name="Google Shape;2121;p94"/>
            <p:cNvSpPr/>
            <p:nvPr/>
          </p:nvSpPr>
          <p:spPr>
            <a:xfrm flipH="1">
              <a:off x="292500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3" name="Google Shape;2122;p94"/>
            <p:cNvSpPr/>
            <p:nvPr/>
          </p:nvSpPr>
          <p:spPr>
            <a:xfrm flipH="1">
              <a:off x="3578400" y="52970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Google Shape;2123;p94"/>
            <p:cNvSpPr/>
            <p:nvPr/>
          </p:nvSpPr>
          <p:spPr>
            <a:xfrm flipH="1">
              <a:off x="31212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Google Shape;2124;p94"/>
            <p:cNvSpPr/>
            <p:nvPr/>
          </p:nvSpPr>
          <p:spPr>
            <a:xfrm flipH="1">
              <a:off x="63900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Google Shape;2125;p94"/>
            <p:cNvSpPr/>
            <p:nvPr/>
          </p:nvSpPr>
          <p:spPr>
            <a:xfrm flipH="1">
              <a:off x="96552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Google Shape;2126;p94"/>
            <p:cNvSpPr/>
            <p:nvPr/>
          </p:nvSpPr>
          <p:spPr>
            <a:xfrm flipH="1">
              <a:off x="129204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Google Shape;2127;p94"/>
            <p:cNvSpPr/>
            <p:nvPr/>
          </p:nvSpPr>
          <p:spPr>
            <a:xfrm flipH="1">
              <a:off x="194544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Google Shape;2128;p94"/>
            <p:cNvSpPr/>
            <p:nvPr/>
          </p:nvSpPr>
          <p:spPr>
            <a:xfrm flipH="1">
              <a:off x="161856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Google Shape;2129;p94"/>
            <p:cNvSpPr/>
            <p:nvPr/>
          </p:nvSpPr>
          <p:spPr>
            <a:xfrm flipH="1">
              <a:off x="227196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Google Shape;2130;p94"/>
            <p:cNvSpPr/>
            <p:nvPr/>
          </p:nvSpPr>
          <p:spPr>
            <a:xfrm flipH="1">
              <a:off x="2598480" y="49708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Google Shape;2131;p94"/>
            <p:cNvSpPr/>
            <p:nvPr/>
          </p:nvSpPr>
          <p:spPr>
            <a:xfrm flipH="1">
              <a:off x="31212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2132;p94"/>
            <p:cNvSpPr/>
            <p:nvPr/>
          </p:nvSpPr>
          <p:spPr>
            <a:xfrm flipH="1">
              <a:off x="-1440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Google Shape;2133;p94"/>
            <p:cNvSpPr/>
            <p:nvPr/>
          </p:nvSpPr>
          <p:spPr>
            <a:xfrm flipH="1">
              <a:off x="639000" y="4644000"/>
              <a:ext cx="325800" cy="32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Google Shape;2134;p94"/>
            <p:cNvSpPr/>
            <p:nvPr/>
          </p:nvSpPr>
          <p:spPr>
            <a:xfrm flipH="1">
              <a:off x="96552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Google Shape;2135;p94"/>
            <p:cNvSpPr/>
            <p:nvPr/>
          </p:nvSpPr>
          <p:spPr>
            <a:xfrm flipH="1">
              <a:off x="129204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Google Shape;2136;p94"/>
            <p:cNvSpPr/>
            <p:nvPr/>
          </p:nvSpPr>
          <p:spPr>
            <a:xfrm flipH="1">
              <a:off x="194544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Google Shape;2137;p94"/>
            <p:cNvSpPr/>
            <p:nvPr/>
          </p:nvSpPr>
          <p:spPr>
            <a:xfrm flipH="1">
              <a:off x="161856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Google Shape;2138;p94"/>
            <p:cNvSpPr/>
            <p:nvPr/>
          </p:nvSpPr>
          <p:spPr>
            <a:xfrm flipH="1">
              <a:off x="227196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0" name="Google Shape;2139;p94"/>
            <p:cNvSpPr/>
            <p:nvPr/>
          </p:nvSpPr>
          <p:spPr>
            <a:xfrm flipH="1">
              <a:off x="259848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Google Shape;2140;p94"/>
            <p:cNvSpPr/>
            <p:nvPr/>
          </p:nvSpPr>
          <p:spPr>
            <a:xfrm flipH="1">
              <a:off x="292500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Google Shape;2141;p94"/>
            <p:cNvSpPr/>
            <p:nvPr/>
          </p:nvSpPr>
          <p:spPr>
            <a:xfrm flipH="1">
              <a:off x="3578400" y="464400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Google Shape;2142;p94"/>
            <p:cNvSpPr/>
            <p:nvPr/>
          </p:nvSpPr>
          <p:spPr>
            <a:xfrm flipH="1">
              <a:off x="31212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Google Shape;2143;p94"/>
            <p:cNvSpPr/>
            <p:nvPr/>
          </p:nvSpPr>
          <p:spPr>
            <a:xfrm flipH="1">
              <a:off x="-1440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5" name="Google Shape;2144;p94"/>
            <p:cNvSpPr/>
            <p:nvPr/>
          </p:nvSpPr>
          <p:spPr>
            <a:xfrm flipH="1">
              <a:off x="63900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6" name="Google Shape;2145;p94"/>
            <p:cNvSpPr/>
            <p:nvPr/>
          </p:nvSpPr>
          <p:spPr>
            <a:xfrm flipH="1">
              <a:off x="96552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7" name="Google Shape;2146;p94"/>
            <p:cNvSpPr/>
            <p:nvPr/>
          </p:nvSpPr>
          <p:spPr>
            <a:xfrm flipH="1">
              <a:off x="129204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Google Shape;2147;p94"/>
            <p:cNvSpPr/>
            <p:nvPr/>
          </p:nvSpPr>
          <p:spPr>
            <a:xfrm flipH="1">
              <a:off x="194544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9" name="Google Shape;2148;p94"/>
            <p:cNvSpPr/>
            <p:nvPr/>
          </p:nvSpPr>
          <p:spPr>
            <a:xfrm flipH="1">
              <a:off x="161856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0" name="Google Shape;2149;p94"/>
            <p:cNvSpPr/>
            <p:nvPr/>
          </p:nvSpPr>
          <p:spPr>
            <a:xfrm flipH="1">
              <a:off x="227196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1" name="Google Shape;2150;p94"/>
            <p:cNvSpPr/>
            <p:nvPr/>
          </p:nvSpPr>
          <p:spPr>
            <a:xfrm flipH="1">
              <a:off x="2598480" y="4317480"/>
              <a:ext cx="325800" cy="32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2" name="Google Shape;2151;p94"/>
            <p:cNvSpPr/>
            <p:nvPr/>
          </p:nvSpPr>
          <p:spPr>
            <a:xfrm flipH="1">
              <a:off x="292500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Google Shape;2152;p94"/>
            <p:cNvSpPr/>
            <p:nvPr/>
          </p:nvSpPr>
          <p:spPr>
            <a:xfrm flipH="1">
              <a:off x="3578400" y="431748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4" name="Google Shape;2153;p94"/>
            <p:cNvSpPr/>
            <p:nvPr/>
          </p:nvSpPr>
          <p:spPr>
            <a:xfrm flipH="1">
              <a:off x="31212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5" name="Google Shape;2154;p94"/>
            <p:cNvSpPr/>
            <p:nvPr/>
          </p:nvSpPr>
          <p:spPr>
            <a:xfrm flipH="1">
              <a:off x="63900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6" name="Google Shape;2155;p94"/>
            <p:cNvSpPr/>
            <p:nvPr/>
          </p:nvSpPr>
          <p:spPr>
            <a:xfrm flipH="1">
              <a:off x="96552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7" name="Google Shape;2156;p94"/>
            <p:cNvSpPr/>
            <p:nvPr/>
          </p:nvSpPr>
          <p:spPr>
            <a:xfrm flipH="1">
              <a:off x="1292040" y="3990960"/>
              <a:ext cx="325800" cy="32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Google Shape;2157;p94"/>
            <p:cNvSpPr/>
            <p:nvPr/>
          </p:nvSpPr>
          <p:spPr>
            <a:xfrm flipH="1">
              <a:off x="194544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9" name="Google Shape;2158;p94"/>
            <p:cNvSpPr/>
            <p:nvPr/>
          </p:nvSpPr>
          <p:spPr>
            <a:xfrm flipH="1">
              <a:off x="161856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0" name="Google Shape;2159;p94"/>
            <p:cNvSpPr/>
            <p:nvPr/>
          </p:nvSpPr>
          <p:spPr>
            <a:xfrm flipH="1">
              <a:off x="227196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1" name="Google Shape;2160;p94"/>
            <p:cNvSpPr/>
            <p:nvPr/>
          </p:nvSpPr>
          <p:spPr>
            <a:xfrm flipH="1">
              <a:off x="259848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2" name="Google Shape;2161;p94"/>
            <p:cNvSpPr/>
            <p:nvPr/>
          </p:nvSpPr>
          <p:spPr>
            <a:xfrm flipH="1">
              <a:off x="2925000" y="39909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Google Shape;2162;p94"/>
            <p:cNvSpPr/>
            <p:nvPr/>
          </p:nvSpPr>
          <p:spPr>
            <a:xfrm flipH="1">
              <a:off x="63900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4" name="Google Shape;2163;p94"/>
            <p:cNvSpPr/>
            <p:nvPr/>
          </p:nvSpPr>
          <p:spPr>
            <a:xfrm flipH="1">
              <a:off x="96552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5" name="Google Shape;2164;p94"/>
            <p:cNvSpPr/>
            <p:nvPr/>
          </p:nvSpPr>
          <p:spPr>
            <a:xfrm flipH="1">
              <a:off x="129204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6" name="Google Shape;2165;p94"/>
            <p:cNvSpPr/>
            <p:nvPr/>
          </p:nvSpPr>
          <p:spPr>
            <a:xfrm flipH="1">
              <a:off x="194544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7" name="Google Shape;2166;p94"/>
            <p:cNvSpPr/>
            <p:nvPr/>
          </p:nvSpPr>
          <p:spPr>
            <a:xfrm flipH="1">
              <a:off x="161856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8" name="Google Shape;2167;p94"/>
            <p:cNvSpPr/>
            <p:nvPr/>
          </p:nvSpPr>
          <p:spPr>
            <a:xfrm flipH="1">
              <a:off x="227196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9" name="Google Shape;2168;p94"/>
            <p:cNvSpPr/>
            <p:nvPr/>
          </p:nvSpPr>
          <p:spPr>
            <a:xfrm flipH="1">
              <a:off x="259848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0" name="Google Shape;2169;p94"/>
            <p:cNvSpPr/>
            <p:nvPr/>
          </p:nvSpPr>
          <p:spPr>
            <a:xfrm flipH="1">
              <a:off x="292500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1" name="Google Shape;2170;p94"/>
            <p:cNvSpPr/>
            <p:nvPr/>
          </p:nvSpPr>
          <p:spPr>
            <a:xfrm flipH="1">
              <a:off x="3578400" y="3664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2" name="Google Shape;2171;p94"/>
            <p:cNvSpPr/>
            <p:nvPr/>
          </p:nvSpPr>
          <p:spPr>
            <a:xfrm flipH="1">
              <a:off x="312120" y="33375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3" name="Google Shape;2172;p94"/>
            <p:cNvSpPr/>
            <p:nvPr/>
          </p:nvSpPr>
          <p:spPr>
            <a:xfrm flipH="1">
              <a:off x="-14400" y="33375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4" name="Google Shape;2173;p94"/>
            <p:cNvSpPr/>
            <p:nvPr/>
          </p:nvSpPr>
          <p:spPr>
            <a:xfrm flipH="1">
              <a:off x="639000" y="333756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5" name="Google Shape;2174;p94"/>
            <p:cNvSpPr/>
            <p:nvPr/>
          </p:nvSpPr>
          <p:spPr>
            <a:xfrm flipH="1">
              <a:off x="-14400" y="5950440"/>
              <a:ext cx="325800" cy="3258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6" name="Google Shape;2175;p94"/>
            <p:cNvSpPr/>
            <p:nvPr/>
          </p:nvSpPr>
          <p:spPr>
            <a:xfrm flipH="1">
              <a:off x="-14400" y="5623920"/>
              <a:ext cx="325800" cy="3258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7" name="Google Shape;2176;p94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2177;p94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2178;p94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0" name="Google Shape;2179;p94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Google Shape;2180;p94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Google Shape;2181;p94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Google Shape;2182;p94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Google Shape;2183;p94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2184;p94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2185;p94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2186;p94"/>
          <p:cNvSpPr/>
          <p:nvPr/>
        </p:nvSpPr>
        <p:spPr>
          <a:xfrm flipH="1" rot="10800000">
            <a:off x="5630760" y="5930640"/>
            <a:ext cx="6625440" cy="945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2187;p94"/>
          <p:cNvSpPr/>
          <p:nvPr/>
        </p:nvSpPr>
        <p:spPr>
          <a:xfrm rot="10800000">
            <a:off x="-64080" y="5933880"/>
            <a:ext cx="8084160" cy="9457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0" name="Google Shape;2189;p94"/>
          <p:cNvSpPr/>
          <p:nvPr/>
        </p:nvSpPr>
        <p:spPr>
          <a:xfrm rot="10800000">
            <a:off x="-71280" y="-61920"/>
            <a:ext cx="3978000" cy="3715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2190;p94"/>
          <p:cNvSpPr/>
          <p:nvPr/>
        </p:nvSpPr>
        <p:spPr>
          <a:xfrm rot="10800000">
            <a:off x="908280" y="48960"/>
            <a:ext cx="2991240" cy="3912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512;p65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513;p65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4" name="Google Shape;514;p65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515;p65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516;p65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Google Shape;517;p65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Google Shape;518;p65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Google Shape;519;p65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520;p65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521;p65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32" name="Google Shape;522;p65"/>
          <p:cNvGrpSpPr/>
          <p:nvPr/>
        </p:nvGrpSpPr>
        <p:grpSpPr>
          <a:xfrm>
            <a:off x="7106040" y="1171080"/>
            <a:ext cx="2656800" cy="1626120"/>
            <a:chOff x="7106040" y="1171080"/>
            <a:chExt cx="2656800" cy="1626120"/>
          </a:xfrm>
        </p:grpSpPr>
        <p:grpSp>
          <p:nvGrpSpPr>
            <p:cNvPr id="1633" name="Google Shape;523;p65"/>
            <p:cNvGrpSpPr/>
            <p:nvPr/>
          </p:nvGrpSpPr>
          <p:grpSpPr>
            <a:xfrm>
              <a:off x="7106040" y="1171080"/>
              <a:ext cx="1300680" cy="1626120"/>
              <a:chOff x="7106040" y="1171080"/>
              <a:chExt cx="1300680" cy="1626120"/>
            </a:xfrm>
          </p:grpSpPr>
          <p:sp>
            <p:nvSpPr>
              <p:cNvPr id="1634" name="Google Shape;524;p65"/>
              <p:cNvSpPr/>
              <p:nvPr/>
            </p:nvSpPr>
            <p:spPr>
              <a:xfrm>
                <a:off x="8082360" y="182196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5" name="Google Shape;525;p65"/>
              <p:cNvSpPr/>
              <p:nvPr/>
            </p:nvSpPr>
            <p:spPr>
              <a:xfrm>
                <a:off x="7756920" y="149652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6" name="Google Shape;526;p65"/>
              <p:cNvSpPr/>
              <p:nvPr/>
            </p:nvSpPr>
            <p:spPr>
              <a:xfrm>
                <a:off x="7431480" y="117108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7" name="Google Shape;527;p65"/>
              <p:cNvSpPr/>
              <p:nvPr/>
            </p:nvSpPr>
            <p:spPr>
              <a:xfrm>
                <a:off x="7106040" y="117108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8" name="Google Shape;528;p65"/>
              <p:cNvSpPr/>
              <p:nvPr/>
            </p:nvSpPr>
            <p:spPr>
              <a:xfrm>
                <a:off x="7756920" y="214740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9" name="Google Shape;529;p65"/>
              <p:cNvSpPr/>
              <p:nvPr/>
            </p:nvSpPr>
            <p:spPr>
              <a:xfrm>
                <a:off x="7431480" y="247284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0" name="Google Shape;530;p65"/>
              <p:cNvSpPr/>
              <p:nvPr/>
            </p:nvSpPr>
            <p:spPr>
              <a:xfrm>
                <a:off x="7106040" y="2472840"/>
                <a:ext cx="324360" cy="324360"/>
              </a:xfrm>
              <a:custGeom>
                <a:avLst/>
                <a:gdLst>
                  <a:gd name="textAreaLeft" fmla="*/ 0 w 324360"/>
                  <a:gd name="textAreaRight" fmla="*/ 325440 w 324360"/>
                  <a:gd name="textAreaTop" fmla="*/ 0 h 324360"/>
                  <a:gd name="textAreaBottom" fmla="*/ 325440 h 3243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41" name="Google Shape;531;p65"/>
            <p:cNvSpPr/>
            <p:nvPr/>
          </p:nvSpPr>
          <p:spPr>
            <a:xfrm>
              <a:off x="9438480" y="18219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2" name="Google Shape;532;p65"/>
            <p:cNvSpPr/>
            <p:nvPr/>
          </p:nvSpPr>
          <p:spPr>
            <a:xfrm>
              <a:off x="9113040" y="14965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3" name="Google Shape;533;p65"/>
            <p:cNvSpPr/>
            <p:nvPr/>
          </p:nvSpPr>
          <p:spPr>
            <a:xfrm>
              <a:off x="8787600" y="11710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Google Shape;534;p65"/>
            <p:cNvSpPr/>
            <p:nvPr/>
          </p:nvSpPr>
          <p:spPr>
            <a:xfrm>
              <a:off x="8462160" y="11710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5" name="Google Shape;535;p65"/>
            <p:cNvSpPr/>
            <p:nvPr/>
          </p:nvSpPr>
          <p:spPr>
            <a:xfrm>
              <a:off x="9113040" y="21474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6" name="Google Shape;536;p65"/>
            <p:cNvSpPr/>
            <p:nvPr/>
          </p:nvSpPr>
          <p:spPr>
            <a:xfrm>
              <a:off x="8787600" y="24728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7" name="Google Shape;537;p65"/>
            <p:cNvSpPr/>
            <p:nvPr/>
          </p:nvSpPr>
          <p:spPr>
            <a:xfrm>
              <a:off x="8462160" y="24728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8" name="Google Shape;538;p65"/>
          <p:cNvGrpSpPr/>
          <p:nvPr/>
        </p:nvGrpSpPr>
        <p:grpSpPr>
          <a:xfrm>
            <a:off x="9655560" y="4093560"/>
            <a:ext cx="1626120" cy="1626120"/>
            <a:chOff x="9655560" y="4093560"/>
            <a:chExt cx="1626120" cy="1626120"/>
          </a:xfrm>
        </p:grpSpPr>
        <p:sp>
          <p:nvSpPr>
            <p:cNvPr id="1649" name="Google Shape;539;p65"/>
            <p:cNvSpPr/>
            <p:nvPr/>
          </p:nvSpPr>
          <p:spPr>
            <a:xfrm>
              <a:off x="10306440" y="4093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0" name="Google Shape;540;p65"/>
            <p:cNvSpPr/>
            <p:nvPr/>
          </p:nvSpPr>
          <p:spPr>
            <a:xfrm>
              <a:off x="9981000" y="4093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1" name="Google Shape;541;p65"/>
            <p:cNvSpPr/>
            <p:nvPr/>
          </p:nvSpPr>
          <p:spPr>
            <a:xfrm>
              <a:off x="9655560" y="4419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2" name="Google Shape;542;p65"/>
            <p:cNvSpPr/>
            <p:nvPr/>
          </p:nvSpPr>
          <p:spPr>
            <a:xfrm>
              <a:off x="9655560" y="47444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3" name="Google Shape;543;p65"/>
            <p:cNvSpPr/>
            <p:nvPr/>
          </p:nvSpPr>
          <p:spPr>
            <a:xfrm>
              <a:off x="9655560" y="50698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Google Shape;544;p65"/>
            <p:cNvSpPr/>
            <p:nvPr/>
          </p:nvSpPr>
          <p:spPr>
            <a:xfrm>
              <a:off x="9981000" y="53953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5" name="Google Shape;545;p65"/>
            <p:cNvSpPr/>
            <p:nvPr/>
          </p:nvSpPr>
          <p:spPr>
            <a:xfrm>
              <a:off x="10306440" y="53953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6" name="Google Shape;546;p65"/>
            <p:cNvSpPr/>
            <p:nvPr/>
          </p:nvSpPr>
          <p:spPr>
            <a:xfrm>
              <a:off x="10631880" y="53953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7" name="Google Shape;547;p65"/>
            <p:cNvSpPr/>
            <p:nvPr/>
          </p:nvSpPr>
          <p:spPr>
            <a:xfrm>
              <a:off x="10957320" y="50698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8" name="Google Shape;548;p65"/>
            <p:cNvSpPr/>
            <p:nvPr/>
          </p:nvSpPr>
          <p:spPr>
            <a:xfrm>
              <a:off x="10957320" y="47444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9" name="Google Shape;549;p65"/>
            <p:cNvSpPr/>
            <p:nvPr/>
          </p:nvSpPr>
          <p:spPr>
            <a:xfrm>
              <a:off x="10957320" y="4419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0" name="Google Shape;550;p65"/>
            <p:cNvSpPr/>
            <p:nvPr/>
          </p:nvSpPr>
          <p:spPr>
            <a:xfrm>
              <a:off x="10631880" y="4093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1" name="Google Shape;551;p65"/>
          <p:cNvGrpSpPr/>
          <p:nvPr/>
        </p:nvGrpSpPr>
        <p:grpSpPr>
          <a:xfrm>
            <a:off x="3376080" y="4487040"/>
            <a:ext cx="1626120" cy="1300320"/>
            <a:chOff x="3376080" y="4487040"/>
            <a:chExt cx="1626120" cy="1300320"/>
          </a:xfrm>
        </p:grpSpPr>
        <p:sp>
          <p:nvSpPr>
            <p:cNvPr id="1662" name="Google Shape;552;p65"/>
            <p:cNvSpPr/>
            <p:nvPr/>
          </p:nvSpPr>
          <p:spPr>
            <a:xfrm>
              <a:off x="4026960" y="44870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3" name="Google Shape;553;p65"/>
            <p:cNvSpPr/>
            <p:nvPr/>
          </p:nvSpPr>
          <p:spPr>
            <a:xfrm>
              <a:off x="3701520" y="48124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4" name="Google Shape;554;p65"/>
            <p:cNvSpPr/>
            <p:nvPr/>
          </p:nvSpPr>
          <p:spPr>
            <a:xfrm>
              <a:off x="3376080" y="5137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5" name="Google Shape;555;p65"/>
            <p:cNvSpPr/>
            <p:nvPr/>
          </p:nvSpPr>
          <p:spPr>
            <a:xfrm>
              <a:off x="3376080" y="5463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6" name="Google Shape;556;p65"/>
            <p:cNvSpPr/>
            <p:nvPr/>
          </p:nvSpPr>
          <p:spPr>
            <a:xfrm>
              <a:off x="3701520" y="5463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7" name="Google Shape;557;p65"/>
            <p:cNvSpPr/>
            <p:nvPr/>
          </p:nvSpPr>
          <p:spPr>
            <a:xfrm>
              <a:off x="4026960" y="5463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8" name="Google Shape;558;p65"/>
            <p:cNvSpPr/>
            <p:nvPr/>
          </p:nvSpPr>
          <p:spPr>
            <a:xfrm>
              <a:off x="4352400" y="5463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9" name="Google Shape;559;p65"/>
            <p:cNvSpPr/>
            <p:nvPr/>
          </p:nvSpPr>
          <p:spPr>
            <a:xfrm>
              <a:off x="4677840" y="54630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0" name="Google Shape;560;p65"/>
            <p:cNvSpPr/>
            <p:nvPr/>
          </p:nvSpPr>
          <p:spPr>
            <a:xfrm>
              <a:off x="4677840" y="5137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1" name="Google Shape;561;p65"/>
            <p:cNvSpPr/>
            <p:nvPr/>
          </p:nvSpPr>
          <p:spPr>
            <a:xfrm>
              <a:off x="4352400" y="48124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2" name="Google Shape;562;p65"/>
          <p:cNvGrpSpPr/>
          <p:nvPr/>
        </p:nvGrpSpPr>
        <p:grpSpPr>
          <a:xfrm>
            <a:off x="1366200" y="1070280"/>
            <a:ext cx="2276640" cy="2276640"/>
            <a:chOff x="1366200" y="1070280"/>
            <a:chExt cx="2276640" cy="2276640"/>
          </a:xfrm>
        </p:grpSpPr>
        <p:sp>
          <p:nvSpPr>
            <p:cNvPr id="1673" name="Google Shape;563;p65"/>
            <p:cNvSpPr/>
            <p:nvPr/>
          </p:nvSpPr>
          <p:spPr>
            <a:xfrm>
              <a:off x="136620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4" name="Google Shape;564;p65"/>
            <p:cNvSpPr/>
            <p:nvPr/>
          </p:nvSpPr>
          <p:spPr>
            <a:xfrm>
              <a:off x="169164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5" name="Google Shape;565;p65"/>
            <p:cNvSpPr/>
            <p:nvPr/>
          </p:nvSpPr>
          <p:spPr>
            <a:xfrm>
              <a:off x="201708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6" name="Google Shape;566;p65"/>
            <p:cNvSpPr/>
            <p:nvPr/>
          </p:nvSpPr>
          <p:spPr>
            <a:xfrm>
              <a:off x="234252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7" name="Google Shape;567;p65"/>
            <p:cNvSpPr/>
            <p:nvPr/>
          </p:nvSpPr>
          <p:spPr>
            <a:xfrm>
              <a:off x="266760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Google Shape;568;p65"/>
            <p:cNvSpPr/>
            <p:nvPr/>
          </p:nvSpPr>
          <p:spPr>
            <a:xfrm>
              <a:off x="299304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Google Shape;569;p65"/>
            <p:cNvSpPr/>
            <p:nvPr/>
          </p:nvSpPr>
          <p:spPr>
            <a:xfrm>
              <a:off x="3318480" y="302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0" name="Google Shape;570;p65"/>
            <p:cNvSpPr/>
            <p:nvPr/>
          </p:nvSpPr>
          <p:spPr>
            <a:xfrm>
              <a:off x="3318480" y="26971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1" name="Google Shape;571;p65"/>
            <p:cNvSpPr/>
            <p:nvPr/>
          </p:nvSpPr>
          <p:spPr>
            <a:xfrm>
              <a:off x="3318480" y="23716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Google Shape;572;p65"/>
            <p:cNvSpPr/>
            <p:nvPr/>
          </p:nvSpPr>
          <p:spPr>
            <a:xfrm>
              <a:off x="3318480" y="20462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Google Shape;573;p65"/>
            <p:cNvSpPr/>
            <p:nvPr/>
          </p:nvSpPr>
          <p:spPr>
            <a:xfrm>
              <a:off x="3318480" y="17208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574;p65"/>
            <p:cNvSpPr/>
            <p:nvPr/>
          </p:nvSpPr>
          <p:spPr>
            <a:xfrm>
              <a:off x="2993040" y="13953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575;p65"/>
            <p:cNvSpPr/>
            <p:nvPr/>
          </p:nvSpPr>
          <p:spPr>
            <a:xfrm>
              <a:off x="2667600" y="10702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6" name="Google Shape;576;p65"/>
            <p:cNvSpPr/>
            <p:nvPr/>
          </p:nvSpPr>
          <p:spPr>
            <a:xfrm>
              <a:off x="2342520" y="10702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Google Shape;577;p65"/>
            <p:cNvSpPr/>
            <p:nvPr/>
          </p:nvSpPr>
          <p:spPr>
            <a:xfrm>
              <a:off x="2017080" y="10702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Google Shape;578;p65"/>
            <p:cNvSpPr/>
            <p:nvPr/>
          </p:nvSpPr>
          <p:spPr>
            <a:xfrm>
              <a:off x="1691640" y="13953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Google Shape;579;p65"/>
            <p:cNvSpPr/>
            <p:nvPr/>
          </p:nvSpPr>
          <p:spPr>
            <a:xfrm>
              <a:off x="1366200" y="17208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0" name="Google Shape;580;p65"/>
            <p:cNvSpPr/>
            <p:nvPr/>
          </p:nvSpPr>
          <p:spPr>
            <a:xfrm>
              <a:off x="1366200" y="20462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Google Shape;581;p65"/>
            <p:cNvSpPr/>
            <p:nvPr/>
          </p:nvSpPr>
          <p:spPr>
            <a:xfrm>
              <a:off x="1366200" y="237168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Google Shape;582;p65"/>
            <p:cNvSpPr/>
            <p:nvPr/>
          </p:nvSpPr>
          <p:spPr>
            <a:xfrm>
              <a:off x="1366200" y="26971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93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2192;p95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2193;p95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Google Shape;2194;p95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Google Shape;2195;p95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0" name="Google Shape;2196;p95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Google Shape;2197;p95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2198;p95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2199;p95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Google Shape;2200;p95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Google Shape;2201;p95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6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5080" cy="428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7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720" cy="2007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8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9" name="Google Shape;99;p51"/>
          <p:cNvSpPr/>
          <p:nvPr/>
        </p:nvSpPr>
        <p:spPr>
          <a:xfrm>
            <a:off x="-65160" y="0"/>
            <a:ext cx="2730960" cy="4824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100;p51"/>
          <p:cNvSpPr/>
          <p:nvPr/>
        </p:nvSpPr>
        <p:spPr>
          <a:xfrm flipH="1">
            <a:off x="7619400" y="-2880"/>
            <a:ext cx="4636080" cy="482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101;p51"/>
          <p:cNvSpPr/>
          <p:nvPr/>
        </p:nvSpPr>
        <p:spPr>
          <a:xfrm>
            <a:off x="2362320" y="0"/>
            <a:ext cx="5656680" cy="482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2" name="Google Shape;102;p51"/>
          <p:cNvSpPr/>
          <p:nvPr/>
        </p:nvSpPr>
        <p:spPr>
          <a:xfrm flipH="1" rot="10800000">
            <a:off x="5630760" y="5930640"/>
            <a:ext cx="6625440" cy="945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3" name="Google Shape;103;p51"/>
          <p:cNvSpPr/>
          <p:nvPr/>
        </p:nvSpPr>
        <p:spPr>
          <a:xfrm rot="10800000">
            <a:off x="-64080" y="5933880"/>
            <a:ext cx="8084160" cy="945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4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5" name="Google Shape;105;p51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106;p51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7" name="Google Shape;107;p51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8" name="Google Shape;108;p51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9" name="Google Shape;109;p51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Google Shape;110;p51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Google Shape;111;p51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Google Shape;112;p51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Google Shape;113;p51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Google Shape;114;p51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16;p52"/>
          <p:cNvSpPr/>
          <p:nvPr/>
        </p:nvSpPr>
        <p:spPr>
          <a:xfrm>
            <a:off x="-117720" y="-135720"/>
            <a:ext cx="6411240" cy="7087680"/>
          </a:xfrm>
          <a:custGeom>
            <a:avLst/>
            <a:gdLst>
              <a:gd name="textAreaLeft" fmla="*/ 0 w 6411240"/>
              <a:gd name="textAreaRight" fmla="*/ 6412320 w 6411240"/>
              <a:gd name="textAreaTop" fmla="*/ 0 h 7087680"/>
              <a:gd name="textAreaBottom" fmla="*/ 7088760 h 708768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28" name="Google Shape;117;p52"/>
          <p:cNvGrpSpPr/>
          <p:nvPr/>
        </p:nvGrpSpPr>
        <p:grpSpPr>
          <a:xfrm>
            <a:off x="546840" y="-1471320"/>
            <a:ext cx="5485320" cy="8858160"/>
            <a:chOff x="546840" y="-1471320"/>
            <a:chExt cx="5485320" cy="8858160"/>
          </a:xfrm>
        </p:grpSpPr>
        <p:grpSp>
          <p:nvGrpSpPr>
            <p:cNvPr id="1729" name="Google Shape;118;p52"/>
            <p:cNvGrpSpPr/>
            <p:nvPr/>
          </p:nvGrpSpPr>
          <p:grpSpPr>
            <a:xfrm>
              <a:off x="670320" y="4783320"/>
              <a:ext cx="1054080" cy="1054080"/>
              <a:chOff x="670320" y="4783320"/>
              <a:chExt cx="1054080" cy="1054080"/>
            </a:xfrm>
          </p:grpSpPr>
          <p:sp>
            <p:nvSpPr>
              <p:cNvPr id="1730" name="Google Shape;119;p52"/>
              <p:cNvSpPr/>
              <p:nvPr/>
            </p:nvSpPr>
            <p:spPr>
              <a:xfrm>
                <a:off x="1092240" y="47833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1" name="Google Shape;120;p52"/>
              <p:cNvSpPr/>
              <p:nvPr/>
            </p:nvSpPr>
            <p:spPr>
              <a:xfrm>
                <a:off x="881280" y="47833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2" name="Google Shape;121;p52"/>
              <p:cNvSpPr/>
              <p:nvPr/>
            </p:nvSpPr>
            <p:spPr>
              <a:xfrm>
                <a:off x="670320" y="499428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3" name="Google Shape;122;p52"/>
              <p:cNvSpPr/>
              <p:nvPr/>
            </p:nvSpPr>
            <p:spPr>
              <a:xfrm>
                <a:off x="670320" y="52056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4" name="Google Shape;123;p52"/>
              <p:cNvSpPr/>
              <p:nvPr/>
            </p:nvSpPr>
            <p:spPr>
              <a:xfrm>
                <a:off x="670320" y="541656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5" name="Google Shape;124;p52"/>
              <p:cNvSpPr/>
              <p:nvPr/>
            </p:nvSpPr>
            <p:spPr>
              <a:xfrm>
                <a:off x="881280" y="5627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6" name="Google Shape;125;p52"/>
              <p:cNvSpPr/>
              <p:nvPr/>
            </p:nvSpPr>
            <p:spPr>
              <a:xfrm>
                <a:off x="1092240" y="5627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7" name="Google Shape;126;p52"/>
              <p:cNvSpPr/>
              <p:nvPr/>
            </p:nvSpPr>
            <p:spPr>
              <a:xfrm>
                <a:off x="1303560" y="5627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8" name="Google Shape;127;p52"/>
              <p:cNvSpPr/>
              <p:nvPr/>
            </p:nvSpPr>
            <p:spPr>
              <a:xfrm>
                <a:off x="1514520" y="541656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9" name="Google Shape;128;p52"/>
              <p:cNvSpPr/>
              <p:nvPr/>
            </p:nvSpPr>
            <p:spPr>
              <a:xfrm>
                <a:off x="1514520" y="52056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0" name="Google Shape;129;p52"/>
              <p:cNvSpPr/>
              <p:nvPr/>
            </p:nvSpPr>
            <p:spPr>
              <a:xfrm>
                <a:off x="1514520" y="499428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1" name="Google Shape;130;p52"/>
              <p:cNvSpPr/>
              <p:nvPr/>
            </p:nvSpPr>
            <p:spPr>
              <a:xfrm>
                <a:off x="1303560" y="47833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960 w 209880"/>
                  <a:gd name="textAreaTop" fmla="*/ 0 h 209880"/>
                  <a:gd name="textAreaBottom" fmla="*/ 210960 h 209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42" name="Google Shape;131;p52"/>
            <p:cNvSpPr/>
            <p:nvPr/>
          </p:nvSpPr>
          <p:spPr>
            <a:xfrm>
              <a:off x="546840" y="-1471320"/>
              <a:ext cx="1476360" cy="8858160"/>
            </a:xfrm>
            <a:custGeom>
              <a:avLst/>
              <a:gdLst>
                <a:gd name="textAreaLeft" fmla="*/ 0 w 1476360"/>
                <a:gd name="textAreaRight" fmla="*/ 1477440 w 1476360"/>
                <a:gd name="textAreaTop" fmla="*/ 0 h 8858160"/>
                <a:gd name="textAreaBottom" fmla="*/ 8859240 h 885816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43" name="Google Shape;132;p52"/>
            <p:cNvGrpSpPr/>
            <p:nvPr/>
          </p:nvGrpSpPr>
          <p:grpSpPr>
            <a:xfrm>
              <a:off x="2882520" y="-230040"/>
              <a:ext cx="3149640" cy="2952720"/>
              <a:chOff x="2882520" y="-230040"/>
              <a:chExt cx="3149640" cy="2952720"/>
            </a:xfrm>
          </p:grpSpPr>
          <p:sp>
            <p:nvSpPr>
              <p:cNvPr id="1744" name="Google Shape;133;p52"/>
              <p:cNvSpPr/>
              <p:nvPr/>
            </p:nvSpPr>
            <p:spPr>
              <a:xfrm>
                <a:off x="3867120" y="-2300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5" name="Google Shape;134;p52"/>
              <p:cNvSpPr/>
              <p:nvPr/>
            </p:nvSpPr>
            <p:spPr>
              <a:xfrm>
                <a:off x="4064040" y="-2300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6" name="Google Shape;135;p52"/>
              <p:cNvSpPr/>
              <p:nvPr/>
            </p:nvSpPr>
            <p:spPr>
              <a:xfrm>
                <a:off x="4654800" y="-2300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7" name="Google Shape;136;p52"/>
              <p:cNvSpPr/>
              <p:nvPr/>
            </p:nvSpPr>
            <p:spPr>
              <a:xfrm>
                <a:off x="4851720" y="-2300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8" name="Google Shape;137;p52"/>
              <p:cNvSpPr/>
              <p:nvPr/>
            </p:nvSpPr>
            <p:spPr>
              <a:xfrm>
                <a:off x="367020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9" name="Google Shape;138;p52"/>
              <p:cNvSpPr/>
              <p:nvPr/>
            </p:nvSpPr>
            <p:spPr>
              <a:xfrm>
                <a:off x="386712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0" name="Google Shape;139;p52"/>
              <p:cNvSpPr/>
              <p:nvPr/>
            </p:nvSpPr>
            <p:spPr>
              <a:xfrm>
                <a:off x="406404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1" name="Google Shape;140;p52"/>
              <p:cNvSpPr/>
              <p:nvPr/>
            </p:nvSpPr>
            <p:spPr>
              <a:xfrm>
                <a:off x="426096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2" name="Google Shape;141;p52"/>
              <p:cNvSpPr/>
              <p:nvPr/>
            </p:nvSpPr>
            <p:spPr>
              <a:xfrm>
                <a:off x="445788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3" name="Google Shape;142;p52"/>
              <p:cNvSpPr/>
              <p:nvPr/>
            </p:nvSpPr>
            <p:spPr>
              <a:xfrm>
                <a:off x="465480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4" name="Google Shape;143;p52"/>
              <p:cNvSpPr/>
              <p:nvPr/>
            </p:nvSpPr>
            <p:spPr>
              <a:xfrm>
                <a:off x="485172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5" name="Google Shape;144;p52"/>
              <p:cNvSpPr/>
              <p:nvPr/>
            </p:nvSpPr>
            <p:spPr>
              <a:xfrm>
                <a:off x="5048640" y="-331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6" name="Google Shape;145;p52"/>
              <p:cNvSpPr/>
              <p:nvPr/>
            </p:nvSpPr>
            <p:spPr>
              <a:xfrm>
                <a:off x="3276360" y="1638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7" name="Google Shape;146;p52"/>
              <p:cNvSpPr/>
              <p:nvPr/>
            </p:nvSpPr>
            <p:spPr>
              <a:xfrm>
                <a:off x="3473280" y="1638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8" name="Google Shape;147;p52"/>
              <p:cNvSpPr/>
              <p:nvPr/>
            </p:nvSpPr>
            <p:spPr>
              <a:xfrm>
                <a:off x="5245560" y="1638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9" name="Google Shape;148;p52"/>
              <p:cNvSpPr/>
              <p:nvPr/>
            </p:nvSpPr>
            <p:spPr>
              <a:xfrm>
                <a:off x="5442480" y="1638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0" name="Google Shape;149;p52"/>
              <p:cNvSpPr/>
              <p:nvPr/>
            </p:nvSpPr>
            <p:spPr>
              <a:xfrm>
                <a:off x="3276360" y="3607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1" name="Google Shape;150;p52"/>
              <p:cNvSpPr/>
              <p:nvPr/>
            </p:nvSpPr>
            <p:spPr>
              <a:xfrm>
                <a:off x="5442480" y="3607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2" name="Google Shape;151;p52"/>
              <p:cNvSpPr/>
              <p:nvPr/>
            </p:nvSpPr>
            <p:spPr>
              <a:xfrm>
                <a:off x="3276360" y="5576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3" name="Google Shape;152;p52"/>
              <p:cNvSpPr/>
              <p:nvPr/>
            </p:nvSpPr>
            <p:spPr>
              <a:xfrm>
                <a:off x="5442480" y="5576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4" name="Google Shape;153;p52"/>
              <p:cNvSpPr/>
              <p:nvPr/>
            </p:nvSpPr>
            <p:spPr>
              <a:xfrm>
                <a:off x="3079440" y="7545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5" name="Google Shape;154;p52"/>
              <p:cNvSpPr/>
              <p:nvPr/>
            </p:nvSpPr>
            <p:spPr>
              <a:xfrm>
                <a:off x="5639400" y="7545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6" name="Google Shape;155;p52"/>
              <p:cNvSpPr/>
              <p:nvPr/>
            </p:nvSpPr>
            <p:spPr>
              <a:xfrm>
                <a:off x="2882520" y="9514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7" name="Google Shape;156;p52"/>
              <p:cNvSpPr/>
              <p:nvPr/>
            </p:nvSpPr>
            <p:spPr>
              <a:xfrm>
                <a:off x="5836320" y="9514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8" name="Google Shape;157;p52"/>
              <p:cNvSpPr/>
              <p:nvPr/>
            </p:nvSpPr>
            <p:spPr>
              <a:xfrm>
                <a:off x="2882520" y="11484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9" name="Google Shape;158;p52"/>
              <p:cNvSpPr/>
              <p:nvPr/>
            </p:nvSpPr>
            <p:spPr>
              <a:xfrm>
                <a:off x="5836320" y="11484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0" name="Google Shape;159;p52"/>
              <p:cNvSpPr/>
              <p:nvPr/>
            </p:nvSpPr>
            <p:spPr>
              <a:xfrm>
                <a:off x="3079440" y="13453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1" name="Google Shape;160;p52"/>
              <p:cNvSpPr/>
              <p:nvPr/>
            </p:nvSpPr>
            <p:spPr>
              <a:xfrm>
                <a:off x="5639400" y="13453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2" name="Google Shape;161;p52"/>
              <p:cNvSpPr/>
              <p:nvPr/>
            </p:nvSpPr>
            <p:spPr>
              <a:xfrm>
                <a:off x="3079440" y="15422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3" name="Google Shape;162;p52"/>
              <p:cNvSpPr/>
              <p:nvPr/>
            </p:nvSpPr>
            <p:spPr>
              <a:xfrm>
                <a:off x="5639400" y="15422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4" name="Google Shape;163;p52"/>
              <p:cNvSpPr/>
              <p:nvPr/>
            </p:nvSpPr>
            <p:spPr>
              <a:xfrm>
                <a:off x="2882520" y="17391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5" name="Google Shape;164;p52"/>
              <p:cNvSpPr/>
              <p:nvPr/>
            </p:nvSpPr>
            <p:spPr>
              <a:xfrm>
                <a:off x="3079440" y="17391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6" name="Google Shape;165;p52"/>
              <p:cNvSpPr/>
              <p:nvPr/>
            </p:nvSpPr>
            <p:spPr>
              <a:xfrm>
                <a:off x="5639400" y="17391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7" name="Google Shape;166;p52"/>
              <p:cNvSpPr/>
              <p:nvPr/>
            </p:nvSpPr>
            <p:spPr>
              <a:xfrm>
                <a:off x="5836320" y="173916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8" name="Google Shape;167;p52"/>
              <p:cNvSpPr/>
              <p:nvPr/>
            </p:nvSpPr>
            <p:spPr>
              <a:xfrm>
                <a:off x="307944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9" name="Google Shape;168;p52"/>
              <p:cNvSpPr/>
              <p:nvPr/>
            </p:nvSpPr>
            <p:spPr>
              <a:xfrm>
                <a:off x="327636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0" name="Google Shape;169;p52"/>
              <p:cNvSpPr/>
              <p:nvPr/>
            </p:nvSpPr>
            <p:spPr>
              <a:xfrm>
                <a:off x="347328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1" name="Google Shape;170;p52"/>
              <p:cNvSpPr/>
              <p:nvPr/>
            </p:nvSpPr>
            <p:spPr>
              <a:xfrm>
                <a:off x="524556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2" name="Google Shape;171;p52"/>
              <p:cNvSpPr/>
              <p:nvPr/>
            </p:nvSpPr>
            <p:spPr>
              <a:xfrm>
                <a:off x="544248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3" name="Google Shape;172;p52"/>
              <p:cNvSpPr/>
              <p:nvPr/>
            </p:nvSpPr>
            <p:spPr>
              <a:xfrm>
                <a:off x="5639400" y="193608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4" name="Google Shape;173;p52"/>
              <p:cNvSpPr/>
              <p:nvPr/>
            </p:nvSpPr>
            <p:spPr>
              <a:xfrm>
                <a:off x="3473280" y="21330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5" name="Google Shape;174;p52"/>
              <p:cNvSpPr/>
              <p:nvPr/>
            </p:nvSpPr>
            <p:spPr>
              <a:xfrm>
                <a:off x="5245560" y="213300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6" name="Google Shape;175;p52"/>
              <p:cNvSpPr/>
              <p:nvPr/>
            </p:nvSpPr>
            <p:spPr>
              <a:xfrm>
                <a:off x="347328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7" name="Google Shape;176;p52"/>
              <p:cNvSpPr/>
              <p:nvPr/>
            </p:nvSpPr>
            <p:spPr>
              <a:xfrm>
                <a:off x="367020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8" name="Google Shape;177;p52"/>
              <p:cNvSpPr/>
              <p:nvPr/>
            </p:nvSpPr>
            <p:spPr>
              <a:xfrm>
                <a:off x="386712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9" name="Google Shape;178;p52"/>
              <p:cNvSpPr/>
              <p:nvPr/>
            </p:nvSpPr>
            <p:spPr>
              <a:xfrm>
                <a:off x="406404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0" name="Google Shape;179;p52"/>
              <p:cNvSpPr/>
              <p:nvPr/>
            </p:nvSpPr>
            <p:spPr>
              <a:xfrm>
                <a:off x="465480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1" name="Google Shape;180;p52"/>
              <p:cNvSpPr/>
              <p:nvPr/>
            </p:nvSpPr>
            <p:spPr>
              <a:xfrm>
                <a:off x="485172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2" name="Google Shape;181;p52"/>
              <p:cNvSpPr/>
              <p:nvPr/>
            </p:nvSpPr>
            <p:spPr>
              <a:xfrm>
                <a:off x="504864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3" name="Google Shape;182;p52"/>
              <p:cNvSpPr/>
              <p:nvPr/>
            </p:nvSpPr>
            <p:spPr>
              <a:xfrm>
                <a:off x="5245560" y="232992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4" name="Google Shape;183;p52"/>
              <p:cNvSpPr/>
              <p:nvPr/>
            </p:nvSpPr>
            <p:spPr>
              <a:xfrm>
                <a:off x="3670200" y="25268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5" name="Google Shape;184;p52"/>
              <p:cNvSpPr/>
              <p:nvPr/>
            </p:nvSpPr>
            <p:spPr>
              <a:xfrm>
                <a:off x="4260960" y="25268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6" name="Google Shape;185;p52"/>
              <p:cNvSpPr/>
              <p:nvPr/>
            </p:nvSpPr>
            <p:spPr>
              <a:xfrm>
                <a:off x="4457880" y="25268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7" name="Google Shape;186;p52"/>
              <p:cNvSpPr/>
              <p:nvPr/>
            </p:nvSpPr>
            <p:spPr>
              <a:xfrm>
                <a:off x="5048640" y="2526840"/>
                <a:ext cx="195840" cy="195840"/>
              </a:xfrm>
              <a:custGeom>
                <a:avLst/>
                <a:gdLst>
                  <a:gd name="textAreaLeft" fmla="*/ 0 w 195840"/>
                  <a:gd name="textAreaRight" fmla="*/ 196920 w 195840"/>
                  <a:gd name="textAreaTop" fmla="*/ 0 h 195840"/>
                  <a:gd name="textAreaBottom" fmla="*/ 196920 h 1958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798" name="Google Shape;187;p52" descr=""/>
          <p:cNvPicPr/>
          <p:nvPr/>
        </p:nvPicPr>
        <p:blipFill>
          <a:blip r:embed="rId2"/>
          <a:stretch/>
        </p:blipFill>
        <p:spPr>
          <a:xfrm flipH="1">
            <a:off x="646560" y="1314000"/>
            <a:ext cx="4807800" cy="47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9" name="Google Shape;188;p52"/>
          <p:cNvSpPr/>
          <p:nvPr/>
        </p:nvSpPr>
        <p:spPr>
          <a:xfrm rot="10800000">
            <a:off x="11587320" y="-10440"/>
            <a:ext cx="606600" cy="6877800"/>
          </a:xfrm>
          <a:custGeom>
            <a:avLst/>
            <a:gdLst>
              <a:gd name="textAreaLeft" fmla="*/ 0 w 606600"/>
              <a:gd name="textAreaRight" fmla="*/ 607680 w 606600"/>
              <a:gd name="textAreaTop" fmla="*/ 0 h 6877800"/>
              <a:gd name="textAreaBottom" fmla="*/ 6878880 h 687780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0" name="Google Shape;189;p52"/>
          <p:cNvSpPr/>
          <p:nvPr/>
        </p:nvSpPr>
        <p:spPr>
          <a:xfrm>
            <a:off x="-4946760" y="-1582560"/>
            <a:ext cx="1664280" cy="9001440"/>
          </a:xfrm>
          <a:custGeom>
            <a:avLst/>
            <a:gdLst>
              <a:gd name="textAreaLeft" fmla="*/ 0 w 1664280"/>
              <a:gd name="textAreaRight" fmla="*/ 1665360 w 1664280"/>
              <a:gd name="textAreaTop" fmla="*/ 0 h 9001440"/>
              <a:gd name="textAreaBottom" fmla="*/ 9002520 h 900144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Google Shape;190;p52"/>
          <p:cNvSpPr/>
          <p:nvPr/>
        </p:nvSpPr>
        <p:spPr>
          <a:xfrm>
            <a:off x="-5241600" y="-28440"/>
            <a:ext cx="1301400" cy="9204840"/>
          </a:xfrm>
          <a:custGeom>
            <a:avLst/>
            <a:gdLst>
              <a:gd name="textAreaLeft" fmla="*/ 0 w 1301400"/>
              <a:gd name="textAreaRight" fmla="*/ 1302480 w 1301400"/>
              <a:gd name="textAreaTop" fmla="*/ 0 h 9204840"/>
              <a:gd name="textAreaBottom" fmla="*/ 9205920 h 920484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Google Shape;191;p52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3" name="Google Shape;192;p52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4" name="Google Shape;193;p52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5" name="Google Shape;194;p52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6" name="Google Shape;195;p52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Google Shape;196;p52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Google Shape;197;p52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Google Shape;198;p52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Google Shape;199;p52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Google Shape;200;p52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4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5" name="Google Shape;203;p53"/>
          <p:cNvSpPr/>
          <p:nvPr/>
        </p:nvSpPr>
        <p:spPr>
          <a:xfrm>
            <a:off x="-65160" y="0"/>
            <a:ext cx="2730960" cy="4824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Google Shape;204;p53"/>
          <p:cNvSpPr/>
          <p:nvPr/>
        </p:nvSpPr>
        <p:spPr>
          <a:xfrm flipH="1">
            <a:off x="7619400" y="-2880"/>
            <a:ext cx="4636080" cy="482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Google Shape;205;p53"/>
          <p:cNvSpPr/>
          <p:nvPr/>
        </p:nvSpPr>
        <p:spPr>
          <a:xfrm>
            <a:off x="2362320" y="0"/>
            <a:ext cx="5656680" cy="482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Google Shape;206;p53"/>
          <p:cNvSpPr/>
          <p:nvPr/>
        </p:nvSpPr>
        <p:spPr>
          <a:xfrm flipH="1" rot="10800000">
            <a:off x="2149920" y="5930640"/>
            <a:ext cx="10105560" cy="945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207;p53"/>
          <p:cNvSpPr/>
          <p:nvPr/>
        </p:nvSpPr>
        <p:spPr>
          <a:xfrm rot="10800000">
            <a:off x="-63720" y="5933880"/>
            <a:ext cx="2426040" cy="945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0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1" name="Google Shape;209;p53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Google Shape;210;p53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3" name="Google Shape;211;p53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4" name="Google Shape;212;p53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5" name="Google Shape;213;p53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Google Shape;214;p53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Google Shape;215;p53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Google Shape;216;p53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Google Shape;217;p53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0" name="Google Shape;218;p53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Google Shape;219;p53"/>
          <p:cNvSpPr/>
          <p:nvPr/>
        </p:nvSpPr>
        <p:spPr>
          <a:xfrm>
            <a:off x="2986560" y="6282360"/>
            <a:ext cx="7105680" cy="33480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Google Shape;220;p53"/>
          <p:cNvSpPr/>
          <p:nvPr/>
        </p:nvSpPr>
        <p:spPr>
          <a:xfrm>
            <a:off x="10377360" y="6225480"/>
            <a:ext cx="11437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221;p53"/>
          <p:cNvSpPr/>
          <p:nvPr/>
        </p:nvSpPr>
        <p:spPr>
          <a:xfrm>
            <a:off x="10170000" y="6318000"/>
            <a:ext cx="264240" cy="26424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7" name="Google Shape;224;p54"/>
          <p:cNvSpPr/>
          <p:nvPr/>
        </p:nvSpPr>
        <p:spPr>
          <a:xfrm>
            <a:off x="-65160" y="0"/>
            <a:ext cx="2730960" cy="211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Google Shape;225;p54"/>
          <p:cNvSpPr/>
          <p:nvPr/>
        </p:nvSpPr>
        <p:spPr>
          <a:xfrm flipH="1">
            <a:off x="7619400" y="-2880"/>
            <a:ext cx="4636080" cy="211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9" name="Google Shape;226;p54"/>
          <p:cNvSpPr/>
          <p:nvPr/>
        </p:nvSpPr>
        <p:spPr>
          <a:xfrm>
            <a:off x="2362320" y="0"/>
            <a:ext cx="5656680" cy="211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0" name="Google Shape;227;p54"/>
          <p:cNvSpPr/>
          <p:nvPr/>
        </p:nvSpPr>
        <p:spPr>
          <a:xfrm flipH="1" rot="10800000">
            <a:off x="5630760" y="5930640"/>
            <a:ext cx="6625440" cy="945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228;p54"/>
          <p:cNvSpPr/>
          <p:nvPr/>
        </p:nvSpPr>
        <p:spPr>
          <a:xfrm rot="10800000">
            <a:off x="-64080" y="5933880"/>
            <a:ext cx="8084160" cy="945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2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3" name="Google Shape;230;p54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4" name="Google Shape;231;p54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5" name="Google Shape;232;p54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Google Shape;233;p54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Google Shape;234;p54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235;p54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236;p54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237;p54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238;p54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Google Shape;239;p54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9760" cy="67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6" name="Google Shape;324;p58"/>
          <p:cNvSpPr/>
          <p:nvPr/>
        </p:nvSpPr>
        <p:spPr>
          <a:xfrm>
            <a:off x="1918440" y="2635920"/>
            <a:ext cx="925920" cy="925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Google Shape;325;p58"/>
          <p:cNvSpPr/>
          <p:nvPr/>
        </p:nvSpPr>
        <p:spPr>
          <a:xfrm rot="10800000">
            <a:off x="9968760" y="-475200"/>
            <a:ext cx="2956680" cy="7809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Google Shape;326;p58"/>
          <p:cNvSpPr/>
          <p:nvPr/>
        </p:nvSpPr>
        <p:spPr>
          <a:xfrm>
            <a:off x="-1396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59" name="Google Shape;327;p58"/>
          <p:cNvGrpSpPr/>
          <p:nvPr/>
        </p:nvGrpSpPr>
        <p:grpSpPr>
          <a:xfrm>
            <a:off x="2986560" y="7543800"/>
            <a:ext cx="5223240" cy="378000"/>
            <a:chOff x="2986560" y="7543800"/>
            <a:chExt cx="5223240" cy="378000"/>
          </a:xfrm>
        </p:grpSpPr>
        <p:sp>
          <p:nvSpPr>
            <p:cNvPr id="1860" name="Google Shape;328;p58"/>
            <p:cNvSpPr/>
            <p:nvPr/>
          </p:nvSpPr>
          <p:spPr>
            <a:xfrm>
              <a:off x="298656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1" name="Google Shape;329;p58"/>
            <p:cNvSpPr/>
            <p:nvPr/>
          </p:nvSpPr>
          <p:spPr>
            <a:xfrm>
              <a:off x="354204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2" name="Google Shape;330;p58"/>
            <p:cNvSpPr/>
            <p:nvPr/>
          </p:nvSpPr>
          <p:spPr>
            <a:xfrm>
              <a:off x="404964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3" name="Google Shape;331;p58"/>
            <p:cNvSpPr/>
            <p:nvPr/>
          </p:nvSpPr>
          <p:spPr>
            <a:xfrm>
              <a:off x="456408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4" name="Google Shape;332;p58"/>
            <p:cNvSpPr/>
            <p:nvPr/>
          </p:nvSpPr>
          <p:spPr>
            <a:xfrm>
              <a:off x="507816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5" name="Google Shape;333;p58"/>
            <p:cNvSpPr/>
            <p:nvPr/>
          </p:nvSpPr>
          <p:spPr>
            <a:xfrm>
              <a:off x="614520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Google Shape;334;p58"/>
            <p:cNvSpPr/>
            <p:nvPr/>
          </p:nvSpPr>
          <p:spPr>
            <a:xfrm>
              <a:off x="563364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7" name="Google Shape;335;p58"/>
            <p:cNvSpPr/>
            <p:nvPr/>
          </p:nvSpPr>
          <p:spPr>
            <a:xfrm>
              <a:off x="674136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8" name="Google Shape;336;p58"/>
            <p:cNvSpPr/>
            <p:nvPr/>
          </p:nvSpPr>
          <p:spPr>
            <a:xfrm>
              <a:off x="730332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9" name="Google Shape;337;p58"/>
            <p:cNvSpPr/>
            <p:nvPr/>
          </p:nvSpPr>
          <p:spPr>
            <a:xfrm>
              <a:off x="7846200" y="7543800"/>
              <a:ext cx="363600" cy="378000"/>
            </a:xfrm>
            <a:custGeom>
              <a:avLst/>
              <a:gdLst>
                <a:gd name="textAreaLeft" fmla="*/ 0 w 363600"/>
                <a:gd name="textAreaRight" fmla="*/ 364680 w 363600"/>
                <a:gd name="textAreaTop" fmla="*/ 0 h 378000"/>
                <a:gd name="textAreaBottom" fmla="*/ 379080 h 3780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0" name="Google Shape;338;p58"/>
          <p:cNvSpPr/>
          <p:nvPr/>
        </p:nvSpPr>
        <p:spPr>
          <a:xfrm>
            <a:off x="-19227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1" name="Google Shape;339;p58"/>
          <p:cNvSpPr/>
          <p:nvPr/>
        </p:nvSpPr>
        <p:spPr>
          <a:xfrm>
            <a:off x="-24811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Google Shape;340;p58"/>
          <p:cNvSpPr/>
          <p:nvPr/>
        </p:nvSpPr>
        <p:spPr>
          <a:xfrm>
            <a:off x="-3033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Google Shape;341;p58"/>
          <p:cNvSpPr/>
          <p:nvPr/>
        </p:nvSpPr>
        <p:spPr>
          <a:xfrm>
            <a:off x="-187920" y="-628560"/>
            <a:ext cx="780120" cy="7809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4" name="Google Shape;342;p58"/>
          <p:cNvSpPr/>
          <p:nvPr/>
        </p:nvSpPr>
        <p:spPr>
          <a:xfrm rot="10800000">
            <a:off x="9984600" y="-403920"/>
            <a:ext cx="2956680" cy="28263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5" name="Google Shape;343;p58"/>
          <p:cNvSpPr/>
          <p:nvPr/>
        </p:nvSpPr>
        <p:spPr>
          <a:xfrm>
            <a:off x="564840" y="5270400"/>
            <a:ext cx="1466280" cy="1624320"/>
          </a:xfrm>
          <a:custGeom>
            <a:avLst/>
            <a:gdLst>
              <a:gd name="textAreaLeft" fmla="*/ 0 w 1466280"/>
              <a:gd name="textAreaRight" fmla="*/ 1467360 w 1466280"/>
              <a:gd name="textAreaTop" fmla="*/ 0 h 1624320"/>
              <a:gd name="textAreaBottom" fmla="*/ 1625400 h 162432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Google Shape;344;p58"/>
          <p:cNvSpPr/>
          <p:nvPr/>
        </p:nvSpPr>
        <p:spPr>
          <a:xfrm>
            <a:off x="997560" y="1713240"/>
            <a:ext cx="925920" cy="92592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Google Shape;345;p58"/>
          <p:cNvSpPr/>
          <p:nvPr/>
        </p:nvSpPr>
        <p:spPr>
          <a:xfrm>
            <a:off x="997560" y="2301840"/>
            <a:ext cx="925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9040" cy="70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1960" cy="71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0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4680" cy="7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1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9760" cy="226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3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5720" cy="9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4" name="Google Shape;242;p55"/>
          <p:cNvSpPr/>
          <p:nvPr/>
        </p:nvSpPr>
        <p:spPr>
          <a:xfrm>
            <a:off x="-65160" y="6751800"/>
            <a:ext cx="2730960" cy="211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Google Shape;243;p55"/>
          <p:cNvSpPr/>
          <p:nvPr/>
        </p:nvSpPr>
        <p:spPr>
          <a:xfrm flipH="1">
            <a:off x="7619400" y="6751800"/>
            <a:ext cx="4636080" cy="211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6" name="Google Shape;244;p55"/>
          <p:cNvSpPr/>
          <p:nvPr/>
        </p:nvSpPr>
        <p:spPr>
          <a:xfrm>
            <a:off x="2362320" y="6751800"/>
            <a:ext cx="5656680" cy="211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Google Shape;245;p55"/>
          <p:cNvSpPr/>
          <p:nvPr/>
        </p:nvSpPr>
        <p:spPr>
          <a:xfrm flipH="1" rot="10800000">
            <a:off x="5630760" y="-720"/>
            <a:ext cx="6625440" cy="945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Google Shape;246;p55"/>
          <p:cNvSpPr/>
          <p:nvPr/>
        </p:nvSpPr>
        <p:spPr>
          <a:xfrm rot="10800000">
            <a:off x="-64080" y="0"/>
            <a:ext cx="8084160" cy="945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9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476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0" name="Google Shape;248;p55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1" name="Google Shape;249;p55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2" name="Google Shape;250;p55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3" name="Google Shape;251;p55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4" name="Google Shape;252;p55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Google Shape;253;p55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Google Shape;254;p55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7" name="Google Shape;255;p55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Google Shape;256;p55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Google Shape;257;p55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351;p59"/>
          <p:cNvSpPr/>
          <p:nvPr/>
        </p:nvSpPr>
        <p:spPr>
          <a:xfrm>
            <a:off x="4610160" y="4781520"/>
            <a:ext cx="7950600" cy="1118160"/>
          </a:xfrm>
          <a:custGeom>
            <a:avLst/>
            <a:gdLst>
              <a:gd name="textAreaLeft" fmla="*/ 0 w 7950600"/>
              <a:gd name="textAreaRight" fmla="*/ 7951680 w 7950600"/>
              <a:gd name="textAreaTop" fmla="*/ 0 h 1118160"/>
              <a:gd name="textAreaBottom" fmla="*/ 1119240 h 111816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3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3720" cy="87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4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2120" cy="294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5" name="Google Shape;354;p59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6" name="Google Shape;355;p59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7" name="Google Shape;356;p59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8" name="Google Shape;357;p59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9" name="Google Shape;358;p59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Google Shape;359;p59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1" name="Google Shape;360;p59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2" name="Google Shape;361;p59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3" name="Google Shape;362;p59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4" name="Google Shape;363;p59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5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8" name="Google Shape;366;p60"/>
          <p:cNvGrpSpPr/>
          <p:nvPr/>
        </p:nvGrpSpPr>
        <p:grpSpPr>
          <a:xfrm>
            <a:off x="822600" y="270000"/>
            <a:ext cx="11082240" cy="7118280"/>
            <a:chOff x="822600" y="270000"/>
            <a:chExt cx="11082240" cy="7118280"/>
          </a:xfrm>
        </p:grpSpPr>
        <p:grpSp>
          <p:nvGrpSpPr>
            <p:cNvPr id="1919" name="Google Shape;367;p60"/>
            <p:cNvGrpSpPr/>
            <p:nvPr/>
          </p:nvGrpSpPr>
          <p:grpSpPr>
            <a:xfrm>
              <a:off x="822600" y="270000"/>
              <a:ext cx="11082240" cy="6293880"/>
              <a:chOff x="822600" y="270000"/>
              <a:chExt cx="11082240" cy="6293880"/>
            </a:xfrm>
          </p:grpSpPr>
          <p:pic>
            <p:nvPicPr>
              <p:cNvPr id="1920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5080" cy="4285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921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720" cy="2007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922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800" cy="3259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923" name="Google Shape;371;p60"/>
              <p:cNvGrpSpPr/>
              <p:nvPr/>
            </p:nvGrpSpPr>
            <p:grpSpPr>
              <a:xfrm>
                <a:off x="1767960" y="843120"/>
                <a:ext cx="1369080" cy="1095120"/>
                <a:chOff x="1767960" y="843120"/>
                <a:chExt cx="1369080" cy="1095120"/>
              </a:xfrm>
            </p:grpSpPr>
            <p:sp>
              <p:nvSpPr>
                <p:cNvPr id="1924" name="Google Shape;372;p60"/>
                <p:cNvSpPr/>
                <p:nvPr/>
              </p:nvSpPr>
              <p:spPr>
                <a:xfrm>
                  <a:off x="2315880" y="84312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5" name="Google Shape;373;p60"/>
                <p:cNvSpPr/>
                <p:nvPr/>
              </p:nvSpPr>
              <p:spPr>
                <a:xfrm>
                  <a:off x="204192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6" name="Google Shape;374;p60"/>
                <p:cNvSpPr/>
                <p:nvPr/>
              </p:nvSpPr>
              <p:spPr>
                <a:xfrm>
                  <a:off x="17679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7" name="Google Shape;375;p60"/>
                <p:cNvSpPr/>
                <p:nvPr/>
              </p:nvSpPr>
              <p:spPr>
                <a:xfrm>
                  <a:off x="17679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8" name="Google Shape;376;p60"/>
                <p:cNvSpPr/>
                <p:nvPr/>
              </p:nvSpPr>
              <p:spPr>
                <a:xfrm>
                  <a:off x="204192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9" name="Google Shape;377;p60"/>
                <p:cNvSpPr/>
                <p:nvPr/>
              </p:nvSpPr>
              <p:spPr>
                <a:xfrm>
                  <a:off x="231588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0" name="Google Shape;378;p60"/>
                <p:cNvSpPr/>
                <p:nvPr/>
              </p:nvSpPr>
              <p:spPr>
                <a:xfrm>
                  <a:off x="259020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1" name="Google Shape;379;p60"/>
                <p:cNvSpPr/>
                <p:nvPr/>
              </p:nvSpPr>
              <p:spPr>
                <a:xfrm>
                  <a:off x="2864160" y="166536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2" name="Google Shape;380;p60"/>
                <p:cNvSpPr/>
                <p:nvPr/>
              </p:nvSpPr>
              <p:spPr>
                <a:xfrm>
                  <a:off x="2864160" y="139140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3" name="Google Shape;381;p60"/>
                <p:cNvSpPr/>
                <p:nvPr/>
              </p:nvSpPr>
              <p:spPr>
                <a:xfrm>
                  <a:off x="2590200" y="1117440"/>
                  <a:ext cx="272880" cy="272880"/>
                </a:xfrm>
                <a:custGeom>
                  <a:avLst/>
                  <a:gdLst>
                    <a:gd name="textAreaLeft" fmla="*/ 0 w 272880"/>
                    <a:gd name="textAreaRight" fmla="*/ 273960 w 272880"/>
                    <a:gd name="textAreaTop" fmla="*/ 0 h 272880"/>
                    <a:gd name="textAreaBottom" fmla="*/ 273960 h 2728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34" name="Google Shape;382;p60"/>
            <p:cNvGrpSpPr/>
            <p:nvPr/>
          </p:nvGrpSpPr>
          <p:grpSpPr>
            <a:xfrm>
              <a:off x="6279120" y="5470920"/>
              <a:ext cx="1917360" cy="1917360"/>
              <a:chOff x="6279120" y="5470920"/>
              <a:chExt cx="1917360" cy="1917360"/>
            </a:xfrm>
          </p:grpSpPr>
          <p:sp>
            <p:nvSpPr>
              <p:cNvPr id="1935" name="Google Shape;383;p60"/>
              <p:cNvSpPr/>
              <p:nvPr/>
            </p:nvSpPr>
            <p:spPr>
              <a:xfrm>
                <a:off x="62791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6" name="Google Shape;384;p60"/>
              <p:cNvSpPr/>
              <p:nvPr/>
            </p:nvSpPr>
            <p:spPr>
              <a:xfrm>
                <a:off x="65530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7" name="Google Shape;385;p60"/>
              <p:cNvSpPr/>
              <p:nvPr/>
            </p:nvSpPr>
            <p:spPr>
              <a:xfrm>
                <a:off x="682704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8" name="Google Shape;386;p60"/>
              <p:cNvSpPr/>
              <p:nvPr/>
            </p:nvSpPr>
            <p:spPr>
              <a:xfrm>
                <a:off x="710136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9" name="Google Shape;387;p60"/>
              <p:cNvSpPr/>
              <p:nvPr/>
            </p:nvSpPr>
            <p:spPr>
              <a:xfrm>
                <a:off x="737532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0" name="Google Shape;388;p60"/>
              <p:cNvSpPr/>
              <p:nvPr/>
            </p:nvSpPr>
            <p:spPr>
              <a:xfrm>
                <a:off x="764928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1" name="Google Shape;389;p60"/>
              <p:cNvSpPr/>
              <p:nvPr/>
            </p:nvSpPr>
            <p:spPr>
              <a:xfrm>
                <a:off x="7923600" y="71154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2" name="Google Shape;390;p60"/>
              <p:cNvSpPr/>
              <p:nvPr/>
            </p:nvSpPr>
            <p:spPr>
              <a:xfrm>
                <a:off x="792360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3" name="Google Shape;391;p60"/>
              <p:cNvSpPr/>
              <p:nvPr/>
            </p:nvSpPr>
            <p:spPr>
              <a:xfrm>
                <a:off x="792360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4" name="Google Shape;392;p60"/>
              <p:cNvSpPr/>
              <p:nvPr/>
            </p:nvSpPr>
            <p:spPr>
              <a:xfrm>
                <a:off x="792360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5" name="Google Shape;393;p60"/>
              <p:cNvSpPr/>
              <p:nvPr/>
            </p:nvSpPr>
            <p:spPr>
              <a:xfrm>
                <a:off x="792360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6" name="Google Shape;394;p60"/>
              <p:cNvSpPr/>
              <p:nvPr/>
            </p:nvSpPr>
            <p:spPr>
              <a:xfrm>
                <a:off x="76492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7" name="Google Shape;395;p60"/>
              <p:cNvSpPr/>
              <p:nvPr/>
            </p:nvSpPr>
            <p:spPr>
              <a:xfrm>
                <a:off x="737532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8" name="Google Shape;396;p60"/>
              <p:cNvSpPr/>
              <p:nvPr/>
            </p:nvSpPr>
            <p:spPr>
              <a:xfrm>
                <a:off x="710136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9" name="Google Shape;397;p60"/>
              <p:cNvSpPr/>
              <p:nvPr/>
            </p:nvSpPr>
            <p:spPr>
              <a:xfrm>
                <a:off x="6827040" y="54709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0" name="Google Shape;398;p60"/>
              <p:cNvSpPr/>
              <p:nvPr/>
            </p:nvSpPr>
            <p:spPr>
              <a:xfrm>
                <a:off x="6553080" y="57452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1" name="Google Shape;399;p60"/>
              <p:cNvSpPr/>
              <p:nvPr/>
            </p:nvSpPr>
            <p:spPr>
              <a:xfrm>
                <a:off x="6279120" y="601920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2" name="Google Shape;400;p60"/>
              <p:cNvSpPr/>
              <p:nvPr/>
            </p:nvSpPr>
            <p:spPr>
              <a:xfrm>
                <a:off x="6279120" y="629316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3" name="Google Shape;401;p60"/>
              <p:cNvSpPr/>
              <p:nvPr/>
            </p:nvSpPr>
            <p:spPr>
              <a:xfrm>
                <a:off x="6279120" y="656712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4" name="Google Shape;402;p60"/>
              <p:cNvSpPr/>
              <p:nvPr/>
            </p:nvSpPr>
            <p:spPr>
              <a:xfrm>
                <a:off x="6279120" y="6841440"/>
                <a:ext cx="272880" cy="272880"/>
              </a:xfrm>
              <a:custGeom>
                <a:avLst/>
                <a:gdLst>
                  <a:gd name="textAreaLeft" fmla="*/ 0 w 272880"/>
                  <a:gd name="textAreaRight" fmla="*/ 273960 w 272880"/>
                  <a:gd name="textAreaTop" fmla="*/ 0 h 272880"/>
                  <a:gd name="textAreaBottom" fmla="*/ 273960 h 2728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55" name="Google Shape;403;p60"/>
          <p:cNvSpPr/>
          <p:nvPr/>
        </p:nvSpPr>
        <p:spPr>
          <a:xfrm rot="5400000">
            <a:off x="-1757880" y="1400040"/>
            <a:ext cx="7275960" cy="4055040"/>
          </a:xfrm>
          <a:custGeom>
            <a:avLst/>
            <a:gdLst>
              <a:gd name="textAreaLeft" fmla="*/ 0 w 7275960"/>
              <a:gd name="textAreaRight" fmla="*/ 7277040 w 7275960"/>
              <a:gd name="textAreaTop" fmla="*/ 0 h 4055040"/>
              <a:gd name="textAreaBottom" fmla="*/ 4056120 h 405504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6" name="Google Shape;404;p60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Google Shape;405;p60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Google Shape;406;p60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Google Shape;407;p60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Google Shape;408;p60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Google Shape;409;p60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Google Shape;410;p60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411;p60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412;p60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413;p60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415;p61"/>
          <p:cNvSpPr/>
          <p:nvPr/>
        </p:nvSpPr>
        <p:spPr>
          <a:xfrm>
            <a:off x="9390600" y="0"/>
            <a:ext cx="2806920" cy="68497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416;p61"/>
          <p:cNvSpPr/>
          <p:nvPr/>
        </p:nvSpPr>
        <p:spPr>
          <a:xfrm>
            <a:off x="35420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Google Shape;417;p61"/>
          <p:cNvSpPr/>
          <p:nvPr/>
        </p:nvSpPr>
        <p:spPr>
          <a:xfrm>
            <a:off x="40971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Google Shape;418;p61"/>
          <p:cNvSpPr/>
          <p:nvPr/>
        </p:nvSpPr>
        <p:spPr>
          <a:xfrm>
            <a:off x="460476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2" name="Google Shape;419;p61"/>
          <p:cNvSpPr/>
          <p:nvPr/>
        </p:nvSpPr>
        <p:spPr>
          <a:xfrm>
            <a:off x="51192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3" name="Google Shape;420;p61"/>
          <p:cNvSpPr/>
          <p:nvPr/>
        </p:nvSpPr>
        <p:spPr>
          <a:xfrm>
            <a:off x="56336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Google Shape;421;p61"/>
          <p:cNvSpPr/>
          <p:nvPr/>
        </p:nvSpPr>
        <p:spPr>
          <a:xfrm>
            <a:off x="67003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Google Shape;422;p61"/>
          <p:cNvSpPr/>
          <p:nvPr/>
        </p:nvSpPr>
        <p:spPr>
          <a:xfrm>
            <a:off x="618912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Google Shape;423;p61"/>
          <p:cNvSpPr/>
          <p:nvPr/>
        </p:nvSpPr>
        <p:spPr>
          <a:xfrm>
            <a:off x="729684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7" name="Google Shape;424;p61"/>
          <p:cNvSpPr/>
          <p:nvPr/>
        </p:nvSpPr>
        <p:spPr>
          <a:xfrm>
            <a:off x="785880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Google Shape;425;p61"/>
          <p:cNvSpPr/>
          <p:nvPr/>
        </p:nvSpPr>
        <p:spPr>
          <a:xfrm>
            <a:off x="8401680" y="706104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9" name="Google Shape;426;p61"/>
          <p:cNvSpPr/>
          <p:nvPr/>
        </p:nvSpPr>
        <p:spPr>
          <a:xfrm>
            <a:off x="0" y="0"/>
            <a:ext cx="592200" cy="68569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0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90920" cy="34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1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7960" cy="194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2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9120" cy="15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31;p48"/>
          <p:cNvSpPr/>
          <p:nvPr/>
        </p:nvSpPr>
        <p:spPr>
          <a:xfrm>
            <a:off x="-187920" y="-628560"/>
            <a:ext cx="345600" cy="78094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6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400120" cy="421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7" name="Google Shape;33;p48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8" name="Google Shape;34;p48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9" name="Google Shape;35;p48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0" name="Google Shape;36;p48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1" name="Google Shape;37;p48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Google Shape;38;p48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3" name="Google Shape;39;p48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4" name="Google Shape;40;p48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5" name="Google Shape;41;p48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6" name="Google Shape;42;p48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97" name="Google Shape;43;p48"/>
          <p:cNvGrpSpPr/>
          <p:nvPr/>
        </p:nvGrpSpPr>
        <p:grpSpPr>
          <a:xfrm>
            <a:off x="10113480" y="597240"/>
            <a:ext cx="608400" cy="151560"/>
            <a:chOff x="10113480" y="597240"/>
            <a:chExt cx="608400" cy="151560"/>
          </a:xfrm>
        </p:grpSpPr>
        <p:sp>
          <p:nvSpPr>
            <p:cNvPr id="1998" name="Google Shape;44;p48"/>
            <p:cNvSpPr/>
            <p:nvPr/>
          </p:nvSpPr>
          <p:spPr>
            <a:xfrm>
              <a:off x="10627560" y="603360"/>
              <a:ext cx="94320" cy="14472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44720"/>
                <a:gd name="textAreaBottom" fmla="*/ 145800 h 1447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9" name="Google Shape;45;p48"/>
            <p:cNvSpPr/>
            <p:nvPr/>
          </p:nvSpPr>
          <p:spPr>
            <a:xfrm>
              <a:off x="10113480" y="597240"/>
              <a:ext cx="136800" cy="15156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0" name="Google Shape;46;p48"/>
            <p:cNvSpPr/>
            <p:nvPr/>
          </p:nvSpPr>
          <p:spPr>
            <a:xfrm>
              <a:off x="10246320" y="618480"/>
              <a:ext cx="133200" cy="1256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1" name="Google Shape;47;p48"/>
            <p:cNvSpPr/>
            <p:nvPr/>
          </p:nvSpPr>
          <p:spPr>
            <a:xfrm>
              <a:off x="10378800" y="619920"/>
              <a:ext cx="124560" cy="122040"/>
            </a:xfrm>
            <a:custGeom>
              <a:avLst/>
              <a:gdLst>
                <a:gd name="textAreaLeft" fmla="*/ 0 w 124560"/>
                <a:gd name="textAreaRight" fmla="*/ 125640 w 124560"/>
                <a:gd name="textAreaTop" fmla="*/ 0 h 122040"/>
                <a:gd name="textAreaBottom" fmla="*/ 123120 h 1220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2" name="Google Shape;48;p48"/>
            <p:cNvSpPr/>
            <p:nvPr/>
          </p:nvSpPr>
          <p:spPr>
            <a:xfrm>
              <a:off x="10503000" y="619200"/>
              <a:ext cx="125640" cy="124200"/>
            </a:xfrm>
            <a:custGeom>
              <a:avLst/>
              <a:gdLst>
                <a:gd name="textAreaLeft" fmla="*/ 0 w 125640"/>
                <a:gd name="textAreaRight" fmla="*/ 126720 w 125640"/>
                <a:gd name="textAreaTop" fmla="*/ 0 h 124200"/>
                <a:gd name="textAreaBottom" fmla="*/ 125280 h 1242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03" name="Google Shape;49;p48"/>
          <p:cNvGrpSpPr/>
          <p:nvPr/>
        </p:nvGrpSpPr>
        <p:grpSpPr>
          <a:xfrm>
            <a:off x="10033920" y="603360"/>
            <a:ext cx="1468440" cy="1044360"/>
            <a:chOff x="10033920" y="603360"/>
            <a:chExt cx="1468440" cy="1044360"/>
          </a:xfrm>
        </p:grpSpPr>
        <p:grpSp>
          <p:nvGrpSpPr>
            <p:cNvPr id="2004" name="Google Shape;50;p48"/>
            <p:cNvGrpSpPr/>
            <p:nvPr/>
          </p:nvGrpSpPr>
          <p:grpSpPr>
            <a:xfrm>
              <a:off x="10033920" y="880200"/>
              <a:ext cx="1468440" cy="767520"/>
              <a:chOff x="10033920" y="880200"/>
              <a:chExt cx="1468440" cy="767520"/>
            </a:xfrm>
          </p:grpSpPr>
          <p:grpSp>
            <p:nvGrpSpPr>
              <p:cNvPr id="2005" name="Google Shape;51;p48"/>
              <p:cNvGrpSpPr/>
              <p:nvPr/>
            </p:nvGrpSpPr>
            <p:grpSpPr>
              <a:xfrm>
                <a:off x="10033920" y="880200"/>
                <a:ext cx="1222560" cy="298440"/>
                <a:chOff x="10033920" y="880200"/>
                <a:chExt cx="1222560" cy="298440"/>
              </a:xfrm>
            </p:grpSpPr>
            <p:sp>
              <p:nvSpPr>
                <p:cNvPr id="2006" name="Google Shape;52;p48"/>
                <p:cNvSpPr/>
                <p:nvPr/>
              </p:nvSpPr>
              <p:spPr>
                <a:xfrm>
                  <a:off x="10033920" y="880200"/>
                  <a:ext cx="148320" cy="297000"/>
                </a:xfrm>
                <a:custGeom>
                  <a:avLst/>
                  <a:gdLst>
                    <a:gd name="textAreaLeft" fmla="*/ 0 w 148320"/>
                    <a:gd name="textAreaRight" fmla="*/ 149400 w 148320"/>
                    <a:gd name="textAreaTop" fmla="*/ 0 h 297000"/>
                    <a:gd name="textAreaBottom" fmla="*/ 298080 h 29700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7" name="Google Shape;53;p48"/>
                <p:cNvSpPr/>
                <p:nvPr/>
              </p:nvSpPr>
              <p:spPr>
                <a:xfrm>
                  <a:off x="10214280" y="935640"/>
                  <a:ext cx="228960" cy="243000"/>
                </a:xfrm>
                <a:custGeom>
                  <a:avLst/>
                  <a:gdLst>
                    <a:gd name="textAreaLeft" fmla="*/ 0 w 228960"/>
                    <a:gd name="textAreaRight" fmla="*/ 230040 w 2289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8" name="Google Shape;54;p48"/>
                <p:cNvSpPr/>
                <p:nvPr/>
              </p:nvSpPr>
              <p:spPr>
                <a:xfrm>
                  <a:off x="10482120" y="935640"/>
                  <a:ext cx="216720" cy="243000"/>
                </a:xfrm>
                <a:custGeom>
                  <a:avLst/>
                  <a:gdLst>
                    <a:gd name="textAreaLeft" fmla="*/ 0 w 216720"/>
                    <a:gd name="textAreaRight" fmla="*/ 217800 w 21672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09" name="Google Shape;55;p48"/>
                <p:cNvSpPr/>
                <p:nvPr/>
              </p:nvSpPr>
              <p:spPr>
                <a:xfrm>
                  <a:off x="10743120" y="935640"/>
                  <a:ext cx="213480" cy="237600"/>
                </a:xfrm>
                <a:custGeom>
                  <a:avLst/>
                  <a:gdLst>
                    <a:gd name="textAreaLeft" fmla="*/ 0 w 213480"/>
                    <a:gd name="textAreaRight" fmla="*/ 214560 w 213480"/>
                    <a:gd name="textAreaTop" fmla="*/ 0 h 237600"/>
                    <a:gd name="textAreaBottom" fmla="*/ 238680 h 23760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10" name="Google Shape;56;p48"/>
                <p:cNvSpPr/>
                <p:nvPr/>
              </p:nvSpPr>
              <p:spPr>
                <a:xfrm>
                  <a:off x="11004120" y="935640"/>
                  <a:ext cx="252360" cy="243000"/>
                </a:xfrm>
                <a:custGeom>
                  <a:avLst/>
                  <a:gdLst>
                    <a:gd name="textAreaLeft" fmla="*/ 0 w 252360"/>
                    <a:gd name="textAreaRight" fmla="*/ 253440 w 2523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011" name="Google Shape;57;p48"/>
              <p:cNvGrpSpPr/>
              <p:nvPr/>
            </p:nvGrpSpPr>
            <p:grpSpPr>
              <a:xfrm>
                <a:off x="10455480" y="1258560"/>
                <a:ext cx="1046880" cy="389160"/>
                <a:chOff x="10455480" y="1258560"/>
                <a:chExt cx="1046880" cy="389160"/>
              </a:xfrm>
            </p:grpSpPr>
            <p:sp>
              <p:nvSpPr>
                <p:cNvPr id="2012" name="Google Shape;58;p48"/>
                <p:cNvSpPr/>
                <p:nvPr/>
              </p:nvSpPr>
              <p:spPr>
                <a:xfrm>
                  <a:off x="10455480" y="1258920"/>
                  <a:ext cx="65520" cy="317880"/>
                </a:xfrm>
                <a:custGeom>
                  <a:avLst/>
                  <a:gdLst>
                    <a:gd name="textAreaLeft" fmla="*/ 0 w 65520"/>
                    <a:gd name="textAreaRight" fmla="*/ 66600 w 65520"/>
                    <a:gd name="textAreaTop" fmla="*/ 0 h 317880"/>
                    <a:gd name="textAreaBottom" fmla="*/ 318960 h 31788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13" name="Google Shape;59;p48"/>
                <p:cNvSpPr/>
                <p:nvPr/>
              </p:nvSpPr>
              <p:spPr>
                <a:xfrm>
                  <a:off x="10572840" y="1339200"/>
                  <a:ext cx="252360" cy="243000"/>
                </a:xfrm>
                <a:custGeom>
                  <a:avLst/>
                  <a:gdLst>
                    <a:gd name="textAreaLeft" fmla="*/ 0 w 252360"/>
                    <a:gd name="textAreaRight" fmla="*/ 253440 w 252360"/>
                    <a:gd name="textAreaTop" fmla="*/ 0 h 243000"/>
                    <a:gd name="textAreaBottom" fmla="*/ 244080 h 2430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14" name="Google Shape;60;p48"/>
                <p:cNvSpPr/>
                <p:nvPr/>
              </p:nvSpPr>
              <p:spPr>
                <a:xfrm>
                  <a:off x="10864080" y="1339200"/>
                  <a:ext cx="245160" cy="308520"/>
                </a:xfrm>
                <a:custGeom>
                  <a:avLst/>
                  <a:gdLst>
                    <a:gd name="textAreaLeft" fmla="*/ 0 w 245160"/>
                    <a:gd name="textAreaRight" fmla="*/ 246240 w 245160"/>
                    <a:gd name="textAreaTop" fmla="*/ 0 h 308520"/>
                    <a:gd name="textAreaBottom" fmla="*/ 309600 h 30852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15" name="Google Shape;61;p48"/>
                <p:cNvSpPr/>
                <p:nvPr/>
              </p:nvSpPr>
              <p:spPr>
                <a:xfrm>
                  <a:off x="11170800" y="1258560"/>
                  <a:ext cx="68760" cy="317880"/>
                </a:xfrm>
                <a:custGeom>
                  <a:avLst/>
                  <a:gdLst>
                    <a:gd name="textAreaLeft" fmla="*/ 0 w 68760"/>
                    <a:gd name="textAreaRight" fmla="*/ 69840 w 68760"/>
                    <a:gd name="textAreaTop" fmla="*/ 0 h 317880"/>
                    <a:gd name="textAreaBottom" fmla="*/ 318960 h 31788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16" name="Google Shape;62;p48"/>
                <p:cNvSpPr/>
                <p:nvPr/>
              </p:nvSpPr>
              <p:spPr>
                <a:xfrm>
                  <a:off x="11287800" y="1341000"/>
                  <a:ext cx="214560" cy="240120"/>
                </a:xfrm>
                <a:custGeom>
                  <a:avLst/>
                  <a:gdLst>
                    <a:gd name="textAreaLeft" fmla="*/ 0 w 214560"/>
                    <a:gd name="textAreaRight" fmla="*/ 215640 w 214560"/>
                    <a:gd name="textAreaTop" fmla="*/ 0 h 240120"/>
                    <a:gd name="textAreaBottom" fmla="*/ 241200 h 24012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17" name="Google Shape;63;p48"/>
            <p:cNvGrpSpPr/>
            <p:nvPr/>
          </p:nvGrpSpPr>
          <p:grpSpPr>
            <a:xfrm>
              <a:off x="10120680" y="603360"/>
              <a:ext cx="608400" cy="151560"/>
              <a:chOff x="10120680" y="603360"/>
              <a:chExt cx="608400" cy="151560"/>
            </a:xfrm>
          </p:grpSpPr>
          <p:sp>
            <p:nvSpPr>
              <p:cNvPr id="2018" name="Google Shape;64;p48"/>
              <p:cNvSpPr/>
              <p:nvPr/>
            </p:nvSpPr>
            <p:spPr>
              <a:xfrm>
                <a:off x="10634760" y="609480"/>
                <a:ext cx="94320" cy="144720"/>
              </a:xfrm>
              <a:custGeom>
                <a:avLst/>
                <a:gdLst>
                  <a:gd name="textAreaLeft" fmla="*/ 0 w 94320"/>
                  <a:gd name="textAreaRight" fmla="*/ 95400 w 94320"/>
                  <a:gd name="textAreaTop" fmla="*/ 0 h 144720"/>
                  <a:gd name="textAreaBottom" fmla="*/ 145800 h 14472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9" name="Google Shape;65;p48"/>
              <p:cNvSpPr/>
              <p:nvPr/>
            </p:nvSpPr>
            <p:spPr>
              <a:xfrm>
                <a:off x="10120680" y="603360"/>
                <a:ext cx="136800" cy="151560"/>
              </a:xfrm>
              <a:custGeom>
                <a:avLst/>
                <a:gdLst>
                  <a:gd name="textAreaLeft" fmla="*/ 0 w 136800"/>
                  <a:gd name="textAreaRight" fmla="*/ 137880 w 136800"/>
                  <a:gd name="textAreaTop" fmla="*/ 0 h 151560"/>
                  <a:gd name="textAreaBottom" fmla="*/ 152640 h 15156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0" name="Google Shape;66;p48"/>
              <p:cNvSpPr/>
              <p:nvPr/>
            </p:nvSpPr>
            <p:spPr>
              <a:xfrm>
                <a:off x="10253880" y="624600"/>
                <a:ext cx="132840" cy="125640"/>
              </a:xfrm>
              <a:custGeom>
                <a:avLst/>
                <a:gdLst>
                  <a:gd name="textAreaLeft" fmla="*/ 0 w 132840"/>
                  <a:gd name="textAreaRight" fmla="*/ 133920 w 132840"/>
                  <a:gd name="textAreaTop" fmla="*/ 0 h 125640"/>
                  <a:gd name="textAreaBottom" fmla="*/ 126720 h 12564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1" name="Google Shape;67;p48"/>
              <p:cNvSpPr/>
              <p:nvPr/>
            </p:nvSpPr>
            <p:spPr>
              <a:xfrm>
                <a:off x="10386000" y="626040"/>
                <a:ext cx="124200" cy="122040"/>
              </a:xfrm>
              <a:custGeom>
                <a:avLst/>
                <a:gdLst>
                  <a:gd name="textAreaLeft" fmla="*/ 0 w 124200"/>
                  <a:gd name="textAreaRight" fmla="*/ 125280 w 124200"/>
                  <a:gd name="textAreaTop" fmla="*/ 0 h 122040"/>
                  <a:gd name="textAreaBottom" fmla="*/ 123120 h 12204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2" name="Google Shape;68;p48"/>
              <p:cNvSpPr/>
              <p:nvPr/>
            </p:nvSpPr>
            <p:spPr>
              <a:xfrm>
                <a:off x="10510560" y="625320"/>
                <a:ext cx="125280" cy="124200"/>
              </a:xfrm>
              <a:custGeom>
                <a:avLst/>
                <a:gdLst>
                  <a:gd name="textAreaLeft" fmla="*/ 0 w 125280"/>
                  <a:gd name="textAreaRight" fmla="*/ 126360 w 125280"/>
                  <a:gd name="textAreaTop" fmla="*/ 0 h 124200"/>
                  <a:gd name="textAreaBottom" fmla="*/ 125280 h 12420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431;p62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Google Shape;432;p62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7" name="Google Shape;433;p62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8" name="Google Shape;434;p62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9" name="Google Shape;435;p62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0" name="Google Shape;436;p62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1" name="Google Shape;437;p62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2" name="Google Shape;438;p62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Google Shape;439;p62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Google Shape;440;p62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441;p62"/>
          <p:cNvSpPr/>
          <p:nvPr/>
        </p:nvSpPr>
        <p:spPr>
          <a:xfrm>
            <a:off x="1655640" y="-227880"/>
            <a:ext cx="2057760" cy="8445240"/>
          </a:xfrm>
          <a:custGeom>
            <a:avLst/>
            <a:gdLst>
              <a:gd name="textAreaLeft" fmla="*/ 0 w 2057760"/>
              <a:gd name="textAreaRight" fmla="*/ 2058840 w 2057760"/>
              <a:gd name="textAreaTop" fmla="*/ 0 h 8445240"/>
              <a:gd name="textAreaBottom" fmla="*/ 8446320 h 84452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442;p62"/>
          <p:cNvSpPr/>
          <p:nvPr/>
        </p:nvSpPr>
        <p:spPr>
          <a:xfrm>
            <a:off x="6176520" y="-1150200"/>
            <a:ext cx="1897920" cy="8692920"/>
          </a:xfrm>
          <a:custGeom>
            <a:avLst/>
            <a:gdLst>
              <a:gd name="textAreaLeft" fmla="*/ 0 w 1897920"/>
              <a:gd name="textAreaRight" fmla="*/ 1899000 w 1897920"/>
              <a:gd name="textAreaTop" fmla="*/ 0 h 8692920"/>
              <a:gd name="textAreaBottom" fmla="*/ 8694000 h 86929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Google Shape;443;p62"/>
          <p:cNvSpPr/>
          <p:nvPr/>
        </p:nvSpPr>
        <p:spPr>
          <a:xfrm rot="10800000">
            <a:off x="10427040" y="-226800"/>
            <a:ext cx="1934640" cy="7084800"/>
          </a:xfrm>
          <a:custGeom>
            <a:avLst/>
            <a:gdLst>
              <a:gd name="textAreaLeft" fmla="*/ 0 w 1934640"/>
              <a:gd name="textAreaRight" fmla="*/ 1935720 w 1934640"/>
              <a:gd name="textAreaTop" fmla="*/ 0 h 7084800"/>
              <a:gd name="textAreaBottom" fmla="*/ 7085880 h 70848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38" name="Google Shape;444;p62"/>
          <p:cNvGrpSpPr/>
          <p:nvPr/>
        </p:nvGrpSpPr>
        <p:grpSpPr>
          <a:xfrm>
            <a:off x="4374360" y="3701160"/>
            <a:ext cx="1625760" cy="1625760"/>
            <a:chOff x="4374360" y="3701160"/>
            <a:chExt cx="1625760" cy="1625760"/>
          </a:xfrm>
        </p:grpSpPr>
        <p:sp>
          <p:nvSpPr>
            <p:cNvPr id="2039" name="Google Shape;445;p62"/>
            <p:cNvSpPr/>
            <p:nvPr/>
          </p:nvSpPr>
          <p:spPr>
            <a:xfrm>
              <a:off x="5024880" y="37011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0" name="Google Shape;446;p62"/>
            <p:cNvSpPr/>
            <p:nvPr/>
          </p:nvSpPr>
          <p:spPr>
            <a:xfrm>
              <a:off x="4699800" y="37011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Google Shape;447;p62"/>
            <p:cNvSpPr/>
            <p:nvPr/>
          </p:nvSpPr>
          <p:spPr>
            <a:xfrm>
              <a:off x="4374360" y="40266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448;p62"/>
            <p:cNvSpPr/>
            <p:nvPr/>
          </p:nvSpPr>
          <p:spPr>
            <a:xfrm>
              <a:off x="4374360" y="43520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449;p62"/>
            <p:cNvSpPr/>
            <p:nvPr/>
          </p:nvSpPr>
          <p:spPr>
            <a:xfrm>
              <a:off x="4374360" y="46771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Google Shape;450;p62"/>
            <p:cNvSpPr/>
            <p:nvPr/>
          </p:nvSpPr>
          <p:spPr>
            <a:xfrm>
              <a:off x="4699800" y="500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5" name="Google Shape;451;p62"/>
            <p:cNvSpPr/>
            <p:nvPr/>
          </p:nvSpPr>
          <p:spPr>
            <a:xfrm>
              <a:off x="5024880" y="500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6" name="Google Shape;452;p62"/>
            <p:cNvSpPr/>
            <p:nvPr/>
          </p:nvSpPr>
          <p:spPr>
            <a:xfrm>
              <a:off x="5350320" y="50025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Google Shape;453;p62"/>
            <p:cNvSpPr/>
            <p:nvPr/>
          </p:nvSpPr>
          <p:spPr>
            <a:xfrm>
              <a:off x="5675760" y="467712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8" name="Google Shape;454;p62"/>
            <p:cNvSpPr/>
            <p:nvPr/>
          </p:nvSpPr>
          <p:spPr>
            <a:xfrm>
              <a:off x="5675760" y="435204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9" name="Google Shape;455;p62"/>
            <p:cNvSpPr/>
            <p:nvPr/>
          </p:nvSpPr>
          <p:spPr>
            <a:xfrm>
              <a:off x="5675760" y="402660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0" name="Google Shape;456;p62"/>
            <p:cNvSpPr/>
            <p:nvPr/>
          </p:nvSpPr>
          <p:spPr>
            <a:xfrm>
              <a:off x="5350320" y="3701160"/>
              <a:ext cx="324360" cy="324360"/>
            </a:xfrm>
            <a:custGeom>
              <a:avLst/>
              <a:gdLst>
                <a:gd name="textAreaLeft" fmla="*/ 0 w 324360"/>
                <a:gd name="textAreaRight" fmla="*/ 325440 w 324360"/>
                <a:gd name="textAreaTop" fmla="*/ 0 h 324360"/>
                <a:gd name="textAreaBottom" fmla="*/ 325440 h 3243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51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2" name="Google Shape;458;p62"/>
          <p:cNvSpPr/>
          <p:nvPr/>
        </p:nvSpPr>
        <p:spPr>
          <a:xfrm>
            <a:off x="9837720" y="3995280"/>
            <a:ext cx="2865960" cy="28616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3" name="Google Shape;459;p62" descr=""/>
          <p:cNvPicPr/>
          <p:nvPr/>
        </p:nvPicPr>
        <p:blipFill>
          <a:blip r:embed="rId3"/>
          <a:stretch/>
        </p:blipFill>
        <p:spPr>
          <a:xfrm flipH="1">
            <a:off x="5352480" y="1794960"/>
            <a:ext cx="5715720" cy="381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585;p66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586;p66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587;p66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588;p66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589;p66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590;p66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591;p66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592;p66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593;p66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594;p66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595;p66"/>
          <p:cNvSpPr/>
          <p:nvPr/>
        </p:nvSpPr>
        <p:spPr>
          <a:xfrm rot="10800000">
            <a:off x="-93240" y="8640"/>
            <a:ext cx="609120" cy="6924600"/>
          </a:xfrm>
          <a:custGeom>
            <a:avLst/>
            <a:gdLst>
              <a:gd name="textAreaLeft" fmla="*/ 0 w 609120"/>
              <a:gd name="textAreaRight" fmla="*/ 610200 w 609120"/>
              <a:gd name="textAreaTop" fmla="*/ 0 h 6924600"/>
              <a:gd name="textAreaBottom" fmla="*/ 6925680 h 692460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7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71280" cy="289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8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2080" cy="221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9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4360" cy="3283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70" name="Google Shape;599;p66"/>
          <p:cNvGrpSpPr/>
          <p:nvPr/>
        </p:nvGrpSpPr>
        <p:grpSpPr>
          <a:xfrm>
            <a:off x="875880" y="5823720"/>
            <a:ext cx="1074960" cy="764280"/>
            <a:chOff x="875880" y="5823720"/>
            <a:chExt cx="1074960" cy="764280"/>
          </a:xfrm>
        </p:grpSpPr>
        <p:grpSp>
          <p:nvGrpSpPr>
            <p:cNvPr id="2071" name="Google Shape;600;p66"/>
            <p:cNvGrpSpPr/>
            <p:nvPr/>
          </p:nvGrpSpPr>
          <p:grpSpPr>
            <a:xfrm>
              <a:off x="875880" y="6026040"/>
              <a:ext cx="895680" cy="218160"/>
              <a:chOff x="875880" y="6026040"/>
              <a:chExt cx="895680" cy="218160"/>
            </a:xfrm>
          </p:grpSpPr>
          <p:sp>
            <p:nvSpPr>
              <p:cNvPr id="2072" name="Google Shape;601;p66"/>
              <p:cNvSpPr/>
              <p:nvPr/>
            </p:nvSpPr>
            <p:spPr>
              <a:xfrm>
                <a:off x="875880" y="6026040"/>
                <a:ext cx="108360" cy="217440"/>
              </a:xfrm>
              <a:custGeom>
                <a:avLst/>
                <a:gdLst>
                  <a:gd name="textAreaLeft" fmla="*/ 0 w 108360"/>
                  <a:gd name="textAreaRight" fmla="*/ 109440 w 108360"/>
                  <a:gd name="textAreaTop" fmla="*/ 0 h 217440"/>
                  <a:gd name="textAreaBottom" fmla="*/ 218520 h 21744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3" name="Google Shape;602;p66"/>
              <p:cNvSpPr/>
              <p:nvPr/>
            </p:nvSpPr>
            <p:spPr>
              <a:xfrm>
                <a:off x="1008000" y="6066720"/>
                <a:ext cx="167400" cy="177480"/>
              </a:xfrm>
              <a:custGeom>
                <a:avLst/>
                <a:gdLst>
                  <a:gd name="textAreaLeft" fmla="*/ 0 w 167400"/>
                  <a:gd name="textAreaRight" fmla="*/ 168480 w 167400"/>
                  <a:gd name="textAreaTop" fmla="*/ 0 h 177480"/>
                  <a:gd name="textAreaBottom" fmla="*/ 178560 h 17748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4" name="Google Shape;603;p66"/>
              <p:cNvSpPr/>
              <p:nvPr/>
            </p:nvSpPr>
            <p:spPr>
              <a:xfrm>
                <a:off x="1204560" y="6066720"/>
                <a:ext cx="158400" cy="177480"/>
              </a:xfrm>
              <a:custGeom>
                <a:avLst/>
                <a:gdLst>
                  <a:gd name="textAreaLeft" fmla="*/ 0 w 158400"/>
                  <a:gd name="textAreaRight" fmla="*/ 159480 w 158400"/>
                  <a:gd name="textAreaTop" fmla="*/ 0 h 177480"/>
                  <a:gd name="textAreaBottom" fmla="*/ 178560 h 17748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5" name="Google Shape;604;p66"/>
              <p:cNvSpPr/>
              <p:nvPr/>
            </p:nvSpPr>
            <p:spPr>
              <a:xfrm>
                <a:off x="1395720" y="6066720"/>
                <a:ext cx="156240" cy="17388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73880"/>
                  <a:gd name="textAreaBottom" fmla="*/ 174960 h 17388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6" name="Google Shape;605;p66"/>
              <p:cNvSpPr/>
              <p:nvPr/>
            </p:nvSpPr>
            <p:spPr>
              <a:xfrm>
                <a:off x="1586880" y="6066720"/>
                <a:ext cx="184680" cy="177480"/>
              </a:xfrm>
              <a:custGeom>
                <a:avLst/>
                <a:gdLst>
                  <a:gd name="textAreaLeft" fmla="*/ 0 w 184680"/>
                  <a:gd name="textAreaRight" fmla="*/ 185760 w 184680"/>
                  <a:gd name="textAreaTop" fmla="*/ 0 h 177480"/>
                  <a:gd name="textAreaBottom" fmla="*/ 178560 h 1774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77" name="Google Shape;606;p66"/>
            <p:cNvGrpSpPr/>
            <p:nvPr/>
          </p:nvGrpSpPr>
          <p:grpSpPr>
            <a:xfrm>
              <a:off x="1184760" y="6303600"/>
              <a:ext cx="766080" cy="284400"/>
              <a:chOff x="1184760" y="6303600"/>
              <a:chExt cx="766080" cy="284400"/>
            </a:xfrm>
          </p:grpSpPr>
          <p:sp>
            <p:nvSpPr>
              <p:cNvPr id="2078" name="Google Shape;607;p66"/>
              <p:cNvSpPr/>
              <p:nvPr/>
            </p:nvSpPr>
            <p:spPr>
              <a:xfrm>
                <a:off x="1184760" y="6303600"/>
                <a:ext cx="47520" cy="232560"/>
              </a:xfrm>
              <a:custGeom>
                <a:avLst/>
                <a:gdLst>
                  <a:gd name="textAreaLeft" fmla="*/ 0 w 47520"/>
                  <a:gd name="textAreaRight" fmla="*/ 48600 w 47520"/>
                  <a:gd name="textAreaTop" fmla="*/ 0 h 232560"/>
                  <a:gd name="textAreaBottom" fmla="*/ 233640 h 23256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9" name="Google Shape;608;p66"/>
              <p:cNvSpPr/>
              <p:nvPr/>
            </p:nvSpPr>
            <p:spPr>
              <a:xfrm>
                <a:off x="1270800" y="6362280"/>
                <a:ext cx="184680" cy="177480"/>
              </a:xfrm>
              <a:custGeom>
                <a:avLst/>
                <a:gdLst>
                  <a:gd name="textAreaLeft" fmla="*/ 0 w 184680"/>
                  <a:gd name="textAreaRight" fmla="*/ 185760 w 184680"/>
                  <a:gd name="textAreaTop" fmla="*/ 0 h 177480"/>
                  <a:gd name="textAreaBottom" fmla="*/ 178560 h 1774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0" name="Google Shape;609;p66"/>
              <p:cNvSpPr/>
              <p:nvPr/>
            </p:nvSpPr>
            <p:spPr>
              <a:xfrm>
                <a:off x="1484280" y="6362280"/>
                <a:ext cx="179280" cy="225720"/>
              </a:xfrm>
              <a:custGeom>
                <a:avLst/>
                <a:gdLst>
                  <a:gd name="textAreaLeft" fmla="*/ 0 w 179280"/>
                  <a:gd name="textAreaRight" fmla="*/ 180360 w 179280"/>
                  <a:gd name="textAreaTop" fmla="*/ 0 h 225720"/>
                  <a:gd name="textAreaBottom" fmla="*/ 226800 h 22572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1" name="Google Shape;610;p66"/>
              <p:cNvSpPr/>
              <p:nvPr/>
            </p:nvSpPr>
            <p:spPr>
              <a:xfrm>
                <a:off x="1708920" y="6303600"/>
                <a:ext cx="50040" cy="232560"/>
              </a:xfrm>
              <a:custGeom>
                <a:avLst/>
                <a:gdLst>
                  <a:gd name="textAreaLeft" fmla="*/ 0 w 50040"/>
                  <a:gd name="textAreaRight" fmla="*/ 51120 w 50040"/>
                  <a:gd name="textAreaTop" fmla="*/ 0 h 232560"/>
                  <a:gd name="textAreaBottom" fmla="*/ 233640 h 23256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2" name="Google Shape;611;p66"/>
              <p:cNvSpPr/>
              <p:nvPr/>
            </p:nvSpPr>
            <p:spPr>
              <a:xfrm>
                <a:off x="1794240" y="6363720"/>
                <a:ext cx="156600" cy="175680"/>
              </a:xfrm>
              <a:custGeom>
                <a:avLst/>
                <a:gdLst>
                  <a:gd name="textAreaLeft" fmla="*/ 0 w 156600"/>
                  <a:gd name="textAreaRight" fmla="*/ 157680 w 156600"/>
                  <a:gd name="textAreaTop" fmla="*/ 0 h 175680"/>
                  <a:gd name="textAreaBottom" fmla="*/ 176760 h 17568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3" name="Google Shape;612;p66"/>
            <p:cNvGrpSpPr/>
            <p:nvPr/>
          </p:nvGrpSpPr>
          <p:grpSpPr>
            <a:xfrm>
              <a:off x="939600" y="5823720"/>
              <a:ext cx="445320" cy="110520"/>
              <a:chOff x="939600" y="5823720"/>
              <a:chExt cx="445320" cy="110520"/>
            </a:xfrm>
          </p:grpSpPr>
          <p:sp>
            <p:nvSpPr>
              <p:cNvPr id="2084" name="Google Shape;613;p66"/>
              <p:cNvSpPr/>
              <p:nvPr/>
            </p:nvSpPr>
            <p:spPr>
              <a:xfrm>
                <a:off x="1316160" y="5828040"/>
                <a:ext cx="68760" cy="105840"/>
              </a:xfrm>
              <a:custGeom>
                <a:avLst/>
                <a:gdLst>
                  <a:gd name="textAreaLeft" fmla="*/ 0 w 68760"/>
                  <a:gd name="textAreaRight" fmla="*/ 69840 w 68760"/>
                  <a:gd name="textAreaTop" fmla="*/ 0 h 105840"/>
                  <a:gd name="textAreaBottom" fmla="*/ 106920 h 10584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Google Shape;614;p66"/>
              <p:cNvSpPr/>
              <p:nvPr/>
            </p:nvSpPr>
            <p:spPr>
              <a:xfrm>
                <a:off x="939600" y="5823720"/>
                <a:ext cx="100080" cy="110520"/>
              </a:xfrm>
              <a:custGeom>
                <a:avLst/>
                <a:gdLst>
                  <a:gd name="textAreaLeft" fmla="*/ 0 w 100080"/>
                  <a:gd name="textAreaRight" fmla="*/ 101160 w 100080"/>
                  <a:gd name="textAreaTop" fmla="*/ 0 h 110520"/>
                  <a:gd name="textAreaBottom" fmla="*/ 111600 h 11052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6" name="Google Shape;615;p66"/>
              <p:cNvSpPr/>
              <p:nvPr/>
            </p:nvSpPr>
            <p:spPr>
              <a:xfrm>
                <a:off x="1037160" y="5839200"/>
                <a:ext cx="97200" cy="91800"/>
              </a:xfrm>
              <a:custGeom>
                <a:avLst/>
                <a:gdLst>
                  <a:gd name="textAreaLeft" fmla="*/ 0 w 97200"/>
                  <a:gd name="textAreaRight" fmla="*/ 98280 w 97200"/>
                  <a:gd name="textAreaTop" fmla="*/ 0 h 91800"/>
                  <a:gd name="textAreaBottom" fmla="*/ 92880 h 9180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7" name="Google Shape;616;p66"/>
              <p:cNvSpPr/>
              <p:nvPr/>
            </p:nvSpPr>
            <p:spPr>
              <a:xfrm>
                <a:off x="1134000" y="5840280"/>
                <a:ext cx="90720" cy="88920"/>
              </a:xfrm>
              <a:custGeom>
                <a:avLst/>
                <a:gdLst>
                  <a:gd name="textAreaLeft" fmla="*/ 0 w 90720"/>
                  <a:gd name="textAreaRight" fmla="*/ 91800 w 90720"/>
                  <a:gd name="textAreaTop" fmla="*/ 0 h 88920"/>
                  <a:gd name="textAreaBottom" fmla="*/ 90000 h 8892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617;p66"/>
              <p:cNvSpPr/>
              <p:nvPr/>
            </p:nvSpPr>
            <p:spPr>
              <a:xfrm>
                <a:off x="1225080" y="5839560"/>
                <a:ext cx="91440" cy="90720"/>
              </a:xfrm>
              <a:custGeom>
                <a:avLst/>
                <a:gdLst>
                  <a:gd name="textAreaLeft" fmla="*/ 0 w 91440"/>
                  <a:gd name="textAreaRight" fmla="*/ 92520 w 91440"/>
                  <a:gd name="textAreaTop" fmla="*/ 0 h 90720"/>
                  <a:gd name="textAreaBottom" fmla="*/ 91800 h 9072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1" name="Google Shape;619;p67"/>
          <p:cNvGrpSpPr/>
          <p:nvPr/>
        </p:nvGrpSpPr>
        <p:grpSpPr>
          <a:xfrm>
            <a:off x="6381360" y="1503720"/>
            <a:ext cx="4289040" cy="3574080"/>
            <a:chOff x="6381360" y="1503720"/>
            <a:chExt cx="4289040" cy="3574080"/>
          </a:xfrm>
        </p:grpSpPr>
        <p:sp>
          <p:nvSpPr>
            <p:cNvPr id="2092" name="Google Shape;620;p67"/>
            <p:cNvSpPr/>
            <p:nvPr/>
          </p:nvSpPr>
          <p:spPr>
            <a:xfrm>
              <a:off x="6738840" y="4721400"/>
              <a:ext cx="3573720" cy="356400"/>
            </a:xfrm>
            <a:custGeom>
              <a:avLst/>
              <a:gdLst>
                <a:gd name="textAreaLeft" fmla="*/ 0 w 3573720"/>
                <a:gd name="textAreaRight" fmla="*/ 3574800 w 357372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3" name="Google Shape;621;p67"/>
            <p:cNvSpPr/>
            <p:nvPr/>
          </p:nvSpPr>
          <p:spPr>
            <a:xfrm>
              <a:off x="10314000" y="2933640"/>
              <a:ext cx="356400" cy="178632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1786320"/>
                <a:gd name="textAreaBottom" fmla="*/ 1787400 h 17863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4" name="Google Shape;622;p67"/>
            <p:cNvSpPr/>
            <p:nvPr/>
          </p:nvSpPr>
          <p:spPr>
            <a:xfrm>
              <a:off x="8168760" y="3291120"/>
              <a:ext cx="892800" cy="1071360"/>
            </a:xfrm>
            <a:custGeom>
              <a:avLst/>
              <a:gdLst>
                <a:gd name="textAreaLeft" fmla="*/ 0 w 892800"/>
                <a:gd name="textAreaRight" fmla="*/ 893880 w 892800"/>
                <a:gd name="textAreaTop" fmla="*/ 0 h 1071360"/>
                <a:gd name="textAreaBottom" fmla="*/ 1072440 h 107136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5" name="Google Shape;623;p67"/>
            <p:cNvSpPr/>
            <p:nvPr/>
          </p:nvSpPr>
          <p:spPr>
            <a:xfrm>
              <a:off x="8883720" y="186120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6" name="Google Shape;624;p67"/>
            <p:cNvSpPr/>
            <p:nvPr/>
          </p:nvSpPr>
          <p:spPr>
            <a:xfrm>
              <a:off x="9241200" y="150372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7" name="Google Shape;625;p67"/>
            <p:cNvSpPr/>
            <p:nvPr/>
          </p:nvSpPr>
          <p:spPr>
            <a:xfrm>
              <a:off x="6381360" y="2933640"/>
              <a:ext cx="356400" cy="178632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1786320"/>
                <a:gd name="textAreaBottom" fmla="*/ 1787400 h 17863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8" name="Google Shape;626;p67"/>
            <p:cNvSpPr/>
            <p:nvPr/>
          </p:nvSpPr>
          <p:spPr>
            <a:xfrm>
              <a:off x="6738840" y="2218680"/>
              <a:ext cx="3573720" cy="713880"/>
            </a:xfrm>
            <a:custGeom>
              <a:avLst/>
              <a:gdLst>
                <a:gd name="textAreaLeft" fmla="*/ 0 w 3573720"/>
                <a:gd name="textAreaRight" fmla="*/ 3574800 w 3573720"/>
                <a:gd name="textAreaTop" fmla="*/ 0 h 713880"/>
                <a:gd name="textAreaBottom" fmla="*/ 714960 h 71388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9" name="Google Shape;627;p67"/>
            <p:cNvSpPr/>
            <p:nvPr/>
          </p:nvSpPr>
          <p:spPr>
            <a:xfrm>
              <a:off x="7811280" y="186120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0" name="Google Shape;628;p67"/>
            <p:cNvSpPr/>
            <p:nvPr/>
          </p:nvSpPr>
          <p:spPr>
            <a:xfrm>
              <a:off x="7453800" y="150372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01" name="Google Shape;629;p67"/>
          <p:cNvSpPr/>
          <p:nvPr/>
        </p:nvSpPr>
        <p:spPr>
          <a:xfrm>
            <a:off x="824400" y="5846760"/>
            <a:ext cx="1287360" cy="788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2" name="Google Shape;630;p67"/>
          <p:cNvSpPr/>
          <p:nvPr/>
        </p:nvSpPr>
        <p:spPr>
          <a:xfrm>
            <a:off x="12072960" y="-628560"/>
            <a:ext cx="356400" cy="7809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Google Shape;631;p67"/>
          <p:cNvSpPr/>
          <p:nvPr/>
        </p:nvSpPr>
        <p:spPr>
          <a:xfrm>
            <a:off x="-91080" y="-476280"/>
            <a:ext cx="780120" cy="7809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4" name="Google Shape;632;p67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633;p67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6" name="Google Shape;634;p67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7" name="Google Shape;635;p67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8" name="Google Shape;636;p67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Google Shape;637;p67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0" name="Google Shape;638;p67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1" name="Google Shape;639;p67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2" name="Google Shape;640;p67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3" name="Google Shape;641;p67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14" name="Google Shape;642;p67"/>
          <p:cNvGrpSpPr/>
          <p:nvPr/>
        </p:nvGrpSpPr>
        <p:grpSpPr>
          <a:xfrm>
            <a:off x="991080" y="5682960"/>
            <a:ext cx="1152360" cy="819360"/>
            <a:chOff x="991080" y="5682960"/>
            <a:chExt cx="1152360" cy="819360"/>
          </a:xfrm>
        </p:grpSpPr>
        <p:grpSp>
          <p:nvGrpSpPr>
            <p:cNvPr id="2115" name="Google Shape;643;p67"/>
            <p:cNvGrpSpPr/>
            <p:nvPr/>
          </p:nvGrpSpPr>
          <p:grpSpPr>
            <a:xfrm>
              <a:off x="991080" y="5900040"/>
              <a:ext cx="959760" cy="234000"/>
              <a:chOff x="991080" y="5900040"/>
              <a:chExt cx="959760" cy="234000"/>
            </a:xfrm>
          </p:grpSpPr>
          <p:sp>
            <p:nvSpPr>
              <p:cNvPr id="2116" name="Google Shape;644;p67"/>
              <p:cNvSpPr/>
              <p:nvPr/>
            </p:nvSpPr>
            <p:spPr>
              <a:xfrm>
                <a:off x="991080" y="5900040"/>
                <a:ext cx="116280" cy="232920"/>
              </a:xfrm>
              <a:custGeom>
                <a:avLst/>
                <a:gdLst>
                  <a:gd name="textAreaLeft" fmla="*/ 0 w 116280"/>
                  <a:gd name="textAreaRight" fmla="*/ 117360 w 116280"/>
                  <a:gd name="textAreaTop" fmla="*/ 0 h 232920"/>
                  <a:gd name="textAreaBottom" fmla="*/ 234000 h 2329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7" name="Google Shape;645;p67"/>
              <p:cNvSpPr/>
              <p:nvPr/>
            </p:nvSpPr>
            <p:spPr>
              <a:xfrm>
                <a:off x="1132560" y="5943600"/>
                <a:ext cx="179640" cy="190440"/>
              </a:xfrm>
              <a:custGeom>
                <a:avLst/>
                <a:gdLst>
                  <a:gd name="textAreaLeft" fmla="*/ 0 w 179640"/>
                  <a:gd name="textAreaRight" fmla="*/ 180720 w 17964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8" name="Google Shape;646;p67"/>
              <p:cNvSpPr/>
              <p:nvPr/>
            </p:nvSpPr>
            <p:spPr>
              <a:xfrm>
                <a:off x="1343160" y="5943600"/>
                <a:ext cx="169920" cy="190440"/>
              </a:xfrm>
              <a:custGeom>
                <a:avLst/>
                <a:gdLst>
                  <a:gd name="textAreaLeft" fmla="*/ 0 w 169920"/>
                  <a:gd name="textAreaRight" fmla="*/ 171000 w 16992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9" name="Google Shape;647;p67"/>
              <p:cNvSpPr/>
              <p:nvPr/>
            </p:nvSpPr>
            <p:spPr>
              <a:xfrm>
                <a:off x="1548000" y="5943600"/>
                <a:ext cx="167400" cy="186120"/>
              </a:xfrm>
              <a:custGeom>
                <a:avLst/>
                <a:gdLst>
                  <a:gd name="textAreaLeft" fmla="*/ 0 w 167400"/>
                  <a:gd name="textAreaRight" fmla="*/ 168480 w 167400"/>
                  <a:gd name="textAreaTop" fmla="*/ 0 h 186120"/>
                  <a:gd name="textAreaBottom" fmla="*/ 187200 h 1861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0" name="Google Shape;648;p67"/>
              <p:cNvSpPr/>
              <p:nvPr/>
            </p:nvSpPr>
            <p:spPr>
              <a:xfrm>
                <a:off x="1752840" y="5943600"/>
                <a:ext cx="198000" cy="190440"/>
              </a:xfrm>
              <a:custGeom>
                <a:avLst/>
                <a:gdLst>
                  <a:gd name="textAreaLeft" fmla="*/ 0 w 198000"/>
                  <a:gd name="textAreaRight" fmla="*/ 199080 w 19800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21" name="Google Shape;649;p67"/>
            <p:cNvGrpSpPr/>
            <p:nvPr/>
          </p:nvGrpSpPr>
          <p:grpSpPr>
            <a:xfrm>
              <a:off x="1321920" y="6197400"/>
              <a:ext cx="821520" cy="304920"/>
              <a:chOff x="1321920" y="6197400"/>
              <a:chExt cx="821520" cy="304920"/>
            </a:xfrm>
          </p:grpSpPr>
          <p:sp>
            <p:nvSpPr>
              <p:cNvPr id="2122" name="Google Shape;650;p67"/>
              <p:cNvSpPr/>
              <p:nvPr/>
            </p:nvSpPr>
            <p:spPr>
              <a:xfrm>
                <a:off x="1321920" y="6197400"/>
                <a:ext cx="51120" cy="249480"/>
              </a:xfrm>
              <a:custGeom>
                <a:avLst/>
                <a:gdLst>
                  <a:gd name="textAreaLeft" fmla="*/ 0 w 51120"/>
                  <a:gd name="textAreaRight" fmla="*/ 52200 w 51120"/>
                  <a:gd name="textAreaTop" fmla="*/ 0 h 249480"/>
                  <a:gd name="textAreaBottom" fmla="*/ 250560 h 2494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3" name="Google Shape;651;p67"/>
              <p:cNvSpPr/>
              <p:nvPr/>
            </p:nvSpPr>
            <p:spPr>
              <a:xfrm>
                <a:off x="1414440" y="6260760"/>
                <a:ext cx="198000" cy="190440"/>
              </a:xfrm>
              <a:custGeom>
                <a:avLst/>
                <a:gdLst>
                  <a:gd name="textAreaLeft" fmla="*/ 0 w 198000"/>
                  <a:gd name="textAreaRight" fmla="*/ 199080 w 19800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4" name="Google Shape;652;p67"/>
              <p:cNvSpPr/>
              <p:nvPr/>
            </p:nvSpPr>
            <p:spPr>
              <a:xfrm>
                <a:off x="1642680" y="6260400"/>
                <a:ext cx="192240" cy="241920"/>
              </a:xfrm>
              <a:custGeom>
                <a:avLst/>
                <a:gdLst>
                  <a:gd name="textAreaLeft" fmla="*/ 0 w 192240"/>
                  <a:gd name="textAreaRight" fmla="*/ 193320 w 192240"/>
                  <a:gd name="textAreaTop" fmla="*/ 0 h 241920"/>
                  <a:gd name="textAreaBottom" fmla="*/ 243000 h 2419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5" name="Google Shape;653;p67"/>
              <p:cNvSpPr/>
              <p:nvPr/>
            </p:nvSpPr>
            <p:spPr>
              <a:xfrm>
                <a:off x="1883880" y="6197400"/>
                <a:ext cx="54000" cy="249480"/>
              </a:xfrm>
              <a:custGeom>
                <a:avLst/>
                <a:gdLst>
                  <a:gd name="textAreaLeft" fmla="*/ 0 w 54000"/>
                  <a:gd name="textAreaRight" fmla="*/ 55080 w 54000"/>
                  <a:gd name="textAreaTop" fmla="*/ 0 h 249480"/>
                  <a:gd name="textAreaBottom" fmla="*/ 250560 h 2494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6" name="Google Shape;654;p67"/>
              <p:cNvSpPr/>
              <p:nvPr/>
            </p:nvSpPr>
            <p:spPr>
              <a:xfrm>
                <a:off x="1975320" y="6261840"/>
                <a:ext cx="168120" cy="188280"/>
              </a:xfrm>
              <a:custGeom>
                <a:avLst/>
                <a:gdLst>
                  <a:gd name="textAreaLeft" fmla="*/ 0 w 168120"/>
                  <a:gd name="textAreaRight" fmla="*/ 169200 w 168120"/>
                  <a:gd name="textAreaTop" fmla="*/ 0 h 188280"/>
                  <a:gd name="textAreaBottom" fmla="*/ 189360 h 1882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27" name="Google Shape;655;p67"/>
            <p:cNvGrpSpPr/>
            <p:nvPr/>
          </p:nvGrpSpPr>
          <p:grpSpPr>
            <a:xfrm>
              <a:off x="1059120" y="5682960"/>
              <a:ext cx="477720" cy="118800"/>
              <a:chOff x="1059120" y="5682960"/>
              <a:chExt cx="477720" cy="118800"/>
            </a:xfrm>
          </p:grpSpPr>
          <p:sp>
            <p:nvSpPr>
              <p:cNvPr id="2128" name="Google Shape;656;p67"/>
              <p:cNvSpPr/>
              <p:nvPr/>
            </p:nvSpPr>
            <p:spPr>
              <a:xfrm>
                <a:off x="1463040" y="5688000"/>
                <a:ext cx="73800" cy="113400"/>
              </a:xfrm>
              <a:custGeom>
                <a:avLst/>
                <a:gdLst>
                  <a:gd name="textAreaLeft" fmla="*/ 0 w 73800"/>
                  <a:gd name="textAreaRight" fmla="*/ 74880 w 73800"/>
                  <a:gd name="textAreaTop" fmla="*/ 0 h 113400"/>
                  <a:gd name="textAreaBottom" fmla="*/ 114480 h 1134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9" name="Google Shape;657;p67"/>
              <p:cNvSpPr/>
              <p:nvPr/>
            </p:nvSpPr>
            <p:spPr>
              <a:xfrm>
                <a:off x="1059120" y="5682960"/>
                <a:ext cx="107280" cy="118800"/>
              </a:xfrm>
              <a:custGeom>
                <a:avLst/>
                <a:gdLst>
                  <a:gd name="textAreaLeft" fmla="*/ 0 w 107280"/>
                  <a:gd name="textAreaRight" fmla="*/ 108360 w 107280"/>
                  <a:gd name="textAreaTop" fmla="*/ 0 h 118800"/>
                  <a:gd name="textAreaBottom" fmla="*/ 119880 h 1188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0" name="Google Shape;658;p67"/>
              <p:cNvSpPr/>
              <p:nvPr/>
            </p:nvSpPr>
            <p:spPr>
              <a:xfrm>
                <a:off x="1163520" y="5699520"/>
                <a:ext cx="104040" cy="98280"/>
              </a:xfrm>
              <a:custGeom>
                <a:avLst/>
                <a:gdLst>
                  <a:gd name="textAreaLeft" fmla="*/ 0 w 104040"/>
                  <a:gd name="textAreaRight" fmla="*/ 105120 w 104040"/>
                  <a:gd name="textAreaTop" fmla="*/ 0 h 98280"/>
                  <a:gd name="textAreaBottom" fmla="*/ 99360 h 982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1" name="Google Shape;659;p67"/>
              <p:cNvSpPr/>
              <p:nvPr/>
            </p:nvSpPr>
            <p:spPr>
              <a:xfrm>
                <a:off x="1267560" y="5700600"/>
                <a:ext cx="97560" cy="95400"/>
              </a:xfrm>
              <a:custGeom>
                <a:avLst/>
                <a:gdLst>
                  <a:gd name="textAreaLeft" fmla="*/ 0 w 97560"/>
                  <a:gd name="textAreaRight" fmla="*/ 98640 w 97560"/>
                  <a:gd name="textAreaTop" fmla="*/ 0 h 95400"/>
                  <a:gd name="textAreaBottom" fmla="*/ 96480 h 954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2" name="Google Shape;660;p67"/>
              <p:cNvSpPr/>
              <p:nvPr/>
            </p:nvSpPr>
            <p:spPr>
              <a:xfrm>
                <a:off x="1365120" y="5700240"/>
                <a:ext cx="98280" cy="97200"/>
              </a:xfrm>
              <a:custGeom>
                <a:avLst/>
                <a:gdLst>
                  <a:gd name="textAreaLeft" fmla="*/ 0 w 98280"/>
                  <a:gd name="textAreaRight" fmla="*/ 99360 w 98280"/>
                  <a:gd name="textAreaTop" fmla="*/ 0 h 97200"/>
                  <a:gd name="textAreaBottom" fmla="*/ 98280 h 972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33" name="Google Shape;661;p67"/>
          <p:cNvGrpSpPr/>
          <p:nvPr/>
        </p:nvGrpSpPr>
        <p:grpSpPr>
          <a:xfrm>
            <a:off x="8526240" y="1503720"/>
            <a:ext cx="2144160" cy="3574080"/>
            <a:chOff x="8526240" y="1503720"/>
            <a:chExt cx="2144160" cy="3574080"/>
          </a:xfrm>
        </p:grpSpPr>
        <p:sp>
          <p:nvSpPr>
            <p:cNvPr id="2134" name="Google Shape;662;p67"/>
            <p:cNvSpPr/>
            <p:nvPr/>
          </p:nvSpPr>
          <p:spPr>
            <a:xfrm>
              <a:off x="8526240" y="4721400"/>
              <a:ext cx="1786320" cy="356400"/>
            </a:xfrm>
            <a:custGeom>
              <a:avLst/>
              <a:gdLst>
                <a:gd name="textAreaLeft" fmla="*/ 0 w 1786320"/>
                <a:gd name="textAreaRight" fmla="*/ 1787400 w 178632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5" name="Google Shape;663;p67"/>
            <p:cNvSpPr/>
            <p:nvPr/>
          </p:nvSpPr>
          <p:spPr>
            <a:xfrm>
              <a:off x="10314000" y="2933640"/>
              <a:ext cx="356400" cy="178632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1786320"/>
                <a:gd name="textAreaBottom" fmla="*/ 1787400 h 17863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6" name="Google Shape;664;p67"/>
            <p:cNvSpPr/>
            <p:nvPr/>
          </p:nvSpPr>
          <p:spPr>
            <a:xfrm>
              <a:off x="8526240" y="2218680"/>
              <a:ext cx="1786320" cy="713880"/>
            </a:xfrm>
            <a:custGeom>
              <a:avLst/>
              <a:gdLst>
                <a:gd name="textAreaLeft" fmla="*/ 0 w 1786320"/>
                <a:gd name="textAreaRight" fmla="*/ 1787400 w 1786320"/>
                <a:gd name="textAreaTop" fmla="*/ 0 h 713880"/>
                <a:gd name="textAreaBottom" fmla="*/ 714960 h 71388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7" name="Google Shape;665;p67"/>
            <p:cNvSpPr/>
            <p:nvPr/>
          </p:nvSpPr>
          <p:spPr>
            <a:xfrm>
              <a:off x="8526240" y="3470040"/>
              <a:ext cx="535320" cy="713880"/>
            </a:xfrm>
            <a:custGeom>
              <a:avLst/>
              <a:gdLst>
                <a:gd name="textAreaLeft" fmla="*/ 0 w 535320"/>
                <a:gd name="textAreaRight" fmla="*/ 536400 w 535320"/>
                <a:gd name="textAreaTop" fmla="*/ 0 h 713880"/>
                <a:gd name="textAreaBottom" fmla="*/ 714960 h 71388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8" name="Google Shape;666;p67"/>
            <p:cNvSpPr/>
            <p:nvPr/>
          </p:nvSpPr>
          <p:spPr>
            <a:xfrm>
              <a:off x="8883720" y="186120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9" name="Google Shape;667;p67"/>
            <p:cNvSpPr/>
            <p:nvPr/>
          </p:nvSpPr>
          <p:spPr>
            <a:xfrm>
              <a:off x="9241200" y="1503720"/>
              <a:ext cx="356400" cy="356400"/>
            </a:xfrm>
            <a:custGeom>
              <a:avLst/>
              <a:gdLst>
                <a:gd name="textAreaLeft" fmla="*/ 0 w 356400"/>
                <a:gd name="textAreaRight" fmla="*/ 357480 w 356400"/>
                <a:gd name="textAreaTop" fmla="*/ 0 h 356400"/>
                <a:gd name="textAreaBottom" fmla="*/ 357480 h 3564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669;p68"/>
          <p:cNvSpPr/>
          <p:nvPr/>
        </p:nvSpPr>
        <p:spPr>
          <a:xfrm>
            <a:off x="9374760" y="0"/>
            <a:ext cx="3026880" cy="6856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3" name="Google Shape;670;p68"/>
          <p:cNvSpPr/>
          <p:nvPr/>
        </p:nvSpPr>
        <p:spPr>
          <a:xfrm>
            <a:off x="9374760" y="3882960"/>
            <a:ext cx="3026880" cy="2973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4" name="Google Shape;671;p68"/>
          <p:cNvSpPr/>
          <p:nvPr/>
        </p:nvSpPr>
        <p:spPr>
          <a:xfrm>
            <a:off x="-41400" y="0"/>
            <a:ext cx="3026880" cy="6856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5" name="Google Shape;672;p68"/>
          <p:cNvSpPr/>
          <p:nvPr/>
        </p:nvSpPr>
        <p:spPr>
          <a:xfrm>
            <a:off x="-41400" y="0"/>
            <a:ext cx="3026880" cy="2973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Google Shape;673;p68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7" name="Google Shape;674;p68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8" name="Google Shape;675;p68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9" name="Google Shape;676;p68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0" name="Google Shape;677;p68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1" name="Google Shape;678;p68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2" name="Google Shape;679;p68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3" name="Google Shape;680;p68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4" name="Google Shape;681;p68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5" name="Google Shape;682;p68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6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7" name="Google Shape;684;p68"/>
          <p:cNvSpPr/>
          <p:nvPr/>
        </p:nvSpPr>
        <p:spPr>
          <a:xfrm>
            <a:off x="2666880" y="0"/>
            <a:ext cx="6856920" cy="6856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58" name="Google Shape;685;p68"/>
          <p:cNvGrpSpPr/>
          <p:nvPr/>
        </p:nvGrpSpPr>
        <p:grpSpPr>
          <a:xfrm>
            <a:off x="10058040" y="1268640"/>
            <a:ext cx="1804320" cy="1804320"/>
            <a:chOff x="10058040" y="1268640"/>
            <a:chExt cx="1804320" cy="1804320"/>
          </a:xfrm>
        </p:grpSpPr>
        <p:sp>
          <p:nvSpPr>
            <p:cNvPr id="2159" name="Google Shape;686;p68"/>
            <p:cNvSpPr/>
            <p:nvPr/>
          </p:nvSpPr>
          <p:spPr>
            <a:xfrm>
              <a:off x="11261520" y="12686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0" name="Google Shape;687;p68"/>
            <p:cNvSpPr/>
            <p:nvPr/>
          </p:nvSpPr>
          <p:spPr>
            <a:xfrm>
              <a:off x="11061000" y="12686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Google Shape;688;p68"/>
            <p:cNvSpPr/>
            <p:nvPr/>
          </p:nvSpPr>
          <p:spPr>
            <a:xfrm>
              <a:off x="10860480" y="12686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Google Shape;689;p68"/>
            <p:cNvSpPr/>
            <p:nvPr/>
          </p:nvSpPr>
          <p:spPr>
            <a:xfrm>
              <a:off x="10659960" y="12686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Google Shape;690;p68"/>
            <p:cNvSpPr/>
            <p:nvPr/>
          </p:nvSpPr>
          <p:spPr>
            <a:xfrm>
              <a:off x="10459440" y="12686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691;p68"/>
            <p:cNvSpPr/>
            <p:nvPr/>
          </p:nvSpPr>
          <p:spPr>
            <a:xfrm>
              <a:off x="10258560" y="1469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5" name="Google Shape;692;p68"/>
            <p:cNvSpPr/>
            <p:nvPr/>
          </p:nvSpPr>
          <p:spPr>
            <a:xfrm>
              <a:off x="10058040" y="16700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Google Shape;693;p68"/>
            <p:cNvSpPr/>
            <p:nvPr/>
          </p:nvSpPr>
          <p:spPr>
            <a:xfrm>
              <a:off x="10058040" y="187056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Google Shape;694;p68"/>
            <p:cNvSpPr/>
            <p:nvPr/>
          </p:nvSpPr>
          <p:spPr>
            <a:xfrm>
              <a:off x="10058040" y="207108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Google Shape;695;p68"/>
            <p:cNvSpPr/>
            <p:nvPr/>
          </p:nvSpPr>
          <p:spPr>
            <a:xfrm>
              <a:off x="10058040" y="227160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Google Shape;696;p68"/>
            <p:cNvSpPr/>
            <p:nvPr/>
          </p:nvSpPr>
          <p:spPr>
            <a:xfrm>
              <a:off x="10058040" y="24721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697;p68"/>
            <p:cNvSpPr/>
            <p:nvPr/>
          </p:nvSpPr>
          <p:spPr>
            <a:xfrm>
              <a:off x="10258560" y="267300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698;p68"/>
            <p:cNvSpPr/>
            <p:nvPr/>
          </p:nvSpPr>
          <p:spPr>
            <a:xfrm>
              <a:off x="10459440" y="2873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Google Shape;699;p68"/>
            <p:cNvSpPr/>
            <p:nvPr/>
          </p:nvSpPr>
          <p:spPr>
            <a:xfrm>
              <a:off x="10659960" y="2873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700;p68"/>
            <p:cNvSpPr/>
            <p:nvPr/>
          </p:nvSpPr>
          <p:spPr>
            <a:xfrm>
              <a:off x="10860480" y="2873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4" name="Google Shape;701;p68"/>
            <p:cNvSpPr/>
            <p:nvPr/>
          </p:nvSpPr>
          <p:spPr>
            <a:xfrm>
              <a:off x="11061000" y="2873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5" name="Google Shape;702;p68"/>
            <p:cNvSpPr/>
            <p:nvPr/>
          </p:nvSpPr>
          <p:spPr>
            <a:xfrm>
              <a:off x="11261520" y="2873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6" name="Google Shape;703;p68"/>
            <p:cNvSpPr/>
            <p:nvPr/>
          </p:nvSpPr>
          <p:spPr>
            <a:xfrm>
              <a:off x="11462400" y="267300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7" name="Google Shape;704;p68"/>
            <p:cNvSpPr/>
            <p:nvPr/>
          </p:nvSpPr>
          <p:spPr>
            <a:xfrm>
              <a:off x="11662920" y="24721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8" name="Google Shape;705;p68"/>
            <p:cNvSpPr/>
            <p:nvPr/>
          </p:nvSpPr>
          <p:spPr>
            <a:xfrm>
              <a:off x="11662920" y="227160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9" name="Google Shape;706;p68"/>
            <p:cNvSpPr/>
            <p:nvPr/>
          </p:nvSpPr>
          <p:spPr>
            <a:xfrm>
              <a:off x="11662920" y="207108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0" name="Google Shape;707;p68"/>
            <p:cNvSpPr/>
            <p:nvPr/>
          </p:nvSpPr>
          <p:spPr>
            <a:xfrm>
              <a:off x="11662920" y="187056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1" name="Google Shape;708;p68"/>
            <p:cNvSpPr/>
            <p:nvPr/>
          </p:nvSpPr>
          <p:spPr>
            <a:xfrm>
              <a:off x="11662920" y="167004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2" name="Google Shape;709;p68"/>
            <p:cNvSpPr/>
            <p:nvPr/>
          </p:nvSpPr>
          <p:spPr>
            <a:xfrm>
              <a:off x="11462400" y="1469520"/>
              <a:ext cx="199440" cy="1994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199440"/>
                <a:gd name="textAreaBottom" fmla="*/ 200520 h 1994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3" name="Google Shape;710;p68"/>
          <p:cNvSpPr/>
          <p:nvPr/>
        </p:nvSpPr>
        <p:spPr>
          <a:xfrm>
            <a:off x="492120" y="-227880"/>
            <a:ext cx="2057760" cy="8445240"/>
          </a:xfrm>
          <a:custGeom>
            <a:avLst/>
            <a:gdLst>
              <a:gd name="textAreaLeft" fmla="*/ 0 w 2057760"/>
              <a:gd name="textAreaRight" fmla="*/ 2058840 w 2057760"/>
              <a:gd name="textAreaTop" fmla="*/ 0 h 8445240"/>
              <a:gd name="textAreaBottom" fmla="*/ 8446320 h 84452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Google Shape;711;p68"/>
          <p:cNvSpPr/>
          <p:nvPr/>
        </p:nvSpPr>
        <p:spPr>
          <a:xfrm>
            <a:off x="3367800" y="-960480"/>
            <a:ext cx="1897920" cy="8692920"/>
          </a:xfrm>
          <a:custGeom>
            <a:avLst/>
            <a:gdLst>
              <a:gd name="textAreaLeft" fmla="*/ 0 w 1897920"/>
              <a:gd name="textAreaRight" fmla="*/ 1899000 w 1897920"/>
              <a:gd name="textAreaTop" fmla="*/ 0 h 8692920"/>
              <a:gd name="textAreaBottom" fmla="*/ 8694000 h 86929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5" name="Google Shape;712;p68"/>
          <p:cNvSpPr/>
          <p:nvPr/>
        </p:nvSpPr>
        <p:spPr>
          <a:xfrm>
            <a:off x="7389360" y="-113760"/>
            <a:ext cx="1934640" cy="7084800"/>
          </a:xfrm>
          <a:custGeom>
            <a:avLst/>
            <a:gdLst>
              <a:gd name="textAreaLeft" fmla="*/ 0 w 1934640"/>
              <a:gd name="textAreaRight" fmla="*/ 1935720 w 1934640"/>
              <a:gd name="textAreaTop" fmla="*/ 0 h 7084800"/>
              <a:gd name="textAreaBottom" fmla="*/ 7085880 h 70848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8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108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9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0" name="Google Shape;716;p69"/>
          <p:cNvSpPr/>
          <p:nvPr/>
        </p:nvSpPr>
        <p:spPr>
          <a:xfrm>
            <a:off x="29865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1" name="Google Shape;717;p69"/>
          <p:cNvSpPr/>
          <p:nvPr/>
        </p:nvSpPr>
        <p:spPr>
          <a:xfrm>
            <a:off x="35420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2" name="Google Shape;718;p69"/>
          <p:cNvSpPr/>
          <p:nvPr/>
        </p:nvSpPr>
        <p:spPr>
          <a:xfrm>
            <a:off x="4049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3" name="Google Shape;719;p69"/>
          <p:cNvSpPr/>
          <p:nvPr/>
        </p:nvSpPr>
        <p:spPr>
          <a:xfrm>
            <a:off x="456408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4" name="Google Shape;720;p69"/>
          <p:cNvSpPr/>
          <p:nvPr/>
        </p:nvSpPr>
        <p:spPr>
          <a:xfrm>
            <a:off x="50781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5" name="Google Shape;721;p69"/>
          <p:cNvSpPr/>
          <p:nvPr/>
        </p:nvSpPr>
        <p:spPr>
          <a:xfrm>
            <a:off x="6145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6" name="Google Shape;722;p69"/>
          <p:cNvSpPr/>
          <p:nvPr/>
        </p:nvSpPr>
        <p:spPr>
          <a:xfrm>
            <a:off x="563364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7" name="Google Shape;723;p69"/>
          <p:cNvSpPr/>
          <p:nvPr/>
        </p:nvSpPr>
        <p:spPr>
          <a:xfrm>
            <a:off x="674136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8" name="Google Shape;724;p69"/>
          <p:cNvSpPr/>
          <p:nvPr/>
        </p:nvSpPr>
        <p:spPr>
          <a:xfrm>
            <a:off x="730332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9" name="Google Shape;725;p69"/>
          <p:cNvSpPr/>
          <p:nvPr/>
        </p:nvSpPr>
        <p:spPr>
          <a:xfrm>
            <a:off x="7846200" y="7543800"/>
            <a:ext cx="363600" cy="378000"/>
          </a:xfrm>
          <a:custGeom>
            <a:avLst/>
            <a:gdLst>
              <a:gd name="textAreaLeft" fmla="*/ 0 w 363600"/>
              <a:gd name="textAreaRight" fmla="*/ 364680 w 363600"/>
              <a:gd name="textAreaTop" fmla="*/ 0 h 378000"/>
              <a:gd name="textAreaBottom" fmla="*/ 379080 h 3780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3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3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6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9280" cy="16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9" name="Google Shape;2209;p1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10" name="Google Shape;2210;p1"/>
          <p:cNvGrpSpPr/>
          <p:nvPr/>
        </p:nvGrpSpPr>
        <p:grpSpPr>
          <a:xfrm>
            <a:off x="480240" y="5682960"/>
            <a:ext cx="1152720" cy="819360"/>
            <a:chOff x="480240" y="5682960"/>
            <a:chExt cx="1152720" cy="819360"/>
          </a:xfrm>
        </p:grpSpPr>
        <p:grpSp>
          <p:nvGrpSpPr>
            <p:cNvPr id="2211" name="Google Shape;2211;p1"/>
            <p:cNvGrpSpPr/>
            <p:nvPr/>
          </p:nvGrpSpPr>
          <p:grpSpPr>
            <a:xfrm>
              <a:off x="480240" y="5900040"/>
              <a:ext cx="960120" cy="234000"/>
              <a:chOff x="480240" y="5900040"/>
              <a:chExt cx="960120" cy="234000"/>
            </a:xfrm>
          </p:grpSpPr>
          <p:sp>
            <p:nvSpPr>
              <p:cNvPr id="2212" name="Google Shape;2212;p1"/>
              <p:cNvSpPr/>
              <p:nvPr/>
            </p:nvSpPr>
            <p:spPr>
              <a:xfrm>
                <a:off x="480240" y="5900040"/>
                <a:ext cx="116280" cy="232920"/>
              </a:xfrm>
              <a:custGeom>
                <a:avLst/>
                <a:gdLst>
                  <a:gd name="textAreaLeft" fmla="*/ 0 w 116280"/>
                  <a:gd name="textAreaRight" fmla="*/ 117360 w 116280"/>
                  <a:gd name="textAreaTop" fmla="*/ 0 h 232920"/>
                  <a:gd name="textAreaBottom" fmla="*/ 234000 h 2329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3" name="Google Shape;2213;p1"/>
              <p:cNvSpPr/>
              <p:nvPr/>
            </p:nvSpPr>
            <p:spPr>
              <a:xfrm>
                <a:off x="622080" y="5943600"/>
                <a:ext cx="179640" cy="190440"/>
              </a:xfrm>
              <a:custGeom>
                <a:avLst/>
                <a:gdLst>
                  <a:gd name="textAreaLeft" fmla="*/ 0 w 179640"/>
                  <a:gd name="textAreaRight" fmla="*/ 180720 w 17964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4" name="Google Shape;2214;p1"/>
              <p:cNvSpPr/>
              <p:nvPr/>
            </p:nvSpPr>
            <p:spPr>
              <a:xfrm>
                <a:off x="832320" y="5943600"/>
                <a:ext cx="169920" cy="190440"/>
              </a:xfrm>
              <a:custGeom>
                <a:avLst/>
                <a:gdLst>
                  <a:gd name="textAreaLeft" fmla="*/ 0 w 169920"/>
                  <a:gd name="textAreaRight" fmla="*/ 171000 w 16992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5" name="Google Shape;2215;p1"/>
              <p:cNvSpPr/>
              <p:nvPr/>
            </p:nvSpPr>
            <p:spPr>
              <a:xfrm>
                <a:off x="1037160" y="5943600"/>
                <a:ext cx="167400" cy="186120"/>
              </a:xfrm>
              <a:custGeom>
                <a:avLst/>
                <a:gdLst>
                  <a:gd name="textAreaLeft" fmla="*/ 0 w 167400"/>
                  <a:gd name="textAreaRight" fmla="*/ 168480 w 167400"/>
                  <a:gd name="textAreaTop" fmla="*/ 0 h 186120"/>
                  <a:gd name="textAreaBottom" fmla="*/ 187200 h 1861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6" name="Google Shape;2216;p1"/>
              <p:cNvSpPr/>
              <p:nvPr/>
            </p:nvSpPr>
            <p:spPr>
              <a:xfrm>
                <a:off x="1242360" y="5943600"/>
                <a:ext cx="198000" cy="190440"/>
              </a:xfrm>
              <a:custGeom>
                <a:avLst/>
                <a:gdLst>
                  <a:gd name="textAreaLeft" fmla="*/ 0 w 198000"/>
                  <a:gd name="textAreaRight" fmla="*/ 199080 w 19800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17" name="Google Shape;2217;p1"/>
            <p:cNvGrpSpPr/>
            <p:nvPr/>
          </p:nvGrpSpPr>
          <p:grpSpPr>
            <a:xfrm>
              <a:off x="811440" y="6197400"/>
              <a:ext cx="821520" cy="304920"/>
              <a:chOff x="811440" y="6197400"/>
              <a:chExt cx="821520" cy="304920"/>
            </a:xfrm>
          </p:grpSpPr>
          <p:sp>
            <p:nvSpPr>
              <p:cNvPr id="2218" name="Google Shape;2218;p1"/>
              <p:cNvSpPr/>
              <p:nvPr/>
            </p:nvSpPr>
            <p:spPr>
              <a:xfrm>
                <a:off x="811440" y="6197400"/>
                <a:ext cx="51120" cy="249480"/>
              </a:xfrm>
              <a:custGeom>
                <a:avLst/>
                <a:gdLst>
                  <a:gd name="textAreaLeft" fmla="*/ 0 w 51120"/>
                  <a:gd name="textAreaRight" fmla="*/ 52200 w 51120"/>
                  <a:gd name="textAreaTop" fmla="*/ 0 h 249480"/>
                  <a:gd name="textAreaBottom" fmla="*/ 250560 h 2494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9" name="Google Shape;2219;p1"/>
              <p:cNvSpPr/>
              <p:nvPr/>
            </p:nvSpPr>
            <p:spPr>
              <a:xfrm>
                <a:off x="903600" y="6260760"/>
                <a:ext cx="198000" cy="190440"/>
              </a:xfrm>
              <a:custGeom>
                <a:avLst/>
                <a:gdLst>
                  <a:gd name="textAreaLeft" fmla="*/ 0 w 198000"/>
                  <a:gd name="textAreaRight" fmla="*/ 199080 w 198000"/>
                  <a:gd name="textAreaTop" fmla="*/ 0 h 190440"/>
                  <a:gd name="textAreaBottom" fmla="*/ 191520 h 1904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0" name="Google Shape;2220;p1"/>
              <p:cNvSpPr/>
              <p:nvPr/>
            </p:nvSpPr>
            <p:spPr>
              <a:xfrm>
                <a:off x="1132200" y="6260400"/>
                <a:ext cx="192240" cy="241920"/>
              </a:xfrm>
              <a:custGeom>
                <a:avLst/>
                <a:gdLst>
                  <a:gd name="textAreaLeft" fmla="*/ 0 w 192240"/>
                  <a:gd name="textAreaRight" fmla="*/ 193320 w 192240"/>
                  <a:gd name="textAreaTop" fmla="*/ 0 h 241920"/>
                  <a:gd name="textAreaBottom" fmla="*/ 243000 h 2419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1" name="Google Shape;2221;p1"/>
              <p:cNvSpPr/>
              <p:nvPr/>
            </p:nvSpPr>
            <p:spPr>
              <a:xfrm>
                <a:off x="1373040" y="6197400"/>
                <a:ext cx="54000" cy="249480"/>
              </a:xfrm>
              <a:custGeom>
                <a:avLst/>
                <a:gdLst>
                  <a:gd name="textAreaLeft" fmla="*/ 0 w 54000"/>
                  <a:gd name="textAreaRight" fmla="*/ 55080 w 54000"/>
                  <a:gd name="textAreaTop" fmla="*/ 0 h 249480"/>
                  <a:gd name="textAreaBottom" fmla="*/ 250560 h 2494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2" name="Google Shape;2222;p1"/>
              <p:cNvSpPr/>
              <p:nvPr/>
            </p:nvSpPr>
            <p:spPr>
              <a:xfrm>
                <a:off x="1464840" y="6261840"/>
                <a:ext cx="168120" cy="188280"/>
              </a:xfrm>
              <a:custGeom>
                <a:avLst/>
                <a:gdLst>
                  <a:gd name="textAreaLeft" fmla="*/ 0 w 168120"/>
                  <a:gd name="textAreaRight" fmla="*/ 169200 w 168120"/>
                  <a:gd name="textAreaTop" fmla="*/ 0 h 188280"/>
                  <a:gd name="textAreaBottom" fmla="*/ 189360 h 1882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23" name="Google Shape;2223;p1"/>
            <p:cNvGrpSpPr/>
            <p:nvPr/>
          </p:nvGrpSpPr>
          <p:grpSpPr>
            <a:xfrm>
              <a:off x="548640" y="5682960"/>
              <a:ext cx="477360" cy="118800"/>
              <a:chOff x="548640" y="5682960"/>
              <a:chExt cx="477360" cy="118800"/>
            </a:xfrm>
          </p:grpSpPr>
          <p:sp>
            <p:nvSpPr>
              <p:cNvPr id="2224" name="Google Shape;2224;p1"/>
              <p:cNvSpPr/>
              <p:nvPr/>
            </p:nvSpPr>
            <p:spPr>
              <a:xfrm>
                <a:off x="952200" y="5688000"/>
                <a:ext cx="73800" cy="113400"/>
              </a:xfrm>
              <a:custGeom>
                <a:avLst/>
                <a:gdLst>
                  <a:gd name="textAreaLeft" fmla="*/ 0 w 73800"/>
                  <a:gd name="textAreaRight" fmla="*/ 74880 w 73800"/>
                  <a:gd name="textAreaTop" fmla="*/ 0 h 113400"/>
                  <a:gd name="textAreaBottom" fmla="*/ 114480 h 1134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5" name="Google Shape;2225;p1"/>
              <p:cNvSpPr/>
              <p:nvPr/>
            </p:nvSpPr>
            <p:spPr>
              <a:xfrm>
                <a:off x="548640" y="5682960"/>
                <a:ext cx="107280" cy="118800"/>
              </a:xfrm>
              <a:custGeom>
                <a:avLst/>
                <a:gdLst>
                  <a:gd name="textAreaLeft" fmla="*/ 0 w 107280"/>
                  <a:gd name="textAreaRight" fmla="*/ 108360 w 107280"/>
                  <a:gd name="textAreaTop" fmla="*/ 0 h 118800"/>
                  <a:gd name="textAreaBottom" fmla="*/ 119880 h 1188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6" name="Google Shape;2226;p1"/>
              <p:cNvSpPr/>
              <p:nvPr/>
            </p:nvSpPr>
            <p:spPr>
              <a:xfrm>
                <a:off x="653040" y="5699520"/>
                <a:ext cx="104040" cy="98280"/>
              </a:xfrm>
              <a:custGeom>
                <a:avLst/>
                <a:gdLst>
                  <a:gd name="textAreaLeft" fmla="*/ 0 w 104040"/>
                  <a:gd name="textAreaRight" fmla="*/ 105120 w 104040"/>
                  <a:gd name="textAreaTop" fmla="*/ 0 h 98280"/>
                  <a:gd name="textAreaBottom" fmla="*/ 99360 h 982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7" name="Google Shape;2227;p1"/>
              <p:cNvSpPr/>
              <p:nvPr/>
            </p:nvSpPr>
            <p:spPr>
              <a:xfrm>
                <a:off x="757080" y="5700600"/>
                <a:ext cx="97560" cy="95400"/>
              </a:xfrm>
              <a:custGeom>
                <a:avLst/>
                <a:gdLst>
                  <a:gd name="textAreaLeft" fmla="*/ 0 w 97560"/>
                  <a:gd name="textAreaRight" fmla="*/ 98640 w 97560"/>
                  <a:gd name="textAreaTop" fmla="*/ 0 h 95400"/>
                  <a:gd name="textAreaBottom" fmla="*/ 96480 h 954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8" name="Google Shape;2228;p1"/>
              <p:cNvSpPr/>
              <p:nvPr/>
            </p:nvSpPr>
            <p:spPr>
              <a:xfrm>
                <a:off x="854640" y="5700240"/>
                <a:ext cx="98280" cy="97200"/>
              </a:xfrm>
              <a:custGeom>
                <a:avLst/>
                <a:gdLst>
                  <a:gd name="textAreaLeft" fmla="*/ 0 w 98280"/>
                  <a:gd name="textAreaRight" fmla="*/ 99360 w 98280"/>
                  <a:gd name="textAreaTop" fmla="*/ 0 h 97200"/>
                  <a:gd name="textAreaBottom" fmla="*/ 98280 h 972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229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500000" cy="45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10640" cy="59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Felipe Soares Muylaert Barroso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6520" cy="336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Técnico em Redes de Computadores – SENAC/MG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Bacharel em Engenharia da Computação – FACIT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Mestre em Modelagem Computacional e Sistemas – Unimontes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Doutorando em Ciência da Computação – UFSC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Senior Generative AI developer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10+ anos de experiencia com desenvolvimento de software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2" name="Google Shape;2273;p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3" name="" descr=""/>
          <p:cNvPicPr/>
          <p:nvPr/>
        </p:nvPicPr>
        <p:blipFill>
          <a:blip r:embed="rId2"/>
          <a:stretch/>
        </p:blipFill>
        <p:spPr>
          <a:xfrm flipH="1">
            <a:off x="9076320" y="1080000"/>
            <a:ext cx="2263680" cy="282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10640" cy="59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Acessos necessários (para casa)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6520" cy="336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Gmail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 não tem um e-mail profissional aproveite a chance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Usando seu e-mail pessoal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Extras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6" name="Google Shape;2273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PlaceHolder 1"/>
          <p:cNvSpPr>
            <a:spLocks noGrp="1"/>
          </p:cNvSpPr>
          <p:nvPr>
            <p:ph/>
          </p:nvPr>
        </p:nvSpPr>
        <p:spPr>
          <a:xfrm>
            <a:off x="288000" y="817200"/>
            <a:ext cx="529632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Unidade Curricular 1: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Desenvolver algoritmos, versionamentos e linguagem de consulta estruturada.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PlaceHolder 2"/>
          <p:cNvSpPr>
            <a:spLocks noGrp="1"/>
          </p:cNvSpPr>
          <p:nvPr>
            <p:ph/>
          </p:nvPr>
        </p:nvSpPr>
        <p:spPr>
          <a:xfrm>
            <a:off x="648000" y="1800000"/>
            <a:ext cx="4936320" cy="336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Indicadores da UC: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Desenvolve algoritmos utilizando os conceitos de lógica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Cria e manipula repositórios no GitHub de acordo com boas práticas de versionamento.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9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0" name="" descr=""/>
          <p:cNvPicPr/>
          <p:nvPr/>
        </p:nvPicPr>
        <p:blipFill>
          <a:blip r:embed="rId2"/>
          <a:stretch/>
        </p:blipFill>
        <p:spPr>
          <a:xfrm>
            <a:off x="6215400" y="720000"/>
            <a:ext cx="5448600" cy="512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332;p11"/>
          <p:cNvSpPr/>
          <p:nvPr/>
        </p:nvSpPr>
        <p:spPr>
          <a:xfrm>
            <a:off x="6680160" y="1301760"/>
            <a:ext cx="3510000" cy="17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Estamos em um ambiente heterogêneo e diverso,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onde sempre há respeito.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Então, lembre-se de que: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2" name="Google Shape;2333;p11"/>
          <p:cNvSpPr/>
          <p:nvPr/>
        </p:nvSpPr>
        <p:spPr>
          <a:xfrm>
            <a:off x="6680160" y="5753160"/>
            <a:ext cx="446256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100" strike="noStrike" u="none">
                <a:solidFill>
                  <a:srgbClr val="ffffff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Para não termos interrupções e em respeito aos colegas,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100" strike="noStrike" u="none">
                <a:solidFill>
                  <a:srgbClr val="ffffff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pedimos que não faça uso de celular durante a aula e que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100" strike="noStrike" u="none">
                <a:solidFill>
                  <a:srgbClr val="ffffff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o coloque no modo silencioso.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3" name="Google Shape;2334;p11"/>
          <p:cNvSpPr/>
          <p:nvPr/>
        </p:nvSpPr>
        <p:spPr>
          <a:xfrm>
            <a:off x="6680160" y="3008520"/>
            <a:ext cx="47138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8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NÃO EXISTE </a:t>
            </a:r>
            <a:br>
              <a:rPr sz="2800"/>
            </a:br>
            <a:r>
              <a:rPr b="1" lang="pt-BR" sz="28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RESPOSTA ERRADA,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8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PERGUNTA BOBA</a:t>
            </a:r>
            <a:r>
              <a:rPr b="0" lang="pt-BR" sz="28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2800"/>
            </a:br>
            <a:r>
              <a:rPr b="0" lang="pt-BR" sz="28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ou que não valha a pena.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4" name="Google Shape;2335;p11"/>
          <p:cNvSpPr/>
          <p:nvPr/>
        </p:nvSpPr>
        <p:spPr>
          <a:xfrm>
            <a:off x="929160" y="1610280"/>
            <a:ext cx="4102920" cy="28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623889"/>
                </a:solidFill>
                <a:effectLst/>
                <a:uFillTx/>
                <a:latin typeface="Arial Black"/>
                <a:ea typeface="Arial Black"/>
              </a:rPr>
              <a:t>PARTICIPE.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623889"/>
                </a:solidFill>
                <a:effectLst/>
                <a:uFillTx/>
                <a:latin typeface="Arial Black"/>
                <a:ea typeface="Arial Black"/>
              </a:rPr>
              <a:t>OPINE.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</a:tabLst>
            </a:pPr>
            <a:r>
              <a:rPr b="1" lang="pt-BR" sz="3600" strike="noStrike" u="none">
                <a:solidFill>
                  <a:srgbClr val="623889"/>
                </a:solidFill>
                <a:effectLst/>
                <a:uFillTx/>
                <a:latin typeface="Arial Black"/>
                <a:ea typeface="Arial Black"/>
              </a:rPr>
              <a:t>APROVEITE </a:t>
            </a:r>
            <a:br>
              <a:rPr sz="3600"/>
            </a:br>
            <a:r>
              <a:rPr b="0" lang="pt-BR" sz="36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ao máximo</a:t>
            </a:r>
            <a:br>
              <a:rPr sz="3600"/>
            </a:br>
            <a:r>
              <a:rPr b="0" lang="pt-BR" sz="36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o encontro.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20000" cy="170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Carreira Profissional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46" name="Google Shape;2483;p 6"/>
          <p:cNvGrpSpPr/>
          <p:nvPr/>
        </p:nvGrpSpPr>
        <p:grpSpPr>
          <a:xfrm>
            <a:off x="358920" y="792360"/>
            <a:ext cx="567000" cy="567000"/>
            <a:chOff x="358920" y="792360"/>
            <a:chExt cx="567000" cy="567000"/>
          </a:xfrm>
        </p:grpSpPr>
        <p:sp>
          <p:nvSpPr>
            <p:cNvPr id="2247" name="Google Shape;2484;p 6"/>
            <p:cNvSpPr/>
            <p:nvPr/>
          </p:nvSpPr>
          <p:spPr>
            <a:xfrm>
              <a:off x="358920" y="107640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8" name="Google Shape;2485;p 6"/>
            <p:cNvSpPr/>
            <p:nvPr/>
          </p:nvSpPr>
          <p:spPr>
            <a:xfrm>
              <a:off x="642960" y="79236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49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0" name=""/>
          <p:cNvSpPr/>
          <p:nvPr/>
        </p:nvSpPr>
        <p:spPr>
          <a:xfrm>
            <a:off x="4680000" y="1000440"/>
            <a:ext cx="7199280" cy="4075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Iniciativa Publica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Concursos e afins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Pros e contras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Iniciativa Privada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Empresa grande vs pequena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Certificações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Empreendedorismo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Paralelamente ou direto?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Carreira Internacional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Precisa inglês?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Aqui, lá ou de lá?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1" name="Google Shape;2260;p4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395;p18"/>
          <p:cNvSpPr/>
          <p:nvPr/>
        </p:nvSpPr>
        <p:spPr>
          <a:xfrm>
            <a:off x="768240" y="2872440"/>
            <a:ext cx="4023720" cy="16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53" name="Google Shape;2396;p18"/>
          <p:cNvGrpSpPr/>
          <p:nvPr/>
        </p:nvGrpSpPr>
        <p:grpSpPr>
          <a:xfrm>
            <a:off x="425520" y="2453400"/>
            <a:ext cx="692280" cy="692280"/>
            <a:chOff x="425520" y="2453400"/>
            <a:chExt cx="692280" cy="692280"/>
          </a:xfrm>
        </p:grpSpPr>
        <p:sp>
          <p:nvSpPr>
            <p:cNvPr id="2254" name="Google Shape;2397;p18"/>
            <p:cNvSpPr/>
            <p:nvPr/>
          </p:nvSpPr>
          <p:spPr>
            <a:xfrm>
              <a:off x="425520" y="2800080"/>
              <a:ext cx="345600" cy="3456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5" name="Google Shape;2398;p18"/>
            <p:cNvSpPr/>
            <p:nvPr/>
          </p:nvSpPr>
          <p:spPr>
            <a:xfrm>
              <a:off x="772200" y="2453400"/>
              <a:ext cx="345600" cy="3456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56" name="Google Shape;2399;p18"/>
          <p:cNvGrpSpPr/>
          <p:nvPr/>
        </p:nvGrpSpPr>
        <p:grpSpPr>
          <a:xfrm>
            <a:off x="4358160" y="3877920"/>
            <a:ext cx="692280" cy="692280"/>
            <a:chOff x="4358160" y="3877920"/>
            <a:chExt cx="692280" cy="692280"/>
          </a:xfrm>
        </p:grpSpPr>
        <p:sp>
          <p:nvSpPr>
            <p:cNvPr id="2257" name="Google Shape;2400;p18"/>
            <p:cNvSpPr/>
            <p:nvPr/>
          </p:nvSpPr>
          <p:spPr>
            <a:xfrm>
              <a:off x="4358160" y="4224600"/>
              <a:ext cx="345600" cy="3456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8" name="Google Shape;2401;p18"/>
            <p:cNvSpPr/>
            <p:nvPr/>
          </p:nvSpPr>
          <p:spPr>
            <a:xfrm>
              <a:off x="4704840" y="3877920"/>
              <a:ext cx="345600" cy="3456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59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0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585;p36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4600" cy="76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2" name="Google Shape;2586;p36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3" name=""/>
          <p:cNvSpPr/>
          <p:nvPr/>
        </p:nvSpPr>
        <p:spPr>
          <a:xfrm>
            <a:off x="5040000" y="540000"/>
            <a:ext cx="6839280" cy="3181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Atividade em grupos de 2 a 4 alunos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bloco de notas crie um conjunto de instruções para que se faça um sanduíche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vamos tentar de novo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4" name="PlaceHolder 7"/>
          <p:cNvSpPr/>
          <p:nvPr/>
        </p:nvSpPr>
        <p:spPr>
          <a:xfrm>
            <a:off x="643320" y="1084320"/>
            <a:ext cx="3420000" cy="17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Vamos descontrair?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505;p29"/>
          <p:cNvSpPr/>
          <p:nvPr/>
        </p:nvSpPr>
        <p:spPr>
          <a:xfrm>
            <a:off x="1858320" y="1430640"/>
            <a:ext cx="45514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6" name="Google Shape;2506;p29"/>
          <p:cNvSpPr/>
          <p:nvPr/>
        </p:nvSpPr>
        <p:spPr>
          <a:xfrm>
            <a:off x="1771200" y="2014200"/>
            <a:ext cx="4453200" cy="32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67" name="Google Shape;2507;p29"/>
          <p:cNvGrpSpPr/>
          <p:nvPr/>
        </p:nvGrpSpPr>
        <p:grpSpPr>
          <a:xfrm>
            <a:off x="1413720" y="1054800"/>
            <a:ext cx="692280" cy="692280"/>
            <a:chOff x="1413720" y="1054800"/>
            <a:chExt cx="692280" cy="692280"/>
          </a:xfrm>
        </p:grpSpPr>
        <p:sp>
          <p:nvSpPr>
            <p:cNvPr id="2268" name="Google Shape;2508;p29"/>
            <p:cNvSpPr/>
            <p:nvPr/>
          </p:nvSpPr>
          <p:spPr>
            <a:xfrm>
              <a:off x="1413720" y="140148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9" name="Google Shape;2509;p29"/>
            <p:cNvSpPr/>
            <p:nvPr/>
          </p:nvSpPr>
          <p:spPr>
            <a:xfrm>
              <a:off x="1760400" y="105480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70" name="Google Shape;2510;p29"/>
          <p:cNvGrpSpPr/>
          <p:nvPr/>
        </p:nvGrpSpPr>
        <p:grpSpPr>
          <a:xfrm>
            <a:off x="5195160" y="5145120"/>
            <a:ext cx="692280" cy="692280"/>
            <a:chOff x="5195160" y="5145120"/>
            <a:chExt cx="692280" cy="692280"/>
          </a:xfrm>
        </p:grpSpPr>
        <p:sp>
          <p:nvSpPr>
            <p:cNvPr id="2271" name="Google Shape;2511;p29"/>
            <p:cNvSpPr/>
            <p:nvPr/>
          </p:nvSpPr>
          <p:spPr>
            <a:xfrm>
              <a:off x="5195160" y="549180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Google Shape;2512;p29"/>
            <p:cNvSpPr/>
            <p:nvPr/>
          </p:nvSpPr>
          <p:spPr>
            <a:xfrm>
              <a:off x="5541840" y="514512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3" name="Google Shape;2513;p29"/>
          <p:cNvSpPr/>
          <p:nvPr/>
        </p:nvSpPr>
        <p:spPr>
          <a:xfrm>
            <a:off x="6225840" y="4187880"/>
            <a:ext cx="21729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4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20000" cy="170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Desmistificando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76" name="Google Shape;2483;p27"/>
          <p:cNvGrpSpPr/>
          <p:nvPr/>
        </p:nvGrpSpPr>
        <p:grpSpPr>
          <a:xfrm>
            <a:off x="358920" y="792360"/>
            <a:ext cx="567000" cy="567000"/>
            <a:chOff x="358920" y="792360"/>
            <a:chExt cx="567000" cy="567000"/>
          </a:xfrm>
        </p:grpSpPr>
        <p:sp>
          <p:nvSpPr>
            <p:cNvPr id="2277" name="Google Shape;2484;p27"/>
            <p:cNvSpPr/>
            <p:nvPr/>
          </p:nvSpPr>
          <p:spPr>
            <a:xfrm>
              <a:off x="358920" y="107640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2485;p27"/>
            <p:cNvSpPr/>
            <p:nvPr/>
          </p:nvSpPr>
          <p:spPr>
            <a:xfrm>
              <a:off x="642960" y="79236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79" name="Google Shape;2486;p27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0" name=""/>
          <p:cNvSpPr/>
          <p:nvPr/>
        </p:nvSpPr>
        <p:spPr>
          <a:xfrm>
            <a:off x="4680000" y="1000440"/>
            <a:ext cx="7199280" cy="36824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realmente é um computador?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Máquina?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Ferramenta?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um computador percebe o mundo?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 que são então algoritmos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Algoritmos vs software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Software vs hardware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Scripts e sistemas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Linguagens de programação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Interpretadas vs compiladas, e outras bagunças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531;p31"/>
          <p:cNvSpPr/>
          <p:nvPr/>
        </p:nvSpPr>
        <p:spPr>
          <a:xfrm>
            <a:off x="3716280" y="1448640"/>
            <a:ext cx="503460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0" lang="pt-BR" sz="7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 </a:t>
            </a:r>
            <a:r>
              <a:rPr b="1" lang="pt-BR" sz="7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FAZER JUNTOS?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2532;p31"/>
          <p:cNvSpPr/>
          <p:nvPr/>
        </p:nvSpPr>
        <p:spPr>
          <a:xfrm>
            <a:off x="5156280" y="4378680"/>
            <a:ext cx="31878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ffffff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De maneira colaborativa...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83" name="Google Shape;2533;p31"/>
          <p:cNvGrpSpPr/>
          <p:nvPr/>
        </p:nvGrpSpPr>
        <p:grpSpPr>
          <a:xfrm>
            <a:off x="8345520" y="3988800"/>
            <a:ext cx="692280" cy="692280"/>
            <a:chOff x="8345520" y="3988800"/>
            <a:chExt cx="692280" cy="692280"/>
          </a:xfrm>
        </p:grpSpPr>
        <p:sp>
          <p:nvSpPr>
            <p:cNvPr id="2284" name="Google Shape;2534;p31"/>
            <p:cNvSpPr/>
            <p:nvPr/>
          </p:nvSpPr>
          <p:spPr>
            <a:xfrm>
              <a:off x="8345520" y="433548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5" name="Google Shape;2535;p31"/>
            <p:cNvSpPr/>
            <p:nvPr/>
          </p:nvSpPr>
          <p:spPr>
            <a:xfrm>
              <a:off x="8692200" y="398880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86" name="Google Shape;2536;p31"/>
          <p:cNvGrpSpPr/>
          <p:nvPr/>
        </p:nvGrpSpPr>
        <p:grpSpPr>
          <a:xfrm>
            <a:off x="2987280" y="892080"/>
            <a:ext cx="692280" cy="692280"/>
            <a:chOff x="2987280" y="892080"/>
            <a:chExt cx="692280" cy="692280"/>
          </a:xfrm>
        </p:grpSpPr>
        <p:sp>
          <p:nvSpPr>
            <p:cNvPr id="2287" name="Google Shape;2537;p31"/>
            <p:cNvSpPr/>
            <p:nvPr/>
          </p:nvSpPr>
          <p:spPr>
            <a:xfrm>
              <a:off x="2987280" y="123876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8" name="Google Shape;2538;p31"/>
            <p:cNvSpPr/>
            <p:nvPr/>
          </p:nvSpPr>
          <p:spPr>
            <a:xfrm>
              <a:off x="3333960" y="89208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89" name="Google Shape;2539;p3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531;p 1"/>
          <p:cNvSpPr/>
          <p:nvPr/>
        </p:nvSpPr>
        <p:spPr>
          <a:xfrm>
            <a:off x="3716280" y="1448640"/>
            <a:ext cx="503460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0" lang="pt-BR" sz="7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Instalação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0" lang="pt-BR" sz="7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VS Code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2532;p 1"/>
          <p:cNvSpPr/>
          <p:nvPr/>
        </p:nvSpPr>
        <p:spPr>
          <a:xfrm>
            <a:off x="5156280" y="4378680"/>
            <a:ext cx="31878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ffffff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De maneira colaborativa...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92" name="Google Shape;2533;p 1"/>
          <p:cNvGrpSpPr/>
          <p:nvPr/>
        </p:nvGrpSpPr>
        <p:grpSpPr>
          <a:xfrm>
            <a:off x="8345520" y="3988800"/>
            <a:ext cx="692280" cy="692280"/>
            <a:chOff x="8345520" y="3988800"/>
            <a:chExt cx="692280" cy="692280"/>
          </a:xfrm>
        </p:grpSpPr>
        <p:sp>
          <p:nvSpPr>
            <p:cNvPr id="2293" name="Google Shape;2534;p 1"/>
            <p:cNvSpPr/>
            <p:nvPr/>
          </p:nvSpPr>
          <p:spPr>
            <a:xfrm>
              <a:off x="8345520" y="433548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4" name="Google Shape;2535;p 1"/>
            <p:cNvSpPr/>
            <p:nvPr/>
          </p:nvSpPr>
          <p:spPr>
            <a:xfrm>
              <a:off x="8692200" y="398880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5" name="Google Shape;2536;p 1"/>
          <p:cNvGrpSpPr/>
          <p:nvPr/>
        </p:nvGrpSpPr>
        <p:grpSpPr>
          <a:xfrm>
            <a:off x="2987280" y="892080"/>
            <a:ext cx="692280" cy="692280"/>
            <a:chOff x="2987280" y="892080"/>
            <a:chExt cx="692280" cy="692280"/>
          </a:xfrm>
        </p:grpSpPr>
        <p:sp>
          <p:nvSpPr>
            <p:cNvPr id="2296" name="Google Shape;2537;p 1"/>
            <p:cNvSpPr/>
            <p:nvPr/>
          </p:nvSpPr>
          <p:spPr>
            <a:xfrm>
              <a:off x="2987280" y="123876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7" name="Google Shape;2538;p 1"/>
            <p:cNvSpPr/>
            <p:nvPr/>
          </p:nvSpPr>
          <p:spPr>
            <a:xfrm>
              <a:off x="3333960" y="892080"/>
              <a:ext cx="345600" cy="34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98" name="Google Shape;2539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20000" cy="170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Instalação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0" name="Google Shape;2483;p 5"/>
          <p:cNvGrpSpPr/>
          <p:nvPr/>
        </p:nvGrpSpPr>
        <p:grpSpPr>
          <a:xfrm>
            <a:off x="358920" y="792360"/>
            <a:ext cx="567000" cy="567000"/>
            <a:chOff x="358920" y="792360"/>
            <a:chExt cx="567000" cy="567000"/>
          </a:xfrm>
        </p:grpSpPr>
        <p:sp>
          <p:nvSpPr>
            <p:cNvPr id="2301" name="Google Shape;2484;p 5"/>
            <p:cNvSpPr/>
            <p:nvPr/>
          </p:nvSpPr>
          <p:spPr>
            <a:xfrm>
              <a:off x="358920" y="107640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2" name="Google Shape;2485;p 5"/>
            <p:cNvSpPr/>
            <p:nvPr/>
          </p:nvSpPr>
          <p:spPr>
            <a:xfrm>
              <a:off x="642960" y="79236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03" name="Google Shape;2486;p 5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4" name=""/>
          <p:cNvSpPr/>
          <p:nvPr/>
        </p:nvSpPr>
        <p:spPr>
          <a:xfrm>
            <a:off x="4680000" y="1000440"/>
            <a:ext cx="7199280" cy="1787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confundir com o Visual Studio puro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Plugins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20000" cy="170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Um código minimo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6" name="Google Shape;2483;p 1"/>
          <p:cNvGrpSpPr/>
          <p:nvPr/>
        </p:nvGrpSpPr>
        <p:grpSpPr>
          <a:xfrm>
            <a:off x="358920" y="792360"/>
            <a:ext cx="567000" cy="567000"/>
            <a:chOff x="358920" y="792360"/>
            <a:chExt cx="567000" cy="567000"/>
          </a:xfrm>
        </p:grpSpPr>
        <p:sp>
          <p:nvSpPr>
            <p:cNvPr id="2307" name="Google Shape;2484;p 1"/>
            <p:cNvSpPr/>
            <p:nvPr/>
          </p:nvSpPr>
          <p:spPr>
            <a:xfrm>
              <a:off x="358920" y="107640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8" name="Google Shape;2485;p 1"/>
            <p:cNvSpPr/>
            <p:nvPr/>
          </p:nvSpPr>
          <p:spPr>
            <a:xfrm>
              <a:off x="642960" y="792360"/>
              <a:ext cx="282960" cy="282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09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0" name=""/>
          <p:cNvSpPr/>
          <p:nvPr/>
        </p:nvSpPr>
        <p:spPr>
          <a:xfrm>
            <a:off x="4680000" y="1000440"/>
            <a:ext cx="7199280" cy="2138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print(“Hello World!”)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552;p33"/>
          <p:cNvSpPr/>
          <p:nvPr/>
        </p:nvSpPr>
        <p:spPr>
          <a:xfrm>
            <a:off x="839160" y="2095200"/>
            <a:ext cx="5429880" cy="19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2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5144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3" name=""/>
          <p:cNvSpPr/>
          <p:nvPr/>
        </p:nvSpPr>
        <p:spPr>
          <a:xfrm>
            <a:off x="4320000" y="1980000"/>
            <a:ext cx="7739280" cy="40075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4" name=""/>
          <p:cNvSpPr/>
          <p:nvPr/>
        </p:nvSpPr>
        <p:spPr>
          <a:xfrm>
            <a:off x="4140000" y="720000"/>
            <a:ext cx="521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545;p32"/>
          <p:cNvSpPr/>
          <p:nvPr/>
        </p:nvSpPr>
        <p:spPr>
          <a:xfrm>
            <a:off x="6982200" y="1879560"/>
            <a:ext cx="4065840" cy="15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6" name="Google Shape;2546;p32"/>
          <p:cNvSpPr/>
          <p:nvPr/>
        </p:nvSpPr>
        <p:spPr>
          <a:xfrm>
            <a:off x="6982200" y="3731400"/>
            <a:ext cx="457380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7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1440" cy="2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2026-02-03T13:31:59Z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