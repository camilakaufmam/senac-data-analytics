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5.xml" ContentType="application/vnd.openxmlformats-officedocument.them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13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5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F03F0AD-8C49-47D5-9425-C6ECB75C1EB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3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55CCAC-91F4-43D5-A530-A88C86E32B25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3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734008-CEFD-4041-B63D-7D164B8D2264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9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6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7.png"/><Relationship Id="rId3" Type="http://schemas.openxmlformats.org/officeDocument/2006/relationships/image" Target="../media/image17.png"/><Relationship Id="rId4" Type="http://schemas.openxmlformats.org/officeDocument/2006/relationships/image" Target="../media/image17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18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9.png"/><Relationship Id="rId3" Type="http://schemas.openxmlformats.org/officeDocument/2006/relationships/image" Target="../media/image19.png"/><Relationship Id="rId4" Type="http://schemas.openxmlformats.org/officeDocument/2006/relationships/image" Target="../media/image19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0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1.png"/><Relationship Id="rId3" Type="http://schemas.openxmlformats.org/officeDocument/2006/relationships/image" Target="../media/image2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3.png"/><Relationship Id="rId3" Type="http://schemas.openxmlformats.org/officeDocument/2006/relationships/image" Target="../media/image3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6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7.png"/><Relationship Id="rId3" Type="http://schemas.openxmlformats.org/officeDocument/2006/relationships/image" Target="../media/image28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8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9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0.png"/><Relationship Id="rId3" Type="http://schemas.openxmlformats.org/officeDocument/2006/relationships/image" Target="../media/image31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<Relationship Id="rId3" Type="http://schemas.openxmlformats.org/officeDocument/2006/relationships/image" Target="../media/image32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3.png"/><Relationship Id="rId3" Type="http://schemas.openxmlformats.org/officeDocument/2006/relationships/image" Target="../media/image34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2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4.png"/><Relationship Id="rId3" Type="http://schemas.openxmlformats.org/officeDocument/2006/relationships/image" Target="../media/image25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5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6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7.png"/><Relationship Id="rId3" Type="http://schemas.openxmlformats.org/officeDocument/2006/relationships/image" Target="../media/image26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4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7.png"/><Relationship Id="rId3" Type="http://schemas.openxmlformats.org/officeDocument/2006/relationships/image" Target="../media/image3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80440" cy="6292440"/>
            <a:chOff x="461520" y="438840"/>
            <a:chExt cx="11080440" cy="629244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640" cy="4283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280" cy="2006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360" cy="3258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7640" cy="1093680"/>
              <a:chOff x="1406520" y="1012320"/>
              <a:chExt cx="1367640" cy="109368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9520" cy="2440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7960" y="-2880"/>
            <a:ext cx="4634640" cy="244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5240" cy="2440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80440" cy="6292440"/>
            <a:chOff x="461520" y="438840"/>
            <a:chExt cx="11080440" cy="629244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640" cy="4283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280" cy="2006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360" cy="3258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7640" cy="1093680"/>
              <a:chOff x="1406520" y="1012320"/>
              <a:chExt cx="1367640" cy="109368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7960" y="-2880"/>
            <a:ext cx="4634640" cy="2440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5440" y="1267200"/>
            <a:ext cx="6862320" cy="4317120"/>
          </a:xfrm>
          <a:custGeom>
            <a:avLst/>
            <a:gdLst>
              <a:gd name="textAreaLeft" fmla="*/ 0 w 6862320"/>
              <a:gd name="textAreaRight" fmla="*/ 6864840 w 6862320"/>
              <a:gd name="textAreaTop" fmla="*/ 0 h 4317120"/>
              <a:gd name="textAreaBottom" fmla="*/ 4319640 h 431712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2920" cy="2473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80440" cy="6292440"/>
            <a:chOff x="461520" y="438840"/>
            <a:chExt cx="11080440" cy="629244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3640" cy="4283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6280" cy="20062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8360" cy="3258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7640" cy="1093680"/>
              <a:chOff x="1406520" y="1012320"/>
              <a:chExt cx="1367640" cy="109368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7960" y="-2880"/>
            <a:ext cx="4634640" cy="2440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5440" y="1267200"/>
            <a:ext cx="6862320" cy="4317120"/>
          </a:xfrm>
          <a:custGeom>
            <a:avLst/>
            <a:gdLst>
              <a:gd name="textAreaLeft" fmla="*/ 0 w 6862320"/>
              <a:gd name="textAreaRight" fmla="*/ 6864840 w 6862320"/>
              <a:gd name="textAreaTop" fmla="*/ 0 h 4317120"/>
              <a:gd name="textAreaBottom" fmla="*/ 4319640 h 431712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2920" cy="237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80800" cy="7116840"/>
            <a:chOff x="822600" y="270000"/>
            <a:chExt cx="11080800" cy="711684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80800" cy="6292440"/>
              <a:chOff x="822600" y="270000"/>
              <a:chExt cx="11080800" cy="629244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640" cy="4283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280" cy="2006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360" cy="32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7640" cy="1093680"/>
                <a:chOff x="1767960" y="843120"/>
                <a:chExt cx="1367640" cy="109368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5920" cy="1915920"/>
              <a:chOff x="6279120" y="5470920"/>
              <a:chExt cx="1915920" cy="191592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80800" cy="7116840"/>
            <a:chOff x="822600" y="270000"/>
            <a:chExt cx="11080800" cy="711684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80800" cy="6292440"/>
              <a:chOff x="822600" y="270000"/>
              <a:chExt cx="11080800" cy="629244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640" cy="4283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280" cy="2006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360" cy="32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7640" cy="1093680"/>
                <a:chOff x="1767960" y="843120"/>
                <a:chExt cx="1367640" cy="109368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5920" cy="1915920"/>
              <a:chOff x="6279120" y="5470920"/>
              <a:chExt cx="1915920" cy="191592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5480" y="3337560"/>
            <a:ext cx="3917160" cy="2937240"/>
            <a:chOff x="-15480" y="3337560"/>
            <a:chExt cx="3917160" cy="293724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296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756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4080" y="5623920"/>
              <a:ext cx="324360" cy="32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9060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400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712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7052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704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356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6960" y="562392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296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2960" y="52974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296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296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296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1068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584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756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408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9060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400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712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356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6960" y="52970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1068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756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408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9060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400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712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7052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7040" y="49708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1068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584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7560" y="4644000"/>
              <a:ext cx="324360" cy="32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408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9060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400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712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7052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704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356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6960" y="464400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1068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584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756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408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9060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400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712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7052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7040" y="4317480"/>
              <a:ext cx="324360" cy="32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356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6960" y="431748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1068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756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408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90600" y="3990960"/>
              <a:ext cx="324360" cy="32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400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712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7052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704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3560" y="39909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756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408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9060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400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712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7052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704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356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6960" y="3664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10680" y="33375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5840" y="33375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7560" y="333756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5840" y="5950440"/>
              <a:ext cx="324360" cy="3243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5840" y="5623920"/>
              <a:ext cx="324360" cy="32436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760" y="5932080"/>
            <a:ext cx="662400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2640" y="5935320"/>
            <a:ext cx="8082720" cy="9442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9840" y="-60480"/>
            <a:ext cx="3976560" cy="37137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09720" y="50400"/>
            <a:ext cx="2989800" cy="3911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80800" cy="7116840"/>
            <a:chOff x="822600" y="270000"/>
            <a:chExt cx="11080800" cy="711684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80800" cy="6292440"/>
              <a:chOff x="822600" y="270000"/>
              <a:chExt cx="11080800" cy="629244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3640" cy="4283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6280" cy="2006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8360" cy="32583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7640" cy="1093680"/>
                <a:chOff x="1767960" y="843120"/>
                <a:chExt cx="1367640" cy="109368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1440" cy="271440"/>
                </a:xfrm>
                <a:custGeom>
                  <a:avLst/>
                  <a:gdLst>
                    <a:gd name="textAreaLeft" fmla="*/ 0 w 271440"/>
                    <a:gd name="textAreaRight" fmla="*/ 273960 w 271440"/>
                    <a:gd name="textAreaTop" fmla="*/ 0 h 271440"/>
                    <a:gd name="textAreaBottom" fmla="*/ 273960 h 27144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5920" cy="1915920"/>
              <a:chOff x="6279120" y="5470920"/>
              <a:chExt cx="1915920" cy="191592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1440" cy="271440"/>
              </a:xfrm>
              <a:custGeom>
                <a:avLst/>
                <a:gdLst>
                  <a:gd name="textAreaLeft" fmla="*/ 0 w 271440"/>
                  <a:gd name="textAreaRight" fmla="*/ 273960 w 271440"/>
                  <a:gd name="textAreaTop" fmla="*/ 0 h 271440"/>
                  <a:gd name="textAreaBottom" fmla="*/ 273960 h 27144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5000" y="1398600"/>
            <a:ext cx="7274520" cy="4053600"/>
          </a:xfrm>
          <a:custGeom>
            <a:avLst/>
            <a:gdLst>
              <a:gd name="textAreaLeft" fmla="*/ 0 w 7274520"/>
              <a:gd name="textAreaRight" fmla="*/ 7277040 w 7274520"/>
              <a:gd name="textAreaTop" fmla="*/ 0 h 4053600"/>
              <a:gd name="textAreaBottom" fmla="*/ 4056120 h 405360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28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Google Shape;203;p53"/>
          <p:cNvSpPr/>
          <p:nvPr/>
        </p:nvSpPr>
        <p:spPr>
          <a:xfrm>
            <a:off x="-65160" y="0"/>
            <a:ext cx="2729520" cy="480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Google Shape;204;p53"/>
          <p:cNvSpPr/>
          <p:nvPr/>
        </p:nvSpPr>
        <p:spPr>
          <a:xfrm flipH="1">
            <a:off x="7617960" y="-2880"/>
            <a:ext cx="4634640" cy="480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Google Shape;205;p53"/>
          <p:cNvSpPr/>
          <p:nvPr/>
        </p:nvSpPr>
        <p:spPr>
          <a:xfrm>
            <a:off x="2362320" y="0"/>
            <a:ext cx="5655240" cy="480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Google Shape;206;p53"/>
          <p:cNvSpPr/>
          <p:nvPr/>
        </p:nvSpPr>
        <p:spPr>
          <a:xfrm flipH="1" rot="10800000">
            <a:off x="2149920" y="5932080"/>
            <a:ext cx="1010412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Google Shape;207;p53"/>
          <p:cNvSpPr/>
          <p:nvPr/>
        </p:nvSpPr>
        <p:spPr>
          <a:xfrm rot="10800000">
            <a:off x="-62280" y="5935320"/>
            <a:ext cx="2424600" cy="944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Google Shape;209;p53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210;p53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211;p53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212;p53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213;p53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214;p53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215;p53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216;p53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217;p53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218;p53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Google Shape;219;p53"/>
          <p:cNvSpPr/>
          <p:nvPr/>
        </p:nvSpPr>
        <p:spPr>
          <a:xfrm>
            <a:off x="2986560" y="6282360"/>
            <a:ext cx="7104240" cy="33336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Google Shape;220;p53"/>
          <p:cNvSpPr/>
          <p:nvPr/>
        </p:nvSpPr>
        <p:spPr>
          <a:xfrm>
            <a:off x="10377360" y="6225480"/>
            <a:ext cx="11422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Google Shape;221;p53"/>
          <p:cNvSpPr/>
          <p:nvPr/>
        </p:nvSpPr>
        <p:spPr>
          <a:xfrm>
            <a:off x="10170000" y="6318000"/>
            <a:ext cx="262800" cy="26280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28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Google Shape;224;p54"/>
          <p:cNvSpPr/>
          <p:nvPr/>
        </p:nvSpPr>
        <p:spPr>
          <a:xfrm>
            <a:off x="-65160" y="0"/>
            <a:ext cx="2729520" cy="210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Google Shape;225;p54"/>
          <p:cNvSpPr/>
          <p:nvPr/>
        </p:nvSpPr>
        <p:spPr>
          <a:xfrm flipH="1">
            <a:off x="7617960" y="-2880"/>
            <a:ext cx="4634640" cy="210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Google Shape;226;p54"/>
          <p:cNvSpPr/>
          <p:nvPr/>
        </p:nvSpPr>
        <p:spPr>
          <a:xfrm>
            <a:off x="2362320" y="0"/>
            <a:ext cx="5655240" cy="210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Google Shape;227;p54"/>
          <p:cNvSpPr/>
          <p:nvPr/>
        </p:nvSpPr>
        <p:spPr>
          <a:xfrm flipH="1" rot="10800000">
            <a:off x="5630760" y="5932080"/>
            <a:ext cx="662400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Google Shape;228;p54"/>
          <p:cNvSpPr/>
          <p:nvPr/>
        </p:nvSpPr>
        <p:spPr>
          <a:xfrm rot="10800000">
            <a:off x="-62640" y="5935320"/>
            <a:ext cx="8082720" cy="944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0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Google Shape;230;p54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Google Shape;231;p54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Google Shape;232;p54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Google Shape;233;p54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Google Shape;234;p54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Google Shape;235;p54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Google Shape;236;p54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Google Shape;237;p54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Google Shape;238;p54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Google Shape;239;p54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960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Google Shape;83;p5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Google Shape;84;p5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Google Shape;85;p5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Google Shape;86;p5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Google Shape;87;p5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Google Shape;88;p5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Google Shape;89;p5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Google Shape;90;p5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Google Shape;91;p5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Google Shape;92;p5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4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Google Shape;94;p50"/>
          <p:cNvSpPr/>
          <p:nvPr/>
        </p:nvSpPr>
        <p:spPr>
          <a:xfrm>
            <a:off x="9651960" y="2103120"/>
            <a:ext cx="2286000" cy="4732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6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8800" cy="473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7" name="Google Shape;96;p50"/>
          <p:cNvSpPr/>
          <p:nvPr/>
        </p:nvSpPr>
        <p:spPr>
          <a:xfrm>
            <a:off x="6783120" y="2185200"/>
            <a:ext cx="4550040" cy="15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6720" cy="16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Google Shape;17;p47"/>
          <p:cNvSpPr/>
          <p:nvPr/>
        </p:nvSpPr>
        <p:spPr>
          <a:xfrm>
            <a:off x="-187920" y="-628560"/>
            <a:ext cx="421920" cy="78080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Google Shape;18;p47"/>
          <p:cNvSpPr/>
          <p:nvPr/>
        </p:nvSpPr>
        <p:spPr>
          <a:xfrm rot="10800000">
            <a:off x="7388280" y="-423000"/>
            <a:ext cx="2612880" cy="7808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Google Shape;19;p47"/>
          <p:cNvSpPr/>
          <p:nvPr/>
        </p:nvSpPr>
        <p:spPr>
          <a:xfrm rot="10800000">
            <a:off x="10004040" y="-423000"/>
            <a:ext cx="2612880" cy="7808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Google Shape;20;p47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Google Shape;21;p47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Google Shape;22;p47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Google Shape;23;p47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24;p47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25;p47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26;p47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27;p47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28;p47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29;p47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1038;p79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1039;p79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1040;p79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Google Shape;1041;p79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Google Shape;1042;p79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1043;p79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1044;p79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Google Shape;1045;p79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Google Shape;1046;p79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Google Shape;1047;p79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2840" cy="52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4320" cy="162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1050;p79"/>
          <p:cNvSpPr/>
          <p:nvPr/>
        </p:nvSpPr>
        <p:spPr>
          <a:xfrm rot="16200000">
            <a:off x="-251280" y="4064040"/>
            <a:ext cx="241452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28" name="Google Shape;1051;p79"/>
          <p:cNvGrpSpPr/>
          <p:nvPr/>
        </p:nvGrpSpPr>
        <p:grpSpPr>
          <a:xfrm>
            <a:off x="755280" y="2676960"/>
            <a:ext cx="690840" cy="690840"/>
            <a:chOff x="755280" y="2676960"/>
            <a:chExt cx="690840" cy="690840"/>
          </a:xfrm>
        </p:grpSpPr>
        <p:sp>
          <p:nvSpPr>
            <p:cNvPr id="529" name="Google Shape;1052;p79"/>
            <p:cNvSpPr/>
            <p:nvPr/>
          </p:nvSpPr>
          <p:spPr>
            <a:xfrm>
              <a:off x="755280" y="302364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Google Shape;1053;p79"/>
            <p:cNvSpPr/>
            <p:nvPr/>
          </p:nvSpPr>
          <p:spPr>
            <a:xfrm>
              <a:off x="1101960" y="26769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1" name="Google Shape;1054;p79"/>
          <p:cNvGrpSpPr/>
          <p:nvPr/>
        </p:nvGrpSpPr>
        <p:grpSpPr>
          <a:xfrm>
            <a:off x="6118200" y="5445000"/>
            <a:ext cx="690840" cy="690480"/>
            <a:chOff x="6118200" y="5445000"/>
            <a:chExt cx="690840" cy="690480"/>
          </a:xfrm>
        </p:grpSpPr>
        <p:sp>
          <p:nvSpPr>
            <p:cNvPr id="532" name="Google Shape;1055;p79"/>
            <p:cNvSpPr/>
            <p:nvPr/>
          </p:nvSpPr>
          <p:spPr>
            <a:xfrm>
              <a:off x="6118200" y="5791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Google Shape;1056;p79"/>
            <p:cNvSpPr/>
            <p:nvPr/>
          </p:nvSpPr>
          <p:spPr>
            <a:xfrm>
              <a:off x="6464880" y="5445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4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6120" cy="2122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5880" cy="59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6600" cy="560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37" name="Google Shape;1060;p79"/>
          <p:cNvGrpSpPr/>
          <p:nvPr/>
        </p:nvGrpSpPr>
        <p:grpSpPr>
          <a:xfrm>
            <a:off x="10113480" y="597240"/>
            <a:ext cx="1478880" cy="1438560"/>
            <a:chOff x="10113480" y="597240"/>
            <a:chExt cx="1478880" cy="1438560"/>
          </a:xfrm>
        </p:grpSpPr>
        <p:grpSp>
          <p:nvGrpSpPr>
            <p:cNvPr id="538" name="Google Shape;1061;p79"/>
            <p:cNvGrpSpPr/>
            <p:nvPr/>
          </p:nvGrpSpPr>
          <p:grpSpPr>
            <a:xfrm>
              <a:off x="10124640" y="1269360"/>
              <a:ext cx="1467720" cy="766440"/>
              <a:chOff x="10124640" y="1269360"/>
              <a:chExt cx="1467720" cy="766440"/>
            </a:xfrm>
          </p:grpSpPr>
          <p:grpSp>
            <p:nvGrpSpPr>
              <p:cNvPr id="539" name="Google Shape;1062;p79"/>
              <p:cNvGrpSpPr/>
              <p:nvPr/>
            </p:nvGrpSpPr>
            <p:grpSpPr>
              <a:xfrm>
                <a:off x="10124640" y="1269360"/>
                <a:ext cx="1222200" cy="297360"/>
                <a:chOff x="10124640" y="1269360"/>
                <a:chExt cx="1222200" cy="297360"/>
              </a:xfrm>
            </p:grpSpPr>
            <p:sp>
              <p:nvSpPr>
                <p:cNvPr id="540" name="Google Shape;1063;p79"/>
                <p:cNvSpPr/>
                <p:nvPr/>
              </p:nvSpPr>
              <p:spPr>
                <a:xfrm>
                  <a:off x="10124640" y="1269360"/>
                  <a:ext cx="147240" cy="295920"/>
                </a:xfrm>
                <a:custGeom>
                  <a:avLst/>
                  <a:gdLst>
                    <a:gd name="textAreaLeft" fmla="*/ 0 w 147240"/>
                    <a:gd name="textAreaRight" fmla="*/ 149760 w 147240"/>
                    <a:gd name="textAreaTop" fmla="*/ 0 h 295920"/>
                    <a:gd name="textAreaBottom" fmla="*/ 298440 h 29592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1" name="Google Shape;1064;p79"/>
                <p:cNvSpPr/>
                <p:nvPr/>
              </p:nvSpPr>
              <p:spPr>
                <a:xfrm>
                  <a:off x="10305360" y="1324800"/>
                  <a:ext cx="227520" cy="241560"/>
                </a:xfrm>
                <a:custGeom>
                  <a:avLst/>
                  <a:gdLst>
                    <a:gd name="textAreaLeft" fmla="*/ 0 w 227520"/>
                    <a:gd name="textAreaRight" fmla="*/ 230040 w 2275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2" name="Google Shape;1065;p79"/>
                <p:cNvSpPr/>
                <p:nvPr/>
              </p:nvSpPr>
              <p:spPr>
                <a:xfrm>
                  <a:off x="10573560" y="1325160"/>
                  <a:ext cx="215280" cy="241560"/>
                </a:xfrm>
                <a:custGeom>
                  <a:avLst/>
                  <a:gdLst>
                    <a:gd name="textAreaLeft" fmla="*/ 0 w 215280"/>
                    <a:gd name="textAreaRight" fmla="*/ 217800 w 215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3" name="Google Shape;1066;p79"/>
                <p:cNvSpPr/>
                <p:nvPr/>
              </p:nvSpPr>
              <p:spPr>
                <a:xfrm>
                  <a:off x="10834560" y="1325160"/>
                  <a:ext cx="212400" cy="236160"/>
                </a:xfrm>
                <a:custGeom>
                  <a:avLst/>
                  <a:gdLst>
                    <a:gd name="textAreaLeft" fmla="*/ 0 w 212400"/>
                    <a:gd name="textAreaRight" fmla="*/ 214920 w 212400"/>
                    <a:gd name="textAreaTop" fmla="*/ 0 h 236160"/>
                    <a:gd name="textAreaBottom" fmla="*/ 238680 h 23616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4" name="Google Shape;1067;p79"/>
                <p:cNvSpPr/>
                <p:nvPr/>
              </p:nvSpPr>
              <p:spPr>
                <a:xfrm>
                  <a:off x="11095560" y="132516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45" name="Google Shape;1068;p79"/>
              <p:cNvGrpSpPr/>
              <p:nvPr/>
            </p:nvGrpSpPr>
            <p:grpSpPr>
              <a:xfrm>
                <a:off x="10546560" y="1648080"/>
                <a:ext cx="1045800" cy="387720"/>
                <a:chOff x="10546560" y="1648080"/>
                <a:chExt cx="1045800" cy="387720"/>
              </a:xfrm>
            </p:grpSpPr>
            <p:sp>
              <p:nvSpPr>
                <p:cNvPr id="546" name="Google Shape;1069;p79"/>
                <p:cNvSpPr/>
                <p:nvPr/>
              </p:nvSpPr>
              <p:spPr>
                <a:xfrm>
                  <a:off x="10546560" y="1648080"/>
                  <a:ext cx="64080" cy="31680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7" name="Google Shape;1070;p79"/>
                <p:cNvSpPr/>
                <p:nvPr/>
              </p:nvSpPr>
              <p:spPr>
                <a:xfrm>
                  <a:off x="10664280" y="172872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8" name="Google Shape;1071;p79"/>
                <p:cNvSpPr/>
                <p:nvPr/>
              </p:nvSpPr>
              <p:spPr>
                <a:xfrm>
                  <a:off x="10955160" y="1728720"/>
                  <a:ext cx="243720" cy="307080"/>
                </a:xfrm>
                <a:custGeom>
                  <a:avLst/>
                  <a:gdLst>
                    <a:gd name="textAreaLeft" fmla="*/ 0 w 243720"/>
                    <a:gd name="textAreaRight" fmla="*/ 246240 w 243720"/>
                    <a:gd name="textAreaTop" fmla="*/ 0 h 307080"/>
                    <a:gd name="textAreaBottom" fmla="*/ 309600 h 30708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49" name="Google Shape;1072;p79"/>
                <p:cNvSpPr/>
                <p:nvPr/>
              </p:nvSpPr>
              <p:spPr>
                <a:xfrm>
                  <a:off x="11262240" y="1648440"/>
                  <a:ext cx="67680" cy="316800"/>
                </a:xfrm>
                <a:custGeom>
                  <a:avLst/>
                  <a:gdLst>
                    <a:gd name="textAreaLeft" fmla="*/ 0 w 67680"/>
                    <a:gd name="textAreaRight" fmla="*/ 70200 w 676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50" name="Google Shape;1073;p79"/>
                <p:cNvSpPr/>
                <p:nvPr/>
              </p:nvSpPr>
              <p:spPr>
                <a:xfrm>
                  <a:off x="11379240" y="1730520"/>
                  <a:ext cx="213120" cy="239040"/>
                </a:xfrm>
                <a:custGeom>
                  <a:avLst/>
                  <a:gdLst>
                    <a:gd name="textAreaLeft" fmla="*/ 0 w 213120"/>
                    <a:gd name="textAreaRight" fmla="*/ 215640 w 213120"/>
                    <a:gd name="textAreaTop" fmla="*/ 0 h 239040"/>
                    <a:gd name="textAreaBottom" fmla="*/ 241560 h 23904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51" name="Google Shape;1074;p79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552" name="Google Shape;1075;p79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3" name="Google Shape;1076;p79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4" name="Google Shape;1077;p79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5" name="Google Shape;1078;p79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6" name="Google Shape;1079;p79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7" name="Google Shape;1080;p79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Google Shape;1081;p79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9" name="Google Shape;1082;p79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0" name="Google Shape;1083;p79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1" name="Google Shape;1084;p79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Google Shape;1085;p79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3" name="Google Shape;1086;p79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4" name="Google Shape;1087;p79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5" name="Google Shape;1088;p79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6" name="Google Shape;1089;p79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7" name="Google Shape;1090;p79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Google Shape;1091;p79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Google Shape;1092;p79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Google Shape;1093;p79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Google Shape;1094;p79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Google Shape;1095;p79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3" name="Google Shape;1096;p79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4" name="Google Shape;1097;p79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75" name="Google Shape;1098;p79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576" name="Google Shape;1099;p79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7" name="Google Shape;1100;p79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Google Shape;1101;p79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9" name="Google Shape;1102;p79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0" name="Google Shape;1103;p79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8320" cy="66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Google Shape;324;p58"/>
          <p:cNvSpPr/>
          <p:nvPr/>
        </p:nvSpPr>
        <p:spPr>
          <a:xfrm>
            <a:off x="1918440" y="2635920"/>
            <a:ext cx="924480" cy="924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Google Shape;325;p58"/>
          <p:cNvSpPr/>
          <p:nvPr/>
        </p:nvSpPr>
        <p:spPr>
          <a:xfrm rot="10800000">
            <a:off x="9970200" y="-473760"/>
            <a:ext cx="2955240" cy="7808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Google Shape;326;p58"/>
          <p:cNvSpPr/>
          <p:nvPr/>
        </p:nvSpPr>
        <p:spPr>
          <a:xfrm>
            <a:off x="-1396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85" name="Google Shape;327;p58"/>
          <p:cNvGrpSpPr/>
          <p:nvPr/>
        </p:nvGrpSpPr>
        <p:grpSpPr>
          <a:xfrm>
            <a:off x="2986560" y="7543800"/>
            <a:ext cx="5221800" cy="376560"/>
            <a:chOff x="2986560" y="7543800"/>
            <a:chExt cx="5221800" cy="376560"/>
          </a:xfrm>
        </p:grpSpPr>
        <p:sp>
          <p:nvSpPr>
            <p:cNvPr id="586" name="Google Shape;328;p58"/>
            <p:cNvSpPr/>
            <p:nvPr/>
          </p:nvSpPr>
          <p:spPr>
            <a:xfrm>
              <a:off x="298656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Google Shape;329;p58"/>
            <p:cNvSpPr/>
            <p:nvPr/>
          </p:nvSpPr>
          <p:spPr>
            <a:xfrm>
              <a:off x="354204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Google Shape;330;p58"/>
            <p:cNvSpPr/>
            <p:nvPr/>
          </p:nvSpPr>
          <p:spPr>
            <a:xfrm>
              <a:off x="404964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9" name="Google Shape;331;p58"/>
            <p:cNvSpPr/>
            <p:nvPr/>
          </p:nvSpPr>
          <p:spPr>
            <a:xfrm>
              <a:off x="456408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Google Shape;332;p58"/>
            <p:cNvSpPr/>
            <p:nvPr/>
          </p:nvSpPr>
          <p:spPr>
            <a:xfrm>
              <a:off x="507816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Google Shape;333;p58"/>
            <p:cNvSpPr/>
            <p:nvPr/>
          </p:nvSpPr>
          <p:spPr>
            <a:xfrm>
              <a:off x="614520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Google Shape;334;p58"/>
            <p:cNvSpPr/>
            <p:nvPr/>
          </p:nvSpPr>
          <p:spPr>
            <a:xfrm>
              <a:off x="563364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Google Shape;335;p58"/>
            <p:cNvSpPr/>
            <p:nvPr/>
          </p:nvSpPr>
          <p:spPr>
            <a:xfrm>
              <a:off x="674136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Google Shape;336;p58"/>
            <p:cNvSpPr/>
            <p:nvPr/>
          </p:nvSpPr>
          <p:spPr>
            <a:xfrm>
              <a:off x="730332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Google Shape;337;p58"/>
            <p:cNvSpPr/>
            <p:nvPr/>
          </p:nvSpPr>
          <p:spPr>
            <a:xfrm>
              <a:off x="7846200" y="7543800"/>
              <a:ext cx="362160" cy="376560"/>
            </a:xfrm>
            <a:custGeom>
              <a:avLst/>
              <a:gdLst>
                <a:gd name="textAreaLeft" fmla="*/ 0 w 362160"/>
                <a:gd name="textAreaRight" fmla="*/ 364680 w 362160"/>
                <a:gd name="textAreaTop" fmla="*/ 0 h 376560"/>
                <a:gd name="textAreaBottom" fmla="*/ 379080 h 37656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6" name="Google Shape;338;p58"/>
          <p:cNvSpPr/>
          <p:nvPr/>
        </p:nvSpPr>
        <p:spPr>
          <a:xfrm>
            <a:off x="-19227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Google Shape;339;p58"/>
          <p:cNvSpPr/>
          <p:nvPr/>
        </p:nvSpPr>
        <p:spPr>
          <a:xfrm>
            <a:off x="-24811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Google Shape;340;p58"/>
          <p:cNvSpPr/>
          <p:nvPr/>
        </p:nvSpPr>
        <p:spPr>
          <a:xfrm>
            <a:off x="-3033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Google Shape;341;p58"/>
          <p:cNvSpPr/>
          <p:nvPr/>
        </p:nvSpPr>
        <p:spPr>
          <a:xfrm>
            <a:off x="-187920" y="-628560"/>
            <a:ext cx="778680" cy="7808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Google Shape;342;p58"/>
          <p:cNvSpPr/>
          <p:nvPr/>
        </p:nvSpPr>
        <p:spPr>
          <a:xfrm rot="10800000">
            <a:off x="9986040" y="-402480"/>
            <a:ext cx="2955240" cy="28249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Google Shape;343;p58"/>
          <p:cNvSpPr/>
          <p:nvPr/>
        </p:nvSpPr>
        <p:spPr>
          <a:xfrm>
            <a:off x="564840" y="5270400"/>
            <a:ext cx="1464840" cy="1622880"/>
          </a:xfrm>
          <a:custGeom>
            <a:avLst/>
            <a:gdLst>
              <a:gd name="textAreaLeft" fmla="*/ 0 w 1464840"/>
              <a:gd name="textAreaRight" fmla="*/ 1467360 w 1464840"/>
              <a:gd name="textAreaTop" fmla="*/ 0 h 1622880"/>
              <a:gd name="textAreaBottom" fmla="*/ 1625400 h 162288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Google Shape;344;p58"/>
          <p:cNvSpPr/>
          <p:nvPr/>
        </p:nvSpPr>
        <p:spPr>
          <a:xfrm>
            <a:off x="997560" y="1713240"/>
            <a:ext cx="924480" cy="92448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Google Shape;345;p58"/>
          <p:cNvSpPr/>
          <p:nvPr/>
        </p:nvSpPr>
        <p:spPr>
          <a:xfrm>
            <a:off x="997560" y="2301840"/>
            <a:ext cx="92448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7600" cy="70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20520" cy="70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6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3240" cy="71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7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8320" cy="22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9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428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Google Shape;242;p55"/>
          <p:cNvSpPr/>
          <p:nvPr/>
        </p:nvSpPr>
        <p:spPr>
          <a:xfrm>
            <a:off x="-65160" y="6751800"/>
            <a:ext cx="2729520" cy="2102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Google Shape;243;p55"/>
          <p:cNvSpPr/>
          <p:nvPr/>
        </p:nvSpPr>
        <p:spPr>
          <a:xfrm flipH="1">
            <a:off x="7617960" y="6751800"/>
            <a:ext cx="4634640" cy="210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Google Shape;244;p55"/>
          <p:cNvSpPr/>
          <p:nvPr/>
        </p:nvSpPr>
        <p:spPr>
          <a:xfrm>
            <a:off x="2362320" y="6751800"/>
            <a:ext cx="5655240" cy="2102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Google Shape;245;p55"/>
          <p:cNvSpPr/>
          <p:nvPr/>
        </p:nvSpPr>
        <p:spPr>
          <a:xfrm flipH="1" rot="10800000">
            <a:off x="5630760" y="1080"/>
            <a:ext cx="662400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Google Shape;246;p55"/>
          <p:cNvSpPr/>
          <p:nvPr/>
        </p:nvSpPr>
        <p:spPr>
          <a:xfrm rot="10800000">
            <a:off x="-62640" y="0"/>
            <a:ext cx="8082720" cy="944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5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Google Shape;248;p55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Google Shape;249;p55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Google Shape;250;p55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Google Shape;251;p55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Google Shape;252;p55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Google Shape;253;p55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Google Shape;254;p55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Google Shape;255;p55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Google Shape;256;p55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Google Shape;257;p55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351;p59"/>
          <p:cNvSpPr/>
          <p:nvPr/>
        </p:nvSpPr>
        <p:spPr>
          <a:xfrm>
            <a:off x="4610160" y="4781520"/>
            <a:ext cx="7949160" cy="1116720"/>
          </a:xfrm>
          <a:custGeom>
            <a:avLst/>
            <a:gdLst>
              <a:gd name="textAreaLeft" fmla="*/ 0 w 7949160"/>
              <a:gd name="textAreaRight" fmla="*/ 7951680 w 7949160"/>
              <a:gd name="textAreaTop" fmla="*/ 0 h 1116720"/>
              <a:gd name="textAreaBottom" fmla="*/ 1119240 h 111672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9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2280" cy="87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20680" cy="29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Google Shape;354;p59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Google Shape;355;p59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Google Shape;356;p59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357;p59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Google Shape;358;p59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359;p59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360;p59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Google Shape;361;p59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362;p59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363;p59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1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415;p61"/>
          <p:cNvSpPr/>
          <p:nvPr/>
        </p:nvSpPr>
        <p:spPr>
          <a:xfrm>
            <a:off x="9390600" y="0"/>
            <a:ext cx="2805480" cy="68482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Google Shape;416;p61"/>
          <p:cNvSpPr/>
          <p:nvPr/>
        </p:nvSpPr>
        <p:spPr>
          <a:xfrm>
            <a:off x="35420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Google Shape;417;p61"/>
          <p:cNvSpPr/>
          <p:nvPr/>
        </p:nvSpPr>
        <p:spPr>
          <a:xfrm>
            <a:off x="40971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418;p61"/>
          <p:cNvSpPr/>
          <p:nvPr/>
        </p:nvSpPr>
        <p:spPr>
          <a:xfrm>
            <a:off x="46047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Google Shape;419;p61"/>
          <p:cNvSpPr/>
          <p:nvPr/>
        </p:nvSpPr>
        <p:spPr>
          <a:xfrm>
            <a:off x="51192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420;p61"/>
          <p:cNvSpPr/>
          <p:nvPr/>
        </p:nvSpPr>
        <p:spPr>
          <a:xfrm>
            <a:off x="56336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Google Shape;421;p61"/>
          <p:cNvSpPr/>
          <p:nvPr/>
        </p:nvSpPr>
        <p:spPr>
          <a:xfrm>
            <a:off x="67003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Google Shape;422;p61"/>
          <p:cNvSpPr/>
          <p:nvPr/>
        </p:nvSpPr>
        <p:spPr>
          <a:xfrm>
            <a:off x="61891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Google Shape;423;p61"/>
          <p:cNvSpPr/>
          <p:nvPr/>
        </p:nvSpPr>
        <p:spPr>
          <a:xfrm>
            <a:off x="72968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Google Shape;424;p61"/>
          <p:cNvSpPr/>
          <p:nvPr/>
        </p:nvSpPr>
        <p:spPr>
          <a:xfrm>
            <a:off x="78588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Google Shape;425;p61"/>
          <p:cNvSpPr/>
          <p:nvPr/>
        </p:nvSpPr>
        <p:spPr>
          <a:xfrm>
            <a:off x="840168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426;p61"/>
          <p:cNvSpPr/>
          <p:nvPr/>
        </p:nvSpPr>
        <p:spPr>
          <a:xfrm>
            <a:off x="0" y="0"/>
            <a:ext cx="590760" cy="68554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6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9480" cy="348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7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6520" cy="1946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8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7680" cy="159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31;p48"/>
          <p:cNvSpPr/>
          <p:nvPr/>
        </p:nvSpPr>
        <p:spPr>
          <a:xfrm>
            <a:off x="-187920" y="-628560"/>
            <a:ext cx="344160" cy="780804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2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8680" cy="42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Google Shape;33;p48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Google Shape;34;p48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Google Shape;35;p48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Google Shape;36;p48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Google Shape;37;p48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Google Shape;38;p48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Google Shape;39;p48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Google Shape;40;p48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Google Shape;41;p48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42;p48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73" name="Google Shape;43;p48"/>
          <p:cNvGrpSpPr/>
          <p:nvPr/>
        </p:nvGrpSpPr>
        <p:grpSpPr>
          <a:xfrm>
            <a:off x="10113480" y="597240"/>
            <a:ext cx="606960" cy="150120"/>
            <a:chOff x="10113480" y="597240"/>
            <a:chExt cx="606960" cy="150120"/>
          </a:xfrm>
        </p:grpSpPr>
        <p:sp>
          <p:nvSpPr>
            <p:cNvPr id="674" name="Google Shape;44;p48"/>
            <p:cNvSpPr/>
            <p:nvPr/>
          </p:nvSpPr>
          <p:spPr>
            <a:xfrm>
              <a:off x="10627560" y="603360"/>
              <a:ext cx="92880" cy="143280"/>
            </a:xfrm>
            <a:custGeom>
              <a:avLst/>
              <a:gdLst>
                <a:gd name="textAreaLeft" fmla="*/ 0 w 92880"/>
                <a:gd name="textAreaRight" fmla="*/ 95400 w 92880"/>
                <a:gd name="textAreaTop" fmla="*/ 0 h 143280"/>
                <a:gd name="textAreaBottom" fmla="*/ 145800 h 14328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5" name="Google Shape;45;p48"/>
            <p:cNvSpPr/>
            <p:nvPr/>
          </p:nvSpPr>
          <p:spPr>
            <a:xfrm>
              <a:off x="10113480" y="597240"/>
              <a:ext cx="135360" cy="150120"/>
            </a:xfrm>
            <a:custGeom>
              <a:avLst/>
              <a:gdLst>
                <a:gd name="textAreaLeft" fmla="*/ 0 w 135360"/>
                <a:gd name="textAreaRight" fmla="*/ 137880 w 135360"/>
                <a:gd name="textAreaTop" fmla="*/ 0 h 150120"/>
                <a:gd name="textAreaBottom" fmla="*/ 152640 h 15012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Google Shape;46;p48"/>
            <p:cNvSpPr/>
            <p:nvPr/>
          </p:nvSpPr>
          <p:spPr>
            <a:xfrm>
              <a:off x="10246320" y="618480"/>
              <a:ext cx="131760" cy="124200"/>
            </a:xfrm>
            <a:custGeom>
              <a:avLst/>
              <a:gdLst>
                <a:gd name="textAreaLeft" fmla="*/ 0 w 131760"/>
                <a:gd name="textAreaRight" fmla="*/ 134280 w 131760"/>
                <a:gd name="textAreaTop" fmla="*/ 0 h 124200"/>
                <a:gd name="textAreaBottom" fmla="*/ 126720 h 12420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Google Shape;47;p48"/>
            <p:cNvSpPr/>
            <p:nvPr/>
          </p:nvSpPr>
          <p:spPr>
            <a:xfrm>
              <a:off x="10378800" y="619920"/>
              <a:ext cx="123120" cy="120600"/>
            </a:xfrm>
            <a:custGeom>
              <a:avLst/>
              <a:gdLst>
                <a:gd name="textAreaLeft" fmla="*/ 0 w 123120"/>
                <a:gd name="textAreaRight" fmla="*/ 125640 w 123120"/>
                <a:gd name="textAreaTop" fmla="*/ 0 h 120600"/>
                <a:gd name="textAreaBottom" fmla="*/ 123120 h 12060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Google Shape;48;p48"/>
            <p:cNvSpPr/>
            <p:nvPr/>
          </p:nvSpPr>
          <p:spPr>
            <a:xfrm>
              <a:off x="10503000" y="619200"/>
              <a:ext cx="124200" cy="122760"/>
            </a:xfrm>
            <a:custGeom>
              <a:avLst/>
              <a:gdLst>
                <a:gd name="textAreaLeft" fmla="*/ 0 w 124200"/>
                <a:gd name="textAreaRight" fmla="*/ 126720 w 124200"/>
                <a:gd name="textAreaTop" fmla="*/ 0 h 122760"/>
                <a:gd name="textAreaBottom" fmla="*/ 125280 h 12276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9" name="Google Shape;49;p48"/>
          <p:cNvGrpSpPr/>
          <p:nvPr/>
        </p:nvGrpSpPr>
        <p:grpSpPr>
          <a:xfrm>
            <a:off x="10033920" y="603360"/>
            <a:ext cx="1467000" cy="1042920"/>
            <a:chOff x="10033920" y="603360"/>
            <a:chExt cx="1467000" cy="1042920"/>
          </a:xfrm>
        </p:grpSpPr>
        <p:grpSp>
          <p:nvGrpSpPr>
            <p:cNvPr id="680" name="Google Shape;50;p48"/>
            <p:cNvGrpSpPr/>
            <p:nvPr/>
          </p:nvGrpSpPr>
          <p:grpSpPr>
            <a:xfrm>
              <a:off x="10033920" y="880200"/>
              <a:ext cx="1467000" cy="766080"/>
              <a:chOff x="10033920" y="880200"/>
              <a:chExt cx="1467000" cy="766080"/>
            </a:xfrm>
          </p:grpSpPr>
          <p:grpSp>
            <p:nvGrpSpPr>
              <p:cNvPr id="681" name="Google Shape;51;p48"/>
              <p:cNvGrpSpPr/>
              <p:nvPr/>
            </p:nvGrpSpPr>
            <p:grpSpPr>
              <a:xfrm>
                <a:off x="10033920" y="880200"/>
                <a:ext cx="1221120" cy="297000"/>
                <a:chOff x="10033920" y="880200"/>
                <a:chExt cx="1221120" cy="297000"/>
              </a:xfrm>
            </p:grpSpPr>
            <p:sp>
              <p:nvSpPr>
                <p:cNvPr id="682" name="Google Shape;52;p48"/>
                <p:cNvSpPr/>
                <p:nvPr/>
              </p:nvSpPr>
              <p:spPr>
                <a:xfrm>
                  <a:off x="10033920" y="880200"/>
                  <a:ext cx="146880" cy="295560"/>
                </a:xfrm>
                <a:custGeom>
                  <a:avLst/>
                  <a:gdLst>
                    <a:gd name="textAreaLeft" fmla="*/ 0 w 146880"/>
                    <a:gd name="textAreaRight" fmla="*/ 149400 w 146880"/>
                    <a:gd name="textAreaTop" fmla="*/ 0 h 295560"/>
                    <a:gd name="textAreaBottom" fmla="*/ 298080 h 29556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3" name="Google Shape;53;p48"/>
                <p:cNvSpPr/>
                <p:nvPr/>
              </p:nvSpPr>
              <p:spPr>
                <a:xfrm>
                  <a:off x="10214280" y="935640"/>
                  <a:ext cx="227520" cy="241560"/>
                </a:xfrm>
                <a:custGeom>
                  <a:avLst/>
                  <a:gdLst>
                    <a:gd name="textAreaLeft" fmla="*/ 0 w 227520"/>
                    <a:gd name="textAreaRight" fmla="*/ 230040 w 2275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4" name="Google Shape;54;p48"/>
                <p:cNvSpPr/>
                <p:nvPr/>
              </p:nvSpPr>
              <p:spPr>
                <a:xfrm>
                  <a:off x="10482120" y="935640"/>
                  <a:ext cx="215280" cy="241560"/>
                </a:xfrm>
                <a:custGeom>
                  <a:avLst/>
                  <a:gdLst>
                    <a:gd name="textAreaLeft" fmla="*/ 0 w 215280"/>
                    <a:gd name="textAreaRight" fmla="*/ 217800 w 215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5" name="Google Shape;55;p48"/>
                <p:cNvSpPr/>
                <p:nvPr/>
              </p:nvSpPr>
              <p:spPr>
                <a:xfrm>
                  <a:off x="10743120" y="935640"/>
                  <a:ext cx="212040" cy="236160"/>
                </a:xfrm>
                <a:custGeom>
                  <a:avLst/>
                  <a:gdLst>
                    <a:gd name="textAreaLeft" fmla="*/ 0 w 212040"/>
                    <a:gd name="textAreaRight" fmla="*/ 214560 w 212040"/>
                    <a:gd name="textAreaTop" fmla="*/ 0 h 236160"/>
                    <a:gd name="textAreaBottom" fmla="*/ 238680 h 23616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6" name="Google Shape;56;p48"/>
                <p:cNvSpPr/>
                <p:nvPr/>
              </p:nvSpPr>
              <p:spPr>
                <a:xfrm>
                  <a:off x="11004120" y="935640"/>
                  <a:ext cx="250920" cy="241560"/>
                </a:xfrm>
                <a:custGeom>
                  <a:avLst/>
                  <a:gdLst>
                    <a:gd name="textAreaLeft" fmla="*/ 0 w 250920"/>
                    <a:gd name="textAreaRight" fmla="*/ 253440 w 2509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87" name="Google Shape;57;p48"/>
              <p:cNvGrpSpPr/>
              <p:nvPr/>
            </p:nvGrpSpPr>
            <p:grpSpPr>
              <a:xfrm>
                <a:off x="10455480" y="1258560"/>
                <a:ext cx="1045440" cy="387720"/>
                <a:chOff x="10455480" y="1258560"/>
                <a:chExt cx="1045440" cy="387720"/>
              </a:xfrm>
            </p:grpSpPr>
            <p:sp>
              <p:nvSpPr>
                <p:cNvPr id="688" name="Google Shape;58;p48"/>
                <p:cNvSpPr/>
                <p:nvPr/>
              </p:nvSpPr>
              <p:spPr>
                <a:xfrm>
                  <a:off x="10455480" y="1258920"/>
                  <a:ext cx="64080" cy="31644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16440"/>
                    <a:gd name="textAreaBottom" fmla="*/ 318960 h 31644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89" name="Google Shape;59;p48"/>
                <p:cNvSpPr/>
                <p:nvPr/>
              </p:nvSpPr>
              <p:spPr>
                <a:xfrm>
                  <a:off x="10572840" y="1339200"/>
                  <a:ext cx="250920" cy="241560"/>
                </a:xfrm>
                <a:custGeom>
                  <a:avLst/>
                  <a:gdLst>
                    <a:gd name="textAreaLeft" fmla="*/ 0 w 250920"/>
                    <a:gd name="textAreaRight" fmla="*/ 253440 w 2509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0" name="Google Shape;60;p48"/>
                <p:cNvSpPr/>
                <p:nvPr/>
              </p:nvSpPr>
              <p:spPr>
                <a:xfrm>
                  <a:off x="10864080" y="1339200"/>
                  <a:ext cx="243720" cy="307080"/>
                </a:xfrm>
                <a:custGeom>
                  <a:avLst/>
                  <a:gdLst>
                    <a:gd name="textAreaLeft" fmla="*/ 0 w 243720"/>
                    <a:gd name="textAreaRight" fmla="*/ 246240 w 243720"/>
                    <a:gd name="textAreaTop" fmla="*/ 0 h 307080"/>
                    <a:gd name="textAreaBottom" fmla="*/ 309600 h 30708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1" name="Google Shape;61;p48"/>
                <p:cNvSpPr/>
                <p:nvPr/>
              </p:nvSpPr>
              <p:spPr>
                <a:xfrm>
                  <a:off x="11170800" y="1258560"/>
                  <a:ext cx="67320" cy="316440"/>
                </a:xfrm>
                <a:custGeom>
                  <a:avLst/>
                  <a:gdLst>
                    <a:gd name="textAreaLeft" fmla="*/ 0 w 67320"/>
                    <a:gd name="textAreaRight" fmla="*/ 69840 w 67320"/>
                    <a:gd name="textAreaTop" fmla="*/ 0 h 316440"/>
                    <a:gd name="textAreaBottom" fmla="*/ 318960 h 31644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92" name="Google Shape;62;p48"/>
                <p:cNvSpPr/>
                <p:nvPr/>
              </p:nvSpPr>
              <p:spPr>
                <a:xfrm>
                  <a:off x="11287800" y="1341000"/>
                  <a:ext cx="213120" cy="238680"/>
                </a:xfrm>
                <a:custGeom>
                  <a:avLst/>
                  <a:gdLst>
                    <a:gd name="textAreaLeft" fmla="*/ 0 w 213120"/>
                    <a:gd name="textAreaRight" fmla="*/ 215640 w 213120"/>
                    <a:gd name="textAreaTop" fmla="*/ 0 h 238680"/>
                    <a:gd name="textAreaBottom" fmla="*/ 241200 h 23868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693" name="Google Shape;63;p48"/>
            <p:cNvGrpSpPr/>
            <p:nvPr/>
          </p:nvGrpSpPr>
          <p:grpSpPr>
            <a:xfrm>
              <a:off x="10120680" y="603360"/>
              <a:ext cx="606960" cy="150120"/>
              <a:chOff x="10120680" y="603360"/>
              <a:chExt cx="606960" cy="150120"/>
            </a:xfrm>
          </p:grpSpPr>
          <p:sp>
            <p:nvSpPr>
              <p:cNvPr id="694" name="Google Shape;64;p48"/>
              <p:cNvSpPr/>
              <p:nvPr/>
            </p:nvSpPr>
            <p:spPr>
              <a:xfrm>
                <a:off x="10634760" y="60948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Google Shape;65;p48"/>
              <p:cNvSpPr/>
              <p:nvPr/>
            </p:nvSpPr>
            <p:spPr>
              <a:xfrm>
                <a:off x="10120680" y="60336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Google Shape;66;p48"/>
              <p:cNvSpPr/>
              <p:nvPr/>
            </p:nvSpPr>
            <p:spPr>
              <a:xfrm>
                <a:off x="10253880" y="624600"/>
                <a:ext cx="131400" cy="124200"/>
              </a:xfrm>
              <a:custGeom>
                <a:avLst/>
                <a:gdLst>
                  <a:gd name="textAreaLeft" fmla="*/ 0 w 131400"/>
                  <a:gd name="textAreaRight" fmla="*/ 133920 w 13140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Google Shape;67;p48"/>
              <p:cNvSpPr/>
              <p:nvPr/>
            </p:nvSpPr>
            <p:spPr>
              <a:xfrm>
                <a:off x="10386000" y="626040"/>
                <a:ext cx="122760" cy="120600"/>
              </a:xfrm>
              <a:custGeom>
                <a:avLst/>
                <a:gdLst>
                  <a:gd name="textAreaLeft" fmla="*/ 0 w 122760"/>
                  <a:gd name="textAreaRight" fmla="*/ 125280 w 12276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Google Shape;68;p48"/>
              <p:cNvSpPr/>
              <p:nvPr/>
            </p:nvSpPr>
            <p:spPr>
              <a:xfrm>
                <a:off x="10510560" y="625320"/>
                <a:ext cx="123840" cy="122760"/>
              </a:xfrm>
              <a:custGeom>
                <a:avLst/>
                <a:gdLst>
                  <a:gd name="textAreaLeft" fmla="*/ 0 w 123840"/>
                  <a:gd name="textAreaRight" fmla="*/ 126360 w 12384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461;p63"/>
          <p:cNvSpPr/>
          <p:nvPr/>
        </p:nvSpPr>
        <p:spPr>
          <a:xfrm rot="10800000">
            <a:off x="3960" y="2520"/>
            <a:ext cx="3538080" cy="6855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Google Shape;462;p63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Google Shape;463;p63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Google Shape;464;p63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Google Shape;465;p63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Google Shape;466;p63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Google Shape;467;p63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Google Shape;468;p63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Google Shape;469;p63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Google Shape;470;p63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Google Shape;471;p63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2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6280" cy="20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3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60800" cy="136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4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7560" cy="1267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431;p6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Google Shape;432;p6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Google Shape;433;p6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Google Shape;434;p6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Google Shape;435;p6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Google Shape;436;p6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Google Shape;437;p6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Google Shape;438;p6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Google Shape;439;p6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Google Shape;440;p6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Google Shape;441;p62"/>
          <p:cNvSpPr/>
          <p:nvPr/>
        </p:nvSpPr>
        <p:spPr>
          <a:xfrm>
            <a:off x="1655640" y="-227880"/>
            <a:ext cx="2056320" cy="8443800"/>
          </a:xfrm>
          <a:custGeom>
            <a:avLst/>
            <a:gdLst>
              <a:gd name="textAreaLeft" fmla="*/ 0 w 2056320"/>
              <a:gd name="textAreaRight" fmla="*/ 2058840 w 2056320"/>
              <a:gd name="textAreaTop" fmla="*/ 0 h 8443800"/>
              <a:gd name="textAreaBottom" fmla="*/ 8446320 h 844380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Google Shape;442;p62"/>
          <p:cNvSpPr/>
          <p:nvPr/>
        </p:nvSpPr>
        <p:spPr>
          <a:xfrm>
            <a:off x="6176520" y="-1150200"/>
            <a:ext cx="1896480" cy="8691480"/>
          </a:xfrm>
          <a:custGeom>
            <a:avLst/>
            <a:gdLst>
              <a:gd name="textAreaLeft" fmla="*/ 0 w 1896480"/>
              <a:gd name="textAreaRight" fmla="*/ 1899000 w 1896480"/>
              <a:gd name="textAreaTop" fmla="*/ 0 h 8691480"/>
              <a:gd name="textAreaBottom" fmla="*/ 8694000 h 869148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Google Shape;443;p62"/>
          <p:cNvSpPr/>
          <p:nvPr/>
        </p:nvSpPr>
        <p:spPr>
          <a:xfrm rot="10800000">
            <a:off x="10428480" y="-225360"/>
            <a:ext cx="1933200" cy="7083360"/>
          </a:xfrm>
          <a:custGeom>
            <a:avLst/>
            <a:gdLst>
              <a:gd name="textAreaLeft" fmla="*/ 0 w 1933200"/>
              <a:gd name="textAreaRight" fmla="*/ 1935720 w 1933200"/>
              <a:gd name="textAreaTop" fmla="*/ 0 h 7083360"/>
              <a:gd name="textAreaBottom" fmla="*/ 7085880 h 708336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30" name="Google Shape;444;p62"/>
          <p:cNvGrpSpPr/>
          <p:nvPr/>
        </p:nvGrpSpPr>
        <p:grpSpPr>
          <a:xfrm>
            <a:off x="4374360" y="3701160"/>
            <a:ext cx="1624320" cy="1624320"/>
            <a:chOff x="4374360" y="3701160"/>
            <a:chExt cx="1624320" cy="1624320"/>
          </a:xfrm>
        </p:grpSpPr>
        <p:sp>
          <p:nvSpPr>
            <p:cNvPr id="731" name="Google Shape;445;p62"/>
            <p:cNvSpPr/>
            <p:nvPr/>
          </p:nvSpPr>
          <p:spPr>
            <a:xfrm>
              <a:off x="5024880" y="37011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Google Shape;446;p62"/>
            <p:cNvSpPr/>
            <p:nvPr/>
          </p:nvSpPr>
          <p:spPr>
            <a:xfrm>
              <a:off x="4699800" y="37011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3" name="Google Shape;447;p62"/>
            <p:cNvSpPr/>
            <p:nvPr/>
          </p:nvSpPr>
          <p:spPr>
            <a:xfrm>
              <a:off x="4374360" y="40266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4" name="Google Shape;448;p62"/>
            <p:cNvSpPr/>
            <p:nvPr/>
          </p:nvSpPr>
          <p:spPr>
            <a:xfrm>
              <a:off x="4374360" y="43520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5" name="Google Shape;449;p62"/>
            <p:cNvSpPr/>
            <p:nvPr/>
          </p:nvSpPr>
          <p:spPr>
            <a:xfrm>
              <a:off x="4374360" y="46771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Google Shape;450;p62"/>
            <p:cNvSpPr/>
            <p:nvPr/>
          </p:nvSpPr>
          <p:spPr>
            <a:xfrm>
              <a:off x="4699800" y="500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Google Shape;451;p62"/>
            <p:cNvSpPr/>
            <p:nvPr/>
          </p:nvSpPr>
          <p:spPr>
            <a:xfrm>
              <a:off x="5024880" y="500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8" name="Google Shape;452;p62"/>
            <p:cNvSpPr/>
            <p:nvPr/>
          </p:nvSpPr>
          <p:spPr>
            <a:xfrm>
              <a:off x="5350320" y="500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9" name="Google Shape;453;p62"/>
            <p:cNvSpPr/>
            <p:nvPr/>
          </p:nvSpPr>
          <p:spPr>
            <a:xfrm>
              <a:off x="5675760" y="46771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0" name="Google Shape;454;p62"/>
            <p:cNvSpPr/>
            <p:nvPr/>
          </p:nvSpPr>
          <p:spPr>
            <a:xfrm>
              <a:off x="5675760" y="43520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Google Shape;455;p62"/>
            <p:cNvSpPr/>
            <p:nvPr/>
          </p:nvSpPr>
          <p:spPr>
            <a:xfrm>
              <a:off x="5675760" y="40266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Google Shape;456;p62"/>
            <p:cNvSpPr/>
            <p:nvPr/>
          </p:nvSpPr>
          <p:spPr>
            <a:xfrm>
              <a:off x="5350320" y="37011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743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4" name="Google Shape;458;p62"/>
          <p:cNvSpPr/>
          <p:nvPr/>
        </p:nvSpPr>
        <p:spPr>
          <a:xfrm>
            <a:off x="9837720" y="3995280"/>
            <a:ext cx="2864520" cy="2860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5" name="Google Shape;459;p62" descr=""/>
          <p:cNvPicPr/>
          <p:nvPr/>
        </p:nvPicPr>
        <p:blipFill>
          <a:blip r:embed="rId3"/>
          <a:stretch/>
        </p:blipFill>
        <p:spPr>
          <a:xfrm flipH="1">
            <a:off x="5353920" y="1794960"/>
            <a:ext cx="571428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585;p66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Google Shape;586;p66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Google Shape;587;p66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Google Shape;588;p66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Google Shape;589;p66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Google Shape;590;p66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Google Shape;591;p66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Google Shape;592;p66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Google Shape;593;p66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Google Shape;594;p66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Google Shape;595;p66"/>
          <p:cNvSpPr/>
          <p:nvPr/>
        </p:nvSpPr>
        <p:spPr>
          <a:xfrm rot="10800000">
            <a:off x="-90360" y="10080"/>
            <a:ext cx="607680" cy="6923160"/>
          </a:xfrm>
          <a:custGeom>
            <a:avLst/>
            <a:gdLst>
              <a:gd name="textAreaLeft" fmla="*/ 0 w 607680"/>
              <a:gd name="textAreaRight" fmla="*/ 610200 w 607680"/>
              <a:gd name="textAreaTop" fmla="*/ 0 h 6923160"/>
              <a:gd name="textAreaBottom" fmla="*/ 6925680 h 692316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9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9840" cy="28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0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30640" cy="221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1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2920" cy="3282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62" name="Google Shape;599;p66"/>
          <p:cNvGrpSpPr/>
          <p:nvPr/>
        </p:nvGrpSpPr>
        <p:grpSpPr>
          <a:xfrm>
            <a:off x="875880" y="5823720"/>
            <a:ext cx="1073520" cy="762840"/>
            <a:chOff x="875880" y="5823720"/>
            <a:chExt cx="1073520" cy="762840"/>
          </a:xfrm>
        </p:grpSpPr>
        <p:grpSp>
          <p:nvGrpSpPr>
            <p:cNvPr id="763" name="Google Shape;600;p66"/>
            <p:cNvGrpSpPr/>
            <p:nvPr/>
          </p:nvGrpSpPr>
          <p:grpSpPr>
            <a:xfrm>
              <a:off x="875880" y="6026040"/>
              <a:ext cx="894240" cy="216720"/>
              <a:chOff x="875880" y="6026040"/>
              <a:chExt cx="894240" cy="216720"/>
            </a:xfrm>
          </p:grpSpPr>
          <p:sp>
            <p:nvSpPr>
              <p:cNvPr id="764" name="Google Shape;601;p66"/>
              <p:cNvSpPr/>
              <p:nvPr/>
            </p:nvSpPr>
            <p:spPr>
              <a:xfrm>
                <a:off x="875880" y="6026040"/>
                <a:ext cx="106920" cy="216000"/>
              </a:xfrm>
              <a:custGeom>
                <a:avLst/>
                <a:gdLst>
                  <a:gd name="textAreaLeft" fmla="*/ 0 w 106920"/>
                  <a:gd name="textAreaRight" fmla="*/ 109440 w 106920"/>
                  <a:gd name="textAreaTop" fmla="*/ 0 h 216000"/>
                  <a:gd name="textAreaBottom" fmla="*/ 218520 h 21600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Google Shape;602;p66"/>
              <p:cNvSpPr/>
              <p:nvPr/>
            </p:nvSpPr>
            <p:spPr>
              <a:xfrm>
                <a:off x="1008000" y="6066720"/>
                <a:ext cx="165960" cy="176040"/>
              </a:xfrm>
              <a:custGeom>
                <a:avLst/>
                <a:gdLst>
                  <a:gd name="textAreaLeft" fmla="*/ 0 w 165960"/>
                  <a:gd name="textAreaRight" fmla="*/ 168480 w 165960"/>
                  <a:gd name="textAreaTop" fmla="*/ 0 h 176040"/>
                  <a:gd name="textAreaBottom" fmla="*/ 178560 h 17604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Google Shape;603;p66"/>
              <p:cNvSpPr/>
              <p:nvPr/>
            </p:nvSpPr>
            <p:spPr>
              <a:xfrm>
                <a:off x="1204560" y="6066720"/>
                <a:ext cx="156960" cy="176040"/>
              </a:xfrm>
              <a:custGeom>
                <a:avLst/>
                <a:gdLst>
                  <a:gd name="textAreaLeft" fmla="*/ 0 w 156960"/>
                  <a:gd name="textAreaRight" fmla="*/ 159480 w 156960"/>
                  <a:gd name="textAreaTop" fmla="*/ 0 h 176040"/>
                  <a:gd name="textAreaBottom" fmla="*/ 178560 h 17604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Google Shape;604;p66"/>
              <p:cNvSpPr/>
              <p:nvPr/>
            </p:nvSpPr>
            <p:spPr>
              <a:xfrm>
                <a:off x="1395720" y="6066720"/>
                <a:ext cx="154800" cy="172440"/>
              </a:xfrm>
              <a:custGeom>
                <a:avLst/>
                <a:gdLst>
                  <a:gd name="textAreaLeft" fmla="*/ 0 w 154800"/>
                  <a:gd name="textAreaRight" fmla="*/ 157320 w 154800"/>
                  <a:gd name="textAreaTop" fmla="*/ 0 h 172440"/>
                  <a:gd name="textAreaBottom" fmla="*/ 174960 h 17244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Google Shape;605;p66"/>
              <p:cNvSpPr/>
              <p:nvPr/>
            </p:nvSpPr>
            <p:spPr>
              <a:xfrm>
                <a:off x="1586880" y="6066720"/>
                <a:ext cx="183240" cy="176040"/>
              </a:xfrm>
              <a:custGeom>
                <a:avLst/>
                <a:gdLst>
                  <a:gd name="textAreaLeft" fmla="*/ 0 w 183240"/>
                  <a:gd name="textAreaRight" fmla="*/ 185760 w 183240"/>
                  <a:gd name="textAreaTop" fmla="*/ 0 h 176040"/>
                  <a:gd name="textAreaBottom" fmla="*/ 178560 h 17604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69" name="Google Shape;606;p66"/>
            <p:cNvGrpSpPr/>
            <p:nvPr/>
          </p:nvGrpSpPr>
          <p:grpSpPr>
            <a:xfrm>
              <a:off x="1184760" y="6303600"/>
              <a:ext cx="764640" cy="282960"/>
              <a:chOff x="1184760" y="6303600"/>
              <a:chExt cx="764640" cy="282960"/>
            </a:xfrm>
          </p:grpSpPr>
          <p:sp>
            <p:nvSpPr>
              <p:cNvPr id="770" name="Google Shape;607;p66"/>
              <p:cNvSpPr/>
              <p:nvPr/>
            </p:nvSpPr>
            <p:spPr>
              <a:xfrm>
                <a:off x="1184760" y="6303600"/>
                <a:ext cx="46080" cy="231120"/>
              </a:xfrm>
              <a:custGeom>
                <a:avLst/>
                <a:gdLst>
                  <a:gd name="textAreaLeft" fmla="*/ 0 w 46080"/>
                  <a:gd name="textAreaRight" fmla="*/ 48600 w 46080"/>
                  <a:gd name="textAreaTop" fmla="*/ 0 h 231120"/>
                  <a:gd name="textAreaBottom" fmla="*/ 233640 h 23112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1" name="Google Shape;608;p66"/>
              <p:cNvSpPr/>
              <p:nvPr/>
            </p:nvSpPr>
            <p:spPr>
              <a:xfrm>
                <a:off x="1270800" y="6362280"/>
                <a:ext cx="183240" cy="176040"/>
              </a:xfrm>
              <a:custGeom>
                <a:avLst/>
                <a:gdLst>
                  <a:gd name="textAreaLeft" fmla="*/ 0 w 183240"/>
                  <a:gd name="textAreaRight" fmla="*/ 185760 w 183240"/>
                  <a:gd name="textAreaTop" fmla="*/ 0 h 176040"/>
                  <a:gd name="textAreaBottom" fmla="*/ 178560 h 17604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2" name="Google Shape;609;p66"/>
              <p:cNvSpPr/>
              <p:nvPr/>
            </p:nvSpPr>
            <p:spPr>
              <a:xfrm>
                <a:off x="1484280" y="6362280"/>
                <a:ext cx="177840" cy="224280"/>
              </a:xfrm>
              <a:custGeom>
                <a:avLst/>
                <a:gdLst>
                  <a:gd name="textAreaLeft" fmla="*/ 0 w 177840"/>
                  <a:gd name="textAreaRight" fmla="*/ 180360 w 177840"/>
                  <a:gd name="textAreaTop" fmla="*/ 0 h 224280"/>
                  <a:gd name="textAreaBottom" fmla="*/ 226800 h 22428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Google Shape;610;p66"/>
              <p:cNvSpPr/>
              <p:nvPr/>
            </p:nvSpPr>
            <p:spPr>
              <a:xfrm>
                <a:off x="1708920" y="6303600"/>
                <a:ext cx="48600" cy="231120"/>
              </a:xfrm>
              <a:custGeom>
                <a:avLst/>
                <a:gdLst>
                  <a:gd name="textAreaLeft" fmla="*/ 0 w 48600"/>
                  <a:gd name="textAreaRight" fmla="*/ 51120 w 48600"/>
                  <a:gd name="textAreaTop" fmla="*/ 0 h 231120"/>
                  <a:gd name="textAreaBottom" fmla="*/ 233640 h 23112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Google Shape;611;p66"/>
              <p:cNvSpPr/>
              <p:nvPr/>
            </p:nvSpPr>
            <p:spPr>
              <a:xfrm>
                <a:off x="1794240" y="6363720"/>
                <a:ext cx="155160" cy="174240"/>
              </a:xfrm>
              <a:custGeom>
                <a:avLst/>
                <a:gdLst>
                  <a:gd name="textAreaLeft" fmla="*/ 0 w 155160"/>
                  <a:gd name="textAreaRight" fmla="*/ 157680 w 155160"/>
                  <a:gd name="textAreaTop" fmla="*/ 0 h 174240"/>
                  <a:gd name="textAreaBottom" fmla="*/ 176760 h 17424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75" name="Google Shape;612;p66"/>
            <p:cNvGrpSpPr/>
            <p:nvPr/>
          </p:nvGrpSpPr>
          <p:grpSpPr>
            <a:xfrm>
              <a:off x="939600" y="5823720"/>
              <a:ext cx="443880" cy="109080"/>
              <a:chOff x="939600" y="5823720"/>
              <a:chExt cx="443880" cy="109080"/>
            </a:xfrm>
          </p:grpSpPr>
          <p:sp>
            <p:nvSpPr>
              <p:cNvPr id="776" name="Google Shape;613;p66"/>
              <p:cNvSpPr/>
              <p:nvPr/>
            </p:nvSpPr>
            <p:spPr>
              <a:xfrm>
                <a:off x="1316160" y="5828040"/>
                <a:ext cx="67320" cy="104400"/>
              </a:xfrm>
              <a:custGeom>
                <a:avLst/>
                <a:gdLst>
                  <a:gd name="textAreaLeft" fmla="*/ 0 w 67320"/>
                  <a:gd name="textAreaRight" fmla="*/ 69840 w 67320"/>
                  <a:gd name="textAreaTop" fmla="*/ 0 h 104400"/>
                  <a:gd name="textAreaBottom" fmla="*/ 106920 h 10440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614;p66"/>
              <p:cNvSpPr/>
              <p:nvPr/>
            </p:nvSpPr>
            <p:spPr>
              <a:xfrm>
                <a:off x="939600" y="5823720"/>
                <a:ext cx="98640" cy="109080"/>
              </a:xfrm>
              <a:custGeom>
                <a:avLst/>
                <a:gdLst>
                  <a:gd name="textAreaLeft" fmla="*/ 0 w 98640"/>
                  <a:gd name="textAreaRight" fmla="*/ 101160 w 98640"/>
                  <a:gd name="textAreaTop" fmla="*/ 0 h 109080"/>
                  <a:gd name="textAreaBottom" fmla="*/ 111600 h 10908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Google Shape;615;p66"/>
              <p:cNvSpPr/>
              <p:nvPr/>
            </p:nvSpPr>
            <p:spPr>
              <a:xfrm>
                <a:off x="1037160" y="5839200"/>
                <a:ext cx="95760" cy="90360"/>
              </a:xfrm>
              <a:custGeom>
                <a:avLst/>
                <a:gdLst>
                  <a:gd name="textAreaLeft" fmla="*/ 0 w 95760"/>
                  <a:gd name="textAreaRight" fmla="*/ 98280 w 95760"/>
                  <a:gd name="textAreaTop" fmla="*/ 0 h 90360"/>
                  <a:gd name="textAreaBottom" fmla="*/ 92880 h 9036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9" name="Google Shape;616;p66"/>
              <p:cNvSpPr/>
              <p:nvPr/>
            </p:nvSpPr>
            <p:spPr>
              <a:xfrm>
                <a:off x="1134000" y="5840280"/>
                <a:ext cx="89280" cy="87480"/>
              </a:xfrm>
              <a:custGeom>
                <a:avLst/>
                <a:gdLst>
                  <a:gd name="textAreaLeft" fmla="*/ 0 w 89280"/>
                  <a:gd name="textAreaRight" fmla="*/ 91800 w 89280"/>
                  <a:gd name="textAreaTop" fmla="*/ 0 h 87480"/>
                  <a:gd name="textAreaBottom" fmla="*/ 90000 h 8748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0" name="Google Shape;617;p66"/>
              <p:cNvSpPr/>
              <p:nvPr/>
            </p:nvSpPr>
            <p:spPr>
              <a:xfrm>
                <a:off x="1225080" y="5839560"/>
                <a:ext cx="90000" cy="89280"/>
              </a:xfrm>
              <a:custGeom>
                <a:avLst/>
                <a:gdLst>
                  <a:gd name="textAreaLeft" fmla="*/ 0 w 90000"/>
                  <a:gd name="textAreaRight" fmla="*/ 92520 w 90000"/>
                  <a:gd name="textAreaTop" fmla="*/ 0 h 89280"/>
                  <a:gd name="textAreaBottom" fmla="*/ 91800 h 8928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619;p67"/>
          <p:cNvGrpSpPr/>
          <p:nvPr/>
        </p:nvGrpSpPr>
        <p:grpSpPr>
          <a:xfrm>
            <a:off x="6381360" y="1503720"/>
            <a:ext cx="4287600" cy="3572640"/>
            <a:chOff x="6381360" y="1503720"/>
            <a:chExt cx="4287600" cy="3572640"/>
          </a:xfrm>
        </p:grpSpPr>
        <p:sp>
          <p:nvSpPr>
            <p:cNvPr id="784" name="Google Shape;620;p67"/>
            <p:cNvSpPr/>
            <p:nvPr/>
          </p:nvSpPr>
          <p:spPr>
            <a:xfrm>
              <a:off x="6738840" y="4721400"/>
              <a:ext cx="3572280" cy="354960"/>
            </a:xfrm>
            <a:custGeom>
              <a:avLst/>
              <a:gdLst>
                <a:gd name="textAreaLeft" fmla="*/ 0 w 3572280"/>
                <a:gd name="textAreaRight" fmla="*/ 3574800 w 357228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5" name="Google Shape;621;p67"/>
            <p:cNvSpPr/>
            <p:nvPr/>
          </p:nvSpPr>
          <p:spPr>
            <a:xfrm>
              <a:off x="10314000" y="2933640"/>
              <a:ext cx="354960" cy="178488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1784880"/>
                <a:gd name="textAreaBottom" fmla="*/ 1787400 h 178488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6" name="Google Shape;622;p67"/>
            <p:cNvSpPr/>
            <p:nvPr/>
          </p:nvSpPr>
          <p:spPr>
            <a:xfrm>
              <a:off x="8168760" y="3291120"/>
              <a:ext cx="891360" cy="1069920"/>
            </a:xfrm>
            <a:custGeom>
              <a:avLst/>
              <a:gdLst>
                <a:gd name="textAreaLeft" fmla="*/ 0 w 891360"/>
                <a:gd name="textAreaRight" fmla="*/ 893880 w 891360"/>
                <a:gd name="textAreaTop" fmla="*/ 0 h 1069920"/>
                <a:gd name="textAreaBottom" fmla="*/ 1072440 h 106992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7" name="Google Shape;623;p67"/>
            <p:cNvSpPr/>
            <p:nvPr/>
          </p:nvSpPr>
          <p:spPr>
            <a:xfrm>
              <a:off x="8883720" y="186120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8" name="Google Shape;624;p67"/>
            <p:cNvSpPr/>
            <p:nvPr/>
          </p:nvSpPr>
          <p:spPr>
            <a:xfrm>
              <a:off x="9241200" y="150372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Google Shape;625;p67"/>
            <p:cNvSpPr/>
            <p:nvPr/>
          </p:nvSpPr>
          <p:spPr>
            <a:xfrm>
              <a:off x="6381360" y="2933640"/>
              <a:ext cx="354960" cy="178488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1784880"/>
                <a:gd name="textAreaBottom" fmla="*/ 1787400 h 178488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Google Shape;626;p67"/>
            <p:cNvSpPr/>
            <p:nvPr/>
          </p:nvSpPr>
          <p:spPr>
            <a:xfrm>
              <a:off x="6738840" y="2218680"/>
              <a:ext cx="3572280" cy="712440"/>
            </a:xfrm>
            <a:custGeom>
              <a:avLst/>
              <a:gdLst>
                <a:gd name="textAreaLeft" fmla="*/ 0 w 3572280"/>
                <a:gd name="textAreaRight" fmla="*/ 3574800 w 3572280"/>
                <a:gd name="textAreaTop" fmla="*/ 0 h 712440"/>
                <a:gd name="textAreaBottom" fmla="*/ 714960 h 71244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1" name="Google Shape;627;p67"/>
            <p:cNvSpPr/>
            <p:nvPr/>
          </p:nvSpPr>
          <p:spPr>
            <a:xfrm>
              <a:off x="7811280" y="186120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2" name="Google Shape;628;p67"/>
            <p:cNvSpPr/>
            <p:nvPr/>
          </p:nvSpPr>
          <p:spPr>
            <a:xfrm>
              <a:off x="7453800" y="150372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3" name="Google Shape;629;p67"/>
          <p:cNvSpPr/>
          <p:nvPr/>
        </p:nvSpPr>
        <p:spPr>
          <a:xfrm>
            <a:off x="824400" y="5846760"/>
            <a:ext cx="1285920" cy="787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Google Shape;630;p67"/>
          <p:cNvSpPr/>
          <p:nvPr/>
        </p:nvSpPr>
        <p:spPr>
          <a:xfrm>
            <a:off x="12072960" y="-628560"/>
            <a:ext cx="354960" cy="7808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Google Shape;631;p67"/>
          <p:cNvSpPr/>
          <p:nvPr/>
        </p:nvSpPr>
        <p:spPr>
          <a:xfrm>
            <a:off x="-91080" y="-476280"/>
            <a:ext cx="778680" cy="7808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Google Shape;632;p67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Google Shape;633;p67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Google Shape;634;p67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Google Shape;635;p67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Google Shape;636;p67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Google Shape;637;p67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Google Shape;638;p67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Google Shape;639;p67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Google Shape;640;p67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Google Shape;641;p67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06" name="Google Shape;642;p67"/>
          <p:cNvGrpSpPr/>
          <p:nvPr/>
        </p:nvGrpSpPr>
        <p:grpSpPr>
          <a:xfrm>
            <a:off x="991080" y="5682960"/>
            <a:ext cx="1150920" cy="817920"/>
            <a:chOff x="991080" y="5682960"/>
            <a:chExt cx="1150920" cy="817920"/>
          </a:xfrm>
        </p:grpSpPr>
        <p:grpSp>
          <p:nvGrpSpPr>
            <p:cNvPr id="807" name="Google Shape;643;p67"/>
            <p:cNvGrpSpPr/>
            <p:nvPr/>
          </p:nvGrpSpPr>
          <p:grpSpPr>
            <a:xfrm>
              <a:off x="991080" y="5900040"/>
              <a:ext cx="958320" cy="232560"/>
              <a:chOff x="991080" y="5900040"/>
              <a:chExt cx="958320" cy="232560"/>
            </a:xfrm>
          </p:grpSpPr>
          <p:sp>
            <p:nvSpPr>
              <p:cNvPr id="808" name="Google Shape;644;p67"/>
              <p:cNvSpPr/>
              <p:nvPr/>
            </p:nvSpPr>
            <p:spPr>
              <a:xfrm>
                <a:off x="991080" y="5900040"/>
                <a:ext cx="114840" cy="231480"/>
              </a:xfrm>
              <a:custGeom>
                <a:avLst/>
                <a:gdLst>
                  <a:gd name="textAreaLeft" fmla="*/ 0 w 114840"/>
                  <a:gd name="textAreaRight" fmla="*/ 117360 w 114840"/>
                  <a:gd name="textAreaTop" fmla="*/ 0 h 231480"/>
                  <a:gd name="textAreaBottom" fmla="*/ 234000 h 23148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Google Shape;645;p67"/>
              <p:cNvSpPr/>
              <p:nvPr/>
            </p:nvSpPr>
            <p:spPr>
              <a:xfrm>
                <a:off x="1132560" y="5943600"/>
                <a:ext cx="178200" cy="189000"/>
              </a:xfrm>
              <a:custGeom>
                <a:avLst/>
                <a:gdLst>
                  <a:gd name="textAreaLeft" fmla="*/ 0 w 178200"/>
                  <a:gd name="textAreaRight" fmla="*/ 180720 w 17820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0" name="Google Shape;646;p67"/>
              <p:cNvSpPr/>
              <p:nvPr/>
            </p:nvSpPr>
            <p:spPr>
              <a:xfrm>
                <a:off x="1343160" y="5943600"/>
                <a:ext cx="168480" cy="189000"/>
              </a:xfrm>
              <a:custGeom>
                <a:avLst/>
                <a:gdLst>
                  <a:gd name="textAreaLeft" fmla="*/ 0 w 168480"/>
                  <a:gd name="textAreaRight" fmla="*/ 171000 w 16848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Google Shape;647;p67"/>
              <p:cNvSpPr/>
              <p:nvPr/>
            </p:nvSpPr>
            <p:spPr>
              <a:xfrm>
                <a:off x="1548000" y="5943600"/>
                <a:ext cx="165960" cy="184680"/>
              </a:xfrm>
              <a:custGeom>
                <a:avLst/>
                <a:gdLst>
                  <a:gd name="textAreaLeft" fmla="*/ 0 w 165960"/>
                  <a:gd name="textAreaRight" fmla="*/ 168480 w 165960"/>
                  <a:gd name="textAreaTop" fmla="*/ 0 h 184680"/>
                  <a:gd name="textAreaBottom" fmla="*/ 187200 h 18468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Google Shape;648;p67"/>
              <p:cNvSpPr/>
              <p:nvPr/>
            </p:nvSpPr>
            <p:spPr>
              <a:xfrm>
                <a:off x="1752840" y="5943600"/>
                <a:ext cx="196560" cy="189000"/>
              </a:xfrm>
              <a:custGeom>
                <a:avLst/>
                <a:gdLst>
                  <a:gd name="textAreaLeft" fmla="*/ 0 w 196560"/>
                  <a:gd name="textAreaRight" fmla="*/ 199080 w 19656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13" name="Google Shape;649;p67"/>
            <p:cNvGrpSpPr/>
            <p:nvPr/>
          </p:nvGrpSpPr>
          <p:grpSpPr>
            <a:xfrm>
              <a:off x="1321920" y="6197400"/>
              <a:ext cx="820080" cy="303480"/>
              <a:chOff x="1321920" y="6197400"/>
              <a:chExt cx="820080" cy="303480"/>
            </a:xfrm>
          </p:grpSpPr>
          <p:sp>
            <p:nvSpPr>
              <p:cNvPr id="814" name="Google Shape;650;p67"/>
              <p:cNvSpPr/>
              <p:nvPr/>
            </p:nvSpPr>
            <p:spPr>
              <a:xfrm>
                <a:off x="1321920" y="6197400"/>
                <a:ext cx="49680" cy="248040"/>
              </a:xfrm>
              <a:custGeom>
                <a:avLst/>
                <a:gdLst>
                  <a:gd name="textAreaLeft" fmla="*/ 0 w 49680"/>
                  <a:gd name="textAreaRight" fmla="*/ 52200 w 49680"/>
                  <a:gd name="textAreaTop" fmla="*/ 0 h 248040"/>
                  <a:gd name="textAreaBottom" fmla="*/ 250560 h 24804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Google Shape;651;p67"/>
              <p:cNvSpPr/>
              <p:nvPr/>
            </p:nvSpPr>
            <p:spPr>
              <a:xfrm>
                <a:off x="1414440" y="6260760"/>
                <a:ext cx="196560" cy="189000"/>
              </a:xfrm>
              <a:custGeom>
                <a:avLst/>
                <a:gdLst>
                  <a:gd name="textAreaLeft" fmla="*/ 0 w 196560"/>
                  <a:gd name="textAreaRight" fmla="*/ 199080 w 19656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Google Shape;652;p67"/>
              <p:cNvSpPr/>
              <p:nvPr/>
            </p:nvSpPr>
            <p:spPr>
              <a:xfrm>
                <a:off x="1642680" y="6260400"/>
                <a:ext cx="190800" cy="240480"/>
              </a:xfrm>
              <a:custGeom>
                <a:avLst/>
                <a:gdLst>
                  <a:gd name="textAreaLeft" fmla="*/ 0 w 190800"/>
                  <a:gd name="textAreaRight" fmla="*/ 193320 w 190800"/>
                  <a:gd name="textAreaTop" fmla="*/ 0 h 240480"/>
                  <a:gd name="textAreaBottom" fmla="*/ 243000 h 24048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Google Shape;653;p67"/>
              <p:cNvSpPr/>
              <p:nvPr/>
            </p:nvSpPr>
            <p:spPr>
              <a:xfrm>
                <a:off x="1883880" y="6197400"/>
                <a:ext cx="52560" cy="248040"/>
              </a:xfrm>
              <a:custGeom>
                <a:avLst/>
                <a:gdLst>
                  <a:gd name="textAreaLeft" fmla="*/ 0 w 52560"/>
                  <a:gd name="textAreaRight" fmla="*/ 55080 w 52560"/>
                  <a:gd name="textAreaTop" fmla="*/ 0 h 248040"/>
                  <a:gd name="textAreaBottom" fmla="*/ 250560 h 24804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8" name="Google Shape;654;p67"/>
              <p:cNvSpPr/>
              <p:nvPr/>
            </p:nvSpPr>
            <p:spPr>
              <a:xfrm>
                <a:off x="1975320" y="6261840"/>
                <a:ext cx="166680" cy="186840"/>
              </a:xfrm>
              <a:custGeom>
                <a:avLst/>
                <a:gdLst>
                  <a:gd name="textAreaLeft" fmla="*/ 0 w 166680"/>
                  <a:gd name="textAreaRight" fmla="*/ 169200 w 166680"/>
                  <a:gd name="textAreaTop" fmla="*/ 0 h 186840"/>
                  <a:gd name="textAreaBottom" fmla="*/ 189360 h 18684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19" name="Google Shape;655;p67"/>
            <p:cNvGrpSpPr/>
            <p:nvPr/>
          </p:nvGrpSpPr>
          <p:grpSpPr>
            <a:xfrm>
              <a:off x="1059120" y="5682960"/>
              <a:ext cx="476280" cy="117360"/>
              <a:chOff x="1059120" y="5682960"/>
              <a:chExt cx="476280" cy="117360"/>
            </a:xfrm>
          </p:grpSpPr>
          <p:sp>
            <p:nvSpPr>
              <p:cNvPr id="820" name="Google Shape;656;p67"/>
              <p:cNvSpPr/>
              <p:nvPr/>
            </p:nvSpPr>
            <p:spPr>
              <a:xfrm>
                <a:off x="1463040" y="5688000"/>
                <a:ext cx="72360" cy="111960"/>
              </a:xfrm>
              <a:custGeom>
                <a:avLst/>
                <a:gdLst>
                  <a:gd name="textAreaLeft" fmla="*/ 0 w 72360"/>
                  <a:gd name="textAreaRight" fmla="*/ 74880 w 72360"/>
                  <a:gd name="textAreaTop" fmla="*/ 0 h 111960"/>
                  <a:gd name="textAreaBottom" fmla="*/ 114480 h 11196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Google Shape;657;p67"/>
              <p:cNvSpPr/>
              <p:nvPr/>
            </p:nvSpPr>
            <p:spPr>
              <a:xfrm>
                <a:off x="1059120" y="5682960"/>
                <a:ext cx="105840" cy="117360"/>
              </a:xfrm>
              <a:custGeom>
                <a:avLst/>
                <a:gdLst>
                  <a:gd name="textAreaLeft" fmla="*/ 0 w 105840"/>
                  <a:gd name="textAreaRight" fmla="*/ 108360 w 105840"/>
                  <a:gd name="textAreaTop" fmla="*/ 0 h 117360"/>
                  <a:gd name="textAreaBottom" fmla="*/ 119880 h 11736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Google Shape;658;p67"/>
              <p:cNvSpPr/>
              <p:nvPr/>
            </p:nvSpPr>
            <p:spPr>
              <a:xfrm>
                <a:off x="1163520" y="5699520"/>
                <a:ext cx="102600" cy="96840"/>
              </a:xfrm>
              <a:custGeom>
                <a:avLst/>
                <a:gdLst>
                  <a:gd name="textAreaLeft" fmla="*/ 0 w 102600"/>
                  <a:gd name="textAreaRight" fmla="*/ 105120 w 102600"/>
                  <a:gd name="textAreaTop" fmla="*/ 0 h 96840"/>
                  <a:gd name="textAreaBottom" fmla="*/ 99360 h 9684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Google Shape;659;p67"/>
              <p:cNvSpPr/>
              <p:nvPr/>
            </p:nvSpPr>
            <p:spPr>
              <a:xfrm>
                <a:off x="1267560" y="5700600"/>
                <a:ext cx="96120" cy="93960"/>
              </a:xfrm>
              <a:custGeom>
                <a:avLst/>
                <a:gdLst>
                  <a:gd name="textAreaLeft" fmla="*/ 0 w 96120"/>
                  <a:gd name="textAreaRight" fmla="*/ 98640 w 96120"/>
                  <a:gd name="textAreaTop" fmla="*/ 0 h 93960"/>
                  <a:gd name="textAreaBottom" fmla="*/ 96480 h 9396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Google Shape;660;p67"/>
              <p:cNvSpPr/>
              <p:nvPr/>
            </p:nvSpPr>
            <p:spPr>
              <a:xfrm>
                <a:off x="1365120" y="5700240"/>
                <a:ext cx="96840" cy="95760"/>
              </a:xfrm>
              <a:custGeom>
                <a:avLst/>
                <a:gdLst>
                  <a:gd name="textAreaLeft" fmla="*/ 0 w 96840"/>
                  <a:gd name="textAreaRight" fmla="*/ 99360 w 96840"/>
                  <a:gd name="textAreaTop" fmla="*/ 0 h 95760"/>
                  <a:gd name="textAreaBottom" fmla="*/ 98280 h 9576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25" name="Google Shape;661;p67"/>
          <p:cNvGrpSpPr/>
          <p:nvPr/>
        </p:nvGrpSpPr>
        <p:grpSpPr>
          <a:xfrm>
            <a:off x="8526240" y="1503720"/>
            <a:ext cx="2142720" cy="3572640"/>
            <a:chOff x="8526240" y="1503720"/>
            <a:chExt cx="2142720" cy="3572640"/>
          </a:xfrm>
        </p:grpSpPr>
        <p:sp>
          <p:nvSpPr>
            <p:cNvPr id="826" name="Google Shape;662;p67"/>
            <p:cNvSpPr/>
            <p:nvPr/>
          </p:nvSpPr>
          <p:spPr>
            <a:xfrm>
              <a:off x="8526240" y="4721400"/>
              <a:ext cx="1784880" cy="354960"/>
            </a:xfrm>
            <a:custGeom>
              <a:avLst/>
              <a:gdLst>
                <a:gd name="textAreaLeft" fmla="*/ 0 w 1784880"/>
                <a:gd name="textAreaRight" fmla="*/ 1787400 w 178488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" name="Google Shape;663;p67"/>
            <p:cNvSpPr/>
            <p:nvPr/>
          </p:nvSpPr>
          <p:spPr>
            <a:xfrm>
              <a:off x="10314000" y="2933640"/>
              <a:ext cx="354960" cy="178488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1784880"/>
                <a:gd name="textAreaBottom" fmla="*/ 1787400 h 178488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Google Shape;664;p67"/>
            <p:cNvSpPr/>
            <p:nvPr/>
          </p:nvSpPr>
          <p:spPr>
            <a:xfrm>
              <a:off x="8526240" y="2218680"/>
              <a:ext cx="1784880" cy="712440"/>
            </a:xfrm>
            <a:custGeom>
              <a:avLst/>
              <a:gdLst>
                <a:gd name="textAreaLeft" fmla="*/ 0 w 1784880"/>
                <a:gd name="textAreaRight" fmla="*/ 1787400 w 1784880"/>
                <a:gd name="textAreaTop" fmla="*/ 0 h 712440"/>
                <a:gd name="textAreaBottom" fmla="*/ 714960 h 71244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Google Shape;665;p67"/>
            <p:cNvSpPr/>
            <p:nvPr/>
          </p:nvSpPr>
          <p:spPr>
            <a:xfrm>
              <a:off x="8526240" y="3470040"/>
              <a:ext cx="533880" cy="712440"/>
            </a:xfrm>
            <a:custGeom>
              <a:avLst/>
              <a:gdLst>
                <a:gd name="textAreaLeft" fmla="*/ 0 w 533880"/>
                <a:gd name="textAreaRight" fmla="*/ 536400 w 533880"/>
                <a:gd name="textAreaTop" fmla="*/ 0 h 712440"/>
                <a:gd name="textAreaBottom" fmla="*/ 714960 h 71244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Google Shape;666;p67"/>
            <p:cNvSpPr/>
            <p:nvPr/>
          </p:nvSpPr>
          <p:spPr>
            <a:xfrm>
              <a:off x="8883720" y="186120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Google Shape;667;p67"/>
            <p:cNvSpPr/>
            <p:nvPr/>
          </p:nvSpPr>
          <p:spPr>
            <a:xfrm>
              <a:off x="9241200" y="1503720"/>
              <a:ext cx="354960" cy="354960"/>
            </a:xfrm>
            <a:custGeom>
              <a:avLst/>
              <a:gdLst>
                <a:gd name="textAreaLeft" fmla="*/ 0 w 354960"/>
                <a:gd name="textAreaRight" fmla="*/ 357480 w 354960"/>
                <a:gd name="textAreaTop" fmla="*/ 0 h 354960"/>
                <a:gd name="textAreaBottom" fmla="*/ 357480 h 35496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476;p64"/>
          <p:cNvSpPr/>
          <p:nvPr/>
        </p:nvSpPr>
        <p:spPr>
          <a:xfrm>
            <a:off x="35420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Google Shape;477;p64"/>
          <p:cNvSpPr/>
          <p:nvPr/>
        </p:nvSpPr>
        <p:spPr>
          <a:xfrm>
            <a:off x="40971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Google Shape;478;p64"/>
          <p:cNvSpPr/>
          <p:nvPr/>
        </p:nvSpPr>
        <p:spPr>
          <a:xfrm>
            <a:off x="460476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Google Shape;479;p64"/>
          <p:cNvSpPr/>
          <p:nvPr/>
        </p:nvSpPr>
        <p:spPr>
          <a:xfrm>
            <a:off x="51192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Google Shape;480;p64"/>
          <p:cNvSpPr/>
          <p:nvPr/>
        </p:nvSpPr>
        <p:spPr>
          <a:xfrm>
            <a:off x="56336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Google Shape;481;p64"/>
          <p:cNvSpPr/>
          <p:nvPr/>
        </p:nvSpPr>
        <p:spPr>
          <a:xfrm>
            <a:off x="67003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Google Shape;482;p64"/>
          <p:cNvSpPr/>
          <p:nvPr/>
        </p:nvSpPr>
        <p:spPr>
          <a:xfrm>
            <a:off x="618912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Google Shape;483;p64"/>
          <p:cNvSpPr/>
          <p:nvPr/>
        </p:nvSpPr>
        <p:spPr>
          <a:xfrm>
            <a:off x="729684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Google Shape;484;p64"/>
          <p:cNvSpPr/>
          <p:nvPr/>
        </p:nvSpPr>
        <p:spPr>
          <a:xfrm>
            <a:off x="785880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Google Shape;485;p64"/>
          <p:cNvSpPr/>
          <p:nvPr/>
        </p:nvSpPr>
        <p:spPr>
          <a:xfrm>
            <a:off x="8401680" y="706104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44" name="Google Shape;486;p64"/>
          <p:cNvGrpSpPr/>
          <p:nvPr/>
        </p:nvGrpSpPr>
        <p:grpSpPr>
          <a:xfrm>
            <a:off x="384840" y="6026040"/>
            <a:ext cx="893880" cy="216720"/>
            <a:chOff x="384840" y="6026040"/>
            <a:chExt cx="893880" cy="216720"/>
          </a:xfrm>
        </p:grpSpPr>
        <p:sp>
          <p:nvSpPr>
            <p:cNvPr id="845" name="Google Shape;487;p64"/>
            <p:cNvSpPr/>
            <p:nvPr/>
          </p:nvSpPr>
          <p:spPr>
            <a:xfrm>
              <a:off x="384840" y="6026040"/>
              <a:ext cx="106920" cy="216000"/>
            </a:xfrm>
            <a:custGeom>
              <a:avLst/>
              <a:gdLst>
                <a:gd name="textAreaLeft" fmla="*/ 0 w 106920"/>
                <a:gd name="textAreaRight" fmla="*/ 109440 w 106920"/>
                <a:gd name="textAreaTop" fmla="*/ 0 h 216000"/>
                <a:gd name="textAreaBottom" fmla="*/ 218520 h 21600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Google Shape;488;p64"/>
            <p:cNvSpPr/>
            <p:nvPr/>
          </p:nvSpPr>
          <p:spPr>
            <a:xfrm>
              <a:off x="516960" y="6066720"/>
              <a:ext cx="165960" cy="176040"/>
            </a:xfrm>
            <a:custGeom>
              <a:avLst/>
              <a:gdLst>
                <a:gd name="textAreaLeft" fmla="*/ 0 w 165960"/>
                <a:gd name="textAreaRight" fmla="*/ 168480 w 165960"/>
                <a:gd name="textAreaTop" fmla="*/ 0 h 176040"/>
                <a:gd name="textAreaBottom" fmla="*/ 178560 h 17604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Google Shape;489;p64"/>
            <p:cNvSpPr/>
            <p:nvPr/>
          </p:nvSpPr>
          <p:spPr>
            <a:xfrm>
              <a:off x="713160" y="6066720"/>
              <a:ext cx="156960" cy="176040"/>
            </a:xfrm>
            <a:custGeom>
              <a:avLst/>
              <a:gdLst>
                <a:gd name="textAreaLeft" fmla="*/ 0 w 156960"/>
                <a:gd name="textAreaRight" fmla="*/ 159480 w 156960"/>
                <a:gd name="textAreaTop" fmla="*/ 0 h 176040"/>
                <a:gd name="textAreaBottom" fmla="*/ 178560 h 17604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Google Shape;490;p64"/>
            <p:cNvSpPr/>
            <p:nvPr/>
          </p:nvSpPr>
          <p:spPr>
            <a:xfrm>
              <a:off x="904320" y="6066720"/>
              <a:ext cx="154800" cy="172440"/>
            </a:xfrm>
            <a:custGeom>
              <a:avLst/>
              <a:gdLst>
                <a:gd name="textAreaLeft" fmla="*/ 0 w 154800"/>
                <a:gd name="textAreaRight" fmla="*/ 157320 w 154800"/>
                <a:gd name="textAreaTop" fmla="*/ 0 h 172440"/>
                <a:gd name="textAreaBottom" fmla="*/ 174960 h 17244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Google Shape;491;p64"/>
            <p:cNvSpPr/>
            <p:nvPr/>
          </p:nvSpPr>
          <p:spPr>
            <a:xfrm>
              <a:off x="1095480" y="6066720"/>
              <a:ext cx="183240" cy="176040"/>
            </a:xfrm>
            <a:custGeom>
              <a:avLst/>
              <a:gdLst>
                <a:gd name="textAreaLeft" fmla="*/ 0 w 183240"/>
                <a:gd name="textAreaRight" fmla="*/ 185760 w 183240"/>
                <a:gd name="textAreaTop" fmla="*/ 0 h 176040"/>
                <a:gd name="textAreaBottom" fmla="*/ 178560 h 17604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0" name="Google Shape;492;p64"/>
          <p:cNvGrpSpPr/>
          <p:nvPr/>
        </p:nvGrpSpPr>
        <p:grpSpPr>
          <a:xfrm>
            <a:off x="693720" y="6303600"/>
            <a:ext cx="764640" cy="282960"/>
            <a:chOff x="693720" y="6303600"/>
            <a:chExt cx="764640" cy="282960"/>
          </a:xfrm>
        </p:grpSpPr>
        <p:sp>
          <p:nvSpPr>
            <p:cNvPr id="851" name="Google Shape;493;p64"/>
            <p:cNvSpPr/>
            <p:nvPr/>
          </p:nvSpPr>
          <p:spPr>
            <a:xfrm>
              <a:off x="693720" y="6303600"/>
              <a:ext cx="46080" cy="231120"/>
            </a:xfrm>
            <a:custGeom>
              <a:avLst/>
              <a:gdLst>
                <a:gd name="textAreaLeft" fmla="*/ 0 w 46080"/>
                <a:gd name="textAreaRight" fmla="*/ 48600 w 46080"/>
                <a:gd name="textAreaTop" fmla="*/ 0 h 231120"/>
                <a:gd name="textAreaBottom" fmla="*/ 233640 h 23112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Google Shape;494;p64"/>
            <p:cNvSpPr/>
            <p:nvPr/>
          </p:nvSpPr>
          <p:spPr>
            <a:xfrm>
              <a:off x="779760" y="6362280"/>
              <a:ext cx="183240" cy="176040"/>
            </a:xfrm>
            <a:custGeom>
              <a:avLst/>
              <a:gdLst>
                <a:gd name="textAreaLeft" fmla="*/ 0 w 183240"/>
                <a:gd name="textAreaRight" fmla="*/ 185760 w 183240"/>
                <a:gd name="textAreaTop" fmla="*/ 0 h 176040"/>
                <a:gd name="textAreaBottom" fmla="*/ 178560 h 17604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Google Shape;495;p64"/>
            <p:cNvSpPr/>
            <p:nvPr/>
          </p:nvSpPr>
          <p:spPr>
            <a:xfrm>
              <a:off x="992880" y="6362280"/>
              <a:ext cx="177840" cy="224280"/>
            </a:xfrm>
            <a:custGeom>
              <a:avLst/>
              <a:gdLst>
                <a:gd name="textAreaLeft" fmla="*/ 0 w 177840"/>
                <a:gd name="textAreaRight" fmla="*/ 180360 w 177840"/>
                <a:gd name="textAreaTop" fmla="*/ 0 h 224280"/>
                <a:gd name="textAreaBottom" fmla="*/ 226800 h 22428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Google Shape;496;p64"/>
            <p:cNvSpPr/>
            <p:nvPr/>
          </p:nvSpPr>
          <p:spPr>
            <a:xfrm>
              <a:off x="1217520" y="6303600"/>
              <a:ext cx="48600" cy="231120"/>
            </a:xfrm>
            <a:custGeom>
              <a:avLst/>
              <a:gdLst>
                <a:gd name="textAreaLeft" fmla="*/ 0 w 48600"/>
                <a:gd name="textAreaRight" fmla="*/ 51120 w 48600"/>
                <a:gd name="textAreaTop" fmla="*/ 0 h 231120"/>
                <a:gd name="textAreaBottom" fmla="*/ 233640 h 23112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Google Shape;497;p64"/>
            <p:cNvSpPr/>
            <p:nvPr/>
          </p:nvSpPr>
          <p:spPr>
            <a:xfrm>
              <a:off x="1303200" y="6363720"/>
              <a:ext cx="155160" cy="174240"/>
            </a:xfrm>
            <a:custGeom>
              <a:avLst/>
              <a:gdLst>
                <a:gd name="textAreaLeft" fmla="*/ 0 w 155160"/>
                <a:gd name="textAreaRight" fmla="*/ 157680 w 155160"/>
                <a:gd name="textAreaTop" fmla="*/ 0 h 174240"/>
                <a:gd name="textAreaBottom" fmla="*/ 176760 h 17424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56" name="Google Shape;498;p64"/>
          <p:cNvGrpSpPr/>
          <p:nvPr/>
        </p:nvGrpSpPr>
        <p:grpSpPr>
          <a:xfrm>
            <a:off x="448560" y="5823720"/>
            <a:ext cx="443880" cy="109080"/>
            <a:chOff x="448560" y="5823720"/>
            <a:chExt cx="443880" cy="109080"/>
          </a:xfrm>
        </p:grpSpPr>
        <p:sp>
          <p:nvSpPr>
            <p:cNvPr id="857" name="Google Shape;499;p64"/>
            <p:cNvSpPr/>
            <p:nvPr/>
          </p:nvSpPr>
          <p:spPr>
            <a:xfrm>
              <a:off x="825120" y="5828040"/>
              <a:ext cx="67320" cy="104400"/>
            </a:xfrm>
            <a:custGeom>
              <a:avLst/>
              <a:gdLst>
                <a:gd name="textAreaLeft" fmla="*/ 0 w 67320"/>
                <a:gd name="textAreaRight" fmla="*/ 69840 w 67320"/>
                <a:gd name="textAreaTop" fmla="*/ 0 h 104400"/>
                <a:gd name="textAreaBottom" fmla="*/ 106920 h 10440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Google Shape;500;p64"/>
            <p:cNvSpPr/>
            <p:nvPr/>
          </p:nvSpPr>
          <p:spPr>
            <a:xfrm>
              <a:off x="448560" y="5823720"/>
              <a:ext cx="98640" cy="109080"/>
            </a:xfrm>
            <a:custGeom>
              <a:avLst/>
              <a:gdLst>
                <a:gd name="textAreaLeft" fmla="*/ 0 w 98640"/>
                <a:gd name="textAreaRight" fmla="*/ 101160 w 98640"/>
                <a:gd name="textAreaTop" fmla="*/ 0 h 109080"/>
                <a:gd name="textAreaBottom" fmla="*/ 111600 h 10908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Google Shape;501;p64"/>
            <p:cNvSpPr/>
            <p:nvPr/>
          </p:nvSpPr>
          <p:spPr>
            <a:xfrm>
              <a:off x="545760" y="5839200"/>
              <a:ext cx="95760" cy="90360"/>
            </a:xfrm>
            <a:custGeom>
              <a:avLst/>
              <a:gdLst>
                <a:gd name="textAreaLeft" fmla="*/ 0 w 95760"/>
                <a:gd name="textAreaRight" fmla="*/ 98280 w 95760"/>
                <a:gd name="textAreaTop" fmla="*/ 0 h 90360"/>
                <a:gd name="textAreaBottom" fmla="*/ 92880 h 9036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0" name="Google Shape;502;p64"/>
            <p:cNvSpPr/>
            <p:nvPr/>
          </p:nvSpPr>
          <p:spPr>
            <a:xfrm>
              <a:off x="642960" y="5840280"/>
              <a:ext cx="89280" cy="87480"/>
            </a:xfrm>
            <a:custGeom>
              <a:avLst/>
              <a:gdLst>
                <a:gd name="textAreaLeft" fmla="*/ 0 w 89280"/>
                <a:gd name="textAreaRight" fmla="*/ 91800 w 89280"/>
                <a:gd name="textAreaTop" fmla="*/ 0 h 87480"/>
                <a:gd name="textAreaBottom" fmla="*/ 90000 h 8748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Google Shape;503;p64"/>
            <p:cNvSpPr/>
            <p:nvPr/>
          </p:nvSpPr>
          <p:spPr>
            <a:xfrm>
              <a:off x="733680" y="5839560"/>
              <a:ext cx="90000" cy="89280"/>
            </a:xfrm>
            <a:custGeom>
              <a:avLst/>
              <a:gdLst>
                <a:gd name="textAreaLeft" fmla="*/ 0 w 90000"/>
                <a:gd name="textAreaRight" fmla="*/ 92520 w 90000"/>
                <a:gd name="textAreaTop" fmla="*/ 0 h 89280"/>
                <a:gd name="textAreaBottom" fmla="*/ 91800 h 8928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2" name="Google Shape;504;p64"/>
          <p:cNvSpPr/>
          <p:nvPr/>
        </p:nvSpPr>
        <p:spPr>
          <a:xfrm>
            <a:off x="-254160" y="6756120"/>
            <a:ext cx="12938760" cy="4550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63" name="Google Shape;505;p64"/>
          <p:cNvGrpSpPr/>
          <p:nvPr/>
        </p:nvGrpSpPr>
        <p:grpSpPr>
          <a:xfrm>
            <a:off x="2520" y="0"/>
            <a:ext cx="12396240" cy="4205880"/>
            <a:chOff x="2520" y="0"/>
            <a:chExt cx="12396240" cy="4205880"/>
          </a:xfrm>
        </p:grpSpPr>
        <p:pic>
          <p:nvPicPr>
            <p:cNvPr id="864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2520" y="2520"/>
              <a:ext cx="4483800" cy="420336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65" name="Google Shape;507;p64"/>
            <p:cNvGrpSpPr/>
            <p:nvPr/>
          </p:nvGrpSpPr>
          <p:grpSpPr>
            <a:xfrm>
              <a:off x="2914560" y="0"/>
              <a:ext cx="9484200" cy="2854800"/>
              <a:chOff x="2914560" y="0"/>
              <a:chExt cx="9484200" cy="2854800"/>
            </a:xfrm>
          </p:grpSpPr>
          <p:sp>
            <p:nvSpPr>
              <p:cNvPr id="866" name="Google Shape;508;p64"/>
              <p:cNvSpPr/>
              <p:nvPr/>
            </p:nvSpPr>
            <p:spPr>
              <a:xfrm>
                <a:off x="3538440" y="0"/>
                <a:ext cx="8860320" cy="59112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Google Shape;509;p64"/>
              <p:cNvSpPr/>
              <p:nvPr/>
            </p:nvSpPr>
            <p:spPr>
              <a:xfrm>
                <a:off x="2914560" y="152280"/>
                <a:ext cx="1569240" cy="270252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8" name="Google Shape;510;p64"/>
          <p:cNvSpPr/>
          <p:nvPr/>
        </p:nvSpPr>
        <p:spPr>
          <a:xfrm>
            <a:off x="-254160" y="-12600"/>
            <a:ext cx="12938760" cy="635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669;p68"/>
          <p:cNvSpPr/>
          <p:nvPr/>
        </p:nvSpPr>
        <p:spPr>
          <a:xfrm>
            <a:off x="9374760" y="0"/>
            <a:ext cx="3025440" cy="6855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2" name="Google Shape;670;p68"/>
          <p:cNvSpPr/>
          <p:nvPr/>
        </p:nvSpPr>
        <p:spPr>
          <a:xfrm>
            <a:off x="9374760" y="3882960"/>
            <a:ext cx="3025440" cy="2972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Google Shape;671;p68"/>
          <p:cNvSpPr/>
          <p:nvPr/>
        </p:nvSpPr>
        <p:spPr>
          <a:xfrm>
            <a:off x="-41400" y="0"/>
            <a:ext cx="3025440" cy="6855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Google Shape;672;p68"/>
          <p:cNvSpPr/>
          <p:nvPr/>
        </p:nvSpPr>
        <p:spPr>
          <a:xfrm>
            <a:off x="-41400" y="0"/>
            <a:ext cx="3025440" cy="2972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Google Shape;673;p68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Google Shape;674;p68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Google Shape;675;p68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Google Shape;676;p68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Google Shape;677;p68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Google Shape;678;p68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Google Shape;679;p68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Google Shape;680;p68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Google Shape;681;p68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Google Shape;682;p68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5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6" name="Google Shape;684;p68"/>
          <p:cNvSpPr/>
          <p:nvPr/>
        </p:nvSpPr>
        <p:spPr>
          <a:xfrm>
            <a:off x="2666880" y="0"/>
            <a:ext cx="6855480" cy="6855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7" name="Google Shape;685;p68"/>
          <p:cNvGrpSpPr/>
          <p:nvPr/>
        </p:nvGrpSpPr>
        <p:grpSpPr>
          <a:xfrm>
            <a:off x="10058040" y="1268640"/>
            <a:ext cx="1802880" cy="1802880"/>
            <a:chOff x="10058040" y="1268640"/>
            <a:chExt cx="1802880" cy="1802880"/>
          </a:xfrm>
        </p:grpSpPr>
        <p:sp>
          <p:nvSpPr>
            <p:cNvPr id="888" name="Google Shape;686;p68"/>
            <p:cNvSpPr/>
            <p:nvPr/>
          </p:nvSpPr>
          <p:spPr>
            <a:xfrm>
              <a:off x="1126152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Google Shape;687;p68"/>
            <p:cNvSpPr/>
            <p:nvPr/>
          </p:nvSpPr>
          <p:spPr>
            <a:xfrm>
              <a:off x="1106100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Google Shape;688;p68"/>
            <p:cNvSpPr/>
            <p:nvPr/>
          </p:nvSpPr>
          <p:spPr>
            <a:xfrm>
              <a:off x="1086048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Google Shape;689;p68"/>
            <p:cNvSpPr/>
            <p:nvPr/>
          </p:nvSpPr>
          <p:spPr>
            <a:xfrm>
              <a:off x="1065996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Google Shape;690;p68"/>
            <p:cNvSpPr/>
            <p:nvPr/>
          </p:nvSpPr>
          <p:spPr>
            <a:xfrm>
              <a:off x="1045944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Google Shape;691;p68"/>
            <p:cNvSpPr/>
            <p:nvPr/>
          </p:nvSpPr>
          <p:spPr>
            <a:xfrm>
              <a:off x="10258560" y="1469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Google Shape;692;p68"/>
            <p:cNvSpPr/>
            <p:nvPr/>
          </p:nvSpPr>
          <p:spPr>
            <a:xfrm>
              <a:off x="10058040" y="16700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5" name="Google Shape;693;p68"/>
            <p:cNvSpPr/>
            <p:nvPr/>
          </p:nvSpPr>
          <p:spPr>
            <a:xfrm>
              <a:off x="10058040" y="187056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6" name="Google Shape;694;p68"/>
            <p:cNvSpPr/>
            <p:nvPr/>
          </p:nvSpPr>
          <p:spPr>
            <a:xfrm>
              <a:off x="10058040" y="207108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7" name="Google Shape;695;p68"/>
            <p:cNvSpPr/>
            <p:nvPr/>
          </p:nvSpPr>
          <p:spPr>
            <a:xfrm>
              <a:off x="10058040" y="22716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8" name="Google Shape;696;p68"/>
            <p:cNvSpPr/>
            <p:nvPr/>
          </p:nvSpPr>
          <p:spPr>
            <a:xfrm>
              <a:off x="10058040" y="24721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9" name="Google Shape;697;p68"/>
            <p:cNvSpPr/>
            <p:nvPr/>
          </p:nvSpPr>
          <p:spPr>
            <a:xfrm>
              <a:off x="10258560" y="26730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Google Shape;698;p68"/>
            <p:cNvSpPr/>
            <p:nvPr/>
          </p:nvSpPr>
          <p:spPr>
            <a:xfrm>
              <a:off x="1045944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Google Shape;699;p68"/>
            <p:cNvSpPr/>
            <p:nvPr/>
          </p:nvSpPr>
          <p:spPr>
            <a:xfrm>
              <a:off x="1065996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2" name="Google Shape;700;p68"/>
            <p:cNvSpPr/>
            <p:nvPr/>
          </p:nvSpPr>
          <p:spPr>
            <a:xfrm>
              <a:off x="1086048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3" name="Google Shape;701;p68"/>
            <p:cNvSpPr/>
            <p:nvPr/>
          </p:nvSpPr>
          <p:spPr>
            <a:xfrm>
              <a:off x="1106100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4" name="Google Shape;702;p68"/>
            <p:cNvSpPr/>
            <p:nvPr/>
          </p:nvSpPr>
          <p:spPr>
            <a:xfrm>
              <a:off x="1126152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5" name="Google Shape;703;p68"/>
            <p:cNvSpPr/>
            <p:nvPr/>
          </p:nvSpPr>
          <p:spPr>
            <a:xfrm>
              <a:off x="11462400" y="26730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6" name="Google Shape;704;p68"/>
            <p:cNvSpPr/>
            <p:nvPr/>
          </p:nvSpPr>
          <p:spPr>
            <a:xfrm>
              <a:off x="11662920" y="24721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7" name="Google Shape;705;p68"/>
            <p:cNvSpPr/>
            <p:nvPr/>
          </p:nvSpPr>
          <p:spPr>
            <a:xfrm>
              <a:off x="11662920" y="22716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8" name="Google Shape;706;p68"/>
            <p:cNvSpPr/>
            <p:nvPr/>
          </p:nvSpPr>
          <p:spPr>
            <a:xfrm>
              <a:off x="11662920" y="207108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Google Shape;707;p68"/>
            <p:cNvSpPr/>
            <p:nvPr/>
          </p:nvSpPr>
          <p:spPr>
            <a:xfrm>
              <a:off x="11662920" y="187056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Google Shape;708;p68"/>
            <p:cNvSpPr/>
            <p:nvPr/>
          </p:nvSpPr>
          <p:spPr>
            <a:xfrm>
              <a:off x="11662920" y="16700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1" name="Google Shape;709;p68"/>
            <p:cNvSpPr/>
            <p:nvPr/>
          </p:nvSpPr>
          <p:spPr>
            <a:xfrm>
              <a:off x="11462400" y="1469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12" name="Google Shape;710;p68"/>
          <p:cNvSpPr/>
          <p:nvPr/>
        </p:nvSpPr>
        <p:spPr>
          <a:xfrm>
            <a:off x="492120" y="-227880"/>
            <a:ext cx="2056320" cy="8443800"/>
          </a:xfrm>
          <a:custGeom>
            <a:avLst/>
            <a:gdLst>
              <a:gd name="textAreaLeft" fmla="*/ 0 w 2056320"/>
              <a:gd name="textAreaRight" fmla="*/ 2058840 w 2056320"/>
              <a:gd name="textAreaTop" fmla="*/ 0 h 8443800"/>
              <a:gd name="textAreaBottom" fmla="*/ 8446320 h 844380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Google Shape;711;p68"/>
          <p:cNvSpPr/>
          <p:nvPr/>
        </p:nvSpPr>
        <p:spPr>
          <a:xfrm>
            <a:off x="3367800" y="-960480"/>
            <a:ext cx="1896480" cy="8691480"/>
          </a:xfrm>
          <a:custGeom>
            <a:avLst/>
            <a:gdLst>
              <a:gd name="textAreaLeft" fmla="*/ 0 w 1896480"/>
              <a:gd name="textAreaRight" fmla="*/ 1899000 w 1896480"/>
              <a:gd name="textAreaTop" fmla="*/ 0 h 8691480"/>
              <a:gd name="textAreaBottom" fmla="*/ 8694000 h 869148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Google Shape;712;p68"/>
          <p:cNvSpPr/>
          <p:nvPr/>
        </p:nvSpPr>
        <p:spPr>
          <a:xfrm>
            <a:off x="7389360" y="-113760"/>
            <a:ext cx="1933200" cy="7083360"/>
          </a:xfrm>
          <a:custGeom>
            <a:avLst/>
            <a:gdLst>
              <a:gd name="textAreaLeft" fmla="*/ 0 w 1933200"/>
              <a:gd name="textAreaRight" fmla="*/ 1935720 w 1933200"/>
              <a:gd name="textAreaTop" fmla="*/ 0 h 7083360"/>
              <a:gd name="textAreaBottom" fmla="*/ 7085880 h 708336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788;p7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789;p7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790;p7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Google Shape;791;p7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Google Shape;792;p7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Google Shape;793;p7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Google Shape;794;p7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Google Shape;795;p7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Google Shape;796;p7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Google Shape;797;p7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Google Shape;798;p72"/>
          <p:cNvSpPr/>
          <p:nvPr/>
        </p:nvSpPr>
        <p:spPr>
          <a:xfrm>
            <a:off x="1440" y="0"/>
            <a:ext cx="4739400" cy="68554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8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640" cy="42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9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280" cy="200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1105;p80"/>
          <p:cNvGrpSpPr/>
          <p:nvPr/>
        </p:nvGrpSpPr>
        <p:grpSpPr>
          <a:xfrm>
            <a:off x="728640" y="3083760"/>
            <a:ext cx="7817760" cy="2414520"/>
            <a:chOff x="728640" y="3083760"/>
            <a:chExt cx="7817760" cy="2414520"/>
          </a:xfrm>
        </p:grpSpPr>
        <p:sp>
          <p:nvSpPr>
            <p:cNvPr id="933" name="Google Shape;1106;p80"/>
            <p:cNvSpPr/>
            <p:nvPr/>
          </p:nvSpPr>
          <p:spPr>
            <a:xfrm>
              <a:off x="1363680" y="3640680"/>
              <a:ext cx="718272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Google Shape;1107;p80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5" name="Google Shape;1108;p80"/>
          <p:cNvGrpSpPr/>
          <p:nvPr/>
        </p:nvGrpSpPr>
        <p:grpSpPr>
          <a:xfrm>
            <a:off x="755280" y="2794320"/>
            <a:ext cx="690840" cy="690840"/>
            <a:chOff x="755280" y="2794320"/>
            <a:chExt cx="690840" cy="690840"/>
          </a:xfrm>
        </p:grpSpPr>
        <p:sp>
          <p:nvSpPr>
            <p:cNvPr id="936" name="Google Shape;1109;p80"/>
            <p:cNvSpPr/>
            <p:nvPr/>
          </p:nvSpPr>
          <p:spPr>
            <a:xfrm>
              <a:off x="755280" y="3141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Google Shape;1110;p80"/>
            <p:cNvSpPr/>
            <p:nvPr/>
          </p:nvSpPr>
          <p:spPr>
            <a:xfrm>
              <a:off x="1101960" y="2794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38" name="Google Shape;1111;p80"/>
          <p:cNvGrpSpPr/>
          <p:nvPr/>
        </p:nvGrpSpPr>
        <p:grpSpPr>
          <a:xfrm>
            <a:off x="6174360" y="5188680"/>
            <a:ext cx="690840" cy="690840"/>
            <a:chOff x="6174360" y="5188680"/>
            <a:chExt cx="690840" cy="690840"/>
          </a:xfrm>
        </p:grpSpPr>
        <p:sp>
          <p:nvSpPr>
            <p:cNvPr id="939" name="Google Shape;1112;p80"/>
            <p:cNvSpPr/>
            <p:nvPr/>
          </p:nvSpPr>
          <p:spPr>
            <a:xfrm>
              <a:off x="6174360" y="55353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Google Shape;1113;p80"/>
            <p:cNvSpPr/>
            <p:nvPr/>
          </p:nvSpPr>
          <p:spPr>
            <a:xfrm>
              <a:off x="6521040" y="518868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1" name="Google Shape;1114;p8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Google Shape;1115;p8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Google Shape;1116;p8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Google Shape;1117;p8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Google Shape;1118;p8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Google Shape;1119;p8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Google Shape;1120;p8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Google Shape;1121;p8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Google Shape;1122;p8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Google Shape;1123;p8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1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8720" cy="1638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52" name="Google Shape;1125;p80"/>
          <p:cNvGrpSpPr/>
          <p:nvPr/>
        </p:nvGrpSpPr>
        <p:grpSpPr>
          <a:xfrm>
            <a:off x="10124640" y="1269360"/>
            <a:ext cx="1467720" cy="766440"/>
            <a:chOff x="10124640" y="1269360"/>
            <a:chExt cx="1467720" cy="766440"/>
          </a:xfrm>
        </p:grpSpPr>
        <p:grpSp>
          <p:nvGrpSpPr>
            <p:cNvPr id="953" name="Google Shape;1126;p80"/>
            <p:cNvGrpSpPr/>
            <p:nvPr/>
          </p:nvGrpSpPr>
          <p:grpSpPr>
            <a:xfrm>
              <a:off x="10124640" y="1269360"/>
              <a:ext cx="1222200" cy="297360"/>
              <a:chOff x="10124640" y="1269360"/>
              <a:chExt cx="1222200" cy="297360"/>
            </a:xfrm>
          </p:grpSpPr>
          <p:sp>
            <p:nvSpPr>
              <p:cNvPr id="954" name="Google Shape;1127;p80"/>
              <p:cNvSpPr/>
              <p:nvPr/>
            </p:nvSpPr>
            <p:spPr>
              <a:xfrm>
                <a:off x="10124640" y="1269360"/>
                <a:ext cx="147240" cy="295920"/>
              </a:xfrm>
              <a:custGeom>
                <a:avLst/>
                <a:gdLst>
                  <a:gd name="textAreaLeft" fmla="*/ 0 w 147240"/>
                  <a:gd name="textAreaRight" fmla="*/ 149760 w 147240"/>
                  <a:gd name="textAreaTop" fmla="*/ 0 h 295920"/>
                  <a:gd name="textAreaBottom" fmla="*/ 298440 h 29592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Google Shape;1128;p80"/>
              <p:cNvSpPr/>
              <p:nvPr/>
            </p:nvSpPr>
            <p:spPr>
              <a:xfrm>
                <a:off x="10305360" y="1324800"/>
                <a:ext cx="227520" cy="241560"/>
              </a:xfrm>
              <a:custGeom>
                <a:avLst/>
                <a:gdLst>
                  <a:gd name="textAreaLeft" fmla="*/ 0 w 227520"/>
                  <a:gd name="textAreaRight" fmla="*/ 230040 w 22752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Google Shape;1129;p80"/>
              <p:cNvSpPr/>
              <p:nvPr/>
            </p:nvSpPr>
            <p:spPr>
              <a:xfrm>
                <a:off x="10573560" y="1325160"/>
                <a:ext cx="215280" cy="241560"/>
              </a:xfrm>
              <a:custGeom>
                <a:avLst/>
                <a:gdLst>
                  <a:gd name="textAreaLeft" fmla="*/ 0 w 215280"/>
                  <a:gd name="textAreaRight" fmla="*/ 217800 w 215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Google Shape;1130;p80"/>
              <p:cNvSpPr/>
              <p:nvPr/>
            </p:nvSpPr>
            <p:spPr>
              <a:xfrm>
                <a:off x="10834560" y="1325160"/>
                <a:ext cx="212400" cy="236160"/>
              </a:xfrm>
              <a:custGeom>
                <a:avLst/>
                <a:gdLst>
                  <a:gd name="textAreaLeft" fmla="*/ 0 w 212400"/>
                  <a:gd name="textAreaRight" fmla="*/ 214920 w 212400"/>
                  <a:gd name="textAreaTop" fmla="*/ 0 h 236160"/>
                  <a:gd name="textAreaBottom" fmla="*/ 238680 h 23616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Google Shape;1131;p80"/>
              <p:cNvSpPr/>
              <p:nvPr/>
            </p:nvSpPr>
            <p:spPr>
              <a:xfrm>
                <a:off x="11095560" y="132516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59" name="Google Shape;1132;p80"/>
            <p:cNvGrpSpPr/>
            <p:nvPr/>
          </p:nvGrpSpPr>
          <p:grpSpPr>
            <a:xfrm>
              <a:off x="10546560" y="1648080"/>
              <a:ext cx="1045800" cy="387720"/>
              <a:chOff x="10546560" y="1648080"/>
              <a:chExt cx="1045800" cy="387720"/>
            </a:xfrm>
          </p:grpSpPr>
          <p:sp>
            <p:nvSpPr>
              <p:cNvPr id="960" name="Google Shape;1133;p80"/>
              <p:cNvSpPr/>
              <p:nvPr/>
            </p:nvSpPr>
            <p:spPr>
              <a:xfrm>
                <a:off x="10546560" y="1648080"/>
                <a:ext cx="64080" cy="31680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Google Shape;1134;p80"/>
              <p:cNvSpPr/>
              <p:nvPr/>
            </p:nvSpPr>
            <p:spPr>
              <a:xfrm>
                <a:off x="10664280" y="172872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Google Shape;1135;p80"/>
              <p:cNvSpPr/>
              <p:nvPr/>
            </p:nvSpPr>
            <p:spPr>
              <a:xfrm>
                <a:off x="10955160" y="1728720"/>
                <a:ext cx="243720" cy="307080"/>
              </a:xfrm>
              <a:custGeom>
                <a:avLst/>
                <a:gdLst>
                  <a:gd name="textAreaLeft" fmla="*/ 0 w 243720"/>
                  <a:gd name="textAreaRight" fmla="*/ 246240 w 243720"/>
                  <a:gd name="textAreaTop" fmla="*/ 0 h 307080"/>
                  <a:gd name="textAreaBottom" fmla="*/ 309600 h 30708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Google Shape;1136;p80"/>
              <p:cNvSpPr/>
              <p:nvPr/>
            </p:nvSpPr>
            <p:spPr>
              <a:xfrm>
                <a:off x="11262240" y="1648440"/>
                <a:ext cx="67680" cy="316800"/>
              </a:xfrm>
              <a:custGeom>
                <a:avLst/>
                <a:gdLst>
                  <a:gd name="textAreaLeft" fmla="*/ 0 w 67680"/>
                  <a:gd name="textAreaRight" fmla="*/ 70200 w 676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Google Shape;1137;p80"/>
              <p:cNvSpPr/>
              <p:nvPr/>
            </p:nvSpPr>
            <p:spPr>
              <a:xfrm>
                <a:off x="11379240" y="1730520"/>
                <a:ext cx="213120" cy="239040"/>
              </a:xfrm>
              <a:custGeom>
                <a:avLst/>
                <a:gdLst>
                  <a:gd name="textAreaLeft" fmla="*/ 0 w 213120"/>
                  <a:gd name="textAreaRight" fmla="*/ 215640 w 213120"/>
                  <a:gd name="textAreaTop" fmla="*/ 0 h 239040"/>
                  <a:gd name="textAreaBottom" fmla="*/ 241560 h 23904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965" name="Google Shape;1138;p80"/>
          <p:cNvGrpSpPr/>
          <p:nvPr/>
        </p:nvGrpSpPr>
        <p:grpSpPr>
          <a:xfrm>
            <a:off x="10207440" y="873000"/>
            <a:ext cx="1174320" cy="296280"/>
            <a:chOff x="10207440" y="873000"/>
            <a:chExt cx="1174320" cy="296280"/>
          </a:xfrm>
        </p:grpSpPr>
        <p:sp>
          <p:nvSpPr>
            <p:cNvPr id="966" name="Google Shape;1139;p80"/>
            <p:cNvSpPr/>
            <p:nvPr/>
          </p:nvSpPr>
          <p:spPr>
            <a:xfrm>
              <a:off x="10207440" y="878040"/>
              <a:ext cx="79200" cy="101520"/>
            </a:xfrm>
            <a:custGeom>
              <a:avLst/>
              <a:gdLst>
                <a:gd name="textAreaLeft" fmla="*/ 0 w 79200"/>
                <a:gd name="textAreaRight" fmla="*/ 81720 w 79200"/>
                <a:gd name="textAreaTop" fmla="*/ 0 h 101520"/>
                <a:gd name="textAreaBottom" fmla="*/ 104040 h 10152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Google Shape;1140;p80"/>
            <p:cNvSpPr/>
            <p:nvPr/>
          </p:nvSpPr>
          <p:spPr>
            <a:xfrm>
              <a:off x="1028556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8" name="Google Shape;1141;p80"/>
            <p:cNvSpPr/>
            <p:nvPr/>
          </p:nvSpPr>
          <p:spPr>
            <a:xfrm>
              <a:off x="10381680" y="87372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9" name="Google Shape;1142;p80"/>
            <p:cNvSpPr/>
            <p:nvPr/>
          </p:nvSpPr>
          <p:spPr>
            <a:xfrm>
              <a:off x="1047924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Google Shape;1143;p80"/>
            <p:cNvSpPr/>
            <p:nvPr/>
          </p:nvSpPr>
          <p:spPr>
            <a:xfrm>
              <a:off x="1056456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Google Shape;1144;p80"/>
            <p:cNvSpPr/>
            <p:nvPr/>
          </p:nvSpPr>
          <p:spPr>
            <a:xfrm>
              <a:off x="1068372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2" name="Google Shape;1145;p80"/>
            <p:cNvSpPr/>
            <p:nvPr/>
          </p:nvSpPr>
          <p:spPr>
            <a:xfrm>
              <a:off x="1076940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3" name="Google Shape;1146;p80"/>
            <p:cNvSpPr/>
            <p:nvPr/>
          </p:nvSpPr>
          <p:spPr>
            <a:xfrm>
              <a:off x="10888200" y="873000"/>
              <a:ext cx="43920" cy="106560"/>
            </a:xfrm>
            <a:custGeom>
              <a:avLst/>
              <a:gdLst>
                <a:gd name="textAreaLeft" fmla="*/ 0 w 43920"/>
                <a:gd name="textAreaRight" fmla="*/ 46440 w 43920"/>
                <a:gd name="textAreaTop" fmla="*/ 0 h 106560"/>
                <a:gd name="textAreaBottom" fmla="*/ 109080 h 10656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4" name="Google Shape;1147;p80"/>
            <p:cNvSpPr/>
            <p:nvPr/>
          </p:nvSpPr>
          <p:spPr>
            <a:xfrm>
              <a:off x="1094292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5" name="Google Shape;1148;p80"/>
            <p:cNvSpPr/>
            <p:nvPr/>
          </p:nvSpPr>
          <p:spPr>
            <a:xfrm>
              <a:off x="11043720" y="90396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6" name="Google Shape;1149;p80"/>
            <p:cNvSpPr/>
            <p:nvPr/>
          </p:nvSpPr>
          <p:spPr>
            <a:xfrm>
              <a:off x="11103840" y="903600"/>
              <a:ext cx="113760" cy="75960"/>
            </a:xfrm>
            <a:custGeom>
              <a:avLst/>
              <a:gdLst>
                <a:gd name="textAreaLeft" fmla="*/ 0 w 113760"/>
                <a:gd name="textAreaRight" fmla="*/ 116280 w 11376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7" name="Google Shape;1150;p80"/>
            <p:cNvSpPr/>
            <p:nvPr/>
          </p:nvSpPr>
          <p:spPr>
            <a:xfrm>
              <a:off x="1123956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Google Shape;1151;p80"/>
            <p:cNvSpPr/>
            <p:nvPr/>
          </p:nvSpPr>
          <p:spPr>
            <a:xfrm>
              <a:off x="1132488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Google Shape;1152;p80"/>
            <p:cNvSpPr/>
            <p:nvPr/>
          </p:nvSpPr>
          <p:spPr>
            <a:xfrm>
              <a:off x="1020816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0" name="Google Shape;1153;p80"/>
            <p:cNvSpPr/>
            <p:nvPr/>
          </p:nvSpPr>
          <p:spPr>
            <a:xfrm>
              <a:off x="103068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1" name="Google Shape;1154;p80"/>
            <p:cNvSpPr/>
            <p:nvPr/>
          </p:nvSpPr>
          <p:spPr>
            <a:xfrm>
              <a:off x="10438200" y="107028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2" name="Google Shape;1155;p80"/>
            <p:cNvSpPr/>
            <p:nvPr/>
          </p:nvSpPr>
          <p:spPr>
            <a:xfrm>
              <a:off x="10530360" y="1069560"/>
              <a:ext cx="75240" cy="9972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99720"/>
                <a:gd name="textAreaBottom" fmla="*/ 102240 h 9972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3" name="Google Shape;1156;p80"/>
            <p:cNvSpPr/>
            <p:nvPr/>
          </p:nvSpPr>
          <p:spPr>
            <a:xfrm>
              <a:off x="1062900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4" name="Google Shape;1157;p80"/>
            <p:cNvSpPr/>
            <p:nvPr/>
          </p:nvSpPr>
          <p:spPr>
            <a:xfrm>
              <a:off x="106812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5" name="Google Shape;1158;p80"/>
            <p:cNvSpPr/>
            <p:nvPr/>
          </p:nvSpPr>
          <p:spPr>
            <a:xfrm>
              <a:off x="10774080" y="1069560"/>
              <a:ext cx="64800" cy="7596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Google Shape;1159;p80"/>
            <p:cNvSpPr/>
            <p:nvPr/>
          </p:nvSpPr>
          <p:spPr>
            <a:xfrm>
              <a:off x="1086084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Google Shape;1160;p80"/>
            <p:cNvSpPr/>
            <p:nvPr/>
          </p:nvSpPr>
          <p:spPr>
            <a:xfrm>
              <a:off x="1095948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Google Shape;1161;p80"/>
            <p:cNvSpPr/>
            <p:nvPr/>
          </p:nvSpPr>
          <p:spPr>
            <a:xfrm>
              <a:off x="1105236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89" name="Google Shape;1162;p80"/>
          <p:cNvGrpSpPr/>
          <p:nvPr/>
        </p:nvGrpSpPr>
        <p:grpSpPr>
          <a:xfrm>
            <a:off x="10113480" y="597240"/>
            <a:ext cx="606960" cy="150120"/>
            <a:chOff x="10113480" y="597240"/>
            <a:chExt cx="606960" cy="150120"/>
          </a:xfrm>
        </p:grpSpPr>
        <p:sp>
          <p:nvSpPr>
            <p:cNvPr id="990" name="Google Shape;1163;p80"/>
            <p:cNvSpPr/>
            <p:nvPr/>
          </p:nvSpPr>
          <p:spPr>
            <a:xfrm>
              <a:off x="10627560" y="603360"/>
              <a:ext cx="92880" cy="143280"/>
            </a:xfrm>
            <a:custGeom>
              <a:avLst/>
              <a:gdLst>
                <a:gd name="textAreaLeft" fmla="*/ 0 w 92880"/>
                <a:gd name="textAreaRight" fmla="*/ 95400 w 92880"/>
                <a:gd name="textAreaTop" fmla="*/ 0 h 143280"/>
                <a:gd name="textAreaBottom" fmla="*/ 145800 h 14328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1" name="Google Shape;1164;p80"/>
            <p:cNvSpPr/>
            <p:nvPr/>
          </p:nvSpPr>
          <p:spPr>
            <a:xfrm>
              <a:off x="10113480" y="597240"/>
              <a:ext cx="135360" cy="150120"/>
            </a:xfrm>
            <a:custGeom>
              <a:avLst/>
              <a:gdLst>
                <a:gd name="textAreaLeft" fmla="*/ 0 w 135360"/>
                <a:gd name="textAreaRight" fmla="*/ 137880 w 135360"/>
                <a:gd name="textAreaTop" fmla="*/ 0 h 150120"/>
                <a:gd name="textAreaBottom" fmla="*/ 152640 h 15012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2" name="Google Shape;1165;p80"/>
            <p:cNvSpPr/>
            <p:nvPr/>
          </p:nvSpPr>
          <p:spPr>
            <a:xfrm>
              <a:off x="10246320" y="618480"/>
              <a:ext cx="131760" cy="124200"/>
            </a:xfrm>
            <a:custGeom>
              <a:avLst/>
              <a:gdLst>
                <a:gd name="textAreaLeft" fmla="*/ 0 w 131760"/>
                <a:gd name="textAreaRight" fmla="*/ 134280 w 131760"/>
                <a:gd name="textAreaTop" fmla="*/ 0 h 124200"/>
                <a:gd name="textAreaBottom" fmla="*/ 126720 h 12420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3" name="Google Shape;1166;p80"/>
            <p:cNvSpPr/>
            <p:nvPr/>
          </p:nvSpPr>
          <p:spPr>
            <a:xfrm>
              <a:off x="10378800" y="619920"/>
              <a:ext cx="123120" cy="120600"/>
            </a:xfrm>
            <a:custGeom>
              <a:avLst/>
              <a:gdLst>
                <a:gd name="textAreaLeft" fmla="*/ 0 w 123120"/>
                <a:gd name="textAreaRight" fmla="*/ 125640 w 123120"/>
                <a:gd name="textAreaTop" fmla="*/ 0 h 120600"/>
                <a:gd name="textAreaBottom" fmla="*/ 123120 h 12060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4" name="Google Shape;1167;p80"/>
            <p:cNvSpPr/>
            <p:nvPr/>
          </p:nvSpPr>
          <p:spPr>
            <a:xfrm>
              <a:off x="10503000" y="619200"/>
              <a:ext cx="124200" cy="122760"/>
            </a:xfrm>
            <a:custGeom>
              <a:avLst/>
              <a:gdLst>
                <a:gd name="textAreaLeft" fmla="*/ 0 w 124200"/>
                <a:gd name="textAreaRight" fmla="*/ 126720 w 124200"/>
                <a:gd name="textAreaTop" fmla="*/ 0 h 122760"/>
                <a:gd name="textAreaBottom" fmla="*/ 125280 h 12276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995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6640" cy="48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2520" y="0"/>
            <a:ext cx="12189600" cy="685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7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8" name="Google Shape;716;p69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9" name="Google Shape;717;p69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0" name="Google Shape;718;p69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1" name="Google Shape;719;p69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2" name="Google Shape;720;p69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Google Shape;721;p69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Google Shape;722;p69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Google Shape;723;p69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Google Shape;724;p69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Google Shape;725;p69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000" cy="101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1" name="Google Shape;728;p70" descr=""/>
          <p:cNvPicPr/>
          <p:nvPr/>
        </p:nvPicPr>
        <p:blipFill>
          <a:blip r:embed="rId3"/>
          <a:stretch/>
        </p:blipFill>
        <p:spPr>
          <a:xfrm flipH="1">
            <a:off x="504000" y="1314000"/>
            <a:ext cx="6078600" cy="47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2" name="Google Shape;729;p7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3" name="Google Shape;730;p7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4" name="Google Shape;731;p7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5" name="Google Shape;732;p7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6" name="Google Shape;733;p7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Google Shape;734;p7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Google Shape;735;p7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Google Shape;736;p7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Google Shape;737;p7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Google Shape;738;p7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669;p68"/>
          <p:cNvSpPr/>
          <p:nvPr/>
        </p:nvSpPr>
        <p:spPr>
          <a:xfrm>
            <a:off x="9374760" y="0"/>
            <a:ext cx="3025440" cy="6855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Google Shape;670;p68"/>
          <p:cNvSpPr/>
          <p:nvPr/>
        </p:nvSpPr>
        <p:spPr>
          <a:xfrm>
            <a:off x="9374760" y="3882960"/>
            <a:ext cx="3025440" cy="297252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6" name="Google Shape;671;p68"/>
          <p:cNvSpPr/>
          <p:nvPr/>
        </p:nvSpPr>
        <p:spPr>
          <a:xfrm>
            <a:off x="-41400" y="0"/>
            <a:ext cx="3025440" cy="68554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7" name="Google Shape;672;p68"/>
          <p:cNvSpPr/>
          <p:nvPr/>
        </p:nvSpPr>
        <p:spPr>
          <a:xfrm>
            <a:off x="-41400" y="0"/>
            <a:ext cx="3025440" cy="297252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Google Shape;673;p68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Google Shape;674;p68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Google Shape;675;p68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Google Shape;676;p68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677;p68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678;p68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679;p68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680;p68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Google Shape;681;p68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7" name="Google Shape;682;p68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8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9" name="Google Shape;684;p68"/>
          <p:cNvSpPr/>
          <p:nvPr/>
        </p:nvSpPr>
        <p:spPr>
          <a:xfrm>
            <a:off x="2666880" y="0"/>
            <a:ext cx="6855480" cy="6855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40" name="Google Shape;685;p68"/>
          <p:cNvGrpSpPr/>
          <p:nvPr/>
        </p:nvGrpSpPr>
        <p:grpSpPr>
          <a:xfrm>
            <a:off x="10058040" y="1268640"/>
            <a:ext cx="1802880" cy="1802880"/>
            <a:chOff x="10058040" y="1268640"/>
            <a:chExt cx="1802880" cy="1802880"/>
          </a:xfrm>
        </p:grpSpPr>
        <p:sp>
          <p:nvSpPr>
            <p:cNvPr id="1041" name="Google Shape;686;p68"/>
            <p:cNvSpPr/>
            <p:nvPr/>
          </p:nvSpPr>
          <p:spPr>
            <a:xfrm>
              <a:off x="1126152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Google Shape;687;p68"/>
            <p:cNvSpPr/>
            <p:nvPr/>
          </p:nvSpPr>
          <p:spPr>
            <a:xfrm>
              <a:off x="1106100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3" name="Google Shape;688;p68"/>
            <p:cNvSpPr/>
            <p:nvPr/>
          </p:nvSpPr>
          <p:spPr>
            <a:xfrm>
              <a:off x="1086048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4" name="Google Shape;689;p68"/>
            <p:cNvSpPr/>
            <p:nvPr/>
          </p:nvSpPr>
          <p:spPr>
            <a:xfrm>
              <a:off x="1065996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5" name="Google Shape;690;p68"/>
            <p:cNvSpPr/>
            <p:nvPr/>
          </p:nvSpPr>
          <p:spPr>
            <a:xfrm>
              <a:off x="10459440" y="12686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Google Shape;691;p68"/>
            <p:cNvSpPr/>
            <p:nvPr/>
          </p:nvSpPr>
          <p:spPr>
            <a:xfrm>
              <a:off x="10258560" y="1469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Google Shape;692;p68"/>
            <p:cNvSpPr/>
            <p:nvPr/>
          </p:nvSpPr>
          <p:spPr>
            <a:xfrm>
              <a:off x="10058040" y="16700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8" name="Google Shape;693;p68"/>
            <p:cNvSpPr/>
            <p:nvPr/>
          </p:nvSpPr>
          <p:spPr>
            <a:xfrm>
              <a:off x="10058040" y="187056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9" name="Google Shape;694;p68"/>
            <p:cNvSpPr/>
            <p:nvPr/>
          </p:nvSpPr>
          <p:spPr>
            <a:xfrm>
              <a:off x="10058040" y="207108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0" name="Google Shape;695;p68"/>
            <p:cNvSpPr/>
            <p:nvPr/>
          </p:nvSpPr>
          <p:spPr>
            <a:xfrm>
              <a:off x="10058040" y="22716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1" name="Google Shape;696;p68"/>
            <p:cNvSpPr/>
            <p:nvPr/>
          </p:nvSpPr>
          <p:spPr>
            <a:xfrm>
              <a:off x="10058040" y="24721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Google Shape;697;p68"/>
            <p:cNvSpPr/>
            <p:nvPr/>
          </p:nvSpPr>
          <p:spPr>
            <a:xfrm>
              <a:off x="10258560" y="26730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Google Shape;698;p68"/>
            <p:cNvSpPr/>
            <p:nvPr/>
          </p:nvSpPr>
          <p:spPr>
            <a:xfrm>
              <a:off x="1045944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4" name="Google Shape;699;p68"/>
            <p:cNvSpPr/>
            <p:nvPr/>
          </p:nvSpPr>
          <p:spPr>
            <a:xfrm>
              <a:off x="1065996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Google Shape;700;p68"/>
            <p:cNvSpPr/>
            <p:nvPr/>
          </p:nvSpPr>
          <p:spPr>
            <a:xfrm>
              <a:off x="1086048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Google Shape;701;p68"/>
            <p:cNvSpPr/>
            <p:nvPr/>
          </p:nvSpPr>
          <p:spPr>
            <a:xfrm>
              <a:off x="1106100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7" name="Google Shape;702;p68"/>
            <p:cNvSpPr/>
            <p:nvPr/>
          </p:nvSpPr>
          <p:spPr>
            <a:xfrm>
              <a:off x="11261520" y="2873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Google Shape;703;p68"/>
            <p:cNvSpPr/>
            <p:nvPr/>
          </p:nvSpPr>
          <p:spPr>
            <a:xfrm>
              <a:off x="11462400" y="26730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Google Shape;704;p68"/>
            <p:cNvSpPr/>
            <p:nvPr/>
          </p:nvSpPr>
          <p:spPr>
            <a:xfrm>
              <a:off x="11662920" y="24721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705;p68"/>
            <p:cNvSpPr/>
            <p:nvPr/>
          </p:nvSpPr>
          <p:spPr>
            <a:xfrm>
              <a:off x="11662920" y="227160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Google Shape;706;p68"/>
            <p:cNvSpPr/>
            <p:nvPr/>
          </p:nvSpPr>
          <p:spPr>
            <a:xfrm>
              <a:off x="11662920" y="207108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Google Shape;707;p68"/>
            <p:cNvSpPr/>
            <p:nvPr/>
          </p:nvSpPr>
          <p:spPr>
            <a:xfrm>
              <a:off x="11662920" y="187056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Google Shape;708;p68"/>
            <p:cNvSpPr/>
            <p:nvPr/>
          </p:nvSpPr>
          <p:spPr>
            <a:xfrm>
              <a:off x="11662920" y="167004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Google Shape;709;p68"/>
            <p:cNvSpPr/>
            <p:nvPr/>
          </p:nvSpPr>
          <p:spPr>
            <a:xfrm>
              <a:off x="11462400" y="1469520"/>
              <a:ext cx="198000" cy="198000"/>
            </a:xfrm>
            <a:custGeom>
              <a:avLst/>
              <a:gdLst>
                <a:gd name="textAreaLeft" fmla="*/ 0 w 198000"/>
                <a:gd name="textAreaRight" fmla="*/ 200520 w 198000"/>
                <a:gd name="textAreaTop" fmla="*/ 0 h 198000"/>
                <a:gd name="textAreaBottom" fmla="*/ 200520 h 19800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65" name="Google Shape;710;p68"/>
          <p:cNvSpPr/>
          <p:nvPr/>
        </p:nvSpPr>
        <p:spPr>
          <a:xfrm>
            <a:off x="492120" y="-227880"/>
            <a:ext cx="2056320" cy="8443800"/>
          </a:xfrm>
          <a:custGeom>
            <a:avLst/>
            <a:gdLst>
              <a:gd name="textAreaLeft" fmla="*/ 0 w 2056320"/>
              <a:gd name="textAreaRight" fmla="*/ 2058840 w 2056320"/>
              <a:gd name="textAreaTop" fmla="*/ 0 h 8443800"/>
              <a:gd name="textAreaBottom" fmla="*/ 8446320 h 844380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Google Shape;711;p68"/>
          <p:cNvSpPr/>
          <p:nvPr/>
        </p:nvSpPr>
        <p:spPr>
          <a:xfrm>
            <a:off x="3367800" y="-960480"/>
            <a:ext cx="1896480" cy="8691480"/>
          </a:xfrm>
          <a:custGeom>
            <a:avLst/>
            <a:gdLst>
              <a:gd name="textAreaLeft" fmla="*/ 0 w 1896480"/>
              <a:gd name="textAreaRight" fmla="*/ 1899000 w 1896480"/>
              <a:gd name="textAreaTop" fmla="*/ 0 h 8691480"/>
              <a:gd name="textAreaBottom" fmla="*/ 8694000 h 869148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Google Shape;712;p68"/>
          <p:cNvSpPr/>
          <p:nvPr/>
        </p:nvSpPr>
        <p:spPr>
          <a:xfrm>
            <a:off x="7389360" y="-113760"/>
            <a:ext cx="1933200" cy="7083360"/>
          </a:xfrm>
          <a:custGeom>
            <a:avLst/>
            <a:gdLst>
              <a:gd name="textAreaLeft" fmla="*/ 0 w 1933200"/>
              <a:gd name="textAreaRight" fmla="*/ 1935720 w 1933200"/>
              <a:gd name="textAreaTop" fmla="*/ 0 h 7083360"/>
              <a:gd name="textAreaBottom" fmla="*/ 7085880 h 708336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866;p91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1" name="Google Shape;1867;p91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2" name="Google Shape;1868;p91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3" name="Google Shape;1869;p91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4" name="Google Shape;1870;p91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5" name="Google Shape;1871;p91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Google Shape;1872;p91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Google Shape;1873;p91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Google Shape;1874;p91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Google Shape;1875;p91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Google Shape;1876;p91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1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2000" cy="5605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2" name="Google Shape;1878;p91"/>
          <p:cNvGrpSpPr/>
          <p:nvPr/>
        </p:nvGrpSpPr>
        <p:grpSpPr>
          <a:xfrm>
            <a:off x="1684080" y="792720"/>
            <a:ext cx="1367640" cy="1093680"/>
            <a:chOff x="1684080" y="792720"/>
            <a:chExt cx="1367640" cy="1093680"/>
          </a:xfrm>
        </p:grpSpPr>
        <p:sp>
          <p:nvSpPr>
            <p:cNvPr id="1083" name="Google Shape;1879;p91"/>
            <p:cNvSpPr/>
            <p:nvPr/>
          </p:nvSpPr>
          <p:spPr>
            <a:xfrm>
              <a:off x="2232000" y="7927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4" name="Google Shape;1880;p91"/>
            <p:cNvSpPr/>
            <p:nvPr/>
          </p:nvSpPr>
          <p:spPr>
            <a:xfrm>
              <a:off x="195804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Google Shape;1881;p91"/>
            <p:cNvSpPr/>
            <p:nvPr/>
          </p:nvSpPr>
          <p:spPr>
            <a:xfrm>
              <a:off x="16840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Google Shape;1882;p91"/>
            <p:cNvSpPr/>
            <p:nvPr/>
          </p:nvSpPr>
          <p:spPr>
            <a:xfrm>
              <a:off x="16840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Google Shape;1883;p91"/>
            <p:cNvSpPr/>
            <p:nvPr/>
          </p:nvSpPr>
          <p:spPr>
            <a:xfrm>
              <a:off x="195804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8" name="Google Shape;1884;p91"/>
            <p:cNvSpPr/>
            <p:nvPr/>
          </p:nvSpPr>
          <p:spPr>
            <a:xfrm>
              <a:off x="223200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Google Shape;1885;p91"/>
            <p:cNvSpPr/>
            <p:nvPr/>
          </p:nvSpPr>
          <p:spPr>
            <a:xfrm>
              <a:off x="250632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Google Shape;1886;p91"/>
            <p:cNvSpPr/>
            <p:nvPr/>
          </p:nvSpPr>
          <p:spPr>
            <a:xfrm>
              <a:off x="27802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Google Shape;1887;p91"/>
            <p:cNvSpPr/>
            <p:nvPr/>
          </p:nvSpPr>
          <p:spPr>
            <a:xfrm>
              <a:off x="27802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Google Shape;1888;p91"/>
            <p:cNvSpPr/>
            <p:nvPr/>
          </p:nvSpPr>
          <p:spPr>
            <a:xfrm>
              <a:off x="250632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3" name="Google Shape;1889;p91"/>
          <p:cNvGrpSpPr/>
          <p:nvPr/>
        </p:nvGrpSpPr>
        <p:grpSpPr>
          <a:xfrm>
            <a:off x="9798120" y="5367240"/>
            <a:ext cx="1395720" cy="729000"/>
            <a:chOff x="9798120" y="5367240"/>
            <a:chExt cx="1395720" cy="729000"/>
          </a:xfrm>
        </p:grpSpPr>
        <p:grpSp>
          <p:nvGrpSpPr>
            <p:cNvPr id="1094" name="Google Shape;1890;p91"/>
            <p:cNvGrpSpPr/>
            <p:nvPr/>
          </p:nvGrpSpPr>
          <p:grpSpPr>
            <a:xfrm>
              <a:off x="9798120" y="5367240"/>
              <a:ext cx="1162080" cy="282600"/>
              <a:chOff x="9798120" y="5367240"/>
              <a:chExt cx="1162080" cy="282600"/>
            </a:xfrm>
          </p:grpSpPr>
          <p:sp>
            <p:nvSpPr>
              <p:cNvPr id="1095" name="Google Shape;1891;p91"/>
              <p:cNvSpPr/>
              <p:nvPr/>
            </p:nvSpPr>
            <p:spPr>
              <a:xfrm>
                <a:off x="979812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6" name="Google Shape;1892;p91"/>
              <p:cNvSpPr/>
              <p:nvPr/>
            </p:nvSpPr>
            <p:spPr>
              <a:xfrm>
                <a:off x="996984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Google Shape;1893;p91"/>
              <p:cNvSpPr/>
              <p:nvPr/>
            </p:nvSpPr>
            <p:spPr>
              <a:xfrm>
                <a:off x="1022472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Google Shape;1894;p91"/>
              <p:cNvSpPr/>
              <p:nvPr/>
            </p:nvSpPr>
            <p:spPr>
              <a:xfrm>
                <a:off x="1047312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9" name="Google Shape;1895;p91"/>
              <p:cNvSpPr/>
              <p:nvPr/>
            </p:nvSpPr>
            <p:spPr>
              <a:xfrm>
                <a:off x="1072152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00" name="Google Shape;1896;p91"/>
            <p:cNvGrpSpPr/>
            <p:nvPr/>
          </p:nvGrpSpPr>
          <p:grpSpPr>
            <a:xfrm>
              <a:off x="10199160" y="5727600"/>
              <a:ext cx="994680" cy="368640"/>
              <a:chOff x="10199160" y="5727600"/>
              <a:chExt cx="994680" cy="368640"/>
            </a:xfrm>
          </p:grpSpPr>
          <p:sp>
            <p:nvSpPr>
              <p:cNvPr id="1101" name="Google Shape;1897;p91"/>
              <p:cNvSpPr/>
              <p:nvPr/>
            </p:nvSpPr>
            <p:spPr>
              <a:xfrm>
                <a:off x="1019916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Google Shape;1898;p91"/>
              <p:cNvSpPr/>
              <p:nvPr/>
            </p:nvSpPr>
            <p:spPr>
              <a:xfrm>
                <a:off x="1031112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Google Shape;1899;p91"/>
              <p:cNvSpPr/>
              <p:nvPr/>
            </p:nvSpPr>
            <p:spPr>
              <a:xfrm>
                <a:off x="1058832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Google Shape;1900;p91"/>
              <p:cNvSpPr/>
              <p:nvPr/>
            </p:nvSpPr>
            <p:spPr>
              <a:xfrm>
                <a:off x="1088028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Google Shape;1901;p91"/>
              <p:cNvSpPr/>
              <p:nvPr/>
            </p:nvSpPr>
            <p:spPr>
              <a:xfrm>
                <a:off x="1099116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06" name="Google Shape;1902;p91"/>
          <p:cNvGrpSpPr/>
          <p:nvPr/>
        </p:nvGrpSpPr>
        <p:grpSpPr>
          <a:xfrm>
            <a:off x="9880920" y="5104080"/>
            <a:ext cx="577080" cy="142560"/>
            <a:chOff x="9880920" y="5104080"/>
            <a:chExt cx="577080" cy="142560"/>
          </a:xfrm>
        </p:grpSpPr>
        <p:sp>
          <p:nvSpPr>
            <p:cNvPr id="1107" name="Google Shape;1903;p91"/>
            <p:cNvSpPr/>
            <p:nvPr/>
          </p:nvSpPr>
          <p:spPr>
            <a:xfrm>
              <a:off x="10369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Google Shape;1904;p91"/>
            <p:cNvSpPr/>
            <p:nvPr/>
          </p:nvSpPr>
          <p:spPr>
            <a:xfrm>
              <a:off x="988092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9" name="Google Shape;1905;p91"/>
            <p:cNvSpPr/>
            <p:nvPr/>
          </p:nvSpPr>
          <p:spPr>
            <a:xfrm>
              <a:off x="1000728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0" name="Google Shape;1906;p91"/>
            <p:cNvSpPr/>
            <p:nvPr/>
          </p:nvSpPr>
          <p:spPr>
            <a:xfrm>
              <a:off x="1013328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Google Shape;1907;p91"/>
            <p:cNvSpPr/>
            <p:nvPr/>
          </p:nvSpPr>
          <p:spPr>
            <a:xfrm>
              <a:off x="1025172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2" name="Google Shape;1908;p91"/>
          <p:cNvGrpSpPr/>
          <p:nvPr/>
        </p:nvGrpSpPr>
        <p:grpSpPr>
          <a:xfrm>
            <a:off x="401040" y="198360"/>
            <a:ext cx="4065840" cy="1622520"/>
            <a:chOff x="401040" y="198360"/>
            <a:chExt cx="4065840" cy="1622520"/>
          </a:xfrm>
        </p:grpSpPr>
        <p:sp>
          <p:nvSpPr>
            <p:cNvPr id="1113" name="Google Shape;1909;p91"/>
            <p:cNvSpPr/>
            <p:nvPr/>
          </p:nvSpPr>
          <p:spPr>
            <a:xfrm>
              <a:off x="690480" y="275760"/>
              <a:ext cx="377640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4" name="Google Shape;1910;p91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1115" name="Google Shape;1911;p91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6" name="Google Shape;1912;p91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17" name="Google Shape;1913;p91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18" name="Google Shape;1914;p91"/>
          <p:cNvGrpSpPr/>
          <p:nvPr/>
        </p:nvGrpSpPr>
        <p:grpSpPr>
          <a:xfrm>
            <a:off x="832680" y="2888640"/>
            <a:ext cx="3671640" cy="3106800"/>
            <a:chOff x="832680" y="2888640"/>
            <a:chExt cx="3671640" cy="3106800"/>
          </a:xfrm>
        </p:grpSpPr>
        <p:sp>
          <p:nvSpPr>
            <p:cNvPr id="1119" name="Google Shape;1915;p91"/>
            <p:cNvSpPr/>
            <p:nvPr/>
          </p:nvSpPr>
          <p:spPr>
            <a:xfrm>
              <a:off x="832680" y="43020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0" name="Google Shape;1916;p91"/>
            <p:cNvSpPr/>
            <p:nvPr/>
          </p:nvSpPr>
          <p:spPr>
            <a:xfrm>
              <a:off x="3941640" y="373644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1" name="Google Shape;1917;p91"/>
            <p:cNvSpPr/>
            <p:nvPr/>
          </p:nvSpPr>
          <p:spPr>
            <a:xfrm>
              <a:off x="4224240" y="5432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2" name="Google Shape;1918;p91"/>
            <p:cNvSpPr/>
            <p:nvPr/>
          </p:nvSpPr>
          <p:spPr>
            <a:xfrm>
              <a:off x="2528640" y="317124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Google Shape;1919;p91"/>
            <p:cNvSpPr/>
            <p:nvPr/>
          </p:nvSpPr>
          <p:spPr>
            <a:xfrm>
              <a:off x="1398240" y="288864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Google Shape;1920;p91"/>
            <p:cNvSpPr/>
            <p:nvPr/>
          </p:nvSpPr>
          <p:spPr>
            <a:xfrm>
              <a:off x="1963440" y="43020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802;p73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6" name="Google Shape;803;p73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7" name="Google Shape;804;p73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8" name="Google Shape;805;p73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9" name="Google Shape;806;p73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0" name="Google Shape;807;p73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Google Shape;808;p73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Google Shape;809;p73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3" name="Google Shape;810;p73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Google Shape;811;p73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35" name="Google Shape;812;p73"/>
          <p:cNvGrpSpPr/>
          <p:nvPr/>
        </p:nvGrpSpPr>
        <p:grpSpPr>
          <a:xfrm>
            <a:off x="728640" y="3023640"/>
            <a:ext cx="5850360" cy="2525760"/>
            <a:chOff x="728640" y="3023640"/>
            <a:chExt cx="5850360" cy="2525760"/>
          </a:xfrm>
        </p:grpSpPr>
        <p:sp>
          <p:nvSpPr>
            <p:cNvPr id="1136" name="Google Shape;813;p73"/>
            <p:cNvSpPr/>
            <p:nvPr/>
          </p:nvSpPr>
          <p:spPr>
            <a:xfrm>
              <a:off x="1363680" y="3023640"/>
              <a:ext cx="50727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Google Shape;814;p73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8" name="Google Shape;815;p73"/>
            <p:cNvSpPr/>
            <p:nvPr/>
          </p:nvSpPr>
          <p:spPr>
            <a:xfrm>
              <a:off x="1363680" y="4781520"/>
              <a:ext cx="521532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9" name="Google Shape;816;p73"/>
          <p:cNvGrpSpPr/>
          <p:nvPr/>
        </p:nvGrpSpPr>
        <p:grpSpPr>
          <a:xfrm>
            <a:off x="755280" y="2676960"/>
            <a:ext cx="690840" cy="690840"/>
            <a:chOff x="755280" y="2676960"/>
            <a:chExt cx="690840" cy="690840"/>
          </a:xfrm>
        </p:grpSpPr>
        <p:sp>
          <p:nvSpPr>
            <p:cNvPr id="1140" name="Google Shape;817;p73"/>
            <p:cNvSpPr/>
            <p:nvPr/>
          </p:nvSpPr>
          <p:spPr>
            <a:xfrm>
              <a:off x="755280" y="302364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Google Shape;818;p73"/>
            <p:cNvSpPr/>
            <p:nvPr/>
          </p:nvSpPr>
          <p:spPr>
            <a:xfrm>
              <a:off x="1101960" y="26769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2" name="Google Shape;819;p73"/>
          <p:cNvGrpSpPr/>
          <p:nvPr/>
        </p:nvGrpSpPr>
        <p:grpSpPr>
          <a:xfrm>
            <a:off x="6068520" y="5098320"/>
            <a:ext cx="690840" cy="690840"/>
            <a:chOff x="6068520" y="5098320"/>
            <a:chExt cx="690840" cy="690840"/>
          </a:xfrm>
        </p:grpSpPr>
        <p:sp>
          <p:nvSpPr>
            <p:cNvPr id="1143" name="Google Shape;820;p73"/>
            <p:cNvSpPr/>
            <p:nvPr/>
          </p:nvSpPr>
          <p:spPr>
            <a:xfrm>
              <a:off x="6068520" y="5445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Google Shape;821;p73"/>
            <p:cNvSpPr/>
            <p:nvPr/>
          </p:nvSpPr>
          <p:spPr>
            <a:xfrm>
              <a:off x="6415200" y="5098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45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6600" cy="153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6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1960" cy="336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47" name="Google Shape;824;p73"/>
          <p:cNvGrpSpPr/>
          <p:nvPr/>
        </p:nvGrpSpPr>
        <p:grpSpPr>
          <a:xfrm>
            <a:off x="10124640" y="1269360"/>
            <a:ext cx="1467720" cy="766440"/>
            <a:chOff x="10124640" y="1269360"/>
            <a:chExt cx="1467720" cy="766440"/>
          </a:xfrm>
        </p:grpSpPr>
        <p:grpSp>
          <p:nvGrpSpPr>
            <p:cNvPr id="1148" name="Google Shape;825;p73"/>
            <p:cNvGrpSpPr/>
            <p:nvPr/>
          </p:nvGrpSpPr>
          <p:grpSpPr>
            <a:xfrm>
              <a:off x="10124640" y="1269360"/>
              <a:ext cx="1222200" cy="297360"/>
              <a:chOff x="10124640" y="1269360"/>
              <a:chExt cx="1222200" cy="297360"/>
            </a:xfrm>
          </p:grpSpPr>
          <p:sp>
            <p:nvSpPr>
              <p:cNvPr id="1149" name="Google Shape;826;p73"/>
              <p:cNvSpPr/>
              <p:nvPr/>
            </p:nvSpPr>
            <p:spPr>
              <a:xfrm>
                <a:off x="10124640" y="1269360"/>
                <a:ext cx="147240" cy="295920"/>
              </a:xfrm>
              <a:custGeom>
                <a:avLst/>
                <a:gdLst>
                  <a:gd name="textAreaLeft" fmla="*/ 0 w 147240"/>
                  <a:gd name="textAreaRight" fmla="*/ 149760 w 147240"/>
                  <a:gd name="textAreaTop" fmla="*/ 0 h 295920"/>
                  <a:gd name="textAreaBottom" fmla="*/ 298440 h 29592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827;p73"/>
              <p:cNvSpPr/>
              <p:nvPr/>
            </p:nvSpPr>
            <p:spPr>
              <a:xfrm>
                <a:off x="10305360" y="1324800"/>
                <a:ext cx="227520" cy="241560"/>
              </a:xfrm>
              <a:custGeom>
                <a:avLst/>
                <a:gdLst>
                  <a:gd name="textAreaLeft" fmla="*/ 0 w 227520"/>
                  <a:gd name="textAreaRight" fmla="*/ 230040 w 22752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828;p73"/>
              <p:cNvSpPr/>
              <p:nvPr/>
            </p:nvSpPr>
            <p:spPr>
              <a:xfrm>
                <a:off x="10573560" y="1325160"/>
                <a:ext cx="215280" cy="241560"/>
              </a:xfrm>
              <a:custGeom>
                <a:avLst/>
                <a:gdLst>
                  <a:gd name="textAreaLeft" fmla="*/ 0 w 215280"/>
                  <a:gd name="textAreaRight" fmla="*/ 217800 w 215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829;p73"/>
              <p:cNvSpPr/>
              <p:nvPr/>
            </p:nvSpPr>
            <p:spPr>
              <a:xfrm>
                <a:off x="10834560" y="1325160"/>
                <a:ext cx="212400" cy="236160"/>
              </a:xfrm>
              <a:custGeom>
                <a:avLst/>
                <a:gdLst>
                  <a:gd name="textAreaLeft" fmla="*/ 0 w 212400"/>
                  <a:gd name="textAreaRight" fmla="*/ 214920 w 212400"/>
                  <a:gd name="textAreaTop" fmla="*/ 0 h 236160"/>
                  <a:gd name="textAreaBottom" fmla="*/ 238680 h 23616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830;p73"/>
              <p:cNvSpPr/>
              <p:nvPr/>
            </p:nvSpPr>
            <p:spPr>
              <a:xfrm>
                <a:off x="11095560" y="132516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54" name="Google Shape;831;p73"/>
            <p:cNvGrpSpPr/>
            <p:nvPr/>
          </p:nvGrpSpPr>
          <p:grpSpPr>
            <a:xfrm>
              <a:off x="10546560" y="1648080"/>
              <a:ext cx="1045800" cy="387720"/>
              <a:chOff x="10546560" y="1648080"/>
              <a:chExt cx="1045800" cy="387720"/>
            </a:xfrm>
          </p:grpSpPr>
          <p:sp>
            <p:nvSpPr>
              <p:cNvPr id="1155" name="Google Shape;832;p73"/>
              <p:cNvSpPr/>
              <p:nvPr/>
            </p:nvSpPr>
            <p:spPr>
              <a:xfrm>
                <a:off x="10546560" y="1648080"/>
                <a:ext cx="64080" cy="31680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833;p73"/>
              <p:cNvSpPr/>
              <p:nvPr/>
            </p:nvSpPr>
            <p:spPr>
              <a:xfrm>
                <a:off x="10664280" y="172872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834;p73"/>
              <p:cNvSpPr/>
              <p:nvPr/>
            </p:nvSpPr>
            <p:spPr>
              <a:xfrm>
                <a:off x="10955160" y="1728720"/>
                <a:ext cx="243720" cy="307080"/>
              </a:xfrm>
              <a:custGeom>
                <a:avLst/>
                <a:gdLst>
                  <a:gd name="textAreaLeft" fmla="*/ 0 w 243720"/>
                  <a:gd name="textAreaRight" fmla="*/ 246240 w 243720"/>
                  <a:gd name="textAreaTop" fmla="*/ 0 h 307080"/>
                  <a:gd name="textAreaBottom" fmla="*/ 309600 h 30708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835;p73"/>
              <p:cNvSpPr/>
              <p:nvPr/>
            </p:nvSpPr>
            <p:spPr>
              <a:xfrm>
                <a:off x="11262240" y="1648440"/>
                <a:ext cx="67680" cy="316800"/>
              </a:xfrm>
              <a:custGeom>
                <a:avLst/>
                <a:gdLst>
                  <a:gd name="textAreaLeft" fmla="*/ 0 w 67680"/>
                  <a:gd name="textAreaRight" fmla="*/ 70200 w 676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Google Shape;836;p73"/>
              <p:cNvSpPr/>
              <p:nvPr/>
            </p:nvSpPr>
            <p:spPr>
              <a:xfrm>
                <a:off x="11379240" y="1730520"/>
                <a:ext cx="213120" cy="239040"/>
              </a:xfrm>
              <a:custGeom>
                <a:avLst/>
                <a:gdLst>
                  <a:gd name="textAreaLeft" fmla="*/ 0 w 213120"/>
                  <a:gd name="textAreaRight" fmla="*/ 215640 w 213120"/>
                  <a:gd name="textAreaTop" fmla="*/ 0 h 239040"/>
                  <a:gd name="textAreaBottom" fmla="*/ 241560 h 23904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60" name="Google Shape;837;p73"/>
          <p:cNvGrpSpPr/>
          <p:nvPr/>
        </p:nvGrpSpPr>
        <p:grpSpPr>
          <a:xfrm>
            <a:off x="10207440" y="873000"/>
            <a:ext cx="1174320" cy="296280"/>
            <a:chOff x="10207440" y="873000"/>
            <a:chExt cx="1174320" cy="296280"/>
          </a:xfrm>
        </p:grpSpPr>
        <p:sp>
          <p:nvSpPr>
            <p:cNvPr id="1161" name="Google Shape;838;p73"/>
            <p:cNvSpPr/>
            <p:nvPr/>
          </p:nvSpPr>
          <p:spPr>
            <a:xfrm>
              <a:off x="10207440" y="878040"/>
              <a:ext cx="79200" cy="101520"/>
            </a:xfrm>
            <a:custGeom>
              <a:avLst/>
              <a:gdLst>
                <a:gd name="textAreaLeft" fmla="*/ 0 w 79200"/>
                <a:gd name="textAreaRight" fmla="*/ 81720 w 79200"/>
                <a:gd name="textAreaTop" fmla="*/ 0 h 101520"/>
                <a:gd name="textAreaBottom" fmla="*/ 104040 h 10152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Google Shape;839;p73"/>
            <p:cNvSpPr/>
            <p:nvPr/>
          </p:nvSpPr>
          <p:spPr>
            <a:xfrm>
              <a:off x="1028556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Google Shape;840;p73"/>
            <p:cNvSpPr/>
            <p:nvPr/>
          </p:nvSpPr>
          <p:spPr>
            <a:xfrm>
              <a:off x="10381680" y="87372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Google Shape;841;p73"/>
            <p:cNvSpPr/>
            <p:nvPr/>
          </p:nvSpPr>
          <p:spPr>
            <a:xfrm>
              <a:off x="1047924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Google Shape;842;p73"/>
            <p:cNvSpPr/>
            <p:nvPr/>
          </p:nvSpPr>
          <p:spPr>
            <a:xfrm>
              <a:off x="1056456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6" name="Google Shape;843;p73"/>
            <p:cNvSpPr/>
            <p:nvPr/>
          </p:nvSpPr>
          <p:spPr>
            <a:xfrm>
              <a:off x="1068372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7" name="Google Shape;844;p73"/>
            <p:cNvSpPr/>
            <p:nvPr/>
          </p:nvSpPr>
          <p:spPr>
            <a:xfrm>
              <a:off x="1076940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8" name="Google Shape;845;p73"/>
            <p:cNvSpPr/>
            <p:nvPr/>
          </p:nvSpPr>
          <p:spPr>
            <a:xfrm>
              <a:off x="10888200" y="873000"/>
              <a:ext cx="43920" cy="106560"/>
            </a:xfrm>
            <a:custGeom>
              <a:avLst/>
              <a:gdLst>
                <a:gd name="textAreaLeft" fmla="*/ 0 w 43920"/>
                <a:gd name="textAreaRight" fmla="*/ 46440 w 43920"/>
                <a:gd name="textAreaTop" fmla="*/ 0 h 106560"/>
                <a:gd name="textAreaBottom" fmla="*/ 109080 h 10656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9" name="Google Shape;846;p73"/>
            <p:cNvSpPr/>
            <p:nvPr/>
          </p:nvSpPr>
          <p:spPr>
            <a:xfrm>
              <a:off x="1094292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Google Shape;847;p73"/>
            <p:cNvSpPr/>
            <p:nvPr/>
          </p:nvSpPr>
          <p:spPr>
            <a:xfrm>
              <a:off x="11043720" y="90396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Google Shape;848;p73"/>
            <p:cNvSpPr/>
            <p:nvPr/>
          </p:nvSpPr>
          <p:spPr>
            <a:xfrm>
              <a:off x="11103840" y="903600"/>
              <a:ext cx="113760" cy="75960"/>
            </a:xfrm>
            <a:custGeom>
              <a:avLst/>
              <a:gdLst>
                <a:gd name="textAreaLeft" fmla="*/ 0 w 113760"/>
                <a:gd name="textAreaRight" fmla="*/ 116280 w 11376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2" name="Google Shape;849;p73"/>
            <p:cNvSpPr/>
            <p:nvPr/>
          </p:nvSpPr>
          <p:spPr>
            <a:xfrm>
              <a:off x="1123956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3" name="Google Shape;850;p73"/>
            <p:cNvSpPr/>
            <p:nvPr/>
          </p:nvSpPr>
          <p:spPr>
            <a:xfrm>
              <a:off x="1132488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Google Shape;851;p73"/>
            <p:cNvSpPr/>
            <p:nvPr/>
          </p:nvSpPr>
          <p:spPr>
            <a:xfrm>
              <a:off x="1020816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Google Shape;852;p73"/>
            <p:cNvSpPr/>
            <p:nvPr/>
          </p:nvSpPr>
          <p:spPr>
            <a:xfrm>
              <a:off x="103068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6" name="Google Shape;853;p73"/>
            <p:cNvSpPr/>
            <p:nvPr/>
          </p:nvSpPr>
          <p:spPr>
            <a:xfrm>
              <a:off x="10438200" y="107028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7" name="Google Shape;854;p73"/>
            <p:cNvSpPr/>
            <p:nvPr/>
          </p:nvSpPr>
          <p:spPr>
            <a:xfrm>
              <a:off x="10530360" y="1069560"/>
              <a:ext cx="75240" cy="9972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99720"/>
                <a:gd name="textAreaBottom" fmla="*/ 102240 h 9972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8" name="Google Shape;855;p73"/>
            <p:cNvSpPr/>
            <p:nvPr/>
          </p:nvSpPr>
          <p:spPr>
            <a:xfrm>
              <a:off x="1062900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9" name="Google Shape;856;p73"/>
            <p:cNvSpPr/>
            <p:nvPr/>
          </p:nvSpPr>
          <p:spPr>
            <a:xfrm>
              <a:off x="106812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Google Shape;857;p73"/>
            <p:cNvSpPr/>
            <p:nvPr/>
          </p:nvSpPr>
          <p:spPr>
            <a:xfrm>
              <a:off x="10774080" y="1069560"/>
              <a:ext cx="64800" cy="7596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Google Shape;858;p73"/>
            <p:cNvSpPr/>
            <p:nvPr/>
          </p:nvSpPr>
          <p:spPr>
            <a:xfrm>
              <a:off x="1086084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Google Shape;859;p73"/>
            <p:cNvSpPr/>
            <p:nvPr/>
          </p:nvSpPr>
          <p:spPr>
            <a:xfrm>
              <a:off x="1095948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Google Shape;860;p73"/>
            <p:cNvSpPr/>
            <p:nvPr/>
          </p:nvSpPr>
          <p:spPr>
            <a:xfrm>
              <a:off x="1105236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4" name="Google Shape;861;p73"/>
          <p:cNvGrpSpPr/>
          <p:nvPr/>
        </p:nvGrpSpPr>
        <p:grpSpPr>
          <a:xfrm>
            <a:off x="10113480" y="597240"/>
            <a:ext cx="606960" cy="150120"/>
            <a:chOff x="10113480" y="597240"/>
            <a:chExt cx="606960" cy="150120"/>
          </a:xfrm>
        </p:grpSpPr>
        <p:sp>
          <p:nvSpPr>
            <p:cNvPr id="1185" name="Google Shape;862;p73"/>
            <p:cNvSpPr/>
            <p:nvPr/>
          </p:nvSpPr>
          <p:spPr>
            <a:xfrm>
              <a:off x="10627560" y="603360"/>
              <a:ext cx="92880" cy="143280"/>
            </a:xfrm>
            <a:custGeom>
              <a:avLst/>
              <a:gdLst>
                <a:gd name="textAreaLeft" fmla="*/ 0 w 92880"/>
                <a:gd name="textAreaRight" fmla="*/ 95400 w 92880"/>
                <a:gd name="textAreaTop" fmla="*/ 0 h 143280"/>
                <a:gd name="textAreaBottom" fmla="*/ 145800 h 14328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Google Shape;863;p73"/>
            <p:cNvSpPr/>
            <p:nvPr/>
          </p:nvSpPr>
          <p:spPr>
            <a:xfrm>
              <a:off x="10113480" y="597240"/>
              <a:ext cx="135360" cy="150120"/>
            </a:xfrm>
            <a:custGeom>
              <a:avLst/>
              <a:gdLst>
                <a:gd name="textAreaLeft" fmla="*/ 0 w 135360"/>
                <a:gd name="textAreaRight" fmla="*/ 137880 w 135360"/>
                <a:gd name="textAreaTop" fmla="*/ 0 h 150120"/>
                <a:gd name="textAreaBottom" fmla="*/ 152640 h 15012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Google Shape;864;p73"/>
            <p:cNvSpPr/>
            <p:nvPr/>
          </p:nvSpPr>
          <p:spPr>
            <a:xfrm>
              <a:off x="10246320" y="618480"/>
              <a:ext cx="131760" cy="124200"/>
            </a:xfrm>
            <a:custGeom>
              <a:avLst/>
              <a:gdLst>
                <a:gd name="textAreaLeft" fmla="*/ 0 w 131760"/>
                <a:gd name="textAreaRight" fmla="*/ 134280 w 131760"/>
                <a:gd name="textAreaTop" fmla="*/ 0 h 124200"/>
                <a:gd name="textAreaBottom" fmla="*/ 126720 h 12420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8" name="Google Shape;865;p73"/>
            <p:cNvSpPr/>
            <p:nvPr/>
          </p:nvSpPr>
          <p:spPr>
            <a:xfrm>
              <a:off x="10378800" y="619920"/>
              <a:ext cx="123120" cy="120600"/>
            </a:xfrm>
            <a:custGeom>
              <a:avLst/>
              <a:gdLst>
                <a:gd name="textAreaLeft" fmla="*/ 0 w 123120"/>
                <a:gd name="textAreaRight" fmla="*/ 125640 w 123120"/>
                <a:gd name="textAreaTop" fmla="*/ 0 h 120600"/>
                <a:gd name="textAreaBottom" fmla="*/ 123120 h 12060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9" name="Google Shape;866;p73"/>
            <p:cNvSpPr/>
            <p:nvPr/>
          </p:nvSpPr>
          <p:spPr>
            <a:xfrm>
              <a:off x="10503000" y="619200"/>
              <a:ext cx="124200" cy="122760"/>
            </a:xfrm>
            <a:custGeom>
              <a:avLst/>
              <a:gdLst>
                <a:gd name="textAreaLeft" fmla="*/ 0 w 124200"/>
                <a:gd name="textAreaRight" fmla="*/ 126720 w 124200"/>
                <a:gd name="textAreaTop" fmla="*/ 0 h 122760"/>
                <a:gd name="textAreaBottom" fmla="*/ 125280 h 12276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2" name="Google Shape;868;p74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1193" name="Google Shape;869;p74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Google Shape;870;p74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Google Shape;871;p74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Google Shape;872;p74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Google Shape;873;p74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Google Shape;874;p74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9" name="Google Shape;875;p74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0" name="Google Shape;876;p74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1" name="Google Shape;877;p74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2" name="Google Shape;878;p74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Google Shape;879;p74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Google Shape;880;p74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881;p74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Google Shape;882;p74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Google Shape;883;p74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Google Shape;884;p74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09" name="Google Shape;885;p74"/>
          <p:cNvGrpSpPr/>
          <p:nvPr/>
        </p:nvGrpSpPr>
        <p:grpSpPr>
          <a:xfrm>
            <a:off x="-2185920" y="0"/>
            <a:ext cx="929880" cy="6855480"/>
            <a:chOff x="-2185920" y="0"/>
            <a:chExt cx="929880" cy="6855480"/>
          </a:xfrm>
        </p:grpSpPr>
        <p:sp>
          <p:nvSpPr>
            <p:cNvPr id="1210" name="Google Shape;886;p74"/>
            <p:cNvSpPr/>
            <p:nvPr/>
          </p:nvSpPr>
          <p:spPr>
            <a:xfrm>
              <a:off x="-2185920" y="0"/>
              <a:ext cx="315000" cy="685548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1" name="Google Shape;887;p74"/>
            <p:cNvSpPr/>
            <p:nvPr/>
          </p:nvSpPr>
          <p:spPr>
            <a:xfrm>
              <a:off x="-2185920" y="0"/>
              <a:ext cx="315000" cy="248652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2" name="Google Shape;888;p74"/>
            <p:cNvSpPr/>
            <p:nvPr/>
          </p:nvSpPr>
          <p:spPr>
            <a:xfrm>
              <a:off x="-1881720" y="0"/>
              <a:ext cx="315000" cy="68554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3" name="Google Shape;889;p74"/>
            <p:cNvSpPr/>
            <p:nvPr/>
          </p:nvSpPr>
          <p:spPr>
            <a:xfrm>
              <a:off x="-1881720" y="4368960"/>
              <a:ext cx="315000" cy="24865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Google Shape;890;p74"/>
            <p:cNvSpPr/>
            <p:nvPr/>
          </p:nvSpPr>
          <p:spPr>
            <a:xfrm>
              <a:off x="-1571040" y="0"/>
              <a:ext cx="315000" cy="685548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Google Shape;891;p74"/>
            <p:cNvSpPr/>
            <p:nvPr/>
          </p:nvSpPr>
          <p:spPr>
            <a:xfrm>
              <a:off x="-1571040" y="0"/>
              <a:ext cx="315000" cy="248652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16" name="Google Shape;892;p74"/>
          <p:cNvGrpSpPr/>
          <p:nvPr/>
        </p:nvGrpSpPr>
        <p:grpSpPr>
          <a:xfrm>
            <a:off x="1734120" y="843120"/>
            <a:ext cx="1367640" cy="1093680"/>
            <a:chOff x="1734120" y="843120"/>
            <a:chExt cx="1367640" cy="1093680"/>
          </a:xfrm>
        </p:grpSpPr>
        <p:sp>
          <p:nvSpPr>
            <p:cNvPr id="1217" name="Google Shape;893;p74"/>
            <p:cNvSpPr/>
            <p:nvPr/>
          </p:nvSpPr>
          <p:spPr>
            <a:xfrm>
              <a:off x="2282400" y="8431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8" name="Google Shape;894;p74"/>
            <p:cNvSpPr/>
            <p:nvPr/>
          </p:nvSpPr>
          <p:spPr>
            <a:xfrm>
              <a:off x="200808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Google Shape;895;p74"/>
            <p:cNvSpPr/>
            <p:nvPr/>
          </p:nvSpPr>
          <p:spPr>
            <a:xfrm>
              <a:off x="17341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Google Shape;896;p74"/>
            <p:cNvSpPr/>
            <p:nvPr/>
          </p:nvSpPr>
          <p:spPr>
            <a:xfrm>
              <a:off x="17341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1" name="Google Shape;897;p74"/>
            <p:cNvSpPr/>
            <p:nvPr/>
          </p:nvSpPr>
          <p:spPr>
            <a:xfrm>
              <a:off x="200808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2" name="Google Shape;898;p74"/>
            <p:cNvSpPr/>
            <p:nvPr/>
          </p:nvSpPr>
          <p:spPr>
            <a:xfrm>
              <a:off x="228240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3" name="Google Shape;899;p74"/>
            <p:cNvSpPr/>
            <p:nvPr/>
          </p:nvSpPr>
          <p:spPr>
            <a:xfrm>
              <a:off x="255636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Google Shape;900;p74"/>
            <p:cNvSpPr/>
            <p:nvPr/>
          </p:nvSpPr>
          <p:spPr>
            <a:xfrm>
              <a:off x="28303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Google Shape;901;p74"/>
            <p:cNvSpPr/>
            <p:nvPr/>
          </p:nvSpPr>
          <p:spPr>
            <a:xfrm>
              <a:off x="28303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Google Shape;902;p74"/>
            <p:cNvSpPr/>
            <p:nvPr/>
          </p:nvSpPr>
          <p:spPr>
            <a:xfrm>
              <a:off x="255636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27" name="Google Shape;903;p74"/>
          <p:cNvGrpSpPr/>
          <p:nvPr/>
        </p:nvGrpSpPr>
        <p:grpSpPr>
          <a:xfrm>
            <a:off x="9798120" y="5367240"/>
            <a:ext cx="1395720" cy="729000"/>
            <a:chOff x="9798120" y="5367240"/>
            <a:chExt cx="1395720" cy="729000"/>
          </a:xfrm>
        </p:grpSpPr>
        <p:grpSp>
          <p:nvGrpSpPr>
            <p:cNvPr id="1228" name="Google Shape;904;p74"/>
            <p:cNvGrpSpPr/>
            <p:nvPr/>
          </p:nvGrpSpPr>
          <p:grpSpPr>
            <a:xfrm>
              <a:off x="9798120" y="5367240"/>
              <a:ext cx="1162080" cy="282600"/>
              <a:chOff x="9798120" y="5367240"/>
              <a:chExt cx="1162080" cy="282600"/>
            </a:xfrm>
          </p:grpSpPr>
          <p:sp>
            <p:nvSpPr>
              <p:cNvPr id="1229" name="Google Shape;905;p74"/>
              <p:cNvSpPr/>
              <p:nvPr/>
            </p:nvSpPr>
            <p:spPr>
              <a:xfrm>
                <a:off x="979812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Google Shape;906;p74"/>
              <p:cNvSpPr/>
              <p:nvPr/>
            </p:nvSpPr>
            <p:spPr>
              <a:xfrm>
                <a:off x="996984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Google Shape;907;p74"/>
              <p:cNvSpPr/>
              <p:nvPr/>
            </p:nvSpPr>
            <p:spPr>
              <a:xfrm>
                <a:off x="1022472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2" name="Google Shape;908;p74"/>
              <p:cNvSpPr/>
              <p:nvPr/>
            </p:nvSpPr>
            <p:spPr>
              <a:xfrm>
                <a:off x="1047312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Google Shape;909;p74"/>
              <p:cNvSpPr/>
              <p:nvPr/>
            </p:nvSpPr>
            <p:spPr>
              <a:xfrm>
                <a:off x="1072152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4" name="Google Shape;910;p74"/>
            <p:cNvGrpSpPr/>
            <p:nvPr/>
          </p:nvGrpSpPr>
          <p:grpSpPr>
            <a:xfrm>
              <a:off x="10199160" y="5727600"/>
              <a:ext cx="994680" cy="368640"/>
              <a:chOff x="10199160" y="5727600"/>
              <a:chExt cx="994680" cy="368640"/>
            </a:xfrm>
          </p:grpSpPr>
          <p:sp>
            <p:nvSpPr>
              <p:cNvPr id="1235" name="Google Shape;911;p74"/>
              <p:cNvSpPr/>
              <p:nvPr/>
            </p:nvSpPr>
            <p:spPr>
              <a:xfrm>
                <a:off x="1019916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Google Shape;912;p74"/>
              <p:cNvSpPr/>
              <p:nvPr/>
            </p:nvSpPr>
            <p:spPr>
              <a:xfrm>
                <a:off x="1031112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Google Shape;913;p74"/>
              <p:cNvSpPr/>
              <p:nvPr/>
            </p:nvSpPr>
            <p:spPr>
              <a:xfrm>
                <a:off x="1058832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Google Shape;914;p74"/>
              <p:cNvSpPr/>
              <p:nvPr/>
            </p:nvSpPr>
            <p:spPr>
              <a:xfrm>
                <a:off x="1088028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Google Shape;915;p74"/>
              <p:cNvSpPr/>
              <p:nvPr/>
            </p:nvSpPr>
            <p:spPr>
              <a:xfrm>
                <a:off x="1099116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40" name="Google Shape;916;p74"/>
          <p:cNvGrpSpPr/>
          <p:nvPr/>
        </p:nvGrpSpPr>
        <p:grpSpPr>
          <a:xfrm>
            <a:off x="9880920" y="5104080"/>
            <a:ext cx="577080" cy="142560"/>
            <a:chOff x="9880920" y="5104080"/>
            <a:chExt cx="577080" cy="142560"/>
          </a:xfrm>
        </p:grpSpPr>
        <p:sp>
          <p:nvSpPr>
            <p:cNvPr id="1241" name="Google Shape;917;p74"/>
            <p:cNvSpPr/>
            <p:nvPr/>
          </p:nvSpPr>
          <p:spPr>
            <a:xfrm>
              <a:off x="10369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2" name="Google Shape;918;p74"/>
            <p:cNvSpPr/>
            <p:nvPr/>
          </p:nvSpPr>
          <p:spPr>
            <a:xfrm>
              <a:off x="988092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3" name="Google Shape;919;p74"/>
            <p:cNvSpPr/>
            <p:nvPr/>
          </p:nvSpPr>
          <p:spPr>
            <a:xfrm>
              <a:off x="1000728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Google Shape;920;p74"/>
            <p:cNvSpPr/>
            <p:nvPr/>
          </p:nvSpPr>
          <p:spPr>
            <a:xfrm>
              <a:off x="1013328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Google Shape;921;p74"/>
            <p:cNvSpPr/>
            <p:nvPr/>
          </p:nvSpPr>
          <p:spPr>
            <a:xfrm>
              <a:off x="1025172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6" name="Google Shape;922;p74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47" name="Google Shape;923;p74"/>
          <p:cNvGrpSpPr/>
          <p:nvPr/>
        </p:nvGrpSpPr>
        <p:grpSpPr>
          <a:xfrm>
            <a:off x="401040" y="198360"/>
            <a:ext cx="6758640" cy="1622520"/>
            <a:chOff x="401040" y="198360"/>
            <a:chExt cx="6758640" cy="1622520"/>
          </a:xfrm>
        </p:grpSpPr>
        <p:sp>
          <p:nvSpPr>
            <p:cNvPr id="1248" name="Google Shape;924;p74"/>
            <p:cNvSpPr/>
            <p:nvPr/>
          </p:nvSpPr>
          <p:spPr>
            <a:xfrm>
              <a:off x="690480" y="275760"/>
              <a:ext cx="20919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Google Shape;925;p74"/>
            <p:cNvSpPr/>
            <p:nvPr/>
          </p:nvSpPr>
          <p:spPr>
            <a:xfrm>
              <a:off x="1944360" y="961560"/>
              <a:ext cx="521532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0" name="Google Shape;926;p74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1251" name="Google Shape;927;p74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Google Shape;928;p74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53" name="Google Shape;929;p74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1960" cy="33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932;p75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8" name="Google Shape;933;p75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9" name="Google Shape;934;p75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0" name="Google Shape;935;p75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1" name="Google Shape;936;p75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Google Shape;937;p75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Google Shape;938;p75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4" name="Google Shape;939;p75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Google Shape;940;p75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6" name="Google Shape;941;p75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7" name="Google Shape;942;p75"/>
          <p:cNvSpPr/>
          <p:nvPr/>
        </p:nvSpPr>
        <p:spPr>
          <a:xfrm>
            <a:off x="11807280" y="0"/>
            <a:ext cx="382320" cy="68554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8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9" name="Google Shape;944;p75"/>
          <p:cNvSpPr/>
          <p:nvPr/>
        </p:nvSpPr>
        <p:spPr>
          <a:xfrm>
            <a:off x="11422440" y="0"/>
            <a:ext cx="382320" cy="68554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0" name="Google Shape;945;p75"/>
          <p:cNvSpPr/>
          <p:nvPr/>
        </p:nvSpPr>
        <p:spPr>
          <a:xfrm>
            <a:off x="11037960" y="0"/>
            <a:ext cx="382320" cy="685548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1" name="Google Shape;946;p75"/>
          <p:cNvSpPr/>
          <p:nvPr/>
        </p:nvSpPr>
        <p:spPr>
          <a:xfrm>
            <a:off x="10653120" y="1800"/>
            <a:ext cx="382320" cy="685548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4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9600" cy="68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5" name="Google Shape;71;p49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6" name="Google Shape;72;p49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7" name="Google Shape;73;p49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8" name="Google Shape;74;p49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9" name="Google Shape;75;p49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Google Shape;76;p49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Google Shape;77;p49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Google Shape;78;p49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3" name="Google Shape;79;p49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4" name="Google Shape;80;p49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476;p86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8" name="Google Shape;1477;p86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9" name="Google Shape;1478;p86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1479;p86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1480;p86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1481;p86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1482;p86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1483;p86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Google Shape;1484;p86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Google Shape;1485;p86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97" name="Google Shape;1486;p86"/>
          <p:cNvGrpSpPr/>
          <p:nvPr/>
        </p:nvGrpSpPr>
        <p:grpSpPr>
          <a:xfrm>
            <a:off x="728640" y="3083760"/>
            <a:ext cx="6572520" cy="2465640"/>
            <a:chOff x="728640" y="3083760"/>
            <a:chExt cx="6572520" cy="2465640"/>
          </a:xfrm>
        </p:grpSpPr>
        <p:sp>
          <p:nvSpPr>
            <p:cNvPr id="1298" name="Google Shape;1487;p86"/>
            <p:cNvSpPr/>
            <p:nvPr/>
          </p:nvSpPr>
          <p:spPr>
            <a:xfrm>
              <a:off x="1363680" y="3424680"/>
              <a:ext cx="593748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9" name="Google Shape;1488;p86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0" name="Google Shape;1489;p86"/>
            <p:cNvSpPr/>
            <p:nvPr/>
          </p:nvSpPr>
          <p:spPr>
            <a:xfrm>
              <a:off x="1363680" y="4781520"/>
              <a:ext cx="593748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1" name="Google Shape;1490;p86"/>
          <p:cNvGrpSpPr/>
          <p:nvPr/>
        </p:nvGrpSpPr>
        <p:grpSpPr>
          <a:xfrm>
            <a:off x="755280" y="2845440"/>
            <a:ext cx="690840" cy="690480"/>
            <a:chOff x="755280" y="2845440"/>
            <a:chExt cx="690840" cy="690480"/>
          </a:xfrm>
        </p:grpSpPr>
        <p:sp>
          <p:nvSpPr>
            <p:cNvPr id="1302" name="Google Shape;1491;p86"/>
            <p:cNvSpPr/>
            <p:nvPr/>
          </p:nvSpPr>
          <p:spPr>
            <a:xfrm>
              <a:off x="755280" y="31917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Google Shape;1492;p86"/>
            <p:cNvSpPr/>
            <p:nvPr/>
          </p:nvSpPr>
          <p:spPr>
            <a:xfrm>
              <a:off x="1101960" y="284544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04" name="Google Shape;1493;p86"/>
          <p:cNvGrpSpPr/>
          <p:nvPr/>
        </p:nvGrpSpPr>
        <p:grpSpPr>
          <a:xfrm>
            <a:off x="6717960" y="5098320"/>
            <a:ext cx="690840" cy="690840"/>
            <a:chOff x="6717960" y="5098320"/>
            <a:chExt cx="690840" cy="690840"/>
          </a:xfrm>
        </p:grpSpPr>
        <p:sp>
          <p:nvSpPr>
            <p:cNvPr id="1305" name="Google Shape;1494;p86"/>
            <p:cNvSpPr/>
            <p:nvPr/>
          </p:nvSpPr>
          <p:spPr>
            <a:xfrm>
              <a:off x="6717960" y="5445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6" name="Google Shape;1495;p86"/>
            <p:cNvSpPr/>
            <p:nvPr/>
          </p:nvSpPr>
          <p:spPr>
            <a:xfrm>
              <a:off x="7064640" y="5098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07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7920" cy="1627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08" name="Google Shape;1497;p86"/>
          <p:cNvGrpSpPr/>
          <p:nvPr/>
        </p:nvGrpSpPr>
        <p:grpSpPr>
          <a:xfrm>
            <a:off x="10113480" y="597240"/>
            <a:ext cx="1478880" cy="1438560"/>
            <a:chOff x="10113480" y="597240"/>
            <a:chExt cx="1478880" cy="1438560"/>
          </a:xfrm>
        </p:grpSpPr>
        <p:grpSp>
          <p:nvGrpSpPr>
            <p:cNvPr id="1309" name="Google Shape;1498;p86"/>
            <p:cNvGrpSpPr/>
            <p:nvPr/>
          </p:nvGrpSpPr>
          <p:grpSpPr>
            <a:xfrm>
              <a:off x="10124640" y="1269360"/>
              <a:ext cx="1467720" cy="766440"/>
              <a:chOff x="10124640" y="1269360"/>
              <a:chExt cx="1467720" cy="766440"/>
            </a:xfrm>
          </p:grpSpPr>
          <p:grpSp>
            <p:nvGrpSpPr>
              <p:cNvPr id="1310" name="Google Shape;1499;p86"/>
              <p:cNvGrpSpPr/>
              <p:nvPr/>
            </p:nvGrpSpPr>
            <p:grpSpPr>
              <a:xfrm>
                <a:off x="10124640" y="1269360"/>
                <a:ext cx="1222200" cy="297360"/>
                <a:chOff x="10124640" y="1269360"/>
                <a:chExt cx="1222200" cy="297360"/>
              </a:xfrm>
            </p:grpSpPr>
            <p:sp>
              <p:nvSpPr>
                <p:cNvPr id="1311" name="Google Shape;1500;p86"/>
                <p:cNvSpPr/>
                <p:nvPr/>
              </p:nvSpPr>
              <p:spPr>
                <a:xfrm>
                  <a:off x="10124640" y="1269360"/>
                  <a:ext cx="147240" cy="295920"/>
                </a:xfrm>
                <a:custGeom>
                  <a:avLst/>
                  <a:gdLst>
                    <a:gd name="textAreaLeft" fmla="*/ 0 w 147240"/>
                    <a:gd name="textAreaRight" fmla="*/ 149760 w 147240"/>
                    <a:gd name="textAreaTop" fmla="*/ 0 h 295920"/>
                    <a:gd name="textAreaBottom" fmla="*/ 298440 h 29592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2" name="Google Shape;1501;p86"/>
                <p:cNvSpPr/>
                <p:nvPr/>
              </p:nvSpPr>
              <p:spPr>
                <a:xfrm>
                  <a:off x="10305360" y="1324800"/>
                  <a:ext cx="227520" cy="241560"/>
                </a:xfrm>
                <a:custGeom>
                  <a:avLst/>
                  <a:gdLst>
                    <a:gd name="textAreaLeft" fmla="*/ 0 w 227520"/>
                    <a:gd name="textAreaRight" fmla="*/ 230040 w 2275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3" name="Google Shape;1502;p86"/>
                <p:cNvSpPr/>
                <p:nvPr/>
              </p:nvSpPr>
              <p:spPr>
                <a:xfrm>
                  <a:off x="10573560" y="1325160"/>
                  <a:ext cx="215280" cy="241560"/>
                </a:xfrm>
                <a:custGeom>
                  <a:avLst/>
                  <a:gdLst>
                    <a:gd name="textAreaLeft" fmla="*/ 0 w 215280"/>
                    <a:gd name="textAreaRight" fmla="*/ 217800 w 215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4" name="Google Shape;1503;p86"/>
                <p:cNvSpPr/>
                <p:nvPr/>
              </p:nvSpPr>
              <p:spPr>
                <a:xfrm>
                  <a:off x="10834560" y="1325160"/>
                  <a:ext cx="212400" cy="236160"/>
                </a:xfrm>
                <a:custGeom>
                  <a:avLst/>
                  <a:gdLst>
                    <a:gd name="textAreaLeft" fmla="*/ 0 w 212400"/>
                    <a:gd name="textAreaRight" fmla="*/ 214920 w 212400"/>
                    <a:gd name="textAreaTop" fmla="*/ 0 h 236160"/>
                    <a:gd name="textAreaBottom" fmla="*/ 238680 h 23616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5" name="Google Shape;1504;p86"/>
                <p:cNvSpPr/>
                <p:nvPr/>
              </p:nvSpPr>
              <p:spPr>
                <a:xfrm>
                  <a:off x="11095560" y="132516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316" name="Google Shape;1505;p86"/>
              <p:cNvGrpSpPr/>
              <p:nvPr/>
            </p:nvGrpSpPr>
            <p:grpSpPr>
              <a:xfrm>
                <a:off x="10546560" y="1648080"/>
                <a:ext cx="1045800" cy="387720"/>
                <a:chOff x="10546560" y="1648080"/>
                <a:chExt cx="1045800" cy="387720"/>
              </a:xfrm>
            </p:grpSpPr>
            <p:sp>
              <p:nvSpPr>
                <p:cNvPr id="1317" name="Google Shape;1506;p86"/>
                <p:cNvSpPr/>
                <p:nvPr/>
              </p:nvSpPr>
              <p:spPr>
                <a:xfrm>
                  <a:off x="10546560" y="1648080"/>
                  <a:ext cx="64080" cy="31680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8" name="Google Shape;1507;p86"/>
                <p:cNvSpPr/>
                <p:nvPr/>
              </p:nvSpPr>
              <p:spPr>
                <a:xfrm>
                  <a:off x="10664280" y="172872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19" name="Google Shape;1508;p86"/>
                <p:cNvSpPr/>
                <p:nvPr/>
              </p:nvSpPr>
              <p:spPr>
                <a:xfrm>
                  <a:off x="10955160" y="1728720"/>
                  <a:ext cx="243720" cy="307080"/>
                </a:xfrm>
                <a:custGeom>
                  <a:avLst/>
                  <a:gdLst>
                    <a:gd name="textAreaLeft" fmla="*/ 0 w 243720"/>
                    <a:gd name="textAreaRight" fmla="*/ 246240 w 243720"/>
                    <a:gd name="textAreaTop" fmla="*/ 0 h 307080"/>
                    <a:gd name="textAreaBottom" fmla="*/ 309600 h 30708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0" name="Google Shape;1509;p86"/>
                <p:cNvSpPr/>
                <p:nvPr/>
              </p:nvSpPr>
              <p:spPr>
                <a:xfrm>
                  <a:off x="11262240" y="1648440"/>
                  <a:ext cx="67680" cy="316800"/>
                </a:xfrm>
                <a:custGeom>
                  <a:avLst/>
                  <a:gdLst>
                    <a:gd name="textAreaLeft" fmla="*/ 0 w 67680"/>
                    <a:gd name="textAreaRight" fmla="*/ 70200 w 676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321" name="Google Shape;1510;p86"/>
                <p:cNvSpPr/>
                <p:nvPr/>
              </p:nvSpPr>
              <p:spPr>
                <a:xfrm>
                  <a:off x="11379240" y="1730520"/>
                  <a:ext cx="213120" cy="239040"/>
                </a:xfrm>
                <a:custGeom>
                  <a:avLst/>
                  <a:gdLst>
                    <a:gd name="textAreaLeft" fmla="*/ 0 w 213120"/>
                    <a:gd name="textAreaRight" fmla="*/ 215640 w 213120"/>
                    <a:gd name="textAreaTop" fmla="*/ 0 h 239040"/>
                    <a:gd name="textAreaBottom" fmla="*/ 241560 h 23904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322" name="Google Shape;1511;p86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1323" name="Google Shape;1512;p86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4" name="Google Shape;1513;p86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5" name="Google Shape;1514;p86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6" name="Google Shape;1515;p86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7" name="Google Shape;1516;p86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8" name="Google Shape;1517;p86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9" name="Google Shape;1518;p86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0" name="Google Shape;1519;p86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1" name="Google Shape;1520;p86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2" name="Google Shape;1521;p86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3" name="Google Shape;1522;p86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4" name="Google Shape;1523;p86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5" name="Google Shape;1524;p86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6" name="Google Shape;1525;p86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7" name="Google Shape;1526;p86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8" name="Google Shape;1527;p86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9" name="Google Shape;1528;p86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0" name="Google Shape;1529;p86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1" name="Google Shape;1530;p86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2" name="Google Shape;1531;p86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3" name="Google Shape;1532;p86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4" name="Google Shape;1533;p86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5" name="Google Shape;1534;p86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46" name="Google Shape;1535;p86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1347" name="Google Shape;1536;p86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Google Shape;1537;p86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Google Shape;1538;p86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Google Shape;1539;p86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1" name="Google Shape;1540;p86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52" name="Google Shape;1541;p86"/>
          <p:cNvGrpSpPr/>
          <p:nvPr/>
        </p:nvGrpSpPr>
        <p:grpSpPr>
          <a:xfrm>
            <a:off x="770400" y="618480"/>
            <a:ext cx="2594520" cy="377280"/>
            <a:chOff x="770400" y="618480"/>
            <a:chExt cx="2594520" cy="377280"/>
          </a:xfrm>
        </p:grpSpPr>
        <p:sp>
          <p:nvSpPr>
            <p:cNvPr id="1353" name="Google Shape;1542;p86"/>
            <p:cNvSpPr/>
            <p:nvPr/>
          </p:nvSpPr>
          <p:spPr>
            <a:xfrm>
              <a:off x="770400" y="61848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Google Shape;1543;p86"/>
            <p:cNvSpPr/>
            <p:nvPr/>
          </p:nvSpPr>
          <p:spPr>
            <a:xfrm>
              <a:off x="969120" y="61848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Google Shape;1544;p86"/>
            <p:cNvSpPr/>
            <p:nvPr/>
          </p:nvSpPr>
          <p:spPr>
            <a:xfrm>
              <a:off x="770400" y="81720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Google Shape;1545;p86"/>
            <p:cNvSpPr/>
            <p:nvPr/>
          </p:nvSpPr>
          <p:spPr>
            <a:xfrm>
              <a:off x="969120" y="81720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57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8160" cy="223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8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28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9" name="Google Shape;99;p51"/>
          <p:cNvSpPr/>
          <p:nvPr/>
        </p:nvSpPr>
        <p:spPr>
          <a:xfrm>
            <a:off x="-65160" y="0"/>
            <a:ext cx="2729520" cy="480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Google Shape;100;p51"/>
          <p:cNvSpPr/>
          <p:nvPr/>
        </p:nvSpPr>
        <p:spPr>
          <a:xfrm flipH="1">
            <a:off x="7617960" y="-2880"/>
            <a:ext cx="4634640" cy="480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1" name="Google Shape;101;p51"/>
          <p:cNvSpPr/>
          <p:nvPr/>
        </p:nvSpPr>
        <p:spPr>
          <a:xfrm>
            <a:off x="2362320" y="0"/>
            <a:ext cx="5655240" cy="480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2" name="Google Shape;102;p51"/>
          <p:cNvSpPr/>
          <p:nvPr/>
        </p:nvSpPr>
        <p:spPr>
          <a:xfrm flipH="1" rot="10800000">
            <a:off x="5630760" y="5932080"/>
            <a:ext cx="662400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3" name="Google Shape;103;p51"/>
          <p:cNvSpPr/>
          <p:nvPr/>
        </p:nvSpPr>
        <p:spPr>
          <a:xfrm rot="10800000">
            <a:off x="-62640" y="5935320"/>
            <a:ext cx="8082720" cy="944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4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5" name="Google Shape;105;p51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6" name="Google Shape;106;p51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7" name="Google Shape;107;p51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8" name="Google Shape;108;p51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9" name="Google Shape;109;p51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Google Shape;110;p51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Google Shape;111;p51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Google Shape;112;p51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Google Shape;113;p51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Google Shape;114;p51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788;p7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8" name="Google Shape;789;p7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9" name="Google Shape;790;p7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0" name="Google Shape;791;p7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1" name="Google Shape;792;p7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Google Shape;793;p7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Google Shape;794;p7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Google Shape;795;p7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Google Shape;796;p7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Google Shape;797;p7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7" name="Google Shape;798;p72"/>
          <p:cNvSpPr/>
          <p:nvPr/>
        </p:nvSpPr>
        <p:spPr>
          <a:xfrm>
            <a:off x="1440" y="0"/>
            <a:ext cx="4739400" cy="68554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8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640" cy="42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9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280" cy="200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259;p56"/>
          <p:cNvSpPr/>
          <p:nvPr/>
        </p:nvSpPr>
        <p:spPr>
          <a:xfrm>
            <a:off x="-103320" y="-50760"/>
            <a:ext cx="765000" cy="6957000"/>
          </a:xfrm>
          <a:custGeom>
            <a:avLst/>
            <a:gdLst>
              <a:gd name="textAreaLeft" fmla="*/ 0 w 765000"/>
              <a:gd name="textAreaRight" fmla="*/ 767520 w 765000"/>
              <a:gd name="textAreaTop" fmla="*/ 0 h 6957000"/>
              <a:gd name="textAreaBottom" fmla="*/ 6959520 h 695700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Google Shape;260;p56"/>
          <p:cNvSpPr/>
          <p:nvPr/>
        </p:nvSpPr>
        <p:spPr>
          <a:xfrm>
            <a:off x="664560" y="-50760"/>
            <a:ext cx="3886920" cy="6957000"/>
          </a:xfrm>
          <a:custGeom>
            <a:avLst/>
            <a:gdLst>
              <a:gd name="textAreaLeft" fmla="*/ 0 w 3886920"/>
              <a:gd name="textAreaRight" fmla="*/ 3889440 w 3886920"/>
              <a:gd name="textAreaTop" fmla="*/ 0 h 6957000"/>
              <a:gd name="textAreaBottom" fmla="*/ 6959520 h 695700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4" name="Google Shape;261;p56"/>
          <p:cNvSpPr/>
          <p:nvPr/>
        </p:nvSpPr>
        <p:spPr>
          <a:xfrm>
            <a:off x="3718080" y="37072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5" name="Google Shape;262;p56"/>
          <p:cNvSpPr/>
          <p:nvPr/>
        </p:nvSpPr>
        <p:spPr>
          <a:xfrm>
            <a:off x="4136760" y="37072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6" name="Google Shape;263;p56"/>
          <p:cNvSpPr/>
          <p:nvPr/>
        </p:nvSpPr>
        <p:spPr>
          <a:xfrm>
            <a:off x="4555800" y="37072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7" name="Google Shape;264;p56"/>
          <p:cNvSpPr/>
          <p:nvPr/>
        </p:nvSpPr>
        <p:spPr>
          <a:xfrm rot="10800000">
            <a:off x="4977000" y="3706920"/>
            <a:ext cx="6932880" cy="416520"/>
          </a:xfrm>
          <a:custGeom>
            <a:avLst/>
            <a:gdLst>
              <a:gd name="textAreaLeft" fmla="*/ 0 w 6932880"/>
              <a:gd name="textAreaRight" fmla="*/ 6935400 w 693288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8" name="Google Shape;265;p56"/>
          <p:cNvSpPr/>
          <p:nvPr/>
        </p:nvSpPr>
        <p:spPr>
          <a:xfrm rot="10800000">
            <a:off x="5396040" y="4125960"/>
            <a:ext cx="6407280" cy="416520"/>
          </a:xfrm>
          <a:custGeom>
            <a:avLst/>
            <a:gdLst>
              <a:gd name="textAreaLeft" fmla="*/ 0 w 6407280"/>
              <a:gd name="textAreaRight" fmla="*/ 6409800 w 640728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266;p56"/>
          <p:cNvSpPr/>
          <p:nvPr/>
        </p:nvSpPr>
        <p:spPr>
          <a:xfrm rot="10800000">
            <a:off x="5814720" y="4547160"/>
            <a:ext cx="5847480" cy="416520"/>
          </a:xfrm>
          <a:custGeom>
            <a:avLst/>
            <a:gdLst>
              <a:gd name="textAreaLeft" fmla="*/ 0 w 5847480"/>
              <a:gd name="textAreaRight" fmla="*/ 5850000 w 584748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267;p56"/>
          <p:cNvSpPr/>
          <p:nvPr/>
        </p:nvSpPr>
        <p:spPr>
          <a:xfrm rot="10800000">
            <a:off x="5396040" y="4963680"/>
            <a:ext cx="6407280" cy="416520"/>
          </a:xfrm>
          <a:custGeom>
            <a:avLst/>
            <a:gdLst>
              <a:gd name="textAreaLeft" fmla="*/ 0 w 6407280"/>
              <a:gd name="textAreaRight" fmla="*/ 6409800 w 640728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268;p56"/>
          <p:cNvSpPr/>
          <p:nvPr/>
        </p:nvSpPr>
        <p:spPr>
          <a:xfrm rot="10800000">
            <a:off x="4977000" y="5382360"/>
            <a:ext cx="6750000" cy="416520"/>
          </a:xfrm>
          <a:custGeom>
            <a:avLst/>
            <a:gdLst>
              <a:gd name="textAreaLeft" fmla="*/ 0 w 6750000"/>
              <a:gd name="textAreaRight" fmla="*/ 6752520 w 675000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269;p56"/>
          <p:cNvSpPr/>
          <p:nvPr/>
        </p:nvSpPr>
        <p:spPr>
          <a:xfrm rot="10800000">
            <a:off x="5396040" y="5801400"/>
            <a:ext cx="6407280" cy="416520"/>
          </a:xfrm>
          <a:custGeom>
            <a:avLst/>
            <a:gdLst>
              <a:gd name="textAreaLeft" fmla="*/ 0 w 6407280"/>
              <a:gd name="textAreaRight" fmla="*/ 6409800 w 640728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270;p56"/>
          <p:cNvSpPr/>
          <p:nvPr/>
        </p:nvSpPr>
        <p:spPr>
          <a:xfrm>
            <a:off x="3299040" y="412596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271;p56"/>
          <p:cNvSpPr/>
          <p:nvPr/>
        </p:nvSpPr>
        <p:spPr>
          <a:xfrm>
            <a:off x="3718080" y="412596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272;p56"/>
          <p:cNvSpPr/>
          <p:nvPr/>
        </p:nvSpPr>
        <p:spPr>
          <a:xfrm>
            <a:off x="4136760" y="412596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273;p56"/>
          <p:cNvSpPr/>
          <p:nvPr/>
        </p:nvSpPr>
        <p:spPr>
          <a:xfrm>
            <a:off x="4974480" y="412596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274;p56"/>
          <p:cNvSpPr/>
          <p:nvPr/>
        </p:nvSpPr>
        <p:spPr>
          <a:xfrm>
            <a:off x="2880360" y="45450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Google Shape;275;p56"/>
          <p:cNvSpPr/>
          <p:nvPr/>
        </p:nvSpPr>
        <p:spPr>
          <a:xfrm>
            <a:off x="3299040" y="45450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Google Shape;276;p56"/>
          <p:cNvSpPr/>
          <p:nvPr/>
        </p:nvSpPr>
        <p:spPr>
          <a:xfrm>
            <a:off x="3718080" y="45450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0" name="Google Shape;277;p56"/>
          <p:cNvSpPr/>
          <p:nvPr/>
        </p:nvSpPr>
        <p:spPr>
          <a:xfrm>
            <a:off x="4136760" y="45450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Google Shape;278;p56"/>
          <p:cNvSpPr/>
          <p:nvPr/>
        </p:nvSpPr>
        <p:spPr>
          <a:xfrm>
            <a:off x="5393520" y="45450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2" name="Google Shape;279;p56"/>
          <p:cNvSpPr/>
          <p:nvPr/>
        </p:nvSpPr>
        <p:spPr>
          <a:xfrm>
            <a:off x="2880360" y="49636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3" name="Google Shape;280;p56"/>
          <p:cNvSpPr/>
          <p:nvPr/>
        </p:nvSpPr>
        <p:spPr>
          <a:xfrm>
            <a:off x="3299040" y="49636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4" name="Google Shape;281;p56"/>
          <p:cNvSpPr/>
          <p:nvPr/>
        </p:nvSpPr>
        <p:spPr>
          <a:xfrm>
            <a:off x="3718080" y="49636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5" name="Google Shape;282;p56"/>
          <p:cNvSpPr/>
          <p:nvPr/>
        </p:nvSpPr>
        <p:spPr>
          <a:xfrm>
            <a:off x="4136760" y="49636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Google Shape;283;p56"/>
          <p:cNvSpPr/>
          <p:nvPr/>
        </p:nvSpPr>
        <p:spPr>
          <a:xfrm>
            <a:off x="4974480" y="496368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7" name="Google Shape;284;p56"/>
          <p:cNvSpPr/>
          <p:nvPr/>
        </p:nvSpPr>
        <p:spPr>
          <a:xfrm>
            <a:off x="3299040" y="538272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8" name="Google Shape;285;p56"/>
          <p:cNvSpPr/>
          <p:nvPr/>
        </p:nvSpPr>
        <p:spPr>
          <a:xfrm>
            <a:off x="3718080" y="538272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9" name="Google Shape;286;p56"/>
          <p:cNvSpPr/>
          <p:nvPr/>
        </p:nvSpPr>
        <p:spPr>
          <a:xfrm>
            <a:off x="4136760" y="538272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0" name="Google Shape;287;p56"/>
          <p:cNvSpPr/>
          <p:nvPr/>
        </p:nvSpPr>
        <p:spPr>
          <a:xfrm>
            <a:off x="4555800" y="538272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1" name="Google Shape;288;p56"/>
          <p:cNvSpPr/>
          <p:nvPr/>
        </p:nvSpPr>
        <p:spPr>
          <a:xfrm>
            <a:off x="3718080" y="58014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2" name="Google Shape;289;p56"/>
          <p:cNvSpPr/>
          <p:nvPr/>
        </p:nvSpPr>
        <p:spPr>
          <a:xfrm>
            <a:off x="4136760" y="58014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3" name="Google Shape;290;p56"/>
          <p:cNvSpPr/>
          <p:nvPr/>
        </p:nvSpPr>
        <p:spPr>
          <a:xfrm>
            <a:off x="4974480" y="5801400"/>
            <a:ext cx="416520" cy="416520"/>
          </a:xfrm>
          <a:custGeom>
            <a:avLst/>
            <a:gdLst>
              <a:gd name="textAreaLeft" fmla="*/ 0 w 416520"/>
              <a:gd name="textAreaRight" fmla="*/ 419040 w 416520"/>
              <a:gd name="textAreaTop" fmla="*/ 0 h 416520"/>
              <a:gd name="textAreaBottom" fmla="*/ 419040 h 41652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4" name="Google Shape;291;p56"/>
          <p:cNvSpPr/>
          <p:nvPr/>
        </p:nvSpPr>
        <p:spPr>
          <a:xfrm rot="16200000">
            <a:off x="3036240" y="4491720"/>
            <a:ext cx="226944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5" name="Google Shape;292;p56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6" name="Google Shape;293;p56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7" name="Google Shape;294;p56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8" name="Google Shape;295;p56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9" name="Google Shape;296;p56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Google Shape;297;p56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Google Shape;298;p56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Google Shape;299;p56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Google Shape;300;p56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Google Shape;301;p56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5" name="Google Shape;302;p56"/>
          <p:cNvSpPr/>
          <p:nvPr/>
        </p:nvSpPr>
        <p:spPr>
          <a:xfrm rot="10800000">
            <a:off x="11604960" y="-48240"/>
            <a:ext cx="688320" cy="6957000"/>
          </a:xfrm>
          <a:custGeom>
            <a:avLst/>
            <a:gdLst>
              <a:gd name="textAreaLeft" fmla="*/ 0 w 688320"/>
              <a:gd name="textAreaRight" fmla="*/ 690840 w 688320"/>
              <a:gd name="textAreaTop" fmla="*/ 0 h 6957000"/>
              <a:gd name="textAreaBottom" fmla="*/ 6959520 h 695700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170;p81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1439" name="Google Shape;1171;p81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Google Shape;1172;p81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Google Shape;1173;p81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2" name="Google Shape;1174;p81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3" name="Google Shape;1175;p81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4" name="Google Shape;1176;p81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45" name="Google Shape;1177;p81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6" name="Google Shape;1178;p81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7" name="Google Shape;1179;p81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8" name="Google Shape;1180;p81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9" name="Google Shape;1181;p81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Google Shape;1182;p81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Google Shape;1183;p81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Google Shape;1184;p81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Google Shape;1185;p81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4" name="Google Shape;1186;p81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55" name="Google Shape;1187;p81"/>
          <p:cNvGrpSpPr/>
          <p:nvPr/>
        </p:nvGrpSpPr>
        <p:grpSpPr>
          <a:xfrm>
            <a:off x="-2185920" y="0"/>
            <a:ext cx="929880" cy="6855480"/>
            <a:chOff x="-2185920" y="0"/>
            <a:chExt cx="929880" cy="6855480"/>
          </a:xfrm>
        </p:grpSpPr>
        <p:sp>
          <p:nvSpPr>
            <p:cNvPr id="1456" name="Google Shape;1188;p81"/>
            <p:cNvSpPr/>
            <p:nvPr/>
          </p:nvSpPr>
          <p:spPr>
            <a:xfrm>
              <a:off x="-2185920" y="0"/>
              <a:ext cx="315000" cy="685548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7" name="Google Shape;1189;p81"/>
            <p:cNvSpPr/>
            <p:nvPr/>
          </p:nvSpPr>
          <p:spPr>
            <a:xfrm>
              <a:off x="-2185920" y="0"/>
              <a:ext cx="315000" cy="248652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8" name="Google Shape;1190;p81"/>
            <p:cNvSpPr/>
            <p:nvPr/>
          </p:nvSpPr>
          <p:spPr>
            <a:xfrm>
              <a:off x="-1881720" y="0"/>
              <a:ext cx="315000" cy="68554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9" name="Google Shape;1191;p81"/>
            <p:cNvSpPr/>
            <p:nvPr/>
          </p:nvSpPr>
          <p:spPr>
            <a:xfrm>
              <a:off x="-1881720" y="4368960"/>
              <a:ext cx="315000" cy="24865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0" name="Google Shape;1192;p81"/>
            <p:cNvSpPr/>
            <p:nvPr/>
          </p:nvSpPr>
          <p:spPr>
            <a:xfrm>
              <a:off x="-1571040" y="0"/>
              <a:ext cx="315000" cy="685548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1" name="Google Shape;1193;p81"/>
            <p:cNvSpPr/>
            <p:nvPr/>
          </p:nvSpPr>
          <p:spPr>
            <a:xfrm>
              <a:off x="-1571040" y="0"/>
              <a:ext cx="315000" cy="248652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62" name="Google Shape;1194;p81"/>
          <p:cNvGrpSpPr/>
          <p:nvPr/>
        </p:nvGrpSpPr>
        <p:grpSpPr>
          <a:xfrm>
            <a:off x="1734120" y="843120"/>
            <a:ext cx="1367640" cy="1093680"/>
            <a:chOff x="1734120" y="843120"/>
            <a:chExt cx="1367640" cy="1093680"/>
          </a:xfrm>
        </p:grpSpPr>
        <p:sp>
          <p:nvSpPr>
            <p:cNvPr id="1463" name="Google Shape;1195;p81"/>
            <p:cNvSpPr/>
            <p:nvPr/>
          </p:nvSpPr>
          <p:spPr>
            <a:xfrm>
              <a:off x="2282400" y="8431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4" name="Google Shape;1196;p81"/>
            <p:cNvSpPr/>
            <p:nvPr/>
          </p:nvSpPr>
          <p:spPr>
            <a:xfrm>
              <a:off x="200808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5" name="Google Shape;1197;p81"/>
            <p:cNvSpPr/>
            <p:nvPr/>
          </p:nvSpPr>
          <p:spPr>
            <a:xfrm>
              <a:off x="17341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6" name="Google Shape;1198;p81"/>
            <p:cNvSpPr/>
            <p:nvPr/>
          </p:nvSpPr>
          <p:spPr>
            <a:xfrm>
              <a:off x="17341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1199;p81"/>
            <p:cNvSpPr/>
            <p:nvPr/>
          </p:nvSpPr>
          <p:spPr>
            <a:xfrm>
              <a:off x="200808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1200;p81"/>
            <p:cNvSpPr/>
            <p:nvPr/>
          </p:nvSpPr>
          <p:spPr>
            <a:xfrm>
              <a:off x="228240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Google Shape;1201;p81"/>
            <p:cNvSpPr/>
            <p:nvPr/>
          </p:nvSpPr>
          <p:spPr>
            <a:xfrm>
              <a:off x="255636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Google Shape;1202;p81"/>
            <p:cNvSpPr/>
            <p:nvPr/>
          </p:nvSpPr>
          <p:spPr>
            <a:xfrm>
              <a:off x="28303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Google Shape;1203;p81"/>
            <p:cNvSpPr/>
            <p:nvPr/>
          </p:nvSpPr>
          <p:spPr>
            <a:xfrm>
              <a:off x="28303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2" name="Google Shape;1204;p81"/>
            <p:cNvSpPr/>
            <p:nvPr/>
          </p:nvSpPr>
          <p:spPr>
            <a:xfrm>
              <a:off x="255636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3" name="Google Shape;1205;p81"/>
          <p:cNvGrpSpPr/>
          <p:nvPr/>
        </p:nvGrpSpPr>
        <p:grpSpPr>
          <a:xfrm>
            <a:off x="9761760" y="5104080"/>
            <a:ext cx="1395720" cy="992160"/>
            <a:chOff x="9761760" y="5104080"/>
            <a:chExt cx="1395720" cy="992160"/>
          </a:xfrm>
        </p:grpSpPr>
        <p:grpSp>
          <p:nvGrpSpPr>
            <p:cNvPr id="1474" name="Google Shape;1206;p81"/>
            <p:cNvGrpSpPr/>
            <p:nvPr/>
          </p:nvGrpSpPr>
          <p:grpSpPr>
            <a:xfrm>
              <a:off x="9761760" y="5367240"/>
              <a:ext cx="1395720" cy="729000"/>
              <a:chOff x="9761760" y="5367240"/>
              <a:chExt cx="1395720" cy="729000"/>
            </a:xfrm>
          </p:grpSpPr>
          <p:grpSp>
            <p:nvGrpSpPr>
              <p:cNvPr id="1475" name="Google Shape;1207;p81"/>
              <p:cNvGrpSpPr/>
              <p:nvPr/>
            </p:nvGrpSpPr>
            <p:grpSpPr>
              <a:xfrm>
                <a:off x="9761760" y="5367240"/>
                <a:ext cx="1162080" cy="282600"/>
                <a:chOff x="9761760" y="5367240"/>
                <a:chExt cx="1162080" cy="282600"/>
              </a:xfrm>
            </p:grpSpPr>
            <p:sp>
              <p:nvSpPr>
                <p:cNvPr id="1476" name="Google Shape;1208;p81"/>
                <p:cNvSpPr/>
                <p:nvPr/>
              </p:nvSpPr>
              <p:spPr>
                <a:xfrm>
                  <a:off x="9761760" y="5367240"/>
                  <a:ext cx="139680" cy="281160"/>
                </a:xfrm>
                <a:custGeom>
                  <a:avLst/>
                  <a:gdLst>
                    <a:gd name="textAreaLeft" fmla="*/ 0 w 139680"/>
                    <a:gd name="textAreaRight" fmla="*/ 142200 w 139680"/>
                    <a:gd name="textAreaTop" fmla="*/ 0 h 281160"/>
                    <a:gd name="textAreaBottom" fmla="*/ 283680 h 28116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77" name="Google Shape;1209;p81"/>
                <p:cNvSpPr/>
                <p:nvPr/>
              </p:nvSpPr>
              <p:spPr>
                <a:xfrm>
                  <a:off x="9933480" y="5420160"/>
                  <a:ext cx="216360" cy="229680"/>
                </a:xfrm>
                <a:custGeom>
                  <a:avLst/>
                  <a:gdLst>
                    <a:gd name="textAreaLeft" fmla="*/ 0 w 216360"/>
                    <a:gd name="textAreaRight" fmla="*/ 218880 w 21636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78" name="Google Shape;1210;p81"/>
                <p:cNvSpPr/>
                <p:nvPr/>
              </p:nvSpPr>
              <p:spPr>
                <a:xfrm>
                  <a:off x="10188360" y="5420160"/>
                  <a:ext cx="204480" cy="229680"/>
                </a:xfrm>
                <a:custGeom>
                  <a:avLst/>
                  <a:gdLst>
                    <a:gd name="textAreaLeft" fmla="*/ 0 w 204480"/>
                    <a:gd name="textAreaRight" fmla="*/ 207000 w 2044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79" name="Google Shape;1211;p81"/>
                <p:cNvSpPr/>
                <p:nvPr/>
              </p:nvSpPr>
              <p:spPr>
                <a:xfrm>
                  <a:off x="10436760" y="5420160"/>
                  <a:ext cx="201600" cy="224640"/>
                </a:xfrm>
                <a:custGeom>
                  <a:avLst/>
                  <a:gdLst>
                    <a:gd name="textAreaLeft" fmla="*/ 0 w 201600"/>
                    <a:gd name="textAreaRight" fmla="*/ 204120 w 201600"/>
                    <a:gd name="textAreaTop" fmla="*/ 0 h 224640"/>
                    <a:gd name="textAreaBottom" fmla="*/ 227160 h 22464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80" name="Google Shape;1212;p81"/>
                <p:cNvSpPr/>
                <p:nvPr/>
              </p:nvSpPr>
              <p:spPr>
                <a:xfrm>
                  <a:off x="10685160" y="5420160"/>
                  <a:ext cx="238680" cy="229680"/>
                </a:xfrm>
                <a:custGeom>
                  <a:avLst/>
                  <a:gdLst>
                    <a:gd name="textAreaLeft" fmla="*/ 0 w 238680"/>
                    <a:gd name="textAreaRight" fmla="*/ 241200 w 2386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481" name="Google Shape;1213;p81"/>
              <p:cNvGrpSpPr/>
              <p:nvPr/>
            </p:nvGrpSpPr>
            <p:grpSpPr>
              <a:xfrm>
                <a:off x="10162800" y="5727600"/>
                <a:ext cx="994680" cy="368640"/>
                <a:chOff x="10162800" y="5727600"/>
                <a:chExt cx="994680" cy="368640"/>
              </a:xfrm>
            </p:grpSpPr>
            <p:sp>
              <p:nvSpPr>
                <p:cNvPr id="1482" name="Google Shape;1214;p81"/>
                <p:cNvSpPr/>
                <p:nvPr/>
              </p:nvSpPr>
              <p:spPr>
                <a:xfrm>
                  <a:off x="10162800" y="5727600"/>
                  <a:ext cx="60840" cy="300960"/>
                </a:xfrm>
                <a:custGeom>
                  <a:avLst/>
                  <a:gdLst>
                    <a:gd name="textAreaLeft" fmla="*/ 0 w 60840"/>
                    <a:gd name="textAreaRight" fmla="*/ 63360 w 60840"/>
                    <a:gd name="textAreaTop" fmla="*/ 0 h 300960"/>
                    <a:gd name="textAreaBottom" fmla="*/ 303480 h 30096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83" name="Google Shape;1215;p81"/>
                <p:cNvSpPr/>
                <p:nvPr/>
              </p:nvSpPr>
              <p:spPr>
                <a:xfrm>
                  <a:off x="10274760" y="5804280"/>
                  <a:ext cx="238680" cy="229680"/>
                </a:xfrm>
                <a:custGeom>
                  <a:avLst/>
                  <a:gdLst>
                    <a:gd name="textAreaLeft" fmla="*/ 0 w 238680"/>
                    <a:gd name="textAreaRight" fmla="*/ 241200 w 2386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84" name="Google Shape;1216;p81"/>
                <p:cNvSpPr/>
                <p:nvPr/>
              </p:nvSpPr>
              <p:spPr>
                <a:xfrm>
                  <a:off x="10551960" y="5804280"/>
                  <a:ext cx="231480" cy="291960"/>
                </a:xfrm>
                <a:custGeom>
                  <a:avLst/>
                  <a:gdLst>
                    <a:gd name="textAreaLeft" fmla="*/ 0 w 231480"/>
                    <a:gd name="textAreaRight" fmla="*/ 234000 w 231480"/>
                    <a:gd name="textAreaTop" fmla="*/ 0 h 291960"/>
                    <a:gd name="textAreaBottom" fmla="*/ 294480 h 29196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85" name="Google Shape;1217;p81"/>
                <p:cNvSpPr/>
                <p:nvPr/>
              </p:nvSpPr>
              <p:spPr>
                <a:xfrm>
                  <a:off x="10843920" y="5727600"/>
                  <a:ext cx="64080" cy="30096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00960"/>
                    <a:gd name="textAreaBottom" fmla="*/ 303480 h 30096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86" name="Google Shape;1218;p81"/>
                <p:cNvSpPr/>
                <p:nvPr/>
              </p:nvSpPr>
              <p:spPr>
                <a:xfrm>
                  <a:off x="10954800" y="5806080"/>
                  <a:ext cx="202680" cy="227160"/>
                </a:xfrm>
                <a:custGeom>
                  <a:avLst/>
                  <a:gdLst>
                    <a:gd name="textAreaLeft" fmla="*/ 0 w 202680"/>
                    <a:gd name="textAreaRight" fmla="*/ 205200 w 202680"/>
                    <a:gd name="textAreaTop" fmla="*/ 0 h 227160"/>
                    <a:gd name="textAreaBottom" fmla="*/ 229680 h 22716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487" name="Google Shape;1219;p81"/>
            <p:cNvGrpSpPr/>
            <p:nvPr/>
          </p:nvGrpSpPr>
          <p:grpSpPr>
            <a:xfrm>
              <a:off x="9844560" y="5104080"/>
              <a:ext cx="577440" cy="142560"/>
              <a:chOff x="9844560" y="5104080"/>
              <a:chExt cx="577440" cy="142560"/>
            </a:xfrm>
          </p:grpSpPr>
          <p:sp>
            <p:nvSpPr>
              <p:cNvPr id="1488" name="Google Shape;1220;p81"/>
              <p:cNvSpPr/>
              <p:nvPr/>
            </p:nvSpPr>
            <p:spPr>
              <a:xfrm>
                <a:off x="10333800" y="5109840"/>
                <a:ext cx="88200" cy="136080"/>
              </a:xfrm>
              <a:custGeom>
                <a:avLst/>
                <a:gdLst>
                  <a:gd name="textAreaLeft" fmla="*/ 0 w 88200"/>
                  <a:gd name="textAreaRight" fmla="*/ 90720 w 88200"/>
                  <a:gd name="textAreaTop" fmla="*/ 0 h 136080"/>
                  <a:gd name="textAreaBottom" fmla="*/ 138600 h 13608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9" name="Google Shape;1221;p81"/>
              <p:cNvSpPr/>
              <p:nvPr/>
            </p:nvSpPr>
            <p:spPr>
              <a:xfrm>
                <a:off x="9844560" y="5104080"/>
                <a:ext cx="128520" cy="142560"/>
              </a:xfrm>
              <a:custGeom>
                <a:avLst/>
                <a:gdLst>
                  <a:gd name="textAreaLeft" fmla="*/ 0 w 128520"/>
                  <a:gd name="textAreaRight" fmla="*/ 131040 w 128520"/>
                  <a:gd name="textAreaTop" fmla="*/ 0 h 142560"/>
                  <a:gd name="textAreaBottom" fmla="*/ 145080 h 14256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0" name="Google Shape;1222;p81"/>
              <p:cNvSpPr/>
              <p:nvPr/>
            </p:nvSpPr>
            <p:spPr>
              <a:xfrm>
                <a:off x="9970920" y="5124240"/>
                <a:ext cx="124920" cy="118080"/>
              </a:xfrm>
              <a:custGeom>
                <a:avLst/>
                <a:gdLst>
                  <a:gd name="textAreaLeft" fmla="*/ 0 w 124920"/>
                  <a:gd name="textAreaRight" fmla="*/ 127440 w 124920"/>
                  <a:gd name="textAreaTop" fmla="*/ 0 h 118080"/>
                  <a:gd name="textAreaBottom" fmla="*/ 120600 h 11808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1" name="Google Shape;1223;p81"/>
              <p:cNvSpPr/>
              <p:nvPr/>
            </p:nvSpPr>
            <p:spPr>
              <a:xfrm>
                <a:off x="10096920" y="5125680"/>
                <a:ext cx="116640" cy="114480"/>
              </a:xfrm>
              <a:custGeom>
                <a:avLst/>
                <a:gdLst>
                  <a:gd name="textAreaLeft" fmla="*/ 0 w 116640"/>
                  <a:gd name="textAreaRight" fmla="*/ 119160 w 116640"/>
                  <a:gd name="textAreaTop" fmla="*/ 0 h 114480"/>
                  <a:gd name="textAreaBottom" fmla="*/ 117000 h 11448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2" name="Google Shape;1224;p81"/>
              <p:cNvSpPr/>
              <p:nvPr/>
            </p:nvSpPr>
            <p:spPr>
              <a:xfrm>
                <a:off x="10215360" y="5124960"/>
                <a:ext cx="117720" cy="116640"/>
              </a:xfrm>
              <a:custGeom>
                <a:avLst/>
                <a:gdLst>
                  <a:gd name="textAreaLeft" fmla="*/ 0 w 117720"/>
                  <a:gd name="textAreaRight" fmla="*/ 120240 w 117720"/>
                  <a:gd name="textAreaTop" fmla="*/ 0 h 116640"/>
                  <a:gd name="textAreaBottom" fmla="*/ 119160 h 11664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93" name="Google Shape;1225;p81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94" name="Google Shape;1226;p81"/>
          <p:cNvGrpSpPr/>
          <p:nvPr/>
        </p:nvGrpSpPr>
        <p:grpSpPr>
          <a:xfrm>
            <a:off x="401040" y="198360"/>
            <a:ext cx="2381400" cy="1622520"/>
            <a:chOff x="401040" y="198360"/>
            <a:chExt cx="2381400" cy="1622520"/>
          </a:xfrm>
        </p:grpSpPr>
        <p:sp>
          <p:nvSpPr>
            <p:cNvPr id="1495" name="Google Shape;1227;p81"/>
            <p:cNvSpPr/>
            <p:nvPr/>
          </p:nvSpPr>
          <p:spPr>
            <a:xfrm>
              <a:off x="690480" y="275760"/>
              <a:ext cx="20919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96" name="Google Shape;1228;p81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1497" name="Google Shape;1229;p81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8" name="Google Shape;1230;p81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99" name="Google Shape;1231;p81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0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6640" cy="48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1" name="Google Shape;1234;p82"/>
          <p:cNvGrpSpPr/>
          <p:nvPr/>
        </p:nvGrpSpPr>
        <p:grpSpPr>
          <a:xfrm>
            <a:off x="728640" y="3083760"/>
            <a:ext cx="7659360" cy="2465640"/>
            <a:chOff x="728640" y="3083760"/>
            <a:chExt cx="7659360" cy="2465640"/>
          </a:xfrm>
        </p:grpSpPr>
        <p:sp>
          <p:nvSpPr>
            <p:cNvPr id="1502" name="Google Shape;1235;p82"/>
            <p:cNvSpPr/>
            <p:nvPr/>
          </p:nvSpPr>
          <p:spPr>
            <a:xfrm>
              <a:off x="1363680" y="3299400"/>
              <a:ext cx="702432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3" name="Google Shape;1236;p82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4" name="Google Shape;1237;p82"/>
            <p:cNvSpPr/>
            <p:nvPr/>
          </p:nvSpPr>
          <p:spPr>
            <a:xfrm>
              <a:off x="1363680" y="4781520"/>
              <a:ext cx="521532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5" name="Google Shape;1238;p82"/>
          <p:cNvGrpSpPr/>
          <p:nvPr/>
        </p:nvGrpSpPr>
        <p:grpSpPr>
          <a:xfrm>
            <a:off x="755280" y="2794320"/>
            <a:ext cx="690840" cy="690840"/>
            <a:chOff x="755280" y="2794320"/>
            <a:chExt cx="690840" cy="690840"/>
          </a:xfrm>
        </p:grpSpPr>
        <p:sp>
          <p:nvSpPr>
            <p:cNvPr id="1506" name="Google Shape;1239;p82"/>
            <p:cNvSpPr/>
            <p:nvPr/>
          </p:nvSpPr>
          <p:spPr>
            <a:xfrm>
              <a:off x="755280" y="3141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7" name="Google Shape;1240;p82"/>
            <p:cNvSpPr/>
            <p:nvPr/>
          </p:nvSpPr>
          <p:spPr>
            <a:xfrm>
              <a:off x="1101960" y="2794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8" name="Google Shape;1241;p82"/>
          <p:cNvGrpSpPr/>
          <p:nvPr/>
        </p:nvGrpSpPr>
        <p:grpSpPr>
          <a:xfrm>
            <a:off x="5260680" y="5098320"/>
            <a:ext cx="690840" cy="690840"/>
            <a:chOff x="5260680" y="5098320"/>
            <a:chExt cx="690840" cy="690840"/>
          </a:xfrm>
        </p:grpSpPr>
        <p:sp>
          <p:nvSpPr>
            <p:cNvPr id="1509" name="Google Shape;1242;p82"/>
            <p:cNvSpPr/>
            <p:nvPr/>
          </p:nvSpPr>
          <p:spPr>
            <a:xfrm>
              <a:off x="5260680" y="5445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0" name="Google Shape;1243;p82"/>
            <p:cNvSpPr/>
            <p:nvPr/>
          </p:nvSpPr>
          <p:spPr>
            <a:xfrm>
              <a:off x="5607360" y="5098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11" name="Google Shape;1244;p8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2" name="Google Shape;1245;p8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3" name="Google Shape;1246;p8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4" name="Google Shape;1247;p8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5" name="Google Shape;1248;p8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Google Shape;1249;p8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Google Shape;1250;p8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Google Shape;1251;p8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Google Shape;1252;p8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Google Shape;1253;p8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1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7880" cy="591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22" name="Google Shape;1255;p82"/>
          <p:cNvGrpSpPr/>
          <p:nvPr/>
        </p:nvGrpSpPr>
        <p:grpSpPr>
          <a:xfrm>
            <a:off x="10124640" y="1269360"/>
            <a:ext cx="1467720" cy="766440"/>
            <a:chOff x="10124640" y="1269360"/>
            <a:chExt cx="1467720" cy="766440"/>
          </a:xfrm>
        </p:grpSpPr>
        <p:grpSp>
          <p:nvGrpSpPr>
            <p:cNvPr id="1523" name="Google Shape;1256;p82"/>
            <p:cNvGrpSpPr/>
            <p:nvPr/>
          </p:nvGrpSpPr>
          <p:grpSpPr>
            <a:xfrm>
              <a:off x="10124640" y="1269360"/>
              <a:ext cx="1222200" cy="297360"/>
              <a:chOff x="10124640" y="1269360"/>
              <a:chExt cx="1222200" cy="297360"/>
            </a:xfrm>
          </p:grpSpPr>
          <p:sp>
            <p:nvSpPr>
              <p:cNvPr id="1524" name="Google Shape;1257;p82"/>
              <p:cNvSpPr/>
              <p:nvPr/>
            </p:nvSpPr>
            <p:spPr>
              <a:xfrm>
                <a:off x="10124640" y="1269360"/>
                <a:ext cx="147240" cy="295920"/>
              </a:xfrm>
              <a:custGeom>
                <a:avLst/>
                <a:gdLst>
                  <a:gd name="textAreaLeft" fmla="*/ 0 w 147240"/>
                  <a:gd name="textAreaRight" fmla="*/ 149760 w 147240"/>
                  <a:gd name="textAreaTop" fmla="*/ 0 h 295920"/>
                  <a:gd name="textAreaBottom" fmla="*/ 298440 h 29592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5" name="Google Shape;1258;p82"/>
              <p:cNvSpPr/>
              <p:nvPr/>
            </p:nvSpPr>
            <p:spPr>
              <a:xfrm>
                <a:off x="10305360" y="1324800"/>
                <a:ext cx="227520" cy="241560"/>
              </a:xfrm>
              <a:custGeom>
                <a:avLst/>
                <a:gdLst>
                  <a:gd name="textAreaLeft" fmla="*/ 0 w 227520"/>
                  <a:gd name="textAreaRight" fmla="*/ 230040 w 22752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6" name="Google Shape;1259;p82"/>
              <p:cNvSpPr/>
              <p:nvPr/>
            </p:nvSpPr>
            <p:spPr>
              <a:xfrm>
                <a:off x="10573560" y="1325160"/>
                <a:ext cx="215280" cy="241560"/>
              </a:xfrm>
              <a:custGeom>
                <a:avLst/>
                <a:gdLst>
                  <a:gd name="textAreaLeft" fmla="*/ 0 w 215280"/>
                  <a:gd name="textAreaRight" fmla="*/ 217800 w 215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7" name="Google Shape;1260;p82"/>
              <p:cNvSpPr/>
              <p:nvPr/>
            </p:nvSpPr>
            <p:spPr>
              <a:xfrm>
                <a:off x="10834560" y="1325160"/>
                <a:ext cx="212400" cy="236160"/>
              </a:xfrm>
              <a:custGeom>
                <a:avLst/>
                <a:gdLst>
                  <a:gd name="textAreaLeft" fmla="*/ 0 w 212400"/>
                  <a:gd name="textAreaRight" fmla="*/ 214920 w 212400"/>
                  <a:gd name="textAreaTop" fmla="*/ 0 h 236160"/>
                  <a:gd name="textAreaBottom" fmla="*/ 238680 h 23616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8" name="Google Shape;1261;p82"/>
              <p:cNvSpPr/>
              <p:nvPr/>
            </p:nvSpPr>
            <p:spPr>
              <a:xfrm>
                <a:off x="11095560" y="132516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29" name="Google Shape;1262;p82"/>
            <p:cNvGrpSpPr/>
            <p:nvPr/>
          </p:nvGrpSpPr>
          <p:grpSpPr>
            <a:xfrm>
              <a:off x="10546560" y="1648080"/>
              <a:ext cx="1045800" cy="387720"/>
              <a:chOff x="10546560" y="1648080"/>
              <a:chExt cx="1045800" cy="387720"/>
            </a:xfrm>
          </p:grpSpPr>
          <p:sp>
            <p:nvSpPr>
              <p:cNvPr id="1530" name="Google Shape;1263;p82"/>
              <p:cNvSpPr/>
              <p:nvPr/>
            </p:nvSpPr>
            <p:spPr>
              <a:xfrm>
                <a:off x="10546560" y="1648080"/>
                <a:ext cx="64080" cy="31680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1" name="Google Shape;1264;p82"/>
              <p:cNvSpPr/>
              <p:nvPr/>
            </p:nvSpPr>
            <p:spPr>
              <a:xfrm>
                <a:off x="10664280" y="172872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2" name="Google Shape;1265;p82"/>
              <p:cNvSpPr/>
              <p:nvPr/>
            </p:nvSpPr>
            <p:spPr>
              <a:xfrm>
                <a:off x="10955160" y="1728720"/>
                <a:ext cx="243720" cy="307080"/>
              </a:xfrm>
              <a:custGeom>
                <a:avLst/>
                <a:gdLst>
                  <a:gd name="textAreaLeft" fmla="*/ 0 w 243720"/>
                  <a:gd name="textAreaRight" fmla="*/ 246240 w 243720"/>
                  <a:gd name="textAreaTop" fmla="*/ 0 h 307080"/>
                  <a:gd name="textAreaBottom" fmla="*/ 309600 h 30708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3" name="Google Shape;1266;p82"/>
              <p:cNvSpPr/>
              <p:nvPr/>
            </p:nvSpPr>
            <p:spPr>
              <a:xfrm>
                <a:off x="11262240" y="1648440"/>
                <a:ext cx="67680" cy="316800"/>
              </a:xfrm>
              <a:custGeom>
                <a:avLst/>
                <a:gdLst>
                  <a:gd name="textAreaLeft" fmla="*/ 0 w 67680"/>
                  <a:gd name="textAreaRight" fmla="*/ 70200 w 676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4" name="Google Shape;1267;p82"/>
              <p:cNvSpPr/>
              <p:nvPr/>
            </p:nvSpPr>
            <p:spPr>
              <a:xfrm>
                <a:off x="11379240" y="1730520"/>
                <a:ext cx="213120" cy="239040"/>
              </a:xfrm>
              <a:custGeom>
                <a:avLst/>
                <a:gdLst>
                  <a:gd name="textAreaLeft" fmla="*/ 0 w 213120"/>
                  <a:gd name="textAreaRight" fmla="*/ 215640 w 213120"/>
                  <a:gd name="textAreaTop" fmla="*/ 0 h 239040"/>
                  <a:gd name="textAreaBottom" fmla="*/ 241560 h 23904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35" name="Google Shape;1268;p82"/>
          <p:cNvGrpSpPr/>
          <p:nvPr/>
        </p:nvGrpSpPr>
        <p:grpSpPr>
          <a:xfrm>
            <a:off x="10207440" y="873000"/>
            <a:ext cx="1174320" cy="296280"/>
            <a:chOff x="10207440" y="873000"/>
            <a:chExt cx="1174320" cy="296280"/>
          </a:xfrm>
        </p:grpSpPr>
        <p:sp>
          <p:nvSpPr>
            <p:cNvPr id="1536" name="Google Shape;1269;p82"/>
            <p:cNvSpPr/>
            <p:nvPr/>
          </p:nvSpPr>
          <p:spPr>
            <a:xfrm>
              <a:off x="10207440" y="878040"/>
              <a:ext cx="79200" cy="101520"/>
            </a:xfrm>
            <a:custGeom>
              <a:avLst/>
              <a:gdLst>
                <a:gd name="textAreaLeft" fmla="*/ 0 w 79200"/>
                <a:gd name="textAreaRight" fmla="*/ 81720 w 79200"/>
                <a:gd name="textAreaTop" fmla="*/ 0 h 101520"/>
                <a:gd name="textAreaBottom" fmla="*/ 104040 h 10152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7" name="Google Shape;1270;p82"/>
            <p:cNvSpPr/>
            <p:nvPr/>
          </p:nvSpPr>
          <p:spPr>
            <a:xfrm>
              <a:off x="1028556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8" name="Google Shape;1271;p82"/>
            <p:cNvSpPr/>
            <p:nvPr/>
          </p:nvSpPr>
          <p:spPr>
            <a:xfrm>
              <a:off x="10381680" y="87372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9" name="Google Shape;1272;p82"/>
            <p:cNvSpPr/>
            <p:nvPr/>
          </p:nvSpPr>
          <p:spPr>
            <a:xfrm>
              <a:off x="1047924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0" name="Google Shape;1273;p82"/>
            <p:cNvSpPr/>
            <p:nvPr/>
          </p:nvSpPr>
          <p:spPr>
            <a:xfrm>
              <a:off x="1056456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1" name="Google Shape;1274;p82"/>
            <p:cNvSpPr/>
            <p:nvPr/>
          </p:nvSpPr>
          <p:spPr>
            <a:xfrm>
              <a:off x="1068372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2" name="Google Shape;1275;p82"/>
            <p:cNvSpPr/>
            <p:nvPr/>
          </p:nvSpPr>
          <p:spPr>
            <a:xfrm>
              <a:off x="1076940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3" name="Google Shape;1276;p82"/>
            <p:cNvSpPr/>
            <p:nvPr/>
          </p:nvSpPr>
          <p:spPr>
            <a:xfrm>
              <a:off x="10888200" y="873000"/>
              <a:ext cx="43920" cy="106560"/>
            </a:xfrm>
            <a:custGeom>
              <a:avLst/>
              <a:gdLst>
                <a:gd name="textAreaLeft" fmla="*/ 0 w 43920"/>
                <a:gd name="textAreaRight" fmla="*/ 46440 w 43920"/>
                <a:gd name="textAreaTop" fmla="*/ 0 h 106560"/>
                <a:gd name="textAreaBottom" fmla="*/ 109080 h 10656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4" name="Google Shape;1277;p82"/>
            <p:cNvSpPr/>
            <p:nvPr/>
          </p:nvSpPr>
          <p:spPr>
            <a:xfrm>
              <a:off x="10942920" y="903600"/>
              <a:ext cx="77760" cy="77760"/>
            </a:xfrm>
            <a:custGeom>
              <a:avLst/>
              <a:gdLst>
                <a:gd name="textAreaLeft" fmla="*/ 0 w 77760"/>
                <a:gd name="textAreaRight" fmla="*/ 80280 w 7776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5" name="Google Shape;1278;p82"/>
            <p:cNvSpPr/>
            <p:nvPr/>
          </p:nvSpPr>
          <p:spPr>
            <a:xfrm>
              <a:off x="11043720" y="90396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6" name="Google Shape;1279;p82"/>
            <p:cNvSpPr/>
            <p:nvPr/>
          </p:nvSpPr>
          <p:spPr>
            <a:xfrm>
              <a:off x="11103840" y="903600"/>
              <a:ext cx="113760" cy="75960"/>
            </a:xfrm>
            <a:custGeom>
              <a:avLst/>
              <a:gdLst>
                <a:gd name="textAreaLeft" fmla="*/ 0 w 113760"/>
                <a:gd name="textAreaRight" fmla="*/ 116280 w 11376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Google Shape;1280;p82"/>
            <p:cNvSpPr/>
            <p:nvPr/>
          </p:nvSpPr>
          <p:spPr>
            <a:xfrm>
              <a:off x="11239560" y="90396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8" name="Google Shape;1281;p82"/>
            <p:cNvSpPr/>
            <p:nvPr/>
          </p:nvSpPr>
          <p:spPr>
            <a:xfrm>
              <a:off x="11324880" y="903960"/>
              <a:ext cx="56880" cy="77040"/>
            </a:xfrm>
            <a:custGeom>
              <a:avLst/>
              <a:gdLst>
                <a:gd name="textAreaLeft" fmla="*/ 0 w 56880"/>
                <a:gd name="textAreaRight" fmla="*/ 59400 w 5688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9" name="Google Shape;1282;p82"/>
            <p:cNvSpPr/>
            <p:nvPr/>
          </p:nvSpPr>
          <p:spPr>
            <a:xfrm>
              <a:off x="1020816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Google Shape;1283;p82"/>
            <p:cNvSpPr/>
            <p:nvPr/>
          </p:nvSpPr>
          <p:spPr>
            <a:xfrm>
              <a:off x="103068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1" name="Google Shape;1284;p82"/>
            <p:cNvSpPr/>
            <p:nvPr/>
          </p:nvSpPr>
          <p:spPr>
            <a:xfrm>
              <a:off x="10438200" y="1070280"/>
              <a:ext cx="64800" cy="7704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7040"/>
                <a:gd name="textAreaBottom" fmla="*/ 79560 h 7704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2" name="Google Shape;1285;p82"/>
            <p:cNvSpPr/>
            <p:nvPr/>
          </p:nvSpPr>
          <p:spPr>
            <a:xfrm>
              <a:off x="10530360" y="1069560"/>
              <a:ext cx="75240" cy="9972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99720"/>
                <a:gd name="textAreaBottom" fmla="*/ 102240 h 9972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3" name="Google Shape;1286;p82"/>
            <p:cNvSpPr/>
            <p:nvPr/>
          </p:nvSpPr>
          <p:spPr>
            <a:xfrm>
              <a:off x="1062900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Google Shape;1287;p82"/>
            <p:cNvSpPr/>
            <p:nvPr/>
          </p:nvSpPr>
          <p:spPr>
            <a:xfrm>
              <a:off x="1068120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Google Shape;1288;p82"/>
            <p:cNvSpPr/>
            <p:nvPr/>
          </p:nvSpPr>
          <p:spPr>
            <a:xfrm>
              <a:off x="10774080" y="1069560"/>
              <a:ext cx="64800" cy="75960"/>
            </a:xfrm>
            <a:custGeom>
              <a:avLst/>
              <a:gdLst>
                <a:gd name="textAreaLeft" fmla="*/ 0 w 64800"/>
                <a:gd name="textAreaRight" fmla="*/ 67320 w 64800"/>
                <a:gd name="textAreaTop" fmla="*/ 0 h 75960"/>
                <a:gd name="textAreaBottom" fmla="*/ 78480 h 7596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Google Shape;1289;p82"/>
            <p:cNvSpPr/>
            <p:nvPr/>
          </p:nvSpPr>
          <p:spPr>
            <a:xfrm>
              <a:off x="10860840" y="1039680"/>
              <a:ext cx="75240" cy="107640"/>
            </a:xfrm>
            <a:custGeom>
              <a:avLst/>
              <a:gdLst>
                <a:gd name="textAreaLeft" fmla="*/ 0 w 75240"/>
                <a:gd name="textAreaRight" fmla="*/ 77760 w 75240"/>
                <a:gd name="textAreaTop" fmla="*/ 0 h 107640"/>
                <a:gd name="textAreaBottom" fmla="*/ 110160 h 10764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Google Shape;1290;p82"/>
            <p:cNvSpPr/>
            <p:nvPr/>
          </p:nvSpPr>
          <p:spPr>
            <a:xfrm>
              <a:off x="10959480" y="1069920"/>
              <a:ext cx="70200" cy="77760"/>
            </a:xfrm>
            <a:custGeom>
              <a:avLst/>
              <a:gdLst>
                <a:gd name="textAreaLeft" fmla="*/ 0 w 70200"/>
                <a:gd name="textAreaRight" fmla="*/ 72720 w 70200"/>
                <a:gd name="textAreaTop" fmla="*/ 0 h 77760"/>
                <a:gd name="textAreaBottom" fmla="*/ 80280 h 7776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Google Shape;1291;p82"/>
            <p:cNvSpPr/>
            <p:nvPr/>
          </p:nvSpPr>
          <p:spPr>
            <a:xfrm>
              <a:off x="11052360" y="1069920"/>
              <a:ext cx="40320" cy="75600"/>
            </a:xfrm>
            <a:custGeom>
              <a:avLst/>
              <a:gdLst>
                <a:gd name="textAreaLeft" fmla="*/ 0 w 40320"/>
                <a:gd name="textAreaRight" fmla="*/ 42840 w 40320"/>
                <a:gd name="textAreaTop" fmla="*/ 0 h 75600"/>
                <a:gd name="textAreaBottom" fmla="*/ 78120 h 7560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59" name="Google Shape;1292;p82"/>
          <p:cNvGrpSpPr/>
          <p:nvPr/>
        </p:nvGrpSpPr>
        <p:grpSpPr>
          <a:xfrm>
            <a:off x="10113480" y="597240"/>
            <a:ext cx="606960" cy="150120"/>
            <a:chOff x="10113480" y="597240"/>
            <a:chExt cx="606960" cy="150120"/>
          </a:xfrm>
        </p:grpSpPr>
        <p:sp>
          <p:nvSpPr>
            <p:cNvPr id="1560" name="Google Shape;1293;p82"/>
            <p:cNvSpPr/>
            <p:nvPr/>
          </p:nvSpPr>
          <p:spPr>
            <a:xfrm>
              <a:off x="10627560" y="603360"/>
              <a:ext cx="92880" cy="143280"/>
            </a:xfrm>
            <a:custGeom>
              <a:avLst/>
              <a:gdLst>
                <a:gd name="textAreaLeft" fmla="*/ 0 w 92880"/>
                <a:gd name="textAreaRight" fmla="*/ 95400 w 92880"/>
                <a:gd name="textAreaTop" fmla="*/ 0 h 143280"/>
                <a:gd name="textAreaBottom" fmla="*/ 145800 h 14328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Google Shape;1294;p82"/>
            <p:cNvSpPr/>
            <p:nvPr/>
          </p:nvSpPr>
          <p:spPr>
            <a:xfrm>
              <a:off x="10113480" y="597240"/>
              <a:ext cx="135360" cy="150120"/>
            </a:xfrm>
            <a:custGeom>
              <a:avLst/>
              <a:gdLst>
                <a:gd name="textAreaLeft" fmla="*/ 0 w 135360"/>
                <a:gd name="textAreaRight" fmla="*/ 137880 w 135360"/>
                <a:gd name="textAreaTop" fmla="*/ 0 h 150120"/>
                <a:gd name="textAreaBottom" fmla="*/ 152640 h 15012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Google Shape;1295;p82"/>
            <p:cNvSpPr/>
            <p:nvPr/>
          </p:nvSpPr>
          <p:spPr>
            <a:xfrm>
              <a:off x="10246320" y="618480"/>
              <a:ext cx="131760" cy="124200"/>
            </a:xfrm>
            <a:custGeom>
              <a:avLst/>
              <a:gdLst>
                <a:gd name="textAreaLeft" fmla="*/ 0 w 131760"/>
                <a:gd name="textAreaRight" fmla="*/ 134280 w 131760"/>
                <a:gd name="textAreaTop" fmla="*/ 0 h 124200"/>
                <a:gd name="textAreaBottom" fmla="*/ 126720 h 12420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1296;p82"/>
            <p:cNvSpPr/>
            <p:nvPr/>
          </p:nvSpPr>
          <p:spPr>
            <a:xfrm>
              <a:off x="10378800" y="619920"/>
              <a:ext cx="123120" cy="120600"/>
            </a:xfrm>
            <a:custGeom>
              <a:avLst/>
              <a:gdLst>
                <a:gd name="textAreaLeft" fmla="*/ 0 w 123120"/>
                <a:gd name="textAreaRight" fmla="*/ 125640 w 123120"/>
                <a:gd name="textAreaTop" fmla="*/ 0 h 120600"/>
                <a:gd name="textAreaBottom" fmla="*/ 123120 h 12060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Google Shape;1297;p82"/>
            <p:cNvSpPr/>
            <p:nvPr/>
          </p:nvSpPr>
          <p:spPr>
            <a:xfrm>
              <a:off x="10503000" y="619200"/>
              <a:ext cx="124200" cy="122760"/>
            </a:xfrm>
            <a:custGeom>
              <a:avLst/>
              <a:gdLst>
                <a:gd name="textAreaLeft" fmla="*/ 0 w 124200"/>
                <a:gd name="textAreaRight" fmla="*/ 126720 w 124200"/>
                <a:gd name="textAreaTop" fmla="*/ 0 h 122760"/>
                <a:gd name="textAreaBottom" fmla="*/ 125280 h 12276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65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1760" cy="1554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922;p9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7" name="Google Shape;1923;p9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8" name="Google Shape;1924;p9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9" name="Google Shape;1925;p9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0" name="Google Shape;1926;p9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Google Shape;1927;p9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Google Shape;1928;p9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Google Shape;1929;p9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Google Shape;1930;p9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Google Shape;1931;p9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76" name="Google Shape;1932;p92"/>
          <p:cNvGrpSpPr/>
          <p:nvPr/>
        </p:nvGrpSpPr>
        <p:grpSpPr>
          <a:xfrm>
            <a:off x="728640" y="3083760"/>
            <a:ext cx="5707800" cy="2419560"/>
            <a:chOff x="728640" y="3083760"/>
            <a:chExt cx="5707800" cy="2419560"/>
          </a:xfrm>
        </p:grpSpPr>
        <p:sp>
          <p:nvSpPr>
            <p:cNvPr id="1577" name="Google Shape;1933;p92"/>
            <p:cNvSpPr/>
            <p:nvPr/>
          </p:nvSpPr>
          <p:spPr>
            <a:xfrm>
              <a:off x="1363680" y="3958200"/>
              <a:ext cx="50727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Google Shape;1934;p92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9" name="Google Shape;1935;p92"/>
          <p:cNvGrpSpPr/>
          <p:nvPr/>
        </p:nvGrpSpPr>
        <p:grpSpPr>
          <a:xfrm>
            <a:off x="755280" y="2927520"/>
            <a:ext cx="690840" cy="690840"/>
            <a:chOff x="755280" y="2927520"/>
            <a:chExt cx="690840" cy="690840"/>
          </a:xfrm>
        </p:grpSpPr>
        <p:sp>
          <p:nvSpPr>
            <p:cNvPr id="1580" name="Google Shape;1936;p92"/>
            <p:cNvSpPr/>
            <p:nvPr/>
          </p:nvSpPr>
          <p:spPr>
            <a:xfrm>
              <a:off x="755280" y="3274200"/>
              <a:ext cx="344160" cy="34416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1" name="Google Shape;1937;p92"/>
            <p:cNvSpPr/>
            <p:nvPr/>
          </p:nvSpPr>
          <p:spPr>
            <a:xfrm>
              <a:off x="1101960" y="2927520"/>
              <a:ext cx="344160" cy="34416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82" name="Google Shape;1938;p92"/>
          <p:cNvGrpSpPr/>
          <p:nvPr/>
        </p:nvGrpSpPr>
        <p:grpSpPr>
          <a:xfrm>
            <a:off x="4235400" y="5098320"/>
            <a:ext cx="690840" cy="690840"/>
            <a:chOff x="4235400" y="5098320"/>
            <a:chExt cx="690840" cy="690840"/>
          </a:xfrm>
        </p:grpSpPr>
        <p:sp>
          <p:nvSpPr>
            <p:cNvPr id="1583" name="Google Shape;1939;p92"/>
            <p:cNvSpPr/>
            <p:nvPr/>
          </p:nvSpPr>
          <p:spPr>
            <a:xfrm>
              <a:off x="4235400" y="5445000"/>
              <a:ext cx="344160" cy="34416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4" name="Google Shape;1940;p92"/>
            <p:cNvSpPr/>
            <p:nvPr/>
          </p:nvSpPr>
          <p:spPr>
            <a:xfrm>
              <a:off x="4582080" y="5098320"/>
              <a:ext cx="344160" cy="34416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85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6200" cy="154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6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4280" cy="614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87" name="Google Shape;1943;p92"/>
          <p:cNvGrpSpPr/>
          <p:nvPr/>
        </p:nvGrpSpPr>
        <p:grpSpPr>
          <a:xfrm>
            <a:off x="10113480" y="597240"/>
            <a:ext cx="1478880" cy="1438560"/>
            <a:chOff x="10113480" y="597240"/>
            <a:chExt cx="1478880" cy="1438560"/>
          </a:xfrm>
        </p:grpSpPr>
        <p:grpSp>
          <p:nvGrpSpPr>
            <p:cNvPr id="1588" name="Google Shape;1944;p92"/>
            <p:cNvGrpSpPr/>
            <p:nvPr/>
          </p:nvGrpSpPr>
          <p:grpSpPr>
            <a:xfrm>
              <a:off x="10124640" y="1269360"/>
              <a:ext cx="1467720" cy="766440"/>
              <a:chOff x="10124640" y="1269360"/>
              <a:chExt cx="1467720" cy="766440"/>
            </a:xfrm>
          </p:grpSpPr>
          <p:grpSp>
            <p:nvGrpSpPr>
              <p:cNvPr id="1589" name="Google Shape;1945;p92"/>
              <p:cNvGrpSpPr/>
              <p:nvPr/>
            </p:nvGrpSpPr>
            <p:grpSpPr>
              <a:xfrm>
                <a:off x="10124640" y="1269360"/>
                <a:ext cx="1222200" cy="297360"/>
                <a:chOff x="10124640" y="1269360"/>
                <a:chExt cx="1222200" cy="297360"/>
              </a:xfrm>
            </p:grpSpPr>
            <p:sp>
              <p:nvSpPr>
                <p:cNvPr id="1590" name="Google Shape;1946;p92"/>
                <p:cNvSpPr/>
                <p:nvPr/>
              </p:nvSpPr>
              <p:spPr>
                <a:xfrm>
                  <a:off x="10124640" y="1269360"/>
                  <a:ext cx="147240" cy="295920"/>
                </a:xfrm>
                <a:custGeom>
                  <a:avLst/>
                  <a:gdLst>
                    <a:gd name="textAreaLeft" fmla="*/ 0 w 147240"/>
                    <a:gd name="textAreaRight" fmla="*/ 149760 w 147240"/>
                    <a:gd name="textAreaTop" fmla="*/ 0 h 295920"/>
                    <a:gd name="textAreaBottom" fmla="*/ 298440 h 29592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1" name="Google Shape;1947;p92"/>
                <p:cNvSpPr/>
                <p:nvPr/>
              </p:nvSpPr>
              <p:spPr>
                <a:xfrm>
                  <a:off x="10305360" y="1324800"/>
                  <a:ext cx="227520" cy="241560"/>
                </a:xfrm>
                <a:custGeom>
                  <a:avLst/>
                  <a:gdLst>
                    <a:gd name="textAreaLeft" fmla="*/ 0 w 227520"/>
                    <a:gd name="textAreaRight" fmla="*/ 230040 w 2275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2" name="Google Shape;1948;p92"/>
                <p:cNvSpPr/>
                <p:nvPr/>
              </p:nvSpPr>
              <p:spPr>
                <a:xfrm>
                  <a:off x="10573560" y="1325160"/>
                  <a:ext cx="215280" cy="241560"/>
                </a:xfrm>
                <a:custGeom>
                  <a:avLst/>
                  <a:gdLst>
                    <a:gd name="textAreaLeft" fmla="*/ 0 w 215280"/>
                    <a:gd name="textAreaRight" fmla="*/ 217800 w 215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3" name="Google Shape;1949;p92"/>
                <p:cNvSpPr/>
                <p:nvPr/>
              </p:nvSpPr>
              <p:spPr>
                <a:xfrm>
                  <a:off x="10834560" y="1325160"/>
                  <a:ext cx="212400" cy="236160"/>
                </a:xfrm>
                <a:custGeom>
                  <a:avLst/>
                  <a:gdLst>
                    <a:gd name="textAreaLeft" fmla="*/ 0 w 212400"/>
                    <a:gd name="textAreaRight" fmla="*/ 214920 w 212400"/>
                    <a:gd name="textAreaTop" fmla="*/ 0 h 236160"/>
                    <a:gd name="textAreaBottom" fmla="*/ 238680 h 23616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4" name="Google Shape;1950;p92"/>
                <p:cNvSpPr/>
                <p:nvPr/>
              </p:nvSpPr>
              <p:spPr>
                <a:xfrm>
                  <a:off x="11095560" y="132516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595" name="Google Shape;1951;p92"/>
              <p:cNvGrpSpPr/>
              <p:nvPr/>
            </p:nvGrpSpPr>
            <p:grpSpPr>
              <a:xfrm>
                <a:off x="10546560" y="1648080"/>
                <a:ext cx="1045800" cy="387720"/>
                <a:chOff x="10546560" y="1648080"/>
                <a:chExt cx="1045800" cy="387720"/>
              </a:xfrm>
            </p:grpSpPr>
            <p:sp>
              <p:nvSpPr>
                <p:cNvPr id="1596" name="Google Shape;1952;p92"/>
                <p:cNvSpPr/>
                <p:nvPr/>
              </p:nvSpPr>
              <p:spPr>
                <a:xfrm>
                  <a:off x="10546560" y="1648080"/>
                  <a:ext cx="64080" cy="31680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7" name="Google Shape;1953;p92"/>
                <p:cNvSpPr/>
                <p:nvPr/>
              </p:nvSpPr>
              <p:spPr>
                <a:xfrm>
                  <a:off x="10664280" y="172872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8" name="Google Shape;1954;p92"/>
                <p:cNvSpPr/>
                <p:nvPr/>
              </p:nvSpPr>
              <p:spPr>
                <a:xfrm>
                  <a:off x="10955160" y="1728720"/>
                  <a:ext cx="243720" cy="307080"/>
                </a:xfrm>
                <a:custGeom>
                  <a:avLst/>
                  <a:gdLst>
                    <a:gd name="textAreaLeft" fmla="*/ 0 w 243720"/>
                    <a:gd name="textAreaRight" fmla="*/ 246240 w 243720"/>
                    <a:gd name="textAreaTop" fmla="*/ 0 h 307080"/>
                    <a:gd name="textAreaBottom" fmla="*/ 309600 h 30708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99" name="Google Shape;1955;p92"/>
                <p:cNvSpPr/>
                <p:nvPr/>
              </p:nvSpPr>
              <p:spPr>
                <a:xfrm>
                  <a:off x="11262240" y="1648440"/>
                  <a:ext cx="67680" cy="316800"/>
                </a:xfrm>
                <a:custGeom>
                  <a:avLst/>
                  <a:gdLst>
                    <a:gd name="textAreaLeft" fmla="*/ 0 w 67680"/>
                    <a:gd name="textAreaRight" fmla="*/ 70200 w 676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00" name="Google Shape;1956;p92"/>
                <p:cNvSpPr/>
                <p:nvPr/>
              </p:nvSpPr>
              <p:spPr>
                <a:xfrm>
                  <a:off x="11379240" y="1730520"/>
                  <a:ext cx="213120" cy="239040"/>
                </a:xfrm>
                <a:custGeom>
                  <a:avLst/>
                  <a:gdLst>
                    <a:gd name="textAreaLeft" fmla="*/ 0 w 213120"/>
                    <a:gd name="textAreaRight" fmla="*/ 215640 w 213120"/>
                    <a:gd name="textAreaTop" fmla="*/ 0 h 239040"/>
                    <a:gd name="textAreaBottom" fmla="*/ 241560 h 23904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01" name="Google Shape;1957;p92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1602" name="Google Shape;1958;p92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3" name="Google Shape;1959;p92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4" name="Google Shape;1960;p92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5" name="Google Shape;1961;p92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6" name="Google Shape;1962;p92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7" name="Google Shape;1963;p92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8" name="Google Shape;1964;p92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9" name="Google Shape;1965;p92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0" name="Google Shape;1966;p92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1" name="Google Shape;1967;p92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2" name="Google Shape;1968;p92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3" name="Google Shape;1969;p92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4" name="Google Shape;1970;p92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5" name="Google Shape;1971;p92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6" name="Google Shape;1972;p92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7" name="Google Shape;1973;p92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8" name="Google Shape;1974;p92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9" name="Google Shape;1975;p92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0" name="Google Shape;1976;p92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1" name="Google Shape;1977;p92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2" name="Google Shape;1978;p92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3" name="Google Shape;1979;p92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4" name="Google Shape;1980;p92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625" name="Google Shape;1981;p92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1626" name="Google Shape;1982;p92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7" name="Google Shape;1983;p92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8" name="Google Shape;1984;p92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9" name="Google Shape;1985;p92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0" name="Google Shape;1986;p92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1" name="Google Shape;1300;p83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1632" name="Google Shape;1301;p83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3" name="Google Shape;1302;p83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4" name="Google Shape;1303;p83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5" name="Google Shape;1304;p83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6" name="Google Shape;1305;p83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7" name="Google Shape;1306;p83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8" name="Google Shape;1307;p83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9" name="Google Shape;1308;p83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0" name="Google Shape;1309;p83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1" name="Google Shape;1310;p83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2" name="Google Shape;1311;p83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Google Shape;1312;p83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Google Shape;1313;p83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Google Shape;1314;p83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Google Shape;1315;p83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Google Shape;1316;p83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48" name="Google Shape;1317;p83"/>
          <p:cNvGrpSpPr/>
          <p:nvPr/>
        </p:nvGrpSpPr>
        <p:grpSpPr>
          <a:xfrm>
            <a:off x="-2185920" y="0"/>
            <a:ext cx="929880" cy="6855480"/>
            <a:chOff x="-2185920" y="0"/>
            <a:chExt cx="929880" cy="6855480"/>
          </a:xfrm>
        </p:grpSpPr>
        <p:sp>
          <p:nvSpPr>
            <p:cNvPr id="1649" name="Google Shape;1318;p83"/>
            <p:cNvSpPr/>
            <p:nvPr/>
          </p:nvSpPr>
          <p:spPr>
            <a:xfrm>
              <a:off x="-2185920" y="0"/>
              <a:ext cx="315000" cy="685548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0" name="Google Shape;1319;p83"/>
            <p:cNvSpPr/>
            <p:nvPr/>
          </p:nvSpPr>
          <p:spPr>
            <a:xfrm>
              <a:off x="-2185920" y="0"/>
              <a:ext cx="315000" cy="248652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1" name="Google Shape;1320;p83"/>
            <p:cNvSpPr/>
            <p:nvPr/>
          </p:nvSpPr>
          <p:spPr>
            <a:xfrm>
              <a:off x="-1881720" y="0"/>
              <a:ext cx="315000" cy="68554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2" name="Google Shape;1321;p83"/>
            <p:cNvSpPr/>
            <p:nvPr/>
          </p:nvSpPr>
          <p:spPr>
            <a:xfrm>
              <a:off x="-1881720" y="4368960"/>
              <a:ext cx="315000" cy="24865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3" name="Google Shape;1322;p83"/>
            <p:cNvSpPr/>
            <p:nvPr/>
          </p:nvSpPr>
          <p:spPr>
            <a:xfrm>
              <a:off x="-1571040" y="0"/>
              <a:ext cx="315000" cy="685548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4" name="Google Shape;1323;p83"/>
            <p:cNvSpPr/>
            <p:nvPr/>
          </p:nvSpPr>
          <p:spPr>
            <a:xfrm>
              <a:off x="-1571040" y="0"/>
              <a:ext cx="315000" cy="248652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5" name="Google Shape;1324;p83"/>
          <p:cNvGrpSpPr/>
          <p:nvPr/>
        </p:nvGrpSpPr>
        <p:grpSpPr>
          <a:xfrm>
            <a:off x="9761760" y="5104080"/>
            <a:ext cx="1395720" cy="992160"/>
            <a:chOff x="9761760" y="5104080"/>
            <a:chExt cx="1395720" cy="992160"/>
          </a:xfrm>
        </p:grpSpPr>
        <p:grpSp>
          <p:nvGrpSpPr>
            <p:cNvPr id="1656" name="Google Shape;1325;p83"/>
            <p:cNvGrpSpPr/>
            <p:nvPr/>
          </p:nvGrpSpPr>
          <p:grpSpPr>
            <a:xfrm>
              <a:off x="9761760" y="5367240"/>
              <a:ext cx="1395720" cy="729000"/>
              <a:chOff x="9761760" y="5367240"/>
              <a:chExt cx="1395720" cy="729000"/>
            </a:xfrm>
          </p:grpSpPr>
          <p:grpSp>
            <p:nvGrpSpPr>
              <p:cNvPr id="1657" name="Google Shape;1326;p83"/>
              <p:cNvGrpSpPr/>
              <p:nvPr/>
            </p:nvGrpSpPr>
            <p:grpSpPr>
              <a:xfrm>
                <a:off x="9761760" y="5367240"/>
                <a:ext cx="1162080" cy="282600"/>
                <a:chOff x="9761760" y="5367240"/>
                <a:chExt cx="1162080" cy="282600"/>
              </a:xfrm>
            </p:grpSpPr>
            <p:sp>
              <p:nvSpPr>
                <p:cNvPr id="1658" name="Google Shape;1327;p83"/>
                <p:cNvSpPr/>
                <p:nvPr/>
              </p:nvSpPr>
              <p:spPr>
                <a:xfrm>
                  <a:off x="9761760" y="5367240"/>
                  <a:ext cx="139680" cy="281160"/>
                </a:xfrm>
                <a:custGeom>
                  <a:avLst/>
                  <a:gdLst>
                    <a:gd name="textAreaLeft" fmla="*/ 0 w 139680"/>
                    <a:gd name="textAreaRight" fmla="*/ 142200 w 139680"/>
                    <a:gd name="textAreaTop" fmla="*/ 0 h 281160"/>
                    <a:gd name="textAreaBottom" fmla="*/ 283680 h 28116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59" name="Google Shape;1328;p83"/>
                <p:cNvSpPr/>
                <p:nvPr/>
              </p:nvSpPr>
              <p:spPr>
                <a:xfrm>
                  <a:off x="9933480" y="5420160"/>
                  <a:ext cx="216360" cy="229680"/>
                </a:xfrm>
                <a:custGeom>
                  <a:avLst/>
                  <a:gdLst>
                    <a:gd name="textAreaLeft" fmla="*/ 0 w 216360"/>
                    <a:gd name="textAreaRight" fmla="*/ 218880 w 21636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0" name="Google Shape;1329;p83"/>
                <p:cNvSpPr/>
                <p:nvPr/>
              </p:nvSpPr>
              <p:spPr>
                <a:xfrm>
                  <a:off x="10188360" y="5420160"/>
                  <a:ext cx="204480" cy="229680"/>
                </a:xfrm>
                <a:custGeom>
                  <a:avLst/>
                  <a:gdLst>
                    <a:gd name="textAreaLeft" fmla="*/ 0 w 204480"/>
                    <a:gd name="textAreaRight" fmla="*/ 207000 w 2044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1" name="Google Shape;1330;p83"/>
                <p:cNvSpPr/>
                <p:nvPr/>
              </p:nvSpPr>
              <p:spPr>
                <a:xfrm>
                  <a:off x="10436760" y="5420160"/>
                  <a:ext cx="201600" cy="224640"/>
                </a:xfrm>
                <a:custGeom>
                  <a:avLst/>
                  <a:gdLst>
                    <a:gd name="textAreaLeft" fmla="*/ 0 w 201600"/>
                    <a:gd name="textAreaRight" fmla="*/ 204120 w 201600"/>
                    <a:gd name="textAreaTop" fmla="*/ 0 h 224640"/>
                    <a:gd name="textAreaBottom" fmla="*/ 227160 h 22464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2" name="Google Shape;1331;p83"/>
                <p:cNvSpPr/>
                <p:nvPr/>
              </p:nvSpPr>
              <p:spPr>
                <a:xfrm>
                  <a:off x="10685160" y="5420160"/>
                  <a:ext cx="238680" cy="229680"/>
                </a:xfrm>
                <a:custGeom>
                  <a:avLst/>
                  <a:gdLst>
                    <a:gd name="textAreaLeft" fmla="*/ 0 w 238680"/>
                    <a:gd name="textAreaRight" fmla="*/ 241200 w 2386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663" name="Google Shape;1332;p83"/>
              <p:cNvGrpSpPr/>
              <p:nvPr/>
            </p:nvGrpSpPr>
            <p:grpSpPr>
              <a:xfrm>
                <a:off x="10162800" y="5727600"/>
                <a:ext cx="994680" cy="368640"/>
                <a:chOff x="10162800" y="5727600"/>
                <a:chExt cx="994680" cy="368640"/>
              </a:xfrm>
            </p:grpSpPr>
            <p:sp>
              <p:nvSpPr>
                <p:cNvPr id="1664" name="Google Shape;1333;p83"/>
                <p:cNvSpPr/>
                <p:nvPr/>
              </p:nvSpPr>
              <p:spPr>
                <a:xfrm>
                  <a:off x="10162800" y="5727600"/>
                  <a:ext cx="60840" cy="300960"/>
                </a:xfrm>
                <a:custGeom>
                  <a:avLst/>
                  <a:gdLst>
                    <a:gd name="textAreaLeft" fmla="*/ 0 w 60840"/>
                    <a:gd name="textAreaRight" fmla="*/ 63360 w 60840"/>
                    <a:gd name="textAreaTop" fmla="*/ 0 h 300960"/>
                    <a:gd name="textAreaBottom" fmla="*/ 303480 h 30096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5" name="Google Shape;1334;p83"/>
                <p:cNvSpPr/>
                <p:nvPr/>
              </p:nvSpPr>
              <p:spPr>
                <a:xfrm>
                  <a:off x="10274760" y="5804280"/>
                  <a:ext cx="238680" cy="229680"/>
                </a:xfrm>
                <a:custGeom>
                  <a:avLst/>
                  <a:gdLst>
                    <a:gd name="textAreaLeft" fmla="*/ 0 w 238680"/>
                    <a:gd name="textAreaRight" fmla="*/ 241200 w 238680"/>
                    <a:gd name="textAreaTop" fmla="*/ 0 h 229680"/>
                    <a:gd name="textAreaBottom" fmla="*/ 232200 h 22968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6" name="Google Shape;1335;p83"/>
                <p:cNvSpPr/>
                <p:nvPr/>
              </p:nvSpPr>
              <p:spPr>
                <a:xfrm>
                  <a:off x="10551960" y="5804280"/>
                  <a:ext cx="231480" cy="291960"/>
                </a:xfrm>
                <a:custGeom>
                  <a:avLst/>
                  <a:gdLst>
                    <a:gd name="textAreaLeft" fmla="*/ 0 w 231480"/>
                    <a:gd name="textAreaRight" fmla="*/ 234000 w 231480"/>
                    <a:gd name="textAreaTop" fmla="*/ 0 h 291960"/>
                    <a:gd name="textAreaBottom" fmla="*/ 294480 h 29196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7" name="Google Shape;1336;p83"/>
                <p:cNvSpPr/>
                <p:nvPr/>
              </p:nvSpPr>
              <p:spPr>
                <a:xfrm>
                  <a:off x="10843920" y="5727600"/>
                  <a:ext cx="64080" cy="30096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00960"/>
                    <a:gd name="textAreaBottom" fmla="*/ 303480 h 30096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668" name="Google Shape;1337;p83"/>
                <p:cNvSpPr/>
                <p:nvPr/>
              </p:nvSpPr>
              <p:spPr>
                <a:xfrm>
                  <a:off x="10954800" y="5806080"/>
                  <a:ext cx="202680" cy="227160"/>
                </a:xfrm>
                <a:custGeom>
                  <a:avLst/>
                  <a:gdLst>
                    <a:gd name="textAreaLeft" fmla="*/ 0 w 202680"/>
                    <a:gd name="textAreaRight" fmla="*/ 205200 w 202680"/>
                    <a:gd name="textAreaTop" fmla="*/ 0 h 227160"/>
                    <a:gd name="textAreaBottom" fmla="*/ 229680 h 22716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669" name="Google Shape;1338;p83"/>
            <p:cNvGrpSpPr/>
            <p:nvPr/>
          </p:nvGrpSpPr>
          <p:grpSpPr>
            <a:xfrm>
              <a:off x="9844560" y="5104080"/>
              <a:ext cx="577440" cy="142560"/>
              <a:chOff x="9844560" y="5104080"/>
              <a:chExt cx="577440" cy="142560"/>
            </a:xfrm>
          </p:grpSpPr>
          <p:sp>
            <p:nvSpPr>
              <p:cNvPr id="1670" name="Google Shape;1339;p83"/>
              <p:cNvSpPr/>
              <p:nvPr/>
            </p:nvSpPr>
            <p:spPr>
              <a:xfrm>
                <a:off x="10333800" y="5109840"/>
                <a:ext cx="88200" cy="136080"/>
              </a:xfrm>
              <a:custGeom>
                <a:avLst/>
                <a:gdLst>
                  <a:gd name="textAreaLeft" fmla="*/ 0 w 88200"/>
                  <a:gd name="textAreaRight" fmla="*/ 90720 w 88200"/>
                  <a:gd name="textAreaTop" fmla="*/ 0 h 136080"/>
                  <a:gd name="textAreaBottom" fmla="*/ 138600 h 13608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1" name="Google Shape;1340;p83"/>
              <p:cNvSpPr/>
              <p:nvPr/>
            </p:nvSpPr>
            <p:spPr>
              <a:xfrm>
                <a:off x="9844560" y="5104080"/>
                <a:ext cx="128520" cy="142560"/>
              </a:xfrm>
              <a:custGeom>
                <a:avLst/>
                <a:gdLst>
                  <a:gd name="textAreaLeft" fmla="*/ 0 w 128520"/>
                  <a:gd name="textAreaRight" fmla="*/ 131040 w 128520"/>
                  <a:gd name="textAreaTop" fmla="*/ 0 h 142560"/>
                  <a:gd name="textAreaBottom" fmla="*/ 145080 h 14256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2" name="Google Shape;1341;p83"/>
              <p:cNvSpPr/>
              <p:nvPr/>
            </p:nvSpPr>
            <p:spPr>
              <a:xfrm>
                <a:off x="9970920" y="5124240"/>
                <a:ext cx="124920" cy="118080"/>
              </a:xfrm>
              <a:custGeom>
                <a:avLst/>
                <a:gdLst>
                  <a:gd name="textAreaLeft" fmla="*/ 0 w 124920"/>
                  <a:gd name="textAreaRight" fmla="*/ 127440 w 124920"/>
                  <a:gd name="textAreaTop" fmla="*/ 0 h 118080"/>
                  <a:gd name="textAreaBottom" fmla="*/ 120600 h 11808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3" name="Google Shape;1342;p83"/>
              <p:cNvSpPr/>
              <p:nvPr/>
            </p:nvSpPr>
            <p:spPr>
              <a:xfrm>
                <a:off x="10096920" y="5125680"/>
                <a:ext cx="116640" cy="114480"/>
              </a:xfrm>
              <a:custGeom>
                <a:avLst/>
                <a:gdLst>
                  <a:gd name="textAreaLeft" fmla="*/ 0 w 116640"/>
                  <a:gd name="textAreaRight" fmla="*/ 119160 w 116640"/>
                  <a:gd name="textAreaTop" fmla="*/ 0 h 114480"/>
                  <a:gd name="textAreaBottom" fmla="*/ 117000 h 11448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4" name="Google Shape;1343;p83"/>
              <p:cNvSpPr/>
              <p:nvPr/>
            </p:nvSpPr>
            <p:spPr>
              <a:xfrm>
                <a:off x="10215360" y="5124960"/>
                <a:ext cx="117720" cy="116640"/>
              </a:xfrm>
              <a:custGeom>
                <a:avLst/>
                <a:gdLst>
                  <a:gd name="textAreaLeft" fmla="*/ 0 w 117720"/>
                  <a:gd name="textAreaRight" fmla="*/ 120240 w 117720"/>
                  <a:gd name="textAreaTop" fmla="*/ 0 h 116640"/>
                  <a:gd name="textAreaBottom" fmla="*/ 119160 h 11664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75" name="Google Shape;1344;p83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6" name="Google Shape;1345;p83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7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6640" cy="485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78" name="Google Shape;1347;p83"/>
          <p:cNvGrpSpPr/>
          <p:nvPr/>
        </p:nvGrpSpPr>
        <p:grpSpPr>
          <a:xfrm>
            <a:off x="401040" y="198360"/>
            <a:ext cx="6899760" cy="1622520"/>
            <a:chOff x="401040" y="198360"/>
            <a:chExt cx="6899760" cy="1622520"/>
          </a:xfrm>
        </p:grpSpPr>
        <p:sp>
          <p:nvSpPr>
            <p:cNvPr id="1679" name="Google Shape;1348;p83"/>
            <p:cNvSpPr/>
            <p:nvPr/>
          </p:nvSpPr>
          <p:spPr>
            <a:xfrm>
              <a:off x="690480" y="275760"/>
              <a:ext cx="321120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0" name="Google Shape;1349;p83"/>
            <p:cNvSpPr/>
            <p:nvPr/>
          </p:nvSpPr>
          <p:spPr>
            <a:xfrm>
              <a:off x="2085480" y="838080"/>
              <a:ext cx="521532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81" name="Google Shape;1350;p83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1682" name="Google Shape;1351;p83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3" name="Google Shape;1352;p83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4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9000" cy="101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5" name="Google Shape;728;p70" descr=""/>
          <p:cNvPicPr/>
          <p:nvPr/>
        </p:nvPicPr>
        <p:blipFill>
          <a:blip r:embed="rId3"/>
          <a:stretch/>
        </p:blipFill>
        <p:spPr>
          <a:xfrm flipH="1">
            <a:off x="504000" y="1314000"/>
            <a:ext cx="6078600" cy="47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6" name="Google Shape;729;p7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7" name="Google Shape;730;p7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8" name="Google Shape;731;p7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9" name="Google Shape;732;p7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0" name="Google Shape;733;p7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Google Shape;734;p7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Google Shape;735;p7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Google Shape;736;p7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Google Shape;737;p7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Google Shape;738;p7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548;p87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9" name="Google Shape;1549;p87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0" name="Google Shape;1550;p87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1" name="Google Shape;1551;p87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2" name="Google Shape;1552;p87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3" name="Google Shape;1553;p87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Google Shape;1554;p87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5" name="Google Shape;1555;p87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Google Shape;1556;p87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Google Shape;1557;p87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8" name="Google Shape;1558;p87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09" name="Google Shape;1559;p87"/>
          <p:cNvGrpSpPr/>
          <p:nvPr/>
        </p:nvGrpSpPr>
        <p:grpSpPr>
          <a:xfrm>
            <a:off x="755280" y="2845440"/>
            <a:ext cx="690840" cy="690480"/>
            <a:chOff x="755280" y="2845440"/>
            <a:chExt cx="690840" cy="690480"/>
          </a:xfrm>
        </p:grpSpPr>
        <p:sp>
          <p:nvSpPr>
            <p:cNvPr id="1710" name="Google Shape;1560;p87"/>
            <p:cNvSpPr/>
            <p:nvPr/>
          </p:nvSpPr>
          <p:spPr>
            <a:xfrm>
              <a:off x="755280" y="31917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1" name="Google Shape;1561;p87"/>
            <p:cNvSpPr/>
            <p:nvPr/>
          </p:nvSpPr>
          <p:spPr>
            <a:xfrm>
              <a:off x="1101960" y="284544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2" name="Google Shape;1562;p87"/>
          <p:cNvGrpSpPr/>
          <p:nvPr/>
        </p:nvGrpSpPr>
        <p:grpSpPr>
          <a:xfrm>
            <a:off x="6717960" y="5098320"/>
            <a:ext cx="690840" cy="690840"/>
            <a:chOff x="6717960" y="5098320"/>
            <a:chExt cx="690840" cy="690840"/>
          </a:xfrm>
        </p:grpSpPr>
        <p:sp>
          <p:nvSpPr>
            <p:cNvPr id="1713" name="Google Shape;1563;p87"/>
            <p:cNvSpPr/>
            <p:nvPr/>
          </p:nvSpPr>
          <p:spPr>
            <a:xfrm>
              <a:off x="6717960" y="5445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4" name="Google Shape;1564;p87"/>
            <p:cNvSpPr/>
            <p:nvPr/>
          </p:nvSpPr>
          <p:spPr>
            <a:xfrm>
              <a:off x="7064640" y="5098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15" name="Google Shape;1565;p87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1716" name="Google Shape;1566;p87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7" name="Google Shape;1567;p87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8" name="Google Shape;1568;p87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9" name="Google Shape;1569;p87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0" name="Google Shape;1570;p87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1" name="Google Shape;1571;p87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22" name="Google Shape;1572;p87"/>
          <p:cNvGrpSpPr/>
          <p:nvPr/>
        </p:nvGrpSpPr>
        <p:grpSpPr>
          <a:xfrm>
            <a:off x="1684080" y="792720"/>
            <a:ext cx="1367640" cy="1093680"/>
            <a:chOff x="1684080" y="792720"/>
            <a:chExt cx="1367640" cy="1093680"/>
          </a:xfrm>
        </p:grpSpPr>
        <p:sp>
          <p:nvSpPr>
            <p:cNvPr id="1723" name="Google Shape;1573;p87"/>
            <p:cNvSpPr/>
            <p:nvPr/>
          </p:nvSpPr>
          <p:spPr>
            <a:xfrm>
              <a:off x="2232000" y="7927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4" name="Google Shape;1574;p87"/>
            <p:cNvSpPr/>
            <p:nvPr/>
          </p:nvSpPr>
          <p:spPr>
            <a:xfrm>
              <a:off x="195804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5" name="Google Shape;1575;p87"/>
            <p:cNvSpPr/>
            <p:nvPr/>
          </p:nvSpPr>
          <p:spPr>
            <a:xfrm>
              <a:off x="16840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6" name="Google Shape;1576;p87"/>
            <p:cNvSpPr/>
            <p:nvPr/>
          </p:nvSpPr>
          <p:spPr>
            <a:xfrm>
              <a:off x="16840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7" name="Google Shape;1577;p87"/>
            <p:cNvSpPr/>
            <p:nvPr/>
          </p:nvSpPr>
          <p:spPr>
            <a:xfrm>
              <a:off x="195804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8" name="Google Shape;1578;p87"/>
            <p:cNvSpPr/>
            <p:nvPr/>
          </p:nvSpPr>
          <p:spPr>
            <a:xfrm>
              <a:off x="223200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9" name="Google Shape;1579;p87"/>
            <p:cNvSpPr/>
            <p:nvPr/>
          </p:nvSpPr>
          <p:spPr>
            <a:xfrm>
              <a:off x="250632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0" name="Google Shape;1580;p87"/>
            <p:cNvSpPr/>
            <p:nvPr/>
          </p:nvSpPr>
          <p:spPr>
            <a:xfrm>
              <a:off x="27802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1" name="Google Shape;1581;p87"/>
            <p:cNvSpPr/>
            <p:nvPr/>
          </p:nvSpPr>
          <p:spPr>
            <a:xfrm>
              <a:off x="27802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2" name="Google Shape;1582;p87"/>
            <p:cNvSpPr/>
            <p:nvPr/>
          </p:nvSpPr>
          <p:spPr>
            <a:xfrm>
              <a:off x="250632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33" name="Google Shape;1583;p87"/>
          <p:cNvGrpSpPr/>
          <p:nvPr/>
        </p:nvGrpSpPr>
        <p:grpSpPr>
          <a:xfrm>
            <a:off x="9798120" y="5367240"/>
            <a:ext cx="1395720" cy="729000"/>
            <a:chOff x="9798120" y="5367240"/>
            <a:chExt cx="1395720" cy="729000"/>
          </a:xfrm>
        </p:grpSpPr>
        <p:grpSp>
          <p:nvGrpSpPr>
            <p:cNvPr id="1734" name="Google Shape;1584;p87"/>
            <p:cNvGrpSpPr/>
            <p:nvPr/>
          </p:nvGrpSpPr>
          <p:grpSpPr>
            <a:xfrm>
              <a:off x="9798120" y="5367240"/>
              <a:ext cx="1162080" cy="282600"/>
              <a:chOff x="9798120" y="5367240"/>
              <a:chExt cx="1162080" cy="282600"/>
            </a:xfrm>
          </p:grpSpPr>
          <p:sp>
            <p:nvSpPr>
              <p:cNvPr id="1735" name="Google Shape;1585;p87"/>
              <p:cNvSpPr/>
              <p:nvPr/>
            </p:nvSpPr>
            <p:spPr>
              <a:xfrm>
                <a:off x="979812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6" name="Google Shape;1586;p87"/>
              <p:cNvSpPr/>
              <p:nvPr/>
            </p:nvSpPr>
            <p:spPr>
              <a:xfrm>
                <a:off x="996984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7" name="Google Shape;1587;p87"/>
              <p:cNvSpPr/>
              <p:nvPr/>
            </p:nvSpPr>
            <p:spPr>
              <a:xfrm>
                <a:off x="1022472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8" name="Google Shape;1588;p87"/>
              <p:cNvSpPr/>
              <p:nvPr/>
            </p:nvSpPr>
            <p:spPr>
              <a:xfrm>
                <a:off x="1047312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9" name="Google Shape;1589;p87"/>
              <p:cNvSpPr/>
              <p:nvPr/>
            </p:nvSpPr>
            <p:spPr>
              <a:xfrm>
                <a:off x="1072152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40" name="Google Shape;1590;p87"/>
            <p:cNvGrpSpPr/>
            <p:nvPr/>
          </p:nvGrpSpPr>
          <p:grpSpPr>
            <a:xfrm>
              <a:off x="10199160" y="5727600"/>
              <a:ext cx="994680" cy="368640"/>
              <a:chOff x="10199160" y="5727600"/>
              <a:chExt cx="994680" cy="368640"/>
            </a:xfrm>
          </p:grpSpPr>
          <p:sp>
            <p:nvSpPr>
              <p:cNvPr id="1741" name="Google Shape;1591;p87"/>
              <p:cNvSpPr/>
              <p:nvPr/>
            </p:nvSpPr>
            <p:spPr>
              <a:xfrm>
                <a:off x="1019916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2" name="Google Shape;1592;p87"/>
              <p:cNvSpPr/>
              <p:nvPr/>
            </p:nvSpPr>
            <p:spPr>
              <a:xfrm>
                <a:off x="1031112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3" name="Google Shape;1593;p87"/>
              <p:cNvSpPr/>
              <p:nvPr/>
            </p:nvSpPr>
            <p:spPr>
              <a:xfrm>
                <a:off x="1058832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4" name="Google Shape;1594;p87"/>
              <p:cNvSpPr/>
              <p:nvPr/>
            </p:nvSpPr>
            <p:spPr>
              <a:xfrm>
                <a:off x="1088028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5" name="Google Shape;1595;p87"/>
              <p:cNvSpPr/>
              <p:nvPr/>
            </p:nvSpPr>
            <p:spPr>
              <a:xfrm>
                <a:off x="1099116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46" name="Google Shape;1596;p87"/>
          <p:cNvGrpSpPr/>
          <p:nvPr/>
        </p:nvGrpSpPr>
        <p:grpSpPr>
          <a:xfrm>
            <a:off x="9880920" y="5104080"/>
            <a:ext cx="577080" cy="142560"/>
            <a:chOff x="9880920" y="5104080"/>
            <a:chExt cx="577080" cy="142560"/>
          </a:xfrm>
        </p:grpSpPr>
        <p:sp>
          <p:nvSpPr>
            <p:cNvPr id="1747" name="Google Shape;1597;p87"/>
            <p:cNvSpPr/>
            <p:nvPr/>
          </p:nvSpPr>
          <p:spPr>
            <a:xfrm>
              <a:off x="10369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8" name="Google Shape;1598;p87"/>
            <p:cNvSpPr/>
            <p:nvPr/>
          </p:nvSpPr>
          <p:spPr>
            <a:xfrm>
              <a:off x="988092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9" name="Google Shape;1599;p87"/>
            <p:cNvSpPr/>
            <p:nvPr/>
          </p:nvSpPr>
          <p:spPr>
            <a:xfrm>
              <a:off x="1000728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0" name="Google Shape;1600;p87"/>
            <p:cNvSpPr/>
            <p:nvPr/>
          </p:nvSpPr>
          <p:spPr>
            <a:xfrm>
              <a:off x="1013328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1" name="Google Shape;1601;p87"/>
            <p:cNvSpPr/>
            <p:nvPr/>
          </p:nvSpPr>
          <p:spPr>
            <a:xfrm>
              <a:off x="1025172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52" name="Google Shape;1602;p87"/>
          <p:cNvGrpSpPr/>
          <p:nvPr/>
        </p:nvGrpSpPr>
        <p:grpSpPr>
          <a:xfrm>
            <a:off x="401040" y="198360"/>
            <a:ext cx="7672680" cy="1622520"/>
            <a:chOff x="401040" y="198360"/>
            <a:chExt cx="7672680" cy="1622520"/>
          </a:xfrm>
        </p:grpSpPr>
        <p:sp>
          <p:nvSpPr>
            <p:cNvPr id="1753" name="Google Shape;1603;p87"/>
            <p:cNvSpPr/>
            <p:nvPr/>
          </p:nvSpPr>
          <p:spPr>
            <a:xfrm>
              <a:off x="690480" y="275760"/>
              <a:ext cx="377640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4" name="Google Shape;1604;p87"/>
            <p:cNvSpPr/>
            <p:nvPr/>
          </p:nvSpPr>
          <p:spPr>
            <a:xfrm>
              <a:off x="2858400" y="821880"/>
              <a:ext cx="521532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55" name="Google Shape;1605;p87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1756" name="Google Shape;1606;p87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7" name="Google Shape;1607;p87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758" name="Google Shape;1608;p87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59" name="Google Shape;1609;p87"/>
          <p:cNvGrpSpPr/>
          <p:nvPr/>
        </p:nvGrpSpPr>
        <p:grpSpPr>
          <a:xfrm>
            <a:off x="8925840" y="1445400"/>
            <a:ext cx="2594520" cy="377280"/>
            <a:chOff x="8925840" y="1445400"/>
            <a:chExt cx="2594520" cy="377280"/>
          </a:xfrm>
        </p:grpSpPr>
        <p:sp>
          <p:nvSpPr>
            <p:cNvPr id="1760" name="Google Shape;1610;p87"/>
            <p:cNvSpPr/>
            <p:nvPr/>
          </p:nvSpPr>
          <p:spPr>
            <a:xfrm>
              <a:off x="8925840" y="144540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1" name="Google Shape;1611;p87"/>
            <p:cNvSpPr/>
            <p:nvPr/>
          </p:nvSpPr>
          <p:spPr>
            <a:xfrm>
              <a:off x="9124560" y="144540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2" name="Google Shape;1612;p87"/>
            <p:cNvSpPr/>
            <p:nvPr/>
          </p:nvSpPr>
          <p:spPr>
            <a:xfrm>
              <a:off x="8925840" y="164412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3" name="Google Shape;1613;p87"/>
            <p:cNvSpPr/>
            <p:nvPr/>
          </p:nvSpPr>
          <p:spPr>
            <a:xfrm>
              <a:off x="9124560" y="1644120"/>
              <a:ext cx="178560" cy="178560"/>
            </a:xfrm>
            <a:custGeom>
              <a:avLst/>
              <a:gdLst>
                <a:gd name="textAreaLeft" fmla="*/ 0 w 178560"/>
                <a:gd name="textAreaRight" fmla="*/ 181080 w 178560"/>
                <a:gd name="textAreaTop" fmla="*/ 0 h 178560"/>
                <a:gd name="textAreaBottom" fmla="*/ 181080 h 17856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64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8160" cy="2235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5" name="Google Shape;1616;p88"/>
          <p:cNvGrpSpPr/>
          <p:nvPr/>
        </p:nvGrpSpPr>
        <p:grpSpPr>
          <a:xfrm>
            <a:off x="728640" y="3083760"/>
            <a:ext cx="5707800" cy="2420640"/>
            <a:chOff x="728640" y="3083760"/>
            <a:chExt cx="5707800" cy="2420640"/>
          </a:xfrm>
        </p:grpSpPr>
        <p:sp>
          <p:nvSpPr>
            <p:cNvPr id="1766" name="Google Shape;1617;p88"/>
            <p:cNvSpPr/>
            <p:nvPr/>
          </p:nvSpPr>
          <p:spPr>
            <a:xfrm>
              <a:off x="1363680" y="3959280"/>
              <a:ext cx="50727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Google Shape;1618;p88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8" name="Google Shape;1619;p88"/>
          <p:cNvGrpSpPr/>
          <p:nvPr/>
        </p:nvGrpSpPr>
        <p:grpSpPr>
          <a:xfrm>
            <a:off x="755280" y="2794320"/>
            <a:ext cx="690840" cy="690840"/>
            <a:chOff x="755280" y="2794320"/>
            <a:chExt cx="690840" cy="690840"/>
          </a:xfrm>
        </p:grpSpPr>
        <p:sp>
          <p:nvSpPr>
            <p:cNvPr id="1769" name="Google Shape;1620;p88"/>
            <p:cNvSpPr/>
            <p:nvPr/>
          </p:nvSpPr>
          <p:spPr>
            <a:xfrm>
              <a:off x="755280" y="3141000"/>
              <a:ext cx="344160" cy="34416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0" name="Google Shape;1621;p88"/>
            <p:cNvSpPr/>
            <p:nvPr/>
          </p:nvSpPr>
          <p:spPr>
            <a:xfrm>
              <a:off x="1101960" y="2794320"/>
              <a:ext cx="344160" cy="34416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71" name="Google Shape;1622;p88"/>
          <p:cNvGrpSpPr/>
          <p:nvPr/>
        </p:nvGrpSpPr>
        <p:grpSpPr>
          <a:xfrm>
            <a:off x="5847480" y="5352120"/>
            <a:ext cx="690840" cy="690840"/>
            <a:chOff x="5847480" y="5352120"/>
            <a:chExt cx="690840" cy="690840"/>
          </a:xfrm>
        </p:grpSpPr>
        <p:sp>
          <p:nvSpPr>
            <p:cNvPr id="1772" name="Google Shape;1623;p88"/>
            <p:cNvSpPr/>
            <p:nvPr/>
          </p:nvSpPr>
          <p:spPr>
            <a:xfrm>
              <a:off x="5847480" y="5698800"/>
              <a:ext cx="344160" cy="34416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3" name="Google Shape;1624;p88"/>
            <p:cNvSpPr/>
            <p:nvPr/>
          </p:nvSpPr>
          <p:spPr>
            <a:xfrm>
              <a:off x="6194160" y="5352120"/>
              <a:ext cx="344160" cy="34416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774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5320" cy="14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5" name="Google Shape;1626;p88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6" name="Google Shape;1627;p88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7" name="Google Shape;1628;p88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8" name="Google Shape;1629;p88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9" name="Google Shape;1630;p88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0" name="Google Shape;1631;p88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1" name="Google Shape;1632;p88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Google Shape;1633;p88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3" name="Google Shape;1634;p88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4" name="Google Shape;1635;p88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785" name="Google Shape;1636;p88"/>
          <p:cNvGrpSpPr/>
          <p:nvPr/>
        </p:nvGrpSpPr>
        <p:grpSpPr>
          <a:xfrm>
            <a:off x="747000" y="880560"/>
            <a:ext cx="461520" cy="483840"/>
            <a:chOff x="747000" y="880560"/>
            <a:chExt cx="461520" cy="483840"/>
          </a:xfrm>
        </p:grpSpPr>
        <p:sp>
          <p:nvSpPr>
            <p:cNvPr id="1786" name="Google Shape;1637;p88"/>
            <p:cNvSpPr/>
            <p:nvPr/>
          </p:nvSpPr>
          <p:spPr>
            <a:xfrm>
              <a:off x="747000" y="1177920"/>
              <a:ext cx="186840" cy="186480"/>
            </a:xfrm>
            <a:custGeom>
              <a:avLst/>
              <a:gdLst>
                <a:gd name="textAreaLeft" fmla="*/ 0 w 186840"/>
                <a:gd name="textAreaRight" fmla="*/ 189360 w 186840"/>
                <a:gd name="textAreaTop" fmla="*/ 0 h 186480"/>
                <a:gd name="textAreaBottom" fmla="*/ 189000 h 18648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7" name="Google Shape;1638;p88"/>
            <p:cNvSpPr/>
            <p:nvPr/>
          </p:nvSpPr>
          <p:spPr>
            <a:xfrm>
              <a:off x="852480" y="880560"/>
              <a:ext cx="356040" cy="273600"/>
            </a:xfrm>
            <a:custGeom>
              <a:avLst/>
              <a:gdLst>
                <a:gd name="textAreaLeft" fmla="*/ 0 w 356040"/>
                <a:gd name="textAreaRight" fmla="*/ 358560 w 356040"/>
                <a:gd name="textAreaTop" fmla="*/ 0 h 273600"/>
                <a:gd name="textAreaBottom" fmla="*/ 276120 h 27360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8" name="Google Shape;1639;p88"/>
            <p:cNvSpPr/>
            <p:nvPr/>
          </p:nvSpPr>
          <p:spPr>
            <a:xfrm>
              <a:off x="852480" y="880560"/>
              <a:ext cx="356040" cy="262800"/>
            </a:xfrm>
            <a:custGeom>
              <a:avLst/>
              <a:gdLst>
                <a:gd name="textAreaLeft" fmla="*/ 0 w 356040"/>
                <a:gd name="textAreaRight" fmla="*/ 358560 w 356040"/>
                <a:gd name="textAreaTop" fmla="*/ 0 h 262800"/>
                <a:gd name="textAreaBottom" fmla="*/ 265320 h 26280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9" name="Google Shape;1640;p88"/>
            <p:cNvSpPr/>
            <p:nvPr/>
          </p:nvSpPr>
          <p:spPr>
            <a:xfrm>
              <a:off x="750960" y="988920"/>
              <a:ext cx="453960" cy="209520"/>
            </a:xfrm>
            <a:custGeom>
              <a:avLst/>
              <a:gdLst>
                <a:gd name="textAreaLeft" fmla="*/ 0 w 453960"/>
                <a:gd name="textAreaRight" fmla="*/ 456480 w 453960"/>
                <a:gd name="textAreaTop" fmla="*/ 0 h 209520"/>
                <a:gd name="textAreaBottom" fmla="*/ 212040 h 20952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0" name="Google Shape;1641;p88"/>
            <p:cNvSpPr/>
            <p:nvPr/>
          </p:nvSpPr>
          <p:spPr>
            <a:xfrm>
              <a:off x="750960" y="997200"/>
              <a:ext cx="453960" cy="209520"/>
            </a:xfrm>
            <a:custGeom>
              <a:avLst/>
              <a:gdLst>
                <a:gd name="textAreaLeft" fmla="*/ 0 w 453960"/>
                <a:gd name="textAreaRight" fmla="*/ 456480 w 453960"/>
                <a:gd name="textAreaTop" fmla="*/ 0 h 209520"/>
                <a:gd name="textAreaBottom" fmla="*/ 212040 h 20952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1" name="Google Shape;1642;p88"/>
            <p:cNvSpPr/>
            <p:nvPr/>
          </p:nvSpPr>
          <p:spPr>
            <a:xfrm>
              <a:off x="750960" y="986760"/>
              <a:ext cx="453960" cy="209520"/>
            </a:xfrm>
            <a:custGeom>
              <a:avLst/>
              <a:gdLst>
                <a:gd name="textAreaLeft" fmla="*/ 0 w 453960"/>
                <a:gd name="textAreaRight" fmla="*/ 456480 w 453960"/>
                <a:gd name="textAreaTop" fmla="*/ 0 h 209520"/>
                <a:gd name="textAreaBottom" fmla="*/ 212040 h 20952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2" name="Google Shape;1643;p88"/>
            <p:cNvSpPr/>
            <p:nvPr/>
          </p:nvSpPr>
          <p:spPr>
            <a:xfrm>
              <a:off x="750960" y="997560"/>
              <a:ext cx="448560" cy="199080"/>
            </a:xfrm>
            <a:custGeom>
              <a:avLst/>
              <a:gdLst>
                <a:gd name="textAreaLeft" fmla="*/ 0 w 448560"/>
                <a:gd name="textAreaRight" fmla="*/ 451080 w 448560"/>
                <a:gd name="textAreaTop" fmla="*/ 0 h 199080"/>
                <a:gd name="textAreaBottom" fmla="*/ 201600 h 19908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93" name="Google Shape;1644;p88"/>
          <p:cNvGrpSpPr/>
          <p:nvPr/>
        </p:nvGrpSpPr>
        <p:grpSpPr>
          <a:xfrm>
            <a:off x="10124640" y="1269360"/>
            <a:ext cx="1467720" cy="766440"/>
            <a:chOff x="10124640" y="1269360"/>
            <a:chExt cx="1467720" cy="766440"/>
          </a:xfrm>
        </p:grpSpPr>
        <p:grpSp>
          <p:nvGrpSpPr>
            <p:cNvPr id="1794" name="Google Shape;1645;p88"/>
            <p:cNvGrpSpPr/>
            <p:nvPr/>
          </p:nvGrpSpPr>
          <p:grpSpPr>
            <a:xfrm>
              <a:off x="10124640" y="1269360"/>
              <a:ext cx="1222200" cy="297360"/>
              <a:chOff x="10124640" y="1269360"/>
              <a:chExt cx="1222200" cy="297360"/>
            </a:xfrm>
          </p:grpSpPr>
          <p:sp>
            <p:nvSpPr>
              <p:cNvPr id="1795" name="Google Shape;1646;p88"/>
              <p:cNvSpPr/>
              <p:nvPr/>
            </p:nvSpPr>
            <p:spPr>
              <a:xfrm>
                <a:off x="10124640" y="1269360"/>
                <a:ext cx="147240" cy="295920"/>
              </a:xfrm>
              <a:custGeom>
                <a:avLst/>
                <a:gdLst>
                  <a:gd name="textAreaLeft" fmla="*/ 0 w 147240"/>
                  <a:gd name="textAreaRight" fmla="*/ 149760 w 147240"/>
                  <a:gd name="textAreaTop" fmla="*/ 0 h 295920"/>
                  <a:gd name="textAreaBottom" fmla="*/ 298440 h 29592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6" name="Google Shape;1647;p88"/>
              <p:cNvSpPr/>
              <p:nvPr/>
            </p:nvSpPr>
            <p:spPr>
              <a:xfrm>
                <a:off x="10305360" y="1324800"/>
                <a:ext cx="227520" cy="241560"/>
              </a:xfrm>
              <a:custGeom>
                <a:avLst/>
                <a:gdLst>
                  <a:gd name="textAreaLeft" fmla="*/ 0 w 227520"/>
                  <a:gd name="textAreaRight" fmla="*/ 230040 w 22752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7" name="Google Shape;1648;p88"/>
              <p:cNvSpPr/>
              <p:nvPr/>
            </p:nvSpPr>
            <p:spPr>
              <a:xfrm>
                <a:off x="10573560" y="1325160"/>
                <a:ext cx="215280" cy="241560"/>
              </a:xfrm>
              <a:custGeom>
                <a:avLst/>
                <a:gdLst>
                  <a:gd name="textAreaLeft" fmla="*/ 0 w 215280"/>
                  <a:gd name="textAreaRight" fmla="*/ 217800 w 215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8" name="Google Shape;1649;p88"/>
              <p:cNvSpPr/>
              <p:nvPr/>
            </p:nvSpPr>
            <p:spPr>
              <a:xfrm>
                <a:off x="10834560" y="1325160"/>
                <a:ext cx="212400" cy="236160"/>
              </a:xfrm>
              <a:custGeom>
                <a:avLst/>
                <a:gdLst>
                  <a:gd name="textAreaLeft" fmla="*/ 0 w 212400"/>
                  <a:gd name="textAreaRight" fmla="*/ 214920 w 212400"/>
                  <a:gd name="textAreaTop" fmla="*/ 0 h 236160"/>
                  <a:gd name="textAreaBottom" fmla="*/ 238680 h 23616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9" name="Google Shape;1650;p88"/>
              <p:cNvSpPr/>
              <p:nvPr/>
            </p:nvSpPr>
            <p:spPr>
              <a:xfrm>
                <a:off x="11095560" y="132516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00" name="Google Shape;1651;p88"/>
            <p:cNvGrpSpPr/>
            <p:nvPr/>
          </p:nvGrpSpPr>
          <p:grpSpPr>
            <a:xfrm>
              <a:off x="10546560" y="1648080"/>
              <a:ext cx="1045800" cy="387720"/>
              <a:chOff x="10546560" y="1648080"/>
              <a:chExt cx="1045800" cy="387720"/>
            </a:xfrm>
          </p:grpSpPr>
          <p:sp>
            <p:nvSpPr>
              <p:cNvPr id="1801" name="Google Shape;1652;p88"/>
              <p:cNvSpPr/>
              <p:nvPr/>
            </p:nvSpPr>
            <p:spPr>
              <a:xfrm>
                <a:off x="10546560" y="1648080"/>
                <a:ext cx="64080" cy="31680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2" name="Google Shape;1653;p88"/>
              <p:cNvSpPr/>
              <p:nvPr/>
            </p:nvSpPr>
            <p:spPr>
              <a:xfrm>
                <a:off x="10664280" y="172872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3" name="Google Shape;1654;p88"/>
              <p:cNvSpPr/>
              <p:nvPr/>
            </p:nvSpPr>
            <p:spPr>
              <a:xfrm>
                <a:off x="10955160" y="1728720"/>
                <a:ext cx="243720" cy="307080"/>
              </a:xfrm>
              <a:custGeom>
                <a:avLst/>
                <a:gdLst>
                  <a:gd name="textAreaLeft" fmla="*/ 0 w 243720"/>
                  <a:gd name="textAreaRight" fmla="*/ 246240 w 243720"/>
                  <a:gd name="textAreaTop" fmla="*/ 0 h 307080"/>
                  <a:gd name="textAreaBottom" fmla="*/ 309600 h 30708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4" name="Google Shape;1655;p88"/>
              <p:cNvSpPr/>
              <p:nvPr/>
            </p:nvSpPr>
            <p:spPr>
              <a:xfrm>
                <a:off x="11262240" y="1648440"/>
                <a:ext cx="67680" cy="316800"/>
              </a:xfrm>
              <a:custGeom>
                <a:avLst/>
                <a:gdLst>
                  <a:gd name="textAreaLeft" fmla="*/ 0 w 67680"/>
                  <a:gd name="textAreaRight" fmla="*/ 70200 w 676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5" name="Google Shape;1656;p88"/>
              <p:cNvSpPr/>
              <p:nvPr/>
            </p:nvSpPr>
            <p:spPr>
              <a:xfrm>
                <a:off x="11379240" y="1730520"/>
                <a:ext cx="213120" cy="239040"/>
              </a:xfrm>
              <a:custGeom>
                <a:avLst/>
                <a:gdLst>
                  <a:gd name="textAreaLeft" fmla="*/ 0 w 213120"/>
                  <a:gd name="textAreaRight" fmla="*/ 215640 w 213120"/>
                  <a:gd name="textAreaTop" fmla="*/ 0 h 239040"/>
                  <a:gd name="textAreaBottom" fmla="*/ 241560 h 23904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06" name="Google Shape;1657;p88"/>
          <p:cNvGrpSpPr/>
          <p:nvPr/>
        </p:nvGrpSpPr>
        <p:grpSpPr>
          <a:xfrm>
            <a:off x="10113480" y="597240"/>
            <a:ext cx="1268280" cy="572040"/>
            <a:chOff x="10113480" y="597240"/>
            <a:chExt cx="1268280" cy="572040"/>
          </a:xfrm>
        </p:grpSpPr>
        <p:grpSp>
          <p:nvGrpSpPr>
            <p:cNvPr id="1807" name="Google Shape;1658;p88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1808" name="Google Shape;1659;p88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9" name="Google Shape;1660;p88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0" name="Google Shape;1661;p88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1" name="Google Shape;1662;p88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2" name="Google Shape;1663;p88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3" name="Google Shape;1664;p88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4" name="Google Shape;1665;p88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5" name="Google Shape;1666;p88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6" name="Google Shape;1667;p88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7" name="Google Shape;1668;p88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8" name="Google Shape;1669;p88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9" name="Google Shape;1670;p88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0" name="Google Shape;1671;p88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1" name="Google Shape;1672;p88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2" name="Google Shape;1673;p88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3" name="Google Shape;1674;p88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4" name="Google Shape;1675;p88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5" name="Google Shape;1676;p88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6" name="Google Shape;1677;p88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7" name="Google Shape;1678;p88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8" name="Google Shape;1679;p88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9" name="Google Shape;1680;p88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0" name="Google Shape;1681;p88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31" name="Google Shape;1682;p88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1832" name="Google Shape;1683;p88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3" name="Google Shape;1684;p88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4" name="Google Shape;1685;p88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5" name="Google Shape;1686;p88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36" name="Google Shape;1687;p88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837" name="Google Shape;1688;p88"/>
          <p:cNvGrpSpPr/>
          <p:nvPr/>
        </p:nvGrpSpPr>
        <p:grpSpPr>
          <a:xfrm>
            <a:off x="1275480" y="995040"/>
            <a:ext cx="1190880" cy="209880"/>
            <a:chOff x="1275480" y="995040"/>
            <a:chExt cx="1190880" cy="209880"/>
          </a:xfrm>
        </p:grpSpPr>
        <p:sp>
          <p:nvSpPr>
            <p:cNvPr id="1838" name="Google Shape;1689;p88"/>
            <p:cNvSpPr/>
            <p:nvPr/>
          </p:nvSpPr>
          <p:spPr>
            <a:xfrm>
              <a:off x="1275480" y="1010160"/>
              <a:ext cx="206640" cy="191520"/>
            </a:xfrm>
            <a:custGeom>
              <a:avLst/>
              <a:gdLst>
                <a:gd name="textAreaLeft" fmla="*/ 0 w 206640"/>
                <a:gd name="textAreaRight" fmla="*/ 209160 w 206640"/>
                <a:gd name="textAreaTop" fmla="*/ 0 h 191520"/>
                <a:gd name="textAreaBottom" fmla="*/ 194040 h 19152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9" name="Google Shape;1690;p88"/>
            <p:cNvSpPr/>
            <p:nvPr/>
          </p:nvSpPr>
          <p:spPr>
            <a:xfrm>
              <a:off x="1527480" y="1062360"/>
              <a:ext cx="29520" cy="139320"/>
            </a:xfrm>
            <a:custGeom>
              <a:avLst/>
              <a:gdLst>
                <a:gd name="textAreaLeft" fmla="*/ 0 w 29520"/>
                <a:gd name="textAreaRight" fmla="*/ 32040 w 29520"/>
                <a:gd name="textAreaTop" fmla="*/ 0 h 139320"/>
                <a:gd name="textAreaBottom" fmla="*/ 141840 h 13932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0" name="Google Shape;1691;p88"/>
            <p:cNvSpPr/>
            <p:nvPr/>
          </p:nvSpPr>
          <p:spPr>
            <a:xfrm>
              <a:off x="1523520" y="998640"/>
              <a:ext cx="38160" cy="36000"/>
            </a:xfrm>
            <a:custGeom>
              <a:avLst/>
              <a:gdLst>
                <a:gd name="textAreaLeft" fmla="*/ 0 w 38160"/>
                <a:gd name="textAreaRight" fmla="*/ 40680 w 38160"/>
                <a:gd name="textAreaTop" fmla="*/ 0 h 36000"/>
                <a:gd name="textAreaBottom" fmla="*/ 38520 h 3600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1" name="Google Shape;1692;p88"/>
            <p:cNvSpPr/>
            <p:nvPr/>
          </p:nvSpPr>
          <p:spPr>
            <a:xfrm>
              <a:off x="1592280" y="1058760"/>
              <a:ext cx="114480" cy="146160"/>
            </a:xfrm>
            <a:custGeom>
              <a:avLst/>
              <a:gdLst>
                <a:gd name="textAreaLeft" fmla="*/ 0 w 114480"/>
                <a:gd name="textAreaRight" fmla="*/ 117000 w 11448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2" name="Google Shape;1693;p88"/>
            <p:cNvSpPr/>
            <p:nvPr/>
          </p:nvSpPr>
          <p:spPr>
            <a:xfrm>
              <a:off x="1734120" y="1059840"/>
              <a:ext cx="80640" cy="141840"/>
            </a:xfrm>
            <a:custGeom>
              <a:avLst/>
              <a:gdLst>
                <a:gd name="textAreaLeft" fmla="*/ 0 w 80640"/>
                <a:gd name="textAreaRight" fmla="*/ 83160 w 80640"/>
                <a:gd name="textAreaTop" fmla="*/ 0 h 141840"/>
                <a:gd name="textAreaBottom" fmla="*/ 144360 h 14184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3" name="Google Shape;1694;p88"/>
            <p:cNvSpPr/>
            <p:nvPr/>
          </p:nvSpPr>
          <p:spPr>
            <a:xfrm>
              <a:off x="1828800" y="1058760"/>
              <a:ext cx="143640" cy="146160"/>
            </a:xfrm>
            <a:custGeom>
              <a:avLst/>
              <a:gdLst>
                <a:gd name="textAreaLeft" fmla="*/ 0 w 143640"/>
                <a:gd name="textAreaRight" fmla="*/ 146160 w 14364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4" name="Google Shape;1695;p88"/>
            <p:cNvSpPr/>
            <p:nvPr/>
          </p:nvSpPr>
          <p:spPr>
            <a:xfrm>
              <a:off x="1992600" y="1058760"/>
              <a:ext cx="103680" cy="146160"/>
            </a:xfrm>
            <a:custGeom>
              <a:avLst/>
              <a:gdLst>
                <a:gd name="textAreaLeft" fmla="*/ 0 w 103680"/>
                <a:gd name="textAreaRight" fmla="*/ 106200 w 10368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5" name="Google Shape;1696;p88"/>
            <p:cNvSpPr/>
            <p:nvPr/>
          </p:nvSpPr>
          <p:spPr>
            <a:xfrm>
              <a:off x="2117880" y="1058760"/>
              <a:ext cx="143640" cy="146160"/>
            </a:xfrm>
            <a:custGeom>
              <a:avLst/>
              <a:gdLst>
                <a:gd name="textAreaLeft" fmla="*/ 0 w 143640"/>
                <a:gd name="textAreaRight" fmla="*/ 146160 w 14364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6" name="Google Shape;1697;p88"/>
            <p:cNvSpPr/>
            <p:nvPr/>
          </p:nvSpPr>
          <p:spPr>
            <a:xfrm>
              <a:off x="2280960" y="995040"/>
              <a:ext cx="185400" cy="209880"/>
            </a:xfrm>
            <a:custGeom>
              <a:avLst/>
              <a:gdLst>
                <a:gd name="textAreaLeft" fmla="*/ 0 w 185400"/>
                <a:gd name="textAreaRight" fmla="*/ 187920 w 185400"/>
                <a:gd name="textAreaTop" fmla="*/ 0 h 209880"/>
                <a:gd name="textAreaBottom" fmla="*/ 212400 h 20988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47" name="Google Shape;1698;p88"/>
          <p:cNvGrpSpPr/>
          <p:nvPr/>
        </p:nvGrpSpPr>
        <p:grpSpPr>
          <a:xfrm>
            <a:off x="2568960" y="995040"/>
            <a:ext cx="1914120" cy="209880"/>
            <a:chOff x="2568960" y="995040"/>
            <a:chExt cx="1914120" cy="209880"/>
          </a:xfrm>
        </p:grpSpPr>
        <p:sp>
          <p:nvSpPr>
            <p:cNvPr id="1848" name="Google Shape;1699;p88"/>
            <p:cNvSpPr/>
            <p:nvPr/>
          </p:nvSpPr>
          <p:spPr>
            <a:xfrm>
              <a:off x="2568960" y="1010160"/>
              <a:ext cx="127440" cy="191520"/>
            </a:xfrm>
            <a:custGeom>
              <a:avLst/>
              <a:gdLst>
                <a:gd name="textAreaLeft" fmla="*/ 0 w 127440"/>
                <a:gd name="textAreaRight" fmla="*/ 129960 w 127440"/>
                <a:gd name="textAreaTop" fmla="*/ 0 h 191520"/>
                <a:gd name="textAreaBottom" fmla="*/ 194040 h 19152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9" name="Google Shape;1700;p88"/>
            <p:cNvSpPr/>
            <p:nvPr/>
          </p:nvSpPr>
          <p:spPr>
            <a:xfrm>
              <a:off x="2707920" y="1058760"/>
              <a:ext cx="143640" cy="146160"/>
            </a:xfrm>
            <a:custGeom>
              <a:avLst/>
              <a:gdLst>
                <a:gd name="textAreaLeft" fmla="*/ 0 w 143640"/>
                <a:gd name="textAreaRight" fmla="*/ 146160 w 14364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0" name="Google Shape;1701;p88"/>
            <p:cNvSpPr/>
            <p:nvPr/>
          </p:nvSpPr>
          <p:spPr>
            <a:xfrm>
              <a:off x="2867040" y="1062360"/>
              <a:ext cx="206280" cy="139320"/>
            </a:xfrm>
            <a:custGeom>
              <a:avLst/>
              <a:gdLst>
                <a:gd name="textAreaLeft" fmla="*/ 0 w 206280"/>
                <a:gd name="textAreaRight" fmla="*/ 208800 w 206280"/>
                <a:gd name="textAreaTop" fmla="*/ 0 h 139320"/>
                <a:gd name="textAreaBottom" fmla="*/ 141840 h 13932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1" name="Google Shape;1702;p88"/>
            <p:cNvSpPr/>
            <p:nvPr/>
          </p:nvSpPr>
          <p:spPr>
            <a:xfrm>
              <a:off x="3089160" y="1058760"/>
              <a:ext cx="126720" cy="146160"/>
            </a:xfrm>
            <a:custGeom>
              <a:avLst/>
              <a:gdLst>
                <a:gd name="textAreaLeft" fmla="*/ 0 w 126720"/>
                <a:gd name="textAreaRight" fmla="*/ 129240 w 12672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2" name="Google Shape;1703;p88"/>
            <p:cNvSpPr/>
            <p:nvPr/>
          </p:nvSpPr>
          <p:spPr>
            <a:xfrm>
              <a:off x="3247200" y="1059840"/>
              <a:ext cx="80640" cy="141840"/>
            </a:xfrm>
            <a:custGeom>
              <a:avLst/>
              <a:gdLst>
                <a:gd name="textAreaLeft" fmla="*/ 0 w 80640"/>
                <a:gd name="textAreaRight" fmla="*/ 83160 w 80640"/>
                <a:gd name="textAreaTop" fmla="*/ 0 h 141840"/>
                <a:gd name="textAreaBottom" fmla="*/ 144360 h 14184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3" name="Google Shape;1704;p88"/>
            <p:cNvSpPr/>
            <p:nvPr/>
          </p:nvSpPr>
          <p:spPr>
            <a:xfrm>
              <a:off x="3427200" y="1010160"/>
              <a:ext cx="127440" cy="191520"/>
            </a:xfrm>
            <a:custGeom>
              <a:avLst/>
              <a:gdLst>
                <a:gd name="textAreaLeft" fmla="*/ 0 w 127440"/>
                <a:gd name="textAreaRight" fmla="*/ 129960 w 127440"/>
                <a:gd name="textAreaTop" fmla="*/ 0 h 191520"/>
                <a:gd name="textAreaBottom" fmla="*/ 194040 h 19152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4" name="Google Shape;1705;p88"/>
            <p:cNvSpPr/>
            <p:nvPr/>
          </p:nvSpPr>
          <p:spPr>
            <a:xfrm>
              <a:off x="3585240" y="999000"/>
              <a:ext cx="29520" cy="202680"/>
            </a:xfrm>
            <a:custGeom>
              <a:avLst/>
              <a:gdLst>
                <a:gd name="textAreaLeft" fmla="*/ 0 w 29520"/>
                <a:gd name="textAreaRight" fmla="*/ 32040 w 29520"/>
                <a:gd name="textAreaTop" fmla="*/ 0 h 202680"/>
                <a:gd name="textAreaBottom" fmla="*/ 205200 h 20268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5" name="Google Shape;1706;p88"/>
            <p:cNvSpPr/>
            <p:nvPr/>
          </p:nvSpPr>
          <p:spPr>
            <a:xfrm>
              <a:off x="3646800" y="1058760"/>
              <a:ext cx="116640" cy="14616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6" name="Google Shape;1707;p88"/>
            <p:cNvSpPr/>
            <p:nvPr/>
          </p:nvSpPr>
          <p:spPr>
            <a:xfrm>
              <a:off x="3788640" y="1020240"/>
              <a:ext cx="89640" cy="184320"/>
            </a:xfrm>
            <a:custGeom>
              <a:avLst/>
              <a:gdLst>
                <a:gd name="textAreaLeft" fmla="*/ 0 w 89640"/>
                <a:gd name="textAreaRight" fmla="*/ 92160 w 89640"/>
                <a:gd name="textAreaTop" fmla="*/ 0 h 184320"/>
                <a:gd name="textAreaBottom" fmla="*/ 186840 h 18432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7" name="Google Shape;1708;p88"/>
            <p:cNvSpPr/>
            <p:nvPr/>
          </p:nvSpPr>
          <p:spPr>
            <a:xfrm>
              <a:off x="3891240" y="995040"/>
              <a:ext cx="95040" cy="206640"/>
            </a:xfrm>
            <a:custGeom>
              <a:avLst/>
              <a:gdLst>
                <a:gd name="textAreaLeft" fmla="*/ 0 w 95040"/>
                <a:gd name="textAreaRight" fmla="*/ 97560 w 95040"/>
                <a:gd name="textAreaTop" fmla="*/ 0 h 206640"/>
                <a:gd name="textAreaBottom" fmla="*/ 209160 h 20664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8" name="Google Shape;1709;p88"/>
            <p:cNvSpPr/>
            <p:nvPr/>
          </p:nvSpPr>
          <p:spPr>
            <a:xfrm>
              <a:off x="3992760" y="1058760"/>
              <a:ext cx="143640" cy="146160"/>
            </a:xfrm>
            <a:custGeom>
              <a:avLst/>
              <a:gdLst>
                <a:gd name="textAreaLeft" fmla="*/ 0 w 143640"/>
                <a:gd name="textAreaRight" fmla="*/ 146160 w 143640"/>
                <a:gd name="textAreaTop" fmla="*/ 0 h 146160"/>
                <a:gd name="textAreaBottom" fmla="*/ 148680 h 14616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9" name="Google Shape;1710;p88"/>
            <p:cNvSpPr/>
            <p:nvPr/>
          </p:nvSpPr>
          <p:spPr>
            <a:xfrm>
              <a:off x="4169160" y="1059840"/>
              <a:ext cx="80640" cy="141840"/>
            </a:xfrm>
            <a:custGeom>
              <a:avLst/>
              <a:gdLst>
                <a:gd name="textAreaLeft" fmla="*/ 0 w 80640"/>
                <a:gd name="textAreaRight" fmla="*/ 83160 w 80640"/>
                <a:gd name="textAreaTop" fmla="*/ 0 h 141840"/>
                <a:gd name="textAreaBottom" fmla="*/ 144360 h 14184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0" name="Google Shape;1711;p88"/>
            <p:cNvSpPr/>
            <p:nvPr/>
          </p:nvSpPr>
          <p:spPr>
            <a:xfrm>
              <a:off x="4273200" y="1058760"/>
              <a:ext cx="209880" cy="142920"/>
            </a:xfrm>
            <a:custGeom>
              <a:avLst/>
              <a:gdLst>
                <a:gd name="textAreaLeft" fmla="*/ 0 w 209880"/>
                <a:gd name="textAreaRight" fmla="*/ 212400 w 209880"/>
                <a:gd name="textAreaTop" fmla="*/ 0 h 142920"/>
                <a:gd name="textAreaBottom" fmla="*/ 145440 h 14292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713;p89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2" name="Google Shape;1714;p89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3" name="Google Shape;1715;p89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4" name="Google Shape;1716;p89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5" name="Google Shape;1717;p89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6" name="Google Shape;1718;p89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7" name="Google Shape;1719;p89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Google Shape;1720;p89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Google Shape;1721;p89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0" name="Google Shape;1722;p89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Google Shape;1723;p89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72" name="Google Shape;1724;p89"/>
          <p:cNvGrpSpPr/>
          <p:nvPr/>
        </p:nvGrpSpPr>
        <p:grpSpPr>
          <a:xfrm>
            <a:off x="8899560" y="1396080"/>
            <a:ext cx="2464920" cy="493920"/>
            <a:chOff x="8899560" y="1396080"/>
            <a:chExt cx="2464920" cy="493920"/>
          </a:xfrm>
        </p:grpSpPr>
        <p:grpSp>
          <p:nvGrpSpPr>
            <p:cNvPr id="1873" name="Google Shape;1725;p89"/>
            <p:cNvGrpSpPr/>
            <p:nvPr/>
          </p:nvGrpSpPr>
          <p:grpSpPr>
            <a:xfrm>
              <a:off x="8899560" y="1396080"/>
              <a:ext cx="471600" cy="493920"/>
              <a:chOff x="8899560" y="1396080"/>
              <a:chExt cx="471600" cy="493920"/>
            </a:xfrm>
          </p:grpSpPr>
          <p:sp>
            <p:nvSpPr>
              <p:cNvPr id="1874" name="Google Shape;1726;p89"/>
              <p:cNvSpPr/>
              <p:nvPr/>
            </p:nvSpPr>
            <p:spPr>
              <a:xfrm>
                <a:off x="8899560" y="1699560"/>
                <a:ext cx="190800" cy="190440"/>
              </a:xfrm>
              <a:custGeom>
                <a:avLst/>
                <a:gdLst>
                  <a:gd name="textAreaLeft" fmla="*/ 0 w 190800"/>
                  <a:gd name="textAreaRight" fmla="*/ 193320 w 190800"/>
                  <a:gd name="textAreaTop" fmla="*/ 0 h 190440"/>
                  <a:gd name="textAreaBottom" fmla="*/ 192960 h 19044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5" name="Google Shape;1727;p89"/>
              <p:cNvSpPr/>
              <p:nvPr/>
            </p:nvSpPr>
            <p:spPr>
              <a:xfrm>
                <a:off x="9007560" y="1396080"/>
                <a:ext cx="363600" cy="279360"/>
              </a:xfrm>
              <a:custGeom>
                <a:avLst/>
                <a:gdLst>
                  <a:gd name="textAreaLeft" fmla="*/ 0 w 363600"/>
                  <a:gd name="textAreaRight" fmla="*/ 366120 w 363600"/>
                  <a:gd name="textAreaTop" fmla="*/ 0 h 279360"/>
                  <a:gd name="textAreaBottom" fmla="*/ 281880 h 27936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6" name="Google Shape;1728;p89"/>
              <p:cNvSpPr/>
              <p:nvPr/>
            </p:nvSpPr>
            <p:spPr>
              <a:xfrm>
                <a:off x="9007560" y="1396080"/>
                <a:ext cx="363600" cy="268560"/>
              </a:xfrm>
              <a:custGeom>
                <a:avLst/>
                <a:gdLst>
                  <a:gd name="textAreaLeft" fmla="*/ 0 w 363600"/>
                  <a:gd name="textAreaRight" fmla="*/ 366120 w 363600"/>
                  <a:gd name="textAreaTop" fmla="*/ 0 h 268560"/>
                  <a:gd name="textAreaBottom" fmla="*/ 271080 h 26856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7" name="Google Shape;1729;p89"/>
              <p:cNvSpPr/>
              <p:nvPr/>
            </p:nvSpPr>
            <p:spPr>
              <a:xfrm>
                <a:off x="8903520" y="1506600"/>
                <a:ext cx="463320" cy="214200"/>
              </a:xfrm>
              <a:custGeom>
                <a:avLst/>
                <a:gdLst>
                  <a:gd name="textAreaLeft" fmla="*/ 0 w 463320"/>
                  <a:gd name="textAreaRight" fmla="*/ 465840 w 463320"/>
                  <a:gd name="textAreaTop" fmla="*/ 0 h 214200"/>
                  <a:gd name="textAreaBottom" fmla="*/ 216720 h 21420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8" name="Google Shape;1730;p89"/>
              <p:cNvSpPr/>
              <p:nvPr/>
            </p:nvSpPr>
            <p:spPr>
              <a:xfrm>
                <a:off x="8903520" y="1515240"/>
                <a:ext cx="463320" cy="214200"/>
              </a:xfrm>
              <a:custGeom>
                <a:avLst/>
                <a:gdLst>
                  <a:gd name="textAreaLeft" fmla="*/ 0 w 463320"/>
                  <a:gd name="textAreaRight" fmla="*/ 465840 w 463320"/>
                  <a:gd name="textAreaTop" fmla="*/ 0 h 214200"/>
                  <a:gd name="textAreaBottom" fmla="*/ 216720 h 21420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9" name="Google Shape;1731;p89"/>
              <p:cNvSpPr/>
              <p:nvPr/>
            </p:nvSpPr>
            <p:spPr>
              <a:xfrm>
                <a:off x="8903520" y="1504440"/>
                <a:ext cx="463320" cy="214200"/>
              </a:xfrm>
              <a:custGeom>
                <a:avLst/>
                <a:gdLst>
                  <a:gd name="textAreaLeft" fmla="*/ 0 w 463320"/>
                  <a:gd name="textAreaRight" fmla="*/ 465840 w 463320"/>
                  <a:gd name="textAreaTop" fmla="*/ 0 h 214200"/>
                  <a:gd name="textAreaBottom" fmla="*/ 216720 h 21420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0" name="Google Shape;1732;p89"/>
              <p:cNvSpPr/>
              <p:nvPr/>
            </p:nvSpPr>
            <p:spPr>
              <a:xfrm>
                <a:off x="8903880" y="1515240"/>
                <a:ext cx="457920" cy="203040"/>
              </a:xfrm>
              <a:custGeom>
                <a:avLst/>
                <a:gdLst>
                  <a:gd name="textAreaLeft" fmla="*/ 0 w 457920"/>
                  <a:gd name="textAreaRight" fmla="*/ 460440 w 457920"/>
                  <a:gd name="textAreaTop" fmla="*/ 0 h 203040"/>
                  <a:gd name="textAreaBottom" fmla="*/ 205560 h 20304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81" name="Google Shape;1733;p89"/>
            <p:cNvGrpSpPr/>
            <p:nvPr/>
          </p:nvGrpSpPr>
          <p:grpSpPr>
            <a:xfrm>
              <a:off x="9447120" y="1396080"/>
              <a:ext cx="1190880" cy="209880"/>
              <a:chOff x="9447120" y="1396080"/>
              <a:chExt cx="1190880" cy="209880"/>
            </a:xfrm>
          </p:grpSpPr>
          <p:sp>
            <p:nvSpPr>
              <p:cNvPr id="1882" name="Google Shape;1734;p89"/>
              <p:cNvSpPr/>
              <p:nvPr/>
            </p:nvSpPr>
            <p:spPr>
              <a:xfrm>
                <a:off x="9447120" y="1411200"/>
                <a:ext cx="206640" cy="191520"/>
              </a:xfrm>
              <a:custGeom>
                <a:avLst/>
                <a:gdLst>
                  <a:gd name="textAreaLeft" fmla="*/ 0 w 206640"/>
                  <a:gd name="textAreaRight" fmla="*/ 209160 w 206640"/>
                  <a:gd name="textAreaTop" fmla="*/ 0 h 191520"/>
                  <a:gd name="textAreaBottom" fmla="*/ 194040 h 19152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3" name="Google Shape;1735;p89"/>
              <p:cNvSpPr/>
              <p:nvPr/>
            </p:nvSpPr>
            <p:spPr>
              <a:xfrm>
                <a:off x="9699120" y="1463400"/>
                <a:ext cx="29520" cy="139320"/>
              </a:xfrm>
              <a:custGeom>
                <a:avLst/>
                <a:gdLst>
                  <a:gd name="textAreaLeft" fmla="*/ 0 w 29520"/>
                  <a:gd name="textAreaRight" fmla="*/ 32040 w 29520"/>
                  <a:gd name="textAreaTop" fmla="*/ 0 h 139320"/>
                  <a:gd name="textAreaBottom" fmla="*/ 141840 h 13932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4" name="Google Shape;1736;p89"/>
              <p:cNvSpPr/>
              <p:nvPr/>
            </p:nvSpPr>
            <p:spPr>
              <a:xfrm>
                <a:off x="9695160" y="1399680"/>
                <a:ext cx="38160" cy="36000"/>
              </a:xfrm>
              <a:custGeom>
                <a:avLst/>
                <a:gdLst>
                  <a:gd name="textAreaLeft" fmla="*/ 0 w 38160"/>
                  <a:gd name="textAreaRight" fmla="*/ 40680 w 38160"/>
                  <a:gd name="textAreaTop" fmla="*/ 0 h 36000"/>
                  <a:gd name="textAreaBottom" fmla="*/ 38520 h 3600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5" name="Google Shape;1737;p89"/>
              <p:cNvSpPr/>
              <p:nvPr/>
            </p:nvSpPr>
            <p:spPr>
              <a:xfrm>
                <a:off x="9763920" y="1459800"/>
                <a:ext cx="114480" cy="146160"/>
              </a:xfrm>
              <a:custGeom>
                <a:avLst/>
                <a:gdLst>
                  <a:gd name="textAreaLeft" fmla="*/ 0 w 114480"/>
                  <a:gd name="textAreaRight" fmla="*/ 117000 w 11448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6" name="Google Shape;1738;p89"/>
              <p:cNvSpPr/>
              <p:nvPr/>
            </p:nvSpPr>
            <p:spPr>
              <a:xfrm>
                <a:off x="9905760" y="1460880"/>
                <a:ext cx="80640" cy="141840"/>
              </a:xfrm>
              <a:custGeom>
                <a:avLst/>
                <a:gdLst>
                  <a:gd name="textAreaLeft" fmla="*/ 0 w 80640"/>
                  <a:gd name="textAreaRight" fmla="*/ 83160 w 80640"/>
                  <a:gd name="textAreaTop" fmla="*/ 0 h 141840"/>
                  <a:gd name="textAreaBottom" fmla="*/ 144360 h 14184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7" name="Google Shape;1739;p89"/>
              <p:cNvSpPr/>
              <p:nvPr/>
            </p:nvSpPr>
            <p:spPr>
              <a:xfrm>
                <a:off x="10000800" y="1459800"/>
                <a:ext cx="143640" cy="146160"/>
              </a:xfrm>
              <a:custGeom>
                <a:avLst/>
                <a:gdLst>
                  <a:gd name="textAreaLeft" fmla="*/ 0 w 143640"/>
                  <a:gd name="textAreaRight" fmla="*/ 146160 w 14364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8" name="Google Shape;1740;p89"/>
              <p:cNvSpPr/>
              <p:nvPr/>
            </p:nvSpPr>
            <p:spPr>
              <a:xfrm>
                <a:off x="10164600" y="1459800"/>
                <a:ext cx="103680" cy="146160"/>
              </a:xfrm>
              <a:custGeom>
                <a:avLst/>
                <a:gdLst>
                  <a:gd name="textAreaLeft" fmla="*/ 0 w 103680"/>
                  <a:gd name="textAreaRight" fmla="*/ 106200 w 10368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9" name="Google Shape;1741;p89"/>
              <p:cNvSpPr/>
              <p:nvPr/>
            </p:nvSpPr>
            <p:spPr>
              <a:xfrm>
                <a:off x="10289520" y="1459800"/>
                <a:ext cx="143640" cy="146160"/>
              </a:xfrm>
              <a:custGeom>
                <a:avLst/>
                <a:gdLst>
                  <a:gd name="textAreaLeft" fmla="*/ 0 w 143640"/>
                  <a:gd name="textAreaRight" fmla="*/ 146160 w 14364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0" name="Google Shape;1742;p89"/>
              <p:cNvSpPr/>
              <p:nvPr/>
            </p:nvSpPr>
            <p:spPr>
              <a:xfrm>
                <a:off x="10452600" y="1396080"/>
                <a:ext cx="185400" cy="209880"/>
              </a:xfrm>
              <a:custGeom>
                <a:avLst/>
                <a:gdLst>
                  <a:gd name="textAreaLeft" fmla="*/ 0 w 185400"/>
                  <a:gd name="textAreaRight" fmla="*/ 187920 w 185400"/>
                  <a:gd name="textAreaTop" fmla="*/ 0 h 209880"/>
                  <a:gd name="textAreaBottom" fmla="*/ 212400 h 20988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91" name="Google Shape;1743;p89"/>
            <p:cNvGrpSpPr/>
            <p:nvPr/>
          </p:nvGrpSpPr>
          <p:grpSpPr>
            <a:xfrm>
              <a:off x="9450360" y="1679760"/>
              <a:ext cx="1914120" cy="209880"/>
              <a:chOff x="9450360" y="1679760"/>
              <a:chExt cx="1914120" cy="209880"/>
            </a:xfrm>
          </p:grpSpPr>
          <p:sp>
            <p:nvSpPr>
              <p:cNvPr id="1892" name="Google Shape;1744;p89"/>
              <p:cNvSpPr/>
              <p:nvPr/>
            </p:nvSpPr>
            <p:spPr>
              <a:xfrm>
                <a:off x="9450360" y="1694880"/>
                <a:ext cx="127440" cy="191520"/>
              </a:xfrm>
              <a:custGeom>
                <a:avLst/>
                <a:gdLst>
                  <a:gd name="textAreaLeft" fmla="*/ 0 w 127440"/>
                  <a:gd name="textAreaRight" fmla="*/ 129960 w 127440"/>
                  <a:gd name="textAreaTop" fmla="*/ 0 h 191520"/>
                  <a:gd name="textAreaBottom" fmla="*/ 194040 h 19152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3" name="Google Shape;1745;p89"/>
              <p:cNvSpPr/>
              <p:nvPr/>
            </p:nvSpPr>
            <p:spPr>
              <a:xfrm>
                <a:off x="9589320" y="1743480"/>
                <a:ext cx="143640" cy="146160"/>
              </a:xfrm>
              <a:custGeom>
                <a:avLst/>
                <a:gdLst>
                  <a:gd name="textAreaLeft" fmla="*/ 0 w 143640"/>
                  <a:gd name="textAreaRight" fmla="*/ 146160 w 14364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4" name="Google Shape;1746;p89"/>
              <p:cNvSpPr/>
              <p:nvPr/>
            </p:nvSpPr>
            <p:spPr>
              <a:xfrm>
                <a:off x="9748440" y="1747080"/>
                <a:ext cx="206280" cy="139320"/>
              </a:xfrm>
              <a:custGeom>
                <a:avLst/>
                <a:gdLst>
                  <a:gd name="textAreaLeft" fmla="*/ 0 w 206280"/>
                  <a:gd name="textAreaRight" fmla="*/ 208800 w 206280"/>
                  <a:gd name="textAreaTop" fmla="*/ 0 h 139320"/>
                  <a:gd name="textAreaBottom" fmla="*/ 141840 h 13932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5" name="Google Shape;1747;p89"/>
              <p:cNvSpPr/>
              <p:nvPr/>
            </p:nvSpPr>
            <p:spPr>
              <a:xfrm>
                <a:off x="9970560" y="1743480"/>
                <a:ext cx="126720" cy="146160"/>
              </a:xfrm>
              <a:custGeom>
                <a:avLst/>
                <a:gdLst>
                  <a:gd name="textAreaLeft" fmla="*/ 0 w 126720"/>
                  <a:gd name="textAreaRight" fmla="*/ 129240 w 12672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6" name="Google Shape;1748;p89"/>
              <p:cNvSpPr/>
              <p:nvPr/>
            </p:nvSpPr>
            <p:spPr>
              <a:xfrm>
                <a:off x="10128600" y="1744560"/>
                <a:ext cx="80640" cy="141840"/>
              </a:xfrm>
              <a:custGeom>
                <a:avLst/>
                <a:gdLst>
                  <a:gd name="textAreaLeft" fmla="*/ 0 w 80640"/>
                  <a:gd name="textAreaRight" fmla="*/ 83160 w 80640"/>
                  <a:gd name="textAreaTop" fmla="*/ 0 h 141840"/>
                  <a:gd name="textAreaBottom" fmla="*/ 144360 h 14184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7" name="Google Shape;1749;p89"/>
              <p:cNvSpPr/>
              <p:nvPr/>
            </p:nvSpPr>
            <p:spPr>
              <a:xfrm>
                <a:off x="10308600" y="1694880"/>
                <a:ext cx="127440" cy="191520"/>
              </a:xfrm>
              <a:custGeom>
                <a:avLst/>
                <a:gdLst>
                  <a:gd name="textAreaLeft" fmla="*/ 0 w 127440"/>
                  <a:gd name="textAreaRight" fmla="*/ 129960 w 127440"/>
                  <a:gd name="textAreaTop" fmla="*/ 0 h 191520"/>
                  <a:gd name="textAreaBottom" fmla="*/ 194040 h 19152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8" name="Google Shape;1750;p89"/>
              <p:cNvSpPr/>
              <p:nvPr/>
            </p:nvSpPr>
            <p:spPr>
              <a:xfrm>
                <a:off x="10466640" y="1683720"/>
                <a:ext cx="29520" cy="202680"/>
              </a:xfrm>
              <a:custGeom>
                <a:avLst/>
                <a:gdLst>
                  <a:gd name="textAreaLeft" fmla="*/ 0 w 29520"/>
                  <a:gd name="textAreaRight" fmla="*/ 32040 w 29520"/>
                  <a:gd name="textAreaTop" fmla="*/ 0 h 202680"/>
                  <a:gd name="textAreaBottom" fmla="*/ 205200 h 20268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9" name="Google Shape;1751;p89"/>
              <p:cNvSpPr/>
              <p:nvPr/>
            </p:nvSpPr>
            <p:spPr>
              <a:xfrm>
                <a:off x="10528200" y="1743480"/>
                <a:ext cx="116640" cy="146160"/>
              </a:xfrm>
              <a:custGeom>
                <a:avLst/>
                <a:gdLst>
                  <a:gd name="textAreaLeft" fmla="*/ 0 w 116640"/>
                  <a:gd name="textAreaRight" fmla="*/ 119160 w 11664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0" name="Google Shape;1752;p89"/>
              <p:cNvSpPr/>
              <p:nvPr/>
            </p:nvSpPr>
            <p:spPr>
              <a:xfrm>
                <a:off x="10670040" y="1704960"/>
                <a:ext cx="89640" cy="184320"/>
              </a:xfrm>
              <a:custGeom>
                <a:avLst/>
                <a:gdLst>
                  <a:gd name="textAreaLeft" fmla="*/ 0 w 89640"/>
                  <a:gd name="textAreaRight" fmla="*/ 92160 w 89640"/>
                  <a:gd name="textAreaTop" fmla="*/ 0 h 184320"/>
                  <a:gd name="textAreaBottom" fmla="*/ 186840 h 18432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1" name="Google Shape;1753;p89"/>
              <p:cNvSpPr/>
              <p:nvPr/>
            </p:nvSpPr>
            <p:spPr>
              <a:xfrm>
                <a:off x="10772640" y="1679760"/>
                <a:ext cx="95040" cy="206640"/>
              </a:xfrm>
              <a:custGeom>
                <a:avLst/>
                <a:gdLst>
                  <a:gd name="textAreaLeft" fmla="*/ 0 w 95040"/>
                  <a:gd name="textAreaRight" fmla="*/ 97560 w 95040"/>
                  <a:gd name="textAreaTop" fmla="*/ 0 h 206640"/>
                  <a:gd name="textAreaBottom" fmla="*/ 209160 h 20664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2" name="Google Shape;1754;p89"/>
              <p:cNvSpPr/>
              <p:nvPr/>
            </p:nvSpPr>
            <p:spPr>
              <a:xfrm>
                <a:off x="10874160" y="1743480"/>
                <a:ext cx="143640" cy="146160"/>
              </a:xfrm>
              <a:custGeom>
                <a:avLst/>
                <a:gdLst>
                  <a:gd name="textAreaLeft" fmla="*/ 0 w 143640"/>
                  <a:gd name="textAreaRight" fmla="*/ 146160 w 143640"/>
                  <a:gd name="textAreaTop" fmla="*/ 0 h 146160"/>
                  <a:gd name="textAreaBottom" fmla="*/ 148680 h 14616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3" name="Google Shape;1755;p89"/>
              <p:cNvSpPr/>
              <p:nvPr/>
            </p:nvSpPr>
            <p:spPr>
              <a:xfrm>
                <a:off x="11050920" y="1744560"/>
                <a:ext cx="80640" cy="141840"/>
              </a:xfrm>
              <a:custGeom>
                <a:avLst/>
                <a:gdLst>
                  <a:gd name="textAreaLeft" fmla="*/ 0 w 80640"/>
                  <a:gd name="textAreaRight" fmla="*/ 83160 w 80640"/>
                  <a:gd name="textAreaTop" fmla="*/ 0 h 141840"/>
                  <a:gd name="textAreaBottom" fmla="*/ 144360 h 14184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4" name="Google Shape;1756;p89"/>
              <p:cNvSpPr/>
              <p:nvPr/>
            </p:nvSpPr>
            <p:spPr>
              <a:xfrm>
                <a:off x="11154600" y="1743480"/>
                <a:ext cx="209880" cy="142920"/>
              </a:xfrm>
              <a:custGeom>
                <a:avLst/>
                <a:gdLst>
                  <a:gd name="textAreaLeft" fmla="*/ 0 w 209880"/>
                  <a:gd name="textAreaRight" fmla="*/ 212400 w 209880"/>
                  <a:gd name="textAreaTop" fmla="*/ 0 h 142920"/>
                  <a:gd name="textAreaBottom" fmla="*/ 145440 h 14292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05" name="Google Shape;1757;p89"/>
          <p:cNvGrpSpPr/>
          <p:nvPr/>
        </p:nvGrpSpPr>
        <p:grpSpPr>
          <a:xfrm>
            <a:off x="1684080" y="792720"/>
            <a:ext cx="1367640" cy="1093680"/>
            <a:chOff x="1684080" y="792720"/>
            <a:chExt cx="1367640" cy="1093680"/>
          </a:xfrm>
        </p:grpSpPr>
        <p:sp>
          <p:nvSpPr>
            <p:cNvPr id="1906" name="Google Shape;1758;p89"/>
            <p:cNvSpPr/>
            <p:nvPr/>
          </p:nvSpPr>
          <p:spPr>
            <a:xfrm>
              <a:off x="2232000" y="7927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7" name="Google Shape;1759;p89"/>
            <p:cNvSpPr/>
            <p:nvPr/>
          </p:nvSpPr>
          <p:spPr>
            <a:xfrm>
              <a:off x="195804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8" name="Google Shape;1760;p89"/>
            <p:cNvSpPr/>
            <p:nvPr/>
          </p:nvSpPr>
          <p:spPr>
            <a:xfrm>
              <a:off x="16840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9" name="Google Shape;1761;p89"/>
            <p:cNvSpPr/>
            <p:nvPr/>
          </p:nvSpPr>
          <p:spPr>
            <a:xfrm>
              <a:off x="16840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0" name="Google Shape;1762;p89"/>
            <p:cNvSpPr/>
            <p:nvPr/>
          </p:nvSpPr>
          <p:spPr>
            <a:xfrm>
              <a:off x="195804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1" name="Google Shape;1763;p89"/>
            <p:cNvSpPr/>
            <p:nvPr/>
          </p:nvSpPr>
          <p:spPr>
            <a:xfrm>
              <a:off x="223200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2" name="Google Shape;1764;p89"/>
            <p:cNvSpPr/>
            <p:nvPr/>
          </p:nvSpPr>
          <p:spPr>
            <a:xfrm>
              <a:off x="250632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3" name="Google Shape;1765;p89"/>
            <p:cNvSpPr/>
            <p:nvPr/>
          </p:nvSpPr>
          <p:spPr>
            <a:xfrm>
              <a:off x="27802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4" name="Google Shape;1766;p89"/>
            <p:cNvSpPr/>
            <p:nvPr/>
          </p:nvSpPr>
          <p:spPr>
            <a:xfrm>
              <a:off x="27802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1767;p89"/>
            <p:cNvSpPr/>
            <p:nvPr/>
          </p:nvSpPr>
          <p:spPr>
            <a:xfrm>
              <a:off x="250632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16" name="Google Shape;1768;p89"/>
          <p:cNvGrpSpPr/>
          <p:nvPr/>
        </p:nvGrpSpPr>
        <p:grpSpPr>
          <a:xfrm>
            <a:off x="9798120" y="5367240"/>
            <a:ext cx="1395720" cy="729000"/>
            <a:chOff x="9798120" y="5367240"/>
            <a:chExt cx="1395720" cy="729000"/>
          </a:xfrm>
        </p:grpSpPr>
        <p:grpSp>
          <p:nvGrpSpPr>
            <p:cNvPr id="1917" name="Google Shape;1769;p89"/>
            <p:cNvGrpSpPr/>
            <p:nvPr/>
          </p:nvGrpSpPr>
          <p:grpSpPr>
            <a:xfrm>
              <a:off x="9798120" y="5367240"/>
              <a:ext cx="1162080" cy="282600"/>
              <a:chOff x="9798120" y="5367240"/>
              <a:chExt cx="1162080" cy="282600"/>
            </a:xfrm>
          </p:grpSpPr>
          <p:sp>
            <p:nvSpPr>
              <p:cNvPr id="1918" name="Google Shape;1770;p89"/>
              <p:cNvSpPr/>
              <p:nvPr/>
            </p:nvSpPr>
            <p:spPr>
              <a:xfrm>
                <a:off x="979812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19" name="Google Shape;1771;p89"/>
              <p:cNvSpPr/>
              <p:nvPr/>
            </p:nvSpPr>
            <p:spPr>
              <a:xfrm>
                <a:off x="996984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0" name="Google Shape;1772;p89"/>
              <p:cNvSpPr/>
              <p:nvPr/>
            </p:nvSpPr>
            <p:spPr>
              <a:xfrm>
                <a:off x="1022472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1" name="Google Shape;1773;p89"/>
              <p:cNvSpPr/>
              <p:nvPr/>
            </p:nvSpPr>
            <p:spPr>
              <a:xfrm>
                <a:off x="1047312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2" name="Google Shape;1774;p89"/>
              <p:cNvSpPr/>
              <p:nvPr/>
            </p:nvSpPr>
            <p:spPr>
              <a:xfrm>
                <a:off x="1072152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23" name="Google Shape;1775;p89"/>
            <p:cNvGrpSpPr/>
            <p:nvPr/>
          </p:nvGrpSpPr>
          <p:grpSpPr>
            <a:xfrm>
              <a:off x="10199160" y="5727600"/>
              <a:ext cx="994680" cy="368640"/>
              <a:chOff x="10199160" y="5727600"/>
              <a:chExt cx="994680" cy="368640"/>
            </a:xfrm>
          </p:grpSpPr>
          <p:sp>
            <p:nvSpPr>
              <p:cNvPr id="1924" name="Google Shape;1776;p89"/>
              <p:cNvSpPr/>
              <p:nvPr/>
            </p:nvSpPr>
            <p:spPr>
              <a:xfrm>
                <a:off x="1019916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5" name="Google Shape;1777;p89"/>
              <p:cNvSpPr/>
              <p:nvPr/>
            </p:nvSpPr>
            <p:spPr>
              <a:xfrm>
                <a:off x="1031112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6" name="Google Shape;1778;p89"/>
              <p:cNvSpPr/>
              <p:nvPr/>
            </p:nvSpPr>
            <p:spPr>
              <a:xfrm>
                <a:off x="1058832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7" name="Google Shape;1779;p89"/>
              <p:cNvSpPr/>
              <p:nvPr/>
            </p:nvSpPr>
            <p:spPr>
              <a:xfrm>
                <a:off x="1088028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28" name="Google Shape;1780;p89"/>
              <p:cNvSpPr/>
              <p:nvPr/>
            </p:nvSpPr>
            <p:spPr>
              <a:xfrm>
                <a:off x="1099116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929" name="Google Shape;1781;p89"/>
          <p:cNvGrpSpPr/>
          <p:nvPr/>
        </p:nvGrpSpPr>
        <p:grpSpPr>
          <a:xfrm>
            <a:off x="9880920" y="5104080"/>
            <a:ext cx="577080" cy="142560"/>
            <a:chOff x="9880920" y="5104080"/>
            <a:chExt cx="577080" cy="142560"/>
          </a:xfrm>
        </p:grpSpPr>
        <p:sp>
          <p:nvSpPr>
            <p:cNvPr id="1930" name="Google Shape;1782;p89"/>
            <p:cNvSpPr/>
            <p:nvPr/>
          </p:nvSpPr>
          <p:spPr>
            <a:xfrm>
              <a:off x="10369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1" name="Google Shape;1783;p89"/>
            <p:cNvSpPr/>
            <p:nvPr/>
          </p:nvSpPr>
          <p:spPr>
            <a:xfrm>
              <a:off x="988092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2" name="Google Shape;1784;p89"/>
            <p:cNvSpPr/>
            <p:nvPr/>
          </p:nvSpPr>
          <p:spPr>
            <a:xfrm>
              <a:off x="1000728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3" name="Google Shape;1785;p89"/>
            <p:cNvSpPr/>
            <p:nvPr/>
          </p:nvSpPr>
          <p:spPr>
            <a:xfrm>
              <a:off x="1013328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4" name="Google Shape;1786;p89"/>
            <p:cNvSpPr/>
            <p:nvPr/>
          </p:nvSpPr>
          <p:spPr>
            <a:xfrm>
              <a:off x="1025172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5" name="Google Shape;1787;p89"/>
          <p:cNvSpPr/>
          <p:nvPr/>
        </p:nvSpPr>
        <p:spPr>
          <a:xfrm>
            <a:off x="690480" y="275760"/>
            <a:ext cx="377640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36" name="Google Shape;1788;p89"/>
          <p:cNvGrpSpPr/>
          <p:nvPr/>
        </p:nvGrpSpPr>
        <p:grpSpPr>
          <a:xfrm>
            <a:off x="401040" y="198360"/>
            <a:ext cx="690840" cy="690840"/>
            <a:chOff x="401040" y="198360"/>
            <a:chExt cx="690840" cy="690840"/>
          </a:xfrm>
        </p:grpSpPr>
        <p:sp>
          <p:nvSpPr>
            <p:cNvPr id="1937" name="Google Shape;1789;p89"/>
            <p:cNvSpPr/>
            <p:nvPr/>
          </p:nvSpPr>
          <p:spPr>
            <a:xfrm>
              <a:off x="401040" y="545040"/>
              <a:ext cx="344160" cy="34416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8" name="Google Shape;1790;p89"/>
            <p:cNvSpPr/>
            <p:nvPr/>
          </p:nvSpPr>
          <p:spPr>
            <a:xfrm>
              <a:off x="747720" y="198360"/>
              <a:ext cx="344160" cy="34416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39" name="Google Shape;1791;p89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40" name="Google Shape;1792;p89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1941" name="Google Shape;1793;p89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2" name="Google Shape;1794;p89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3" name="Google Shape;1795;p89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4" name="Google Shape;1796;p89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5" name="Google Shape;1797;p89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6" name="Google Shape;1798;p89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304;p57"/>
          <p:cNvSpPr/>
          <p:nvPr/>
        </p:nvSpPr>
        <p:spPr>
          <a:xfrm>
            <a:off x="-183240" y="-89640"/>
            <a:ext cx="2744640" cy="7061400"/>
          </a:xfrm>
          <a:custGeom>
            <a:avLst/>
            <a:gdLst>
              <a:gd name="textAreaLeft" fmla="*/ 0 w 2744640"/>
              <a:gd name="textAreaRight" fmla="*/ 2747160 w 2744640"/>
              <a:gd name="textAreaTop" fmla="*/ 0 h 7061400"/>
              <a:gd name="textAreaBottom" fmla="*/ 7063920 h 706140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8" name="Google Shape;305;p57"/>
          <p:cNvSpPr/>
          <p:nvPr/>
        </p:nvSpPr>
        <p:spPr>
          <a:xfrm>
            <a:off x="-183240" y="2396160"/>
            <a:ext cx="2744640" cy="4575960"/>
          </a:xfrm>
          <a:custGeom>
            <a:avLst/>
            <a:gdLst>
              <a:gd name="textAreaLeft" fmla="*/ 0 w 2744640"/>
              <a:gd name="textAreaRight" fmla="*/ 2747160 w 2744640"/>
              <a:gd name="textAreaTop" fmla="*/ 0 h 4575960"/>
              <a:gd name="textAreaBottom" fmla="*/ 4578480 h 457596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9" name="Google Shape;306;p57"/>
          <p:cNvSpPr/>
          <p:nvPr/>
        </p:nvSpPr>
        <p:spPr>
          <a:xfrm>
            <a:off x="88920" y="-102960"/>
            <a:ext cx="9536760" cy="7061400"/>
          </a:xfrm>
          <a:custGeom>
            <a:avLst/>
            <a:gdLst>
              <a:gd name="textAreaLeft" fmla="*/ 0 w 9536760"/>
              <a:gd name="textAreaRight" fmla="*/ 9539280 w 9536760"/>
              <a:gd name="textAreaTop" fmla="*/ 0 h 7061400"/>
              <a:gd name="textAreaBottom" fmla="*/ 7063920 h 706140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0" name="Google Shape;307;p57"/>
          <p:cNvSpPr/>
          <p:nvPr/>
        </p:nvSpPr>
        <p:spPr>
          <a:xfrm rot="10800000">
            <a:off x="9630360" y="-86760"/>
            <a:ext cx="2744640" cy="7061400"/>
          </a:xfrm>
          <a:custGeom>
            <a:avLst/>
            <a:gdLst>
              <a:gd name="textAreaLeft" fmla="*/ 0 w 2744640"/>
              <a:gd name="textAreaRight" fmla="*/ 2747160 w 2744640"/>
              <a:gd name="textAreaTop" fmla="*/ 0 h 7061400"/>
              <a:gd name="textAreaBottom" fmla="*/ 7063920 h 706140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1" name="Google Shape;308;p57"/>
          <p:cNvSpPr/>
          <p:nvPr/>
        </p:nvSpPr>
        <p:spPr>
          <a:xfrm rot="10800000">
            <a:off x="9630360" y="-87120"/>
            <a:ext cx="2744640" cy="4575600"/>
          </a:xfrm>
          <a:custGeom>
            <a:avLst/>
            <a:gdLst>
              <a:gd name="textAreaLeft" fmla="*/ 0 w 2744640"/>
              <a:gd name="textAreaRight" fmla="*/ 2747160 w 2744640"/>
              <a:gd name="textAreaTop" fmla="*/ 0 h 4575600"/>
              <a:gd name="textAreaBottom" fmla="*/ 4578120 h 457560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2" name="Google Shape;309;p57"/>
          <p:cNvSpPr/>
          <p:nvPr/>
        </p:nvSpPr>
        <p:spPr>
          <a:xfrm>
            <a:off x="8813880" y="1191240"/>
            <a:ext cx="1763640" cy="1763640"/>
          </a:xfrm>
          <a:custGeom>
            <a:avLst/>
            <a:gdLst>
              <a:gd name="textAreaLeft" fmla="*/ 0 w 1763640"/>
              <a:gd name="textAreaRight" fmla="*/ 1766160 w 1763640"/>
              <a:gd name="textAreaTop" fmla="*/ 0 h 1763640"/>
              <a:gd name="textAreaBottom" fmla="*/ 1766160 h 176364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Google Shape;310;p57"/>
          <p:cNvSpPr/>
          <p:nvPr/>
        </p:nvSpPr>
        <p:spPr>
          <a:xfrm>
            <a:off x="10736280" y="-116280"/>
            <a:ext cx="1260000" cy="7061400"/>
          </a:xfrm>
          <a:custGeom>
            <a:avLst/>
            <a:gdLst>
              <a:gd name="textAreaLeft" fmla="*/ 0 w 1260000"/>
              <a:gd name="textAreaRight" fmla="*/ 1262520 w 1260000"/>
              <a:gd name="textAreaTop" fmla="*/ 0 h 7061400"/>
              <a:gd name="textAreaBottom" fmla="*/ 7063920 h 706140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Google Shape;311;p57"/>
          <p:cNvSpPr/>
          <p:nvPr/>
        </p:nvSpPr>
        <p:spPr>
          <a:xfrm>
            <a:off x="7870680" y="-89640"/>
            <a:ext cx="3128400" cy="7034760"/>
          </a:xfrm>
          <a:custGeom>
            <a:avLst/>
            <a:gdLst>
              <a:gd name="textAreaLeft" fmla="*/ 0 w 3128400"/>
              <a:gd name="textAreaRight" fmla="*/ 3130920 w 3128400"/>
              <a:gd name="textAreaTop" fmla="*/ 0 h 7034760"/>
              <a:gd name="textAreaBottom" fmla="*/ 7037280 h 703476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Google Shape;312;p57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6" name="Google Shape;313;p57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7" name="Google Shape;314;p57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8" name="Google Shape;315;p57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9" name="Google Shape;316;p57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0" name="Google Shape;317;p57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Google Shape;318;p57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Google Shape;319;p57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Google Shape;320;p57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Google Shape;321;p57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7" name="Google Shape;1800;p90"/>
          <p:cNvGrpSpPr/>
          <p:nvPr/>
        </p:nvGrpSpPr>
        <p:grpSpPr>
          <a:xfrm>
            <a:off x="728640" y="3083760"/>
            <a:ext cx="7368120" cy="2431080"/>
            <a:chOff x="728640" y="3083760"/>
            <a:chExt cx="7368120" cy="2431080"/>
          </a:xfrm>
        </p:grpSpPr>
        <p:sp>
          <p:nvSpPr>
            <p:cNvPr id="1968" name="Google Shape;1801;p90"/>
            <p:cNvSpPr/>
            <p:nvPr/>
          </p:nvSpPr>
          <p:spPr>
            <a:xfrm>
              <a:off x="1363680" y="3969720"/>
              <a:ext cx="673308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9" name="Google Shape;1802;p90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0" name="Google Shape;1803;p90"/>
          <p:cNvGrpSpPr/>
          <p:nvPr/>
        </p:nvGrpSpPr>
        <p:grpSpPr>
          <a:xfrm>
            <a:off x="755280" y="2794320"/>
            <a:ext cx="690840" cy="690840"/>
            <a:chOff x="755280" y="2794320"/>
            <a:chExt cx="690840" cy="690840"/>
          </a:xfrm>
        </p:grpSpPr>
        <p:sp>
          <p:nvSpPr>
            <p:cNvPr id="1971" name="Google Shape;1804;p90"/>
            <p:cNvSpPr/>
            <p:nvPr/>
          </p:nvSpPr>
          <p:spPr>
            <a:xfrm>
              <a:off x="755280" y="3141000"/>
              <a:ext cx="344160" cy="34416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2" name="Google Shape;1805;p90"/>
            <p:cNvSpPr/>
            <p:nvPr/>
          </p:nvSpPr>
          <p:spPr>
            <a:xfrm>
              <a:off x="1101960" y="2794320"/>
              <a:ext cx="344160" cy="34416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3" name="Google Shape;1806;p90"/>
          <p:cNvGrpSpPr/>
          <p:nvPr/>
        </p:nvGrpSpPr>
        <p:grpSpPr>
          <a:xfrm>
            <a:off x="4262040" y="5098320"/>
            <a:ext cx="690840" cy="690840"/>
            <a:chOff x="4262040" y="5098320"/>
            <a:chExt cx="690840" cy="690840"/>
          </a:xfrm>
        </p:grpSpPr>
        <p:sp>
          <p:nvSpPr>
            <p:cNvPr id="1974" name="Google Shape;1807;p90"/>
            <p:cNvSpPr/>
            <p:nvPr/>
          </p:nvSpPr>
          <p:spPr>
            <a:xfrm>
              <a:off x="4262040" y="5445000"/>
              <a:ext cx="344160" cy="34416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Google Shape;1808;p90"/>
            <p:cNvSpPr/>
            <p:nvPr/>
          </p:nvSpPr>
          <p:spPr>
            <a:xfrm>
              <a:off x="4608720" y="5098320"/>
              <a:ext cx="344160" cy="34416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76" name="Google Shape;1809;p90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7" name="Google Shape;1810;p90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8" name="Google Shape;1811;p90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9" name="Google Shape;1812;p90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Google Shape;1813;p90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1" name="Google Shape;1814;p90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Google Shape;1815;p90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3" name="Google Shape;1816;p90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Google Shape;1817;p90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Google Shape;1818;p90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6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6120" cy="1102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7" name="Google Shape;1820;p90"/>
          <p:cNvGrpSpPr/>
          <p:nvPr/>
        </p:nvGrpSpPr>
        <p:grpSpPr>
          <a:xfrm>
            <a:off x="10124640" y="1269360"/>
            <a:ext cx="1467720" cy="766440"/>
            <a:chOff x="10124640" y="1269360"/>
            <a:chExt cx="1467720" cy="766440"/>
          </a:xfrm>
        </p:grpSpPr>
        <p:grpSp>
          <p:nvGrpSpPr>
            <p:cNvPr id="1988" name="Google Shape;1821;p90"/>
            <p:cNvGrpSpPr/>
            <p:nvPr/>
          </p:nvGrpSpPr>
          <p:grpSpPr>
            <a:xfrm>
              <a:off x="10124640" y="1269360"/>
              <a:ext cx="1222200" cy="297360"/>
              <a:chOff x="10124640" y="1269360"/>
              <a:chExt cx="1222200" cy="297360"/>
            </a:xfrm>
          </p:grpSpPr>
          <p:sp>
            <p:nvSpPr>
              <p:cNvPr id="1989" name="Google Shape;1822;p90"/>
              <p:cNvSpPr/>
              <p:nvPr/>
            </p:nvSpPr>
            <p:spPr>
              <a:xfrm>
                <a:off x="10124640" y="1269360"/>
                <a:ext cx="147240" cy="295920"/>
              </a:xfrm>
              <a:custGeom>
                <a:avLst/>
                <a:gdLst>
                  <a:gd name="textAreaLeft" fmla="*/ 0 w 147240"/>
                  <a:gd name="textAreaRight" fmla="*/ 149760 w 147240"/>
                  <a:gd name="textAreaTop" fmla="*/ 0 h 295920"/>
                  <a:gd name="textAreaBottom" fmla="*/ 298440 h 29592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0" name="Google Shape;1823;p90"/>
              <p:cNvSpPr/>
              <p:nvPr/>
            </p:nvSpPr>
            <p:spPr>
              <a:xfrm>
                <a:off x="10305360" y="1324800"/>
                <a:ext cx="227520" cy="241560"/>
              </a:xfrm>
              <a:custGeom>
                <a:avLst/>
                <a:gdLst>
                  <a:gd name="textAreaLeft" fmla="*/ 0 w 227520"/>
                  <a:gd name="textAreaRight" fmla="*/ 230040 w 22752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1" name="Google Shape;1824;p90"/>
              <p:cNvSpPr/>
              <p:nvPr/>
            </p:nvSpPr>
            <p:spPr>
              <a:xfrm>
                <a:off x="10573560" y="1325160"/>
                <a:ext cx="215280" cy="241560"/>
              </a:xfrm>
              <a:custGeom>
                <a:avLst/>
                <a:gdLst>
                  <a:gd name="textAreaLeft" fmla="*/ 0 w 215280"/>
                  <a:gd name="textAreaRight" fmla="*/ 217800 w 215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2" name="Google Shape;1825;p90"/>
              <p:cNvSpPr/>
              <p:nvPr/>
            </p:nvSpPr>
            <p:spPr>
              <a:xfrm>
                <a:off x="10834560" y="1325160"/>
                <a:ext cx="212400" cy="236160"/>
              </a:xfrm>
              <a:custGeom>
                <a:avLst/>
                <a:gdLst>
                  <a:gd name="textAreaLeft" fmla="*/ 0 w 212400"/>
                  <a:gd name="textAreaRight" fmla="*/ 214920 w 212400"/>
                  <a:gd name="textAreaTop" fmla="*/ 0 h 236160"/>
                  <a:gd name="textAreaBottom" fmla="*/ 238680 h 23616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3" name="Google Shape;1826;p90"/>
              <p:cNvSpPr/>
              <p:nvPr/>
            </p:nvSpPr>
            <p:spPr>
              <a:xfrm>
                <a:off x="11095560" y="132516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94" name="Google Shape;1827;p90"/>
            <p:cNvGrpSpPr/>
            <p:nvPr/>
          </p:nvGrpSpPr>
          <p:grpSpPr>
            <a:xfrm>
              <a:off x="10546560" y="1648080"/>
              <a:ext cx="1045800" cy="387720"/>
              <a:chOff x="10546560" y="1648080"/>
              <a:chExt cx="1045800" cy="387720"/>
            </a:xfrm>
          </p:grpSpPr>
          <p:sp>
            <p:nvSpPr>
              <p:cNvPr id="1995" name="Google Shape;1828;p90"/>
              <p:cNvSpPr/>
              <p:nvPr/>
            </p:nvSpPr>
            <p:spPr>
              <a:xfrm>
                <a:off x="10546560" y="1648080"/>
                <a:ext cx="64080" cy="31680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6" name="Google Shape;1829;p90"/>
              <p:cNvSpPr/>
              <p:nvPr/>
            </p:nvSpPr>
            <p:spPr>
              <a:xfrm>
                <a:off x="10664280" y="1728720"/>
                <a:ext cx="251280" cy="241560"/>
              </a:xfrm>
              <a:custGeom>
                <a:avLst/>
                <a:gdLst>
                  <a:gd name="textAreaLeft" fmla="*/ 0 w 251280"/>
                  <a:gd name="textAreaRight" fmla="*/ 253800 w 251280"/>
                  <a:gd name="textAreaTop" fmla="*/ 0 h 241560"/>
                  <a:gd name="textAreaBottom" fmla="*/ 244080 h 24156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7" name="Google Shape;1830;p90"/>
              <p:cNvSpPr/>
              <p:nvPr/>
            </p:nvSpPr>
            <p:spPr>
              <a:xfrm>
                <a:off x="10955160" y="1728720"/>
                <a:ext cx="243720" cy="307080"/>
              </a:xfrm>
              <a:custGeom>
                <a:avLst/>
                <a:gdLst>
                  <a:gd name="textAreaLeft" fmla="*/ 0 w 243720"/>
                  <a:gd name="textAreaRight" fmla="*/ 246240 w 243720"/>
                  <a:gd name="textAreaTop" fmla="*/ 0 h 307080"/>
                  <a:gd name="textAreaBottom" fmla="*/ 309600 h 30708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8" name="Google Shape;1831;p90"/>
              <p:cNvSpPr/>
              <p:nvPr/>
            </p:nvSpPr>
            <p:spPr>
              <a:xfrm>
                <a:off x="11262240" y="1648440"/>
                <a:ext cx="67680" cy="316800"/>
              </a:xfrm>
              <a:custGeom>
                <a:avLst/>
                <a:gdLst>
                  <a:gd name="textAreaLeft" fmla="*/ 0 w 67680"/>
                  <a:gd name="textAreaRight" fmla="*/ 70200 w 67680"/>
                  <a:gd name="textAreaTop" fmla="*/ 0 h 316800"/>
                  <a:gd name="textAreaBottom" fmla="*/ 319320 h 31680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9" name="Google Shape;1832;p90"/>
              <p:cNvSpPr/>
              <p:nvPr/>
            </p:nvSpPr>
            <p:spPr>
              <a:xfrm>
                <a:off x="11379240" y="1730520"/>
                <a:ext cx="213120" cy="239040"/>
              </a:xfrm>
              <a:custGeom>
                <a:avLst/>
                <a:gdLst>
                  <a:gd name="textAreaLeft" fmla="*/ 0 w 213120"/>
                  <a:gd name="textAreaRight" fmla="*/ 215640 w 213120"/>
                  <a:gd name="textAreaTop" fmla="*/ 0 h 239040"/>
                  <a:gd name="textAreaBottom" fmla="*/ 241560 h 23904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00" name="Google Shape;1833;p90"/>
          <p:cNvGrpSpPr/>
          <p:nvPr/>
        </p:nvGrpSpPr>
        <p:grpSpPr>
          <a:xfrm>
            <a:off x="10113480" y="597240"/>
            <a:ext cx="1268280" cy="572040"/>
            <a:chOff x="10113480" y="597240"/>
            <a:chExt cx="1268280" cy="572040"/>
          </a:xfrm>
        </p:grpSpPr>
        <p:grpSp>
          <p:nvGrpSpPr>
            <p:cNvPr id="2001" name="Google Shape;1834;p90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2002" name="Google Shape;1835;p90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3" name="Google Shape;1836;p90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4" name="Google Shape;1837;p90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5" name="Google Shape;1838;p90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6" name="Google Shape;1839;p90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7" name="Google Shape;1840;p90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8" name="Google Shape;1841;p90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9" name="Google Shape;1842;p90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0" name="Google Shape;1843;p90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1" name="Google Shape;1844;p90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2" name="Google Shape;1845;p90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3" name="Google Shape;1846;p90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4" name="Google Shape;1847;p90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5" name="Google Shape;1848;p90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6" name="Google Shape;1849;p90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7" name="Google Shape;1850;p90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8" name="Google Shape;1851;p90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19" name="Google Shape;1852;p90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0" name="Google Shape;1853;p90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1" name="Google Shape;1854;p90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2" name="Google Shape;1855;p90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3" name="Google Shape;1856;p90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4" name="Google Shape;1857;p90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25" name="Google Shape;1858;p90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2026" name="Google Shape;1859;p90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7" name="Google Shape;1860;p90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8" name="Google Shape;1861;p90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29" name="Google Shape;1862;p90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30" name="Google Shape;1863;p90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031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2000" cy="56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1988;p93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3" name="Google Shape;1989;p93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4" name="Google Shape;1990;p93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5" name="Google Shape;1991;p93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6" name="Google Shape;1992;p93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7" name="Google Shape;1993;p93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8" name="Google Shape;1994;p93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9" name="Google Shape;1995;p93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0" name="Google Shape;1996;p93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1" name="Google Shape;1997;p93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2" name="Google Shape;1998;p93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43" name="Google Shape;1999;p93"/>
          <p:cNvGrpSpPr/>
          <p:nvPr/>
        </p:nvGrpSpPr>
        <p:grpSpPr>
          <a:xfrm>
            <a:off x="-2185920" y="0"/>
            <a:ext cx="929880" cy="6855480"/>
            <a:chOff x="-2185920" y="0"/>
            <a:chExt cx="929880" cy="6855480"/>
          </a:xfrm>
        </p:grpSpPr>
        <p:sp>
          <p:nvSpPr>
            <p:cNvPr id="2044" name="Google Shape;2000;p93"/>
            <p:cNvSpPr/>
            <p:nvPr/>
          </p:nvSpPr>
          <p:spPr>
            <a:xfrm>
              <a:off x="-2185920" y="0"/>
              <a:ext cx="315000" cy="685548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5" name="Google Shape;2001;p93"/>
            <p:cNvSpPr/>
            <p:nvPr/>
          </p:nvSpPr>
          <p:spPr>
            <a:xfrm>
              <a:off x="-2185920" y="0"/>
              <a:ext cx="315000" cy="248652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6" name="Google Shape;2002;p93"/>
            <p:cNvSpPr/>
            <p:nvPr/>
          </p:nvSpPr>
          <p:spPr>
            <a:xfrm>
              <a:off x="-1881720" y="0"/>
              <a:ext cx="315000" cy="68554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7" name="Google Shape;2003;p93"/>
            <p:cNvSpPr/>
            <p:nvPr/>
          </p:nvSpPr>
          <p:spPr>
            <a:xfrm>
              <a:off x="-1881720" y="4368960"/>
              <a:ext cx="315000" cy="248652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8" name="Google Shape;2004;p93"/>
            <p:cNvSpPr/>
            <p:nvPr/>
          </p:nvSpPr>
          <p:spPr>
            <a:xfrm>
              <a:off x="-1571040" y="0"/>
              <a:ext cx="315000" cy="685548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9" name="Google Shape;2005;p93"/>
            <p:cNvSpPr/>
            <p:nvPr/>
          </p:nvSpPr>
          <p:spPr>
            <a:xfrm>
              <a:off x="-1571040" y="0"/>
              <a:ext cx="315000" cy="248652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50" name="Google Shape;2006;p93"/>
          <p:cNvGrpSpPr/>
          <p:nvPr/>
        </p:nvGrpSpPr>
        <p:grpSpPr>
          <a:xfrm>
            <a:off x="1734120" y="843120"/>
            <a:ext cx="1367640" cy="1093680"/>
            <a:chOff x="1734120" y="843120"/>
            <a:chExt cx="1367640" cy="1093680"/>
          </a:xfrm>
        </p:grpSpPr>
        <p:sp>
          <p:nvSpPr>
            <p:cNvPr id="2051" name="Google Shape;2007;p93"/>
            <p:cNvSpPr/>
            <p:nvPr/>
          </p:nvSpPr>
          <p:spPr>
            <a:xfrm>
              <a:off x="2282400" y="8431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2" name="Google Shape;2008;p93"/>
            <p:cNvSpPr/>
            <p:nvPr/>
          </p:nvSpPr>
          <p:spPr>
            <a:xfrm>
              <a:off x="200808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3" name="Google Shape;2009;p93"/>
            <p:cNvSpPr/>
            <p:nvPr/>
          </p:nvSpPr>
          <p:spPr>
            <a:xfrm>
              <a:off x="17341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4" name="Google Shape;2010;p93"/>
            <p:cNvSpPr/>
            <p:nvPr/>
          </p:nvSpPr>
          <p:spPr>
            <a:xfrm>
              <a:off x="17341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5" name="Google Shape;2011;p93"/>
            <p:cNvSpPr/>
            <p:nvPr/>
          </p:nvSpPr>
          <p:spPr>
            <a:xfrm>
              <a:off x="200808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6" name="Google Shape;2012;p93"/>
            <p:cNvSpPr/>
            <p:nvPr/>
          </p:nvSpPr>
          <p:spPr>
            <a:xfrm>
              <a:off x="228240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7" name="Google Shape;2013;p93"/>
            <p:cNvSpPr/>
            <p:nvPr/>
          </p:nvSpPr>
          <p:spPr>
            <a:xfrm>
              <a:off x="255636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8" name="Google Shape;2014;p93"/>
            <p:cNvSpPr/>
            <p:nvPr/>
          </p:nvSpPr>
          <p:spPr>
            <a:xfrm>
              <a:off x="28303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9" name="Google Shape;2015;p93"/>
            <p:cNvSpPr/>
            <p:nvPr/>
          </p:nvSpPr>
          <p:spPr>
            <a:xfrm>
              <a:off x="28303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0" name="Google Shape;2016;p93"/>
            <p:cNvSpPr/>
            <p:nvPr/>
          </p:nvSpPr>
          <p:spPr>
            <a:xfrm>
              <a:off x="255636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061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4280" cy="614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062" name="Google Shape;2018;p93"/>
          <p:cNvGrpSpPr/>
          <p:nvPr/>
        </p:nvGrpSpPr>
        <p:grpSpPr>
          <a:xfrm>
            <a:off x="1684080" y="792720"/>
            <a:ext cx="1367640" cy="1093680"/>
            <a:chOff x="1684080" y="792720"/>
            <a:chExt cx="1367640" cy="1093680"/>
          </a:xfrm>
        </p:grpSpPr>
        <p:sp>
          <p:nvSpPr>
            <p:cNvPr id="2063" name="Google Shape;2019;p93"/>
            <p:cNvSpPr/>
            <p:nvPr/>
          </p:nvSpPr>
          <p:spPr>
            <a:xfrm>
              <a:off x="2232000" y="7927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4" name="Google Shape;2020;p93"/>
            <p:cNvSpPr/>
            <p:nvPr/>
          </p:nvSpPr>
          <p:spPr>
            <a:xfrm>
              <a:off x="195804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5" name="Google Shape;2021;p93"/>
            <p:cNvSpPr/>
            <p:nvPr/>
          </p:nvSpPr>
          <p:spPr>
            <a:xfrm>
              <a:off x="16840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6" name="Google Shape;2022;p93"/>
            <p:cNvSpPr/>
            <p:nvPr/>
          </p:nvSpPr>
          <p:spPr>
            <a:xfrm>
              <a:off x="16840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7" name="Google Shape;2023;p93"/>
            <p:cNvSpPr/>
            <p:nvPr/>
          </p:nvSpPr>
          <p:spPr>
            <a:xfrm>
              <a:off x="195804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8" name="Google Shape;2024;p93"/>
            <p:cNvSpPr/>
            <p:nvPr/>
          </p:nvSpPr>
          <p:spPr>
            <a:xfrm>
              <a:off x="223200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9" name="Google Shape;2025;p93"/>
            <p:cNvSpPr/>
            <p:nvPr/>
          </p:nvSpPr>
          <p:spPr>
            <a:xfrm>
              <a:off x="250632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0" name="Google Shape;2026;p93"/>
            <p:cNvSpPr/>
            <p:nvPr/>
          </p:nvSpPr>
          <p:spPr>
            <a:xfrm>
              <a:off x="2780280" y="16149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1" name="Google Shape;2027;p93"/>
            <p:cNvSpPr/>
            <p:nvPr/>
          </p:nvSpPr>
          <p:spPr>
            <a:xfrm>
              <a:off x="2780280" y="13410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2" name="Google Shape;2028;p93"/>
            <p:cNvSpPr/>
            <p:nvPr/>
          </p:nvSpPr>
          <p:spPr>
            <a:xfrm>
              <a:off x="2506320" y="106668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73" name="Google Shape;2029;p93"/>
          <p:cNvSpPr/>
          <p:nvPr/>
        </p:nvSpPr>
        <p:spPr>
          <a:xfrm>
            <a:off x="690480" y="275760"/>
            <a:ext cx="3776400" cy="154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4" name="Google Shape;2030;p93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75" name="Google Shape;2031;p93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2076" name="Google Shape;2032;p93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7" name="Google Shape;2033;p93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8" name="Google Shape;2034;p93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9" name="Google Shape;2035;p93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0" name="Google Shape;2036;p93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1" name="Google Shape;2037;p93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82" name="Google Shape;2038;p93"/>
          <p:cNvGrpSpPr/>
          <p:nvPr/>
        </p:nvGrpSpPr>
        <p:grpSpPr>
          <a:xfrm>
            <a:off x="401040" y="198360"/>
            <a:ext cx="690840" cy="690840"/>
            <a:chOff x="401040" y="198360"/>
            <a:chExt cx="690840" cy="690840"/>
          </a:xfrm>
        </p:grpSpPr>
        <p:sp>
          <p:nvSpPr>
            <p:cNvPr id="2083" name="Google Shape;2039;p93"/>
            <p:cNvSpPr/>
            <p:nvPr/>
          </p:nvSpPr>
          <p:spPr>
            <a:xfrm>
              <a:off x="401040" y="545040"/>
              <a:ext cx="344160" cy="34416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4" name="Google Shape;2040;p93"/>
            <p:cNvSpPr/>
            <p:nvPr/>
          </p:nvSpPr>
          <p:spPr>
            <a:xfrm>
              <a:off x="747720" y="198360"/>
              <a:ext cx="344160" cy="34416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85" name="Google Shape;2041;p93"/>
          <p:cNvGrpSpPr/>
          <p:nvPr/>
        </p:nvGrpSpPr>
        <p:grpSpPr>
          <a:xfrm>
            <a:off x="9798120" y="5367240"/>
            <a:ext cx="1395720" cy="729000"/>
            <a:chOff x="9798120" y="5367240"/>
            <a:chExt cx="1395720" cy="729000"/>
          </a:xfrm>
        </p:grpSpPr>
        <p:grpSp>
          <p:nvGrpSpPr>
            <p:cNvPr id="2086" name="Google Shape;2042;p93"/>
            <p:cNvGrpSpPr/>
            <p:nvPr/>
          </p:nvGrpSpPr>
          <p:grpSpPr>
            <a:xfrm>
              <a:off x="9798120" y="5367240"/>
              <a:ext cx="1162080" cy="282600"/>
              <a:chOff x="9798120" y="5367240"/>
              <a:chExt cx="1162080" cy="282600"/>
            </a:xfrm>
          </p:grpSpPr>
          <p:sp>
            <p:nvSpPr>
              <p:cNvPr id="2087" name="Google Shape;2043;p93"/>
              <p:cNvSpPr/>
              <p:nvPr/>
            </p:nvSpPr>
            <p:spPr>
              <a:xfrm>
                <a:off x="979812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8" name="Google Shape;2044;p93"/>
              <p:cNvSpPr/>
              <p:nvPr/>
            </p:nvSpPr>
            <p:spPr>
              <a:xfrm>
                <a:off x="996984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9" name="Google Shape;2045;p93"/>
              <p:cNvSpPr/>
              <p:nvPr/>
            </p:nvSpPr>
            <p:spPr>
              <a:xfrm>
                <a:off x="1022472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0" name="Google Shape;2046;p93"/>
              <p:cNvSpPr/>
              <p:nvPr/>
            </p:nvSpPr>
            <p:spPr>
              <a:xfrm>
                <a:off x="1047312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1" name="Google Shape;2047;p93"/>
              <p:cNvSpPr/>
              <p:nvPr/>
            </p:nvSpPr>
            <p:spPr>
              <a:xfrm>
                <a:off x="1072152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92" name="Google Shape;2048;p93"/>
            <p:cNvGrpSpPr/>
            <p:nvPr/>
          </p:nvGrpSpPr>
          <p:grpSpPr>
            <a:xfrm>
              <a:off x="10199160" y="5727600"/>
              <a:ext cx="994680" cy="368640"/>
              <a:chOff x="10199160" y="5727600"/>
              <a:chExt cx="994680" cy="368640"/>
            </a:xfrm>
          </p:grpSpPr>
          <p:sp>
            <p:nvSpPr>
              <p:cNvPr id="2093" name="Google Shape;2049;p93"/>
              <p:cNvSpPr/>
              <p:nvPr/>
            </p:nvSpPr>
            <p:spPr>
              <a:xfrm>
                <a:off x="1019916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4" name="Google Shape;2050;p93"/>
              <p:cNvSpPr/>
              <p:nvPr/>
            </p:nvSpPr>
            <p:spPr>
              <a:xfrm>
                <a:off x="1031112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5" name="Google Shape;2051;p93"/>
              <p:cNvSpPr/>
              <p:nvPr/>
            </p:nvSpPr>
            <p:spPr>
              <a:xfrm>
                <a:off x="1058832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6" name="Google Shape;2052;p93"/>
              <p:cNvSpPr/>
              <p:nvPr/>
            </p:nvSpPr>
            <p:spPr>
              <a:xfrm>
                <a:off x="1088028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7" name="Google Shape;2053;p93"/>
              <p:cNvSpPr/>
              <p:nvPr/>
            </p:nvSpPr>
            <p:spPr>
              <a:xfrm>
                <a:off x="1099116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98" name="Google Shape;2054;p93"/>
          <p:cNvGrpSpPr/>
          <p:nvPr/>
        </p:nvGrpSpPr>
        <p:grpSpPr>
          <a:xfrm>
            <a:off x="9880920" y="5104080"/>
            <a:ext cx="577080" cy="142560"/>
            <a:chOff x="9880920" y="5104080"/>
            <a:chExt cx="577080" cy="142560"/>
          </a:xfrm>
        </p:grpSpPr>
        <p:sp>
          <p:nvSpPr>
            <p:cNvPr id="2099" name="Google Shape;2055;p93"/>
            <p:cNvSpPr/>
            <p:nvPr/>
          </p:nvSpPr>
          <p:spPr>
            <a:xfrm>
              <a:off x="10369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0" name="Google Shape;2056;p93"/>
            <p:cNvSpPr/>
            <p:nvPr/>
          </p:nvSpPr>
          <p:spPr>
            <a:xfrm>
              <a:off x="988092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1" name="Google Shape;2057;p93"/>
            <p:cNvSpPr/>
            <p:nvPr/>
          </p:nvSpPr>
          <p:spPr>
            <a:xfrm>
              <a:off x="1000728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2" name="Google Shape;2058;p93"/>
            <p:cNvSpPr/>
            <p:nvPr/>
          </p:nvSpPr>
          <p:spPr>
            <a:xfrm>
              <a:off x="1013328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3" name="Google Shape;2059;p93"/>
            <p:cNvSpPr/>
            <p:nvPr/>
          </p:nvSpPr>
          <p:spPr>
            <a:xfrm>
              <a:off x="1025172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512;p65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513;p65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6" name="Google Shape;514;p65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7" name="Google Shape;515;p65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8" name="Google Shape;516;p65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Google Shape;517;p65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0" name="Google Shape;518;p65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1" name="Google Shape;519;p65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2" name="Google Shape;520;p65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3" name="Google Shape;521;p65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14" name="Google Shape;522;p65"/>
          <p:cNvGrpSpPr/>
          <p:nvPr/>
        </p:nvGrpSpPr>
        <p:grpSpPr>
          <a:xfrm>
            <a:off x="7106040" y="1171080"/>
            <a:ext cx="2655360" cy="1624680"/>
            <a:chOff x="7106040" y="1171080"/>
            <a:chExt cx="2655360" cy="1624680"/>
          </a:xfrm>
        </p:grpSpPr>
        <p:grpSp>
          <p:nvGrpSpPr>
            <p:cNvPr id="2115" name="Google Shape;523;p65"/>
            <p:cNvGrpSpPr/>
            <p:nvPr/>
          </p:nvGrpSpPr>
          <p:grpSpPr>
            <a:xfrm>
              <a:off x="7106040" y="1171080"/>
              <a:ext cx="1299240" cy="1624680"/>
              <a:chOff x="7106040" y="1171080"/>
              <a:chExt cx="1299240" cy="1624680"/>
            </a:xfrm>
          </p:grpSpPr>
          <p:sp>
            <p:nvSpPr>
              <p:cNvPr id="2116" name="Google Shape;524;p65"/>
              <p:cNvSpPr/>
              <p:nvPr/>
            </p:nvSpPr>
            <p:spPr>
              <a:xfrm>
                <a:off x="8082360" y="182196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7" name="Google Shape;525;p65"/>
              <p:cNvSpPr/>
              <p:nvPr/>
            </p:nvSpPr>
            <p:spPr>
              <a:xfrm>
                <a:off x="7756920" y="149652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8" name="Google Shape;526;p65"/>
              <p:cNvSpPr/>
              <p:nvPr/>
            </p:nvSpPr>
            <p:spPr>
              <a:xfrm>
                <a:off x="7431480" y="117108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19" name="Google Shape;527;p65"/>
              <p:cNvSpPr/>
              <p:nvPr/>
            </p:nvSpPr>
            <p:spPr>
              <a:xfrm>
                <a:off x="7106040" y="117108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0" name="Google Shape;528;p65"/>
              <p:cNvSpPr/>
              <p:nvPr/>
            </p:nvSpPr>
            <p:spPr>
              <a:xfrm>
                <a:off x="7756920" y="214740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1" name="Google Shape;529;p65"/>
              <p:cNvSpPr/>
              <p:nvPr/>
            </p:nvSpPr>
            <p:spPr>
              <a:xfrm>
                <a:off x="7431480" y="247284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22" name="Google Shape;530;p65"/>
              <p:cNvSpPr/>
              <p:nvPr/>
            </p:nvSpPr>
            <p:spPr>
              <a:xfrm>
                <a:off x="7106040" y="2472840"/>
                <a:ext cx="322920" cy="322920"/>
              </a:xfrm>
              <a:custGeom>
                <a:avLst/>
                <a:gdLst>
                  <a:gd name="textAreaLeft" fmla="*/ 0 w 322920"/>
                  <a:gd name="textAreaRight" fmla="*/ 325440 w 322920"/>
                  <a:gd name="textAreaTop" fmla="*/ 0 h 322920"/>
                  <a:gd name="textAreaBottom" fmla="*/ 325440 h 32292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23" name="Google Shape;531;p65"/>
            <p:cNvSpPr/>
            <p:nvPr/>
          </p:nvSpPr>
          <p:spPr>
            <a:xfrm>
              <a:off x="9438480" y="18219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4" name="Google Shape;532;p65"/>
            <p:cNvSpPr/>
            <p:nvPr/>
          </p:nvSpPr>
          <p:spPr>
            <a:xfrm>
              <a:off x="9113040" y="14965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5" name="Google Shape;533;p65"/>
            <p:cNvSpPr/>
            <p:nvPr/>
          </p:nvSpPr>
          <p:spPr>
            <a:xfrm>
              <a:off x="8787600" y="11710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6" name="Google Shape;534;p65"/>
            <p:cNvSpPr/>
            <p:nvPr/>
          </p:nvSpPr>
          <p:spPr>
            <a:xfrm>
              <a:off x="8462160" y="11710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7" name="Google Shape;535;p65"/>
            <p:cNvSpPr/>
            <p:nvPr/>
          </p:nvSpPr>
          <p:spPr>
            <a:xfrm>
              <a:off x="9113040" y="21474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8" name="Google Shape;536;p65"/>
            <p:cNvSpPr/>
            <p:nvPr/>
          </p:nvSpPr>
          <p:spPr>
            <a:xfrm>
              <a:off x="8787600" y="24728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9" name="Google Shape;537;p65"/>
            <p:cNvSpPr/>
            <p:nvPr/>
          </p:nvSpPr>
          <p:spPr>
            <a:xfrm>
              <a:off x="8462160" y="24728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30" name="Google Shape;538;p65"/>
          <p:cNvGrpSpPr/>
          <p:nvPr/>
        </p:nvGrpSpPr>
        <p:grpSpPr>
          <a:xfrm>
            <a:off x="9655560" y="4093560"/>
            <a:ext cx="1624680" cy="1624680"/>
            <a:chOff x="9655560" y="4093560"/>
            <a:chExt cx="1624680" cy="1624680"/>
          </a:xfrm>
        </p:grpSpPr>
        <p:sp>
          <p:nvSpPr>
            <p:cNvPr id="2131" name="Google Shape;539;p65"/>
            <p:cNvSpPr/>
            <p:nvPr/>
          </p:nvSpPr>
          <p:spPr>
            <a:xfrm>
              <a:off x="10306440" y="4093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2" name="Google Shape;540;p65"/>
            <p:cNvSpPr/>
            <p:nvPr/>
          </p:nvSpPr>
          <p:spPr>
            <a:xfrm>
              <a:off x="9981000" y="4093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3" name="Google Shape;541;p65"/>
            <p:cNvSpPr/>
            <p:nvPr/>
          </p:nvSpPr>
          <p:spPr>
            <a:xfrm>
              <a:off x="9655560" y="4419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4" name="Google Shape;542;p65"/>
            <p:cNvSpPr/>
            <p:nvPr/>
          </p:nvSpPr>
          <p:spPr>
            <a:xfrm>
              <a:off x="9655560" y="47444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5" name="Google Shape;543;p65"/>
            <p:cNvSpPr/>
            <p:nvPr/>
          </p:nvSpPr>
          <p:spPr>
            <a:xfrm>
              <a:off x="9655560" y="50698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6" name="Google Shape;544;p65"/>
            <p:cNvSpPr/>
            <p:nvPr/>
          </p:nvSpPr>
          <p:spPr>
            <a:xfrm>
              <a:off x="9981000" y="53953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7" name="Google Shape;545;p65"/>
            <p:cNvSpPr/>
            <p:nvPr/>
          </p:nvSpPr>
          <p:spPr>
            <a:xfrm>
              <a:off x="10306440" y="53953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8" name="Google Shape;546;p65"/>
            <p:cNvSpPr/>
            <p:nvPr/>
          </p:nvSpPr>
          <p:spPr>
            <a:xfrm>
              <a:off x="10631880" y="53953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9" name="Google Shape;547;p65"/>
            <p:cNvSpPr/>
            <p:nvPr/>
          </p:nvSpPr>
          <p:spPr>
            <a:xfrm>
              <a:off x="10957320" y="50698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0" name="Google Shape;548;p65"/>
            <p:cNvSpPr/>
            <p:nvPr/>
          </p:nvSpPr>
          <p:spPr>
            <a:xfrm>
              <a:off x="10957320" y="47444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1" name="Google Shape;549;p65"/>
            <p:cNvSpPr/>
            <p:nvPr/>
          </p:nvSpPr>
          <p:spPr>
            <a:xfrm>
              <a:off x="10957320" y="4419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2" name="Google Shape;550;p65"/>
            <p:cNvSpPr/>
            <p:nvPr/>
          </p:nvSpPr>
          <p:spPr>
            <a:xfrm>
              <a:off x="10631880" y="4093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3" name="Google Shape;551;p65"/>
          <p:cNvGrpSpPr/>
          <p:nvPr/>
        </p:nvGrpSpPr>
        <p:grpSpPr>
          <a:xfrm>
            <a:off x="3376080" y="4487040"/>
            <a:ext cx="1624680" cy="1298880"/>
            <a:chOff x="3376080" y="4487040"/>
            <a:chExt cx="1624680" cy="1298880"/>
          </a:xfrm>
        </p:grpSpPr>
        <p:sp>
          <p:nvSpPr>
            <p:cNvPr id="2144" name="Google Shape;552;p65"/>
            <p:cNvSpPr/>
            <p:nvPr/>
          </p:nvSpPr>
          <p:spPr>
            <a:xfrm>
              <a:off x="4026960" y="44870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5" name="Google Shape;553;p65"/>
            <p:cNvSpPr/>
            <p:nvPr/>
          </p:nvSpPr>
          <p:spPr>
            <a:xfrm>
              <a:off x="3701520" y="48124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6" name="Google Shape;554;p65"/>
            <p:cNvSpPr/>
            <p:nvPr/>
          </p:nvSpPr>
          <p:spPr>
            <a:xfrm>
              <a:off x="3376080" y="5137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7" name="Google Shape;555;p65"/>
            <p:cNvSpPr/>
            <p:nvPr/>
          </p:nvSpPr>
          <p:spPr>
            <a:xfrm>
              <a:off x="3376080" y="5463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8" name="Google Shape;556;p65"/>
            <p:cNvSpPr/>
            <p:nvPr/>
          </p:nvSpPr>
          <p:spPr>
            <a:xfrm>
              <a:off x="3701520" y="5463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9" name="Google Shape;557;p65"/>
            <p:cNvSpPr/>
            <p:nvPr/>
          </p:nvSpPr>
          <p:spPr>
            <a:xfrm>
              <a:off x="4026960" y="5463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0" name="Google Shape;558;p65"/>
            <p:cNvSpPr/>
            <p:nvPr/>
          </p:nvSpPr>
          <p:spPr>
            <a:xfrm>
              <a:off x="4352400" y="5463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1" name="Google Shape;559;p65"/>
            <p:cNvSpPr/>
            <p:nvPr/>
          </p:nvSpPr>
          <p:spPr>
            <a:xfrm>
              <a:off x="4677840" y="54630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2" name="Google Shape;560;p65"/>
            <p:cNvSpPr/>
            <p:nvPr/>
          </p:nvSpPr>
          <p:spPr>
            <a:xfrm>
              <a:off x="4677840" y="5137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3" name="Google Shape;561;p65"/>
            <p:cNvSpPr/>
            <p:nvPr/>
          </p:nvSpPr>
          <p:spPr>
            <a:xfrm>
              <a:off x="4352400" y="48124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54" name="Google Shape;562;p65"/>
          <p:cNvGrpSpPr/>
          <p:nvPr/>
        </p:nvGrpSpPr>
        <p:grpSpPr>
          <a:xfrm>
            <a:off x="1366200" y="1070280"/>
            <a:ext cx="2275200" cy="2275200"/>
            <a:chOff x="1366200" y="1070280"/>
            <a:chExt cx="2275200" cy="2275200"/>
          </a:xfrm>
        </p:grpSpPr>
        <p:sp>
          <p:nvSpPr>
            <p:cNvPr id="2155" name="Google Shape;563;p65"/>
            <p:cNvSpPr/>
            <p:nvPr/>
          </p:nvSpPr>
          <p:spPr>
            <a:xfrm>
              <a:off x="136620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6" name="Google Shape;564;p65"/>
            <p:cNvSpPr/>
            <p:nvPr/>
          </p:nvSpPr>
          <p:spPr>
            <a:xfrm>
              <a:off x="169164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7" name="Google Shape;565;p65"/>
            <p:cNvSpPr/>
            <p:nvPr/>
          </p:nvSpPr>
          <p:spPr>
            <a:xfrm>
              <a:off x="201708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8" name="Google Shape;566;p65"/>
            <p:cNvSpPr/>
            <p:nvPr/>
          </p:nvSpPr>
          <p:spPr>
            <a:xfrm>
              <a:off x="234252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9" name="Google Shape;567;p65"/>
            <p:cNvSpPr/>
            <p:nvPr/>
          </p:nvSpPr>
          <p:spPr>
            <a:xfrm>
              <a:off x="266760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0" name="Google Shape;568;p65"/>
            <p:cNvSpPr/>
            <p:nvPr/>
          </p:nvSpPr>
          <p:spPr>
            <a:xfrm>
              <a:off x="299304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Google Shape;569;p65"/>
            <p:cNvSpPr/>
            <p:nvPr/>
          </p:nvSpPr>
          <p:spPr>
            <a:xfrm>
              <a:off x="3318480" y="30225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Google Shape;570;p65"/>
            <p:cNvSpPr/>
            <p:nvPr/>
          </p:nvSpPr>
          <p:spPr>
            <a:xfrm>
              <a:off x="3318480" y="26971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Google Shape;571;p65"/>
            <p:cNvSpPr/>
            <p:nvPr/>
          </p:nvSpPr>
          <p:spPr>
            <a:xfrm>
              <a:off x="3318480" y="23716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572;p65"/>
            <p:cNvSpPr/>
            <p:nvPr/>
          </p:nvSpPr>
          <p:spPr>
            <a:xfrm>
              <a:off x="3318480" y="20462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5" name="Google Shape;573;p65"/>
            <p:cNvSpPr/>
            <p:nvPr/>
          </p:nvSpPr>
          <p:spPr>
            <a:xfrm>
              <a:off x="3318480" y="17208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Google Shape;574;p65"/>
            <p:cNvSpPr/>
            <p:nvPr/>
          </p:nvSpPr>
          <p:spPr>
            <a:xfrm>
              <a:off x="2993040" y="13953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Google Shape;575;p65"/>
            <p:cNvSpPr/>
            <p:nvPr/>
          </p:nvSpPr>
          <p:spPr>
            <a:xfrm>
              <a:off x="2667600" y="10702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Google Shape;576;p65"/>
            <p:cNvSpPr/>
            <p:nvPr/>
          </p:nvSpPr>
          <p:spPr>
            <a:xfrm>
              <a:off x="2342520" y="10702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9" name="Google Shape;577;p65"/>
            <p:cNvSpPr/>
            <p:nvPr/>
          </p:nvSpPr>
          <p:spPr>
            <a:xfrm>
              <a:off x="2017080" y="10702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0" name="Google Shape;578;p65"/>
            <p:cNvSpPr/>
            <p:nvPr/>
          </p:nvSpPr>
          <p:spPr>
            <a:xfrm>
              <a:off x="1691640" y="139536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1" name="Google Shape;579;p65"/>
            <p:cNvSpPr/>
            <p:nvPr/>
          </p:nvSpPr>
          <p:spPr>
            <a:xfrm>
              <a:off x="1366200" y="172080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2" name="Google Shape;580;p65"/>
            <p:cNvSpPr/>
            <p:nvPr/>
          </p:nvSpPr>
          <p:spPr>
            <a:xfrm>
              <a:off x="1366200" y="204624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3" name="Google Shape;581;p65"/>
            <p:cNvSpPr/>
            <p:nvPr/>
          </p:nvSpPr>
          <p:spPr>
            <a:xfrm>
              <a:off x="1366200" y="237168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4" name="Google Shape;582;p65"/>
            <p:cNvSpPr/>
            <p:nvPr/>
          </p:nvSpPr>
          <p:spPr>
            <a:xfrm>
              <a:off x="1366200" y="2697120"/>
              <a:ext cx="322920" cy="322920"/>
            </a:xfrm>
            <a:custGeom>
              <a:avLst/>
              <a:gdLst>
                <a:gd name="textAreaLeft" fmla="*/ 0 w 322920"/>
                <a:gd name="textAreaRight" fmla="*/ 325440 w 322920"/>
                <a:gd name="textAreaTop" fmla="*/ 0 h 322920"/>
                <a:gd name="textAreaBottom" fmla="*/ 325440 h 32292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175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92;p95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2193;p95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0" name="Google Shape;2194;p95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1" name="Google Shape;2195;p95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2" name="Google Shape;2196;p95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2197;p95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Google Shape;2198;p95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5" name="Google Shape;2199;p95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6" name="Google Shape;2200;p95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7" name="Google Shape;2201;p95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8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3640" cy="42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9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6280" cy="2006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0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4280" cy="94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1" name="Google Shape;99;p51"/>
          <p:cNvSpPr/>
          <p:nvPr/>
        </p:nvSpPr>
        <p:spPr>
          <a:xfrm>
            <a:off x="-65160" y="0"/>
            <a:ext cx="2729520" cy="480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2" name="Google Shape;100;p51"/>
          <p:cNvSpPr/>
          <p:nvPr/>
        </p:nvSpPr>
        <p:spPr>
          <a:xfrm flipH="1">
            <a:off x="7617960" y="-2880"/>
            <a:ext cx="4634640" cy="480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3" name="Google Shape;101;p51"/>
          <p:cNvSpPr/>
          <p:nvPr/>
        </p:nvSpPr>
        <p:spPr>
          <a:xfrm>
            <a:off x="2362320" y="0"/>
            <a:ext cx="5655240" cy="480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4" name="Google Shape;102;p51"/>
          <p:cNvSpPr/>
          <p:nvPr/>
        </p:nvSpPr>
        <p:spPr>
          <a:xfrm flipH="1" rot="10800000">
            <a:off x="5630760" y="5932080"/>
            <a:ext cx="6624000" cy="9442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5" name="Google Shape;103;p51"/>
          <p:cNvSpPr/>
          <p:nvPr/>
        </p:nvSpPr>
        <p:spPr>
          <a:xfrm rot="10800000">
            <a:off x="-62640" y="5935320"/>
            <a:ext cx="8082720" cy="9442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96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3320" cy="5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7" name="Google Shape;105;p51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8" name="Google Shape;106;p51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9" name="Google Shape;107;p51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0" name="Google Shape;108;p51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1" name="Google Shape;109;p51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2" name="Google Shape;110;p51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3" name="Google Shape;111;p51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4" name="Google Shape;112;p51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5" name="Google Shape;113;p51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6" name="Google Shape;114;p51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116;p52"/>
          <p:cNvSpPr/>
          <p:nvPr/>
        </p:nvSpPr>
        <p:spPr>
          <a:xfrm>
            <a:off x="-117720" y="-135720"/>
            <a:ext cx="6409800" cy="7086240"/>
          </a:xfrm>
          <a:custGeom>
            <a:avLst/>
            <a:gdLst>
              <a:gd name="textAreaLeft" fmla="*/ 0 w 6409800"/>
              <a:gd name="textAreaRight" fmla="*/ 6412320 w 6409800"/>
              <a:gd name="textAreaTop" fmla="*/ 0 h 7086240"/>
              <a:gd name="textAreaBottom" fmla="*/ 7088760 h 708624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10" name="Google Shape;117;p52"/>
          <p:cNvGrpSpPr/>
          <p:nvPr/>
        </p:nvGrpSpPr>
        <p:grpSpPr>
          <a:xfrm>
            <a:off x="546840" y="-1471320"/>
            <a:ext cx="5483880" cy="8856720"/>
            <a:chOff x="546840" y="-1471320"/>
            <a:chExt cx="5483880" cy="8856720"/>
          </a:xfrm>
        </p:grpSpPr>
        <p:grpSp>
          <p:nvGrpSpPr>
            <p:cNvPr id="2211" name="Google Shape;118;p52"/>
            <p:cNvGrpSpPr/>
            <p:nvPr/>
          </p:nvGrpSpPr>
          <p:grpSpPr>
            <a:xfrm>
              <a:off x="670320" y="4783320"/>
              <a:ext cx="1052640" cy="1052640"/>
              <a:chOff x="670320" y="4783320"/>
              <a:chExt cx="1052640" cy="1052640"/>
            </a:xfrm>
          </p:grpSpPr>
          <p:sp>
            <p:nvSpPr>
              <p:cNvPr id="2212" name="Google Shape;119;p52"/>
              <p:cNvSpPr/>
              <p:nvPr/>
            </p:nvSpPr>
            <p:spPr>
              <a:xfrm>
                <a:off x="1092240" y="47833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3" name="Google Shape;120;p52"/>
              <p:cNvSpPr/>
              <p:nvPr/>
            </p:nvSpPr>
            <p:spPr>
              <a:xfrm>
                <a:off x="881280" y="47833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4" name="Google Shape;121;p52"/>
              <p:cNvSpPr/>
              <p:nvPr/>
            </p:nvSpPr>
            <p:spPr>
              <a:xfrm>
                <a:off x="670320" y="499428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5" name="Google Shape;122;p52"/>
              <p:cNvSpPr/>
              <p:nvPr/>
            </p:nvSpPr>
            <p:spPr>
              <a:xfrm>
                <a:off x="670320" y="520560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6" name="Google Shape;123;p52"/>
              <p:cNvSpPr/>
              <p:nvPr/>
            </p:nvSpPr>
            <p:spPr>
              <a:xfrm>
                <a:off x="670320" y="541656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7" name="Google Shape;124;p52"/>
              <p:cNvSpPr/>
              <p:nvPr/>
            </p:nvSpPr>
            <p:spPr>
              <a:xfrm>
                <a:off x="881280" y="56275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8" name="Google Shape;125;p52"/>
              <p:cNvSpPr/>
              <p:nvPr/>
            </p:nvSpPr>
            <p:spPr>
              <a:xfrm>
                <a:off x="1092240" y="56275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19" name="Google Shape;126;p52"/>
              <p:cNvSpPr/>
              <p:nvPr/>
            </p:nvSpPr>
            <p:spPr>
              <a:xfrm>
                <a:off x="1303560" y="56275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0" name="Google Shape;127;p52"/>
              <p:cNvSpPr/>
              <p:nvPr/>
            </p:nvSpPr>
            <p:spPr>
              <a:xfrm>
                <a:off x="1514520" y="541656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1" name="Google Shape;128;p52"/>
              <p:cNvSpPr/>
              <p:nvPr/>
            </p:nvSpPr>
            <p:spPr>
              <a:xfrm>
                <a:off x="1514520" y="520560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2" name="Google Shape;129;p52"/>
              <p:cNvSpPr/>
              <p:nvPr/>
            </p:nvSpPr>
            <p:spPr>
              <a:xfrm>
                <a:off x="1514520" y="499428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3" name="Google Shape;130;p52"/>
              <p:cNvSpPr/>
              <p:nvPr/>
            </p:nvSpPr>
            <p:spPr>
              <a:xfrm>
                <a:off x="1303560" y="4783320"/>
                <a:ext cx="208440" cy="208440"/>
              </a:xfrm>
              <a:custGeom>
                <a:avLst/>
                <a:gdLst>
                  <a:gd name="textAreaLeft" fmla="*/ 0 w 208440"/>
                  <a:gd name="textAreaRight" fmla="*/ 210960 w 208440"/>
                  <a:gd name="textAreaTop" fmla="*/ 0 h 208440"/>
                  <a:gd name="textAreaBottom" fmla="*/ 210960 h 20844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24" name="Google Shape;131;p52"/>
            <p:cNvSpPr/>
            <p:nvPr/>
          </p:nvSpPr>
          <p:spPr>
            <a:xfrm>
              <a:off x="546840" y="-1471320"/>
              <a:ext cx="1474920" cy="8856720"/>
            </a:xfrm>
            <a:custGeom>
              <a:avLst/>
              <a:gdLst>
                <a:gd name="textAreaLeft" fmla="*/ 0 w 1474920"/>
                <a:gd name="textAreaRight" fmla="*/ 1477440 w 1474920"/>
                <a:gd name="textAreaTop" fmla="*/ 0 h 8856720"/>
                <a:gd name="textAreaBottom" fmla="*/ 8859240 h 885672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25" name="Google Shape;132;p52"/>
            <p:cNvGrpSpPr/>
            <p:nvPr/>
          </p:nvGrpSpPr>
          <p:grpSpPr>
            <a:xfrm>
              <a:off x="2882520" y="-230040"/>
              <a:ext cx="3148200" cy="2951280"/>
              <a:chOff x="2882520" y="-230040"/>
              <a:chExt cx="3148200" cy="2951280"/>
            </a:xfrm>
          </p:grpSpPr>
          <p:sp>
            <p:nvSpPr>
              <p:cNvPr id="2226" name="Google Shape;133;p52"/>
              <p:cNvSpPr/>
              <p:nvPr/>
            </p:nvSpPr>
            <p:spPr>
              <a:xfrm>
                <a:off x="3867120" y="-2300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7" name="Google Shape;134;p52"/>
              <p:cNvSpPr/>
              <p:nvPr/>
            </p:nvSpPr>
            <p:spPr>
              <a:xfrm>
                <a:off x="4064040" y="-2300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8" name="Google Shape;135;p52"/>
              <p:cNvSpPr/>
              <p:nvPr/>
            </p:nvSpPr>
            <p:spPr>
              <a:xfrm>
                <a:off x="4654800" y="-2300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9" name="Google Shape;136;p52"/>
              <p:cNvSpPr/>
              <p:nvPr/>
            </p:nvSpPr>
            <p:spPr>
              <a:xfrm>
                <a:off x="4851720" y="-2300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0" name="Google Shape;137;p52"/>
              <p:cNvSpPr/>
              <p:nvPr/>
            </p:nvSpPr>
            <p:spPr>
              <a:xfrm>
                <a:off x="367020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1" name="Google Shape;138;p52"/>
              <p:cNvSpPr/>
              <p:nvPr/>
            </p:nvSpPr>
            <p:spPr>
              <a:xfrm>
                <a:off x="386712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2" name="Google Shape;139;p52"/>
              <p:cNvSpPr/>
              <p:nvPr/>
            </p:nvSpPr>
            <p:spPr>
              <a:xfrm>
                <a:off x="406404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3" name="Google Shape;140;p52"/>
              <p:cNvSpPr/>
              <p:nvPr/>
            </p:nvSpPr>
            <p:spPr>
              <a:xfrm>
                <a:off x="426096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4" name="Google Shape;141;p52"/>
              <p:cNvSpPr/>
              <p:nvPr/>
            </p:nvSpPr>
            <p:spPr>
              <a:xfrm>
                <a:off x="445788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5" name="Google Shape;142;p52"/>
              <p:cNvSpPr/>
              <p:nvPr/>
            </p:nvSpPr>
            <p:spPr>
              <a:xfrm>
                <a:off x="465480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6" name="Google Shape;143;p52"/>
              <p:cNvSpPr/>
              <p:nvPr/>
            </p:nvSpPr>
            <p:spPr>
              <a:xfrm>
                <a:off x="485172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7" name="Google Shape;144;p52"/>
              <p:cNvSpPr/>
              <p:nvPr/>
            </p:nvSpPr>
            <p:spPr>
              <a:xfrm>
                <a:off x="5048640" y="-331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8" name="Google Shape;145;p52"/>
              <p:cNvSpPr/>
              <p:nvPr/>
            </p:nvSpPr>
            <p:spPr>
              <a:xfrm>
                <a:off x="3276360" y="1638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39" name="Google Shape;146;p52"/>
              <p:cNvSpPr/>
              <p:nvPr/>
            </p:nvSpPr>
            <p:spPr>
              <a:xfrm>
                <a:off x="3473280" y="1638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0" name="Google Shape;147;p52"/>
              <p:cNvSpPr/>
              <p:nvPr/>
            </p:nvSpPr>
            <p:spPr>
              <a:xfrm>
                <a:off x="5245560" y="1638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1" name="Google Shape;148;p52"/>
              <p:cNvSpPr/>
              <p:nvPr/>
            </p:nvSpPr>
            <p:spPr>
              <a:xfrm>
                <a:off x="5442480" y="1638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2" name="Google Shape;149;p52"/>
              <p:cNvSpPr/>
              <p:nvPr/>
            </p:nvSpPr>
            <p:spPr>
              <a:xfrm>
                <a:off x="3276360" y="3607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3" name="Google Shape;150;p52"/>
              <p:cNvSpPr/>
              <p:nvPr/>
            </p:nvSpPr>
            <p:spPr>
              <a:xfrm>
                <a:off x="5442480" y="3607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4" name="Google Shape;151;p52"/>
              <p:cNvSpPr/>
              <p:nvPr/>
            </p:nvSpPr>
            <p:spPr>
              <a:xfrm>
                <a:off x="3276360" y="5576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5" name="Google Shape;152;p52"/>
              <p:cNvSpPr/>
              <p:nvPr/>
            </p:nvSpPr>
            <p:spPr>
              <a:xfrm>
                <a:off x="5442480" y="5576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6" name="Google Shape;153;p52"/>
              <p:cNvSpPr/>
              <p:nvPr/>
            </p:nvSpPr>
            <p:spPr>
              <a:xfrm>
                <a:off x="3079440" y="7545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7" name="Google Shape;154;p52"/>
              <p:cNvSpPr/>
              <p:nvPr/>
            </p:nvSpPr>
            <p:spPr>
              <a:xfrm>
                <a:off x="5639400" y="7545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8" name="Google Shape;155;p52"/>
              <p:cNvSpPr/>
              <p:nvPr/>
            </p:nvSpPr>
            <p:spPr>
              <a:xfrm>
                <a:off x="2882520" y="9514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49" name="Google Shape;156;p52"/>
              <p:cNvSpPr/>
              <p:nvPr/>
            </p:nvSpPr>
            <p:spPr>
              <a:xfrm>
                <a:off x="5836320" y="9514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0" name="Google Shape;157;p52"/>
              <p:cNvSpPr/>
              <p:nvPr/>
            </p:nvSpPr>
            <p:spPr>
              <a:xfrm>
                <a:off x="2882520" y="11484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1" name="Google Shape;158;p52"/>
              <p:cNvSpPr/>
              <p:nvPr/>
            </p:nvSpPr>
            <p:spPr>
              <a:xfrm>
                <a:off x="5836320" y="11484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2" name="Google Shape;159;p52"/>
              <p:cNvSpPr/>
              <p:nvPr/>
            </p:nvSpPr>
            <p:spPr>
              <a:xfrm>
                <a:off x="3079440" y="13453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3" name="Google Shape;160;p52"/>
              <p:cNvSpPr/>
              <p:nvPr/>
            </p:nvSpPr>
            <p:spPr>
              <a:xfrm>
                <a:off x="5639400" y="13453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4" name="Google Shape;161;p52"/>
              <p:cNvSpPr/>
              <p:nvPr/>
            </p:nvSpPr>
            <p:spPr>
              <a:xfrm>
                <a:off x="3079440" y="15422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5" name="Google Shape;162;p52"/>
              <p:cNvSpPr/>
              <p:nvPr/>
            </p:nvSpPr>
            <p:spPr>
              <a:xfrm>
                <a:off x="5639400" y="15422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6" name="Google Shape;163;p52"/>
              <p:cNvSpPr/>
              <p:nvPr/>
            </p:nvSpPr>
            <p:spPr>
              <a:xfrm>
                <a:off x="2882520" y="17391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7" name="Google Shape;164;p52"/>
              <p:cNvSpPr/>
              <p:nvPr/>
            </p:nvSpPr>
            <p:spPr>
              <a:xfrm>
                <a:off x="3079440" y="17391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8" name="Google Shape;165;p52"/>
              <p:cNvSpPr/>
              <p:nvPr/>
            </p:nvSpPr>
            <p:spPr>
              <a:xfrm>
                <a:off x="5639400" y="17391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9" name="Google Shape;166;p52"/>
              <p:cNvSpPr/>
              <p:nvPr/>
            </p:nvSpPr>
            <p:spPr>
              <a:xfrm>
                <a:off x="5836320" y="173916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0" name="Google Shape;167;p52"/>
              <p:cNvSpPr/>
              <p:nvPr/>
            </p:nvSpPr>
            <p:spPr>
              <a:xfrm>
                <a:off x="307944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1" name="Google Shape;168;p52"/>
              <p:cNvSpPr/>
              <p:nvPr/>
            </p:nvSpPr>
            <p:spPr>
              <a:xfrm>
                <a:off x="327636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2" name="Google Shape;169;p52"/>
              <p:cNvSpPr/>
              <p:nvPr/>
            </p:nvSpPr>
            <p:spPr>
              <a:xfrm>
                <a:off x="347328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3" name="Google Shape;170;p52"/>
              <p:cNvSpPr/>
              <p:nvPr/>
            </p:nvSpPr>
            <p:spPr>
              <a:xfrm>
                <a:off x="524556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4" name="Google Shape;171;p52"/>
              <p:cNvSpPr/>
              <p:nvPr/>
            </p:nvSpPr>
            <p:spPr>
              <a:xfrm>
                <a:off x="544248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5" name="Google Shape;172;p52"/>
              <p:cNvSpPr/>
              <p:nvPr/>
            </p:nvSpPr>
            <p:spPr>
              <a:xfrm>
                <a:off x="5639400" y="193608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6" name="Google Shape;173;p52"/>
              <p:cNvSpPr/>
              <p:nvPr/>
            </p:nvSpPr>
            <p:spPr>
              <a:xfrm>
                <a:off x="3473280" y="21330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7" name="Google Shape;174;p52"/>
              <p:cNvSpPr/>
              <p:nvPr/>
            </p:nvSpPr>
            <p:spPr>
              <a:xfrm>
                <a:off x="5245560" y="213300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8" name="Google Shape;175;p52"/>
              <p:cNvSpPr/>
              <p:nvPr/>
            </p:nvSpPr>
            <p:spPr>
              <a:xfrm>
                <a:off x="347328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9" name="Google Shape;176;p52"/>
              <p:cNvSpPr/>
              <p:nvPr/>
            </p:nvSpPr>
            <p:spPr>
              <a:xfrm>
                <a:off x="367020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0" name="Google Shape;177;p52"/>
              <p:cNvSpPr/>
              <p:nvPr/>
            </p:nvSpPr>
            <p:spPr>
              <a:xfrm>
                <a:off x="386712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1" name="Google Shape;178;p52"/>
              <p:cNvSpPr/>
              <p:nvPr/>
            </p:nvSpPr>
            <p:spPr>
              <a:xfrm>
                <a:off x="406404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2" name="Google Shape;179;p52"/>
              <p:cNvSpPr/>
              <p:nvPr/>
            </p:nvSpPr>
            <p:spPr>
              <a:xfrm>
                <a:off x="465480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3" name="Google Shape;180;p52"/>
              <p:cNvSpPr/>
              <p:nvPr/>
            </p:nvSpPr>
            <p:spPr>
              <a:xfrm>
                <a:off x="485172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4" name="Google Shape;181;p52"/>
              <p:cNvSpPr/>
              <p:nvPr/>
            </p:nvSpPr>
            <p:spPr>
              <a:xfrm>
                <a:off x="504864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5" name="Google Shape;182;p52"/>
              <p:cNvSpPr/>
              <p:nvPr/>
            </p:nvSpPr>
            <p:spPr>
              <a:xfrm>
                <a:off x="5245560" y="232992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6" name="Google Shape;183;p52"/>
              <p:cNvSpPr/>
              <p:nvPr/>
            </p:nvSpPr>
            <p:spPr>
              <a:xfrm>
                <a:off x="3670200" y="25268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7" name="Google Shape;184;p52"/>
              <p:cNvSpPr/>
              <p:nvPr/>
            </p:nvSpPr>
            <p:spPr>
              <a:xfrm>
                <a:off x="4260960" y="25268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8" name="Google Shape;185;p52"/>
              <p:cNvSpPr/>
              <p:nvPr/>
            </p:nvSpPr>
            <p:spPr>
              <a:xfrm>
                <a:off x="4457880" y="25268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9" name="Google Shape;186;p52"/>
              <p:cNvSpPr/>
              <p:nvPr/>
            </p:nvSpPr>
            <p:spPr>
              <a:xfrm>
                <a:off x="5048640" y="2526840"/>
                <a:ext cx="194400" cy="194400"/>
              </a:xfrm>
              <a:custGeom>
                <a:avLst/>
                <a:gdLst>
                  <a:gd name="textAreaLeft" fmla="*/ 0 w 194400"/>
                  <a:gd name="textAreaRight" fmla="*/ 196920 w 194400"/>
                  <a:gd name="textAreaTop" fmla="*/ 0 h 194400"/>
                  <a:gd name="textAreaBottom" fmla="*/ 196920 h 19440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280" name="Google Shape;187;p52" descr=""/>
          <p:cNvPicPr/>
          <p:nvPr/>
        </p:nvPicPr>
        <p:blipFill>
          <a:blip r:embed="rId2"/>
          <a:stretch/>
        </p:blipFill>
        <p:spPr>
          <a:xfrm flipH="1">
            <a:off x="648000" y="1314000"/>
            <a:ext cx="4806360" cy="47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1" name="Google Shape;188;p52"/>
          <p:cNvSpPr/>
          <p:nvPr/>
        </p:nvSpPr>
        <p:spPr>
          <a:xfrm rot="10800000">
            <a:off x="11588760" y="-9000"/>
            <a:ext cx="605160" cy="6876360"/>
          </a:xfrm>
          <a:custGeom>
            <a:avLst/>
            <a:gdLst>
              <a:gd name="textAreaLeft" fmla="*/ 0 w 605160"/>
              <a:gd name="textAreaRight" fmla="*/ 607680 w 605160"/>
              <a:gd name="textAreaTop" fmla="*/ 0 h 6876360"/>
              <a:gd name="textAreaBottom" fmla="*/ 6878880 h 687636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2" name="Google Shape;189;p52"/>
          <p:cNvSpPr/>
          <p:nvPr/>
        </p:nvSpPr>
        <p:spPr>
          <a:xfrm>
            <a:off x="-4946760" y="-1582560"/>
            <a:ext cx="1662840" cy="9000000"/>
          </a:xfrm>
          <a:custGeom>
            <a:avLst/>
            <a:gdLst>
              <a:gd name="textAreaLeft" fmla="*/ 0 w 1662840"/>
              <a:gd name="textAreaRight" fmla="*/ 1665360 w 1662840"/>
              <a:gd name="textAreaTop" fmla="*/ 0 h 9000000"/>
              <a:gd name="textAreaBottom" fmla="*/ 9002520 h 900000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3" name="Google Shape;190;p52"/>
          <p:cNvSpPr/>
          <p:nvPr/>
        </p:nvSpPr>
        <p:spPr>
          <a:xfrm>
            <a:off x="-5241600" y="-28440"/>
            <a:ext cx="1299960" cy="9203400"/>
          </a:xfrm>
          <a:custGeom>
            <a:avLst/>
            <a:gdLst>
              <a:gd name="textAreaLeft" fmla="*/ 0 w 1299960"/>
              <a:gd name="textAreaRight" fmla="*/ 1302480 w 1299960"/>
              <a:gd name="textAreaTop" fmla="*/ 0 h 9203400"/>
              <a:gd name="textAreaBottom" fmla="*/ 9205920 h 920340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4" name="Google Shape;191;p52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5" name="Google Shape;192;p52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6" name="Google Shape;193;p52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7" name="Google Shape;194;p52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8" name="Google Shape;195;p52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9" name="Google Shape;196;p52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0" name="Google Shape;197;p52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1" name="Google Shape;198;p52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2" name="Google Shape;199;p52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3" name="Google Shape;200;p52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slideLayout" Target="../slideLayouts/slideLayout49.xml"/><Relationship Id="rId43" Type="http://schemas.openxmlformats.org/officeDocument/2006/relationships/slideLayout" Target="../slideLayouts/slideLayout50.xml"/><Relationship Id="rId44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2.xml"/><Relationship Id="rId46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8640" y="3083760"/>
            <a:ext cx="5707800" cy="2414520"/>
            <a:chOff x="728640" y="3083760"/>
            <a:chExt cx="5707800" cy="241452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27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1280" y="4064040"/>
              <a:ext cx="2414520" cy="45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90840" cy="690840"/>
            <a:chOff x="755280" y="2794320"/>
            <a:chExt cx="690840" cy="69084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90840" cy="690840"/>
            <a:chOff x="6171480" y="5188680"/>
            <a:chExt cx="690840" cy="69084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4160" cy="34416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8880" cy="1438560"/>
            <a:chOff x="10113480" y="597240"/>
            <a:chExt cx="1478880" cy="143856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7720" cy="766440"/>
              <a:chOff x="10124640" y="1269360"/>
              <a:chExt cx="1467720" cy="76644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2200" cy="297360"/>
                <a:chOff x="10124640" y="1269360"/>
                <a:chExt cx="1222200" cy="29736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7240" cy="295920"/>
                </a:xfrm>
                <a:custGeom>
                  <a:avLst/>
                  <a:gdLst>
                    <a:gd name="textAreaLeft" fmla="*/ 0 w 147240"/>
                    <a:gd name="textAreaRight" fmla="*/ 149760 w 147240"/>
                    <a:gd name="textAreaTop" fmla="*/ 0 h 295920"/>
                    <a:gd name="textAreaBottom" fmla="*/ 298440 h 29592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7520" cy="241560"/>
                </a:xfrm>
                <a:custGeom>
                  <a:avLst/>
                  <a:gdLst>
                    <a:gd name="textAreaLeft" fmla="*/ 0 w 227520"/>
                    <a:gd name="textAreaRight" fmla="*/ 230040 w 22752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5280" cy="241560"/>
                </a:xfrm>
                <a:custGeom>
                  <a:avLst/>
                  <a:gdLst>
                    <a:gd name="textAreaLeft" fmla="*/ 0 w 215280"/>
                    <a:gd name="textAreaRight" fmla="*/ 217800 w 215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2400" cy="236160"/>
                </a:xfrm>
                <a:custGeom>
                  <a:avLst/>
                  <a:gdLst>
                    <a:gd name="textAreaLeft" fmla="*/ 0 w 212400"/>
                    <a:gd name="textAreaRight" fmla="*/ 214920 w 212400"/>
                    <a:gd name="textAreaTop" fmla="*/ 0 h 236160"/>
                    <a:gd name="textAreaBottom" fmla="*/ 238680 h 23616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5800" cy="387720"/>
                <a:chOff x="10546560" y="1648080"/>
                <a:chExt cx="1045800" cy="38772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4080" cy="316800"/>
                </a:xfrm>
                <a:custGeom>
                  <a:avLst/>
                  <a:gdLst>
                    <a:gd name="textAreaLeft" fmla="*/ 0 w 64080"/>
                    <a:gd name="textAreaRight" fmla="*/ 66600 w 640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1280" cy="241560"/>
                </a:xfrm>
                <a:custGeom>
                  <a:avLst/>
                  <a:gdLst>
                    <a:gd name="textAreaLeft" fmla="*/ 0 w 251280"/>
                    <a:gd name="textAreaRight" fmla="*/ 253800 w 251280"/>
                    <a:gd name="textAreaTop" fmla="*/ 0 h 241560"/>
                    <a:gd name="textAreaBottom" fmla="*/ 244080 h 24156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3720" cy="307080"/>
                </a:xfrm>
                <a:custGeom>
                  <a:avLst/>
                  <a:gdLst>
                    <a:gd name="textAreaLeft" fmla="*/ 0 w 243720"/>
                    <a:gd name="textAreaRight" fmla="*/ 246240 w 243720"/>
                    <a:gd name="textAreaTop" fmla="*/ 0 h 307080"/>
                    <a:gd name="textAreaBottom" fmla="*/ 309600 h 30708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7680" cy="316800"/>
                </a:xfrm>
                <a:custGeom>
                  <a:avLst/>
                  <a:gdLst>
                    <a:gd name="textAreaLeft" fmla="*/ 0 w 67680"/>
                    <a:gd name="textAreaRight" fmla="*/ 70200 w 67680"/>
                    <a:gd name="textAreaTop" fmla="*/ 0 h 316800"/>
                    <a:gd name="textAreaBottom" fmla="*/ 319320 h 31680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3120" cy="239040"/>
                </a:xfrm>
                <a:custGeom>
                  <a:avLst/>
                  <a:gdLst>
                    <a:gd name="textAreaLeft" fmla="*/ 0 w 213120"/>
                    <a:gd name="textAreaRight" fmla="*/ 215640 w 213120"/>
                    <a:gd name="textAreaTop" fmla="*/ 0 h 239040"/>
                    <a:gd name="textAreaBottom" fmla="*/ 241560 h 23904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4320" cy="296280"/>
              <a:chOff x="10207440" y="873000"/>
              <a:chExt cx="1174320" cy="29628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9200" cy="101520"/>
              </a:xfrm>
              <a:custGeom>
                <a:avLst/>
                <a:gdLst>
                  <a:gd name="textAreaLeft" fmla="*/ 0 w 79200"/>
                  <a:gd name="textAreaRight" fmla="*/ 81720 w 79200"/>
                  <a:gd name="textAreaTop" fmla="*/ 0 h 101520"/>
                  <a:gd name="textAreaBottom" fmla="*/ 104040 h 10152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3920" cy="106560"/>
              </a:xfrm>
              <a:custGeom>
                <a:avLst/>
                <a:gdLst>
                  <a:gd name="textAreaLeft" fmla="*/ 0 w 43920"/>
                  <a:gd name="textAreaRight" fmla="*/ 46440 w 43920"/>
                  <a:gd name="textAreaTop" fmla="*/ 0 h 106560"/>
                  <a:gd name="textAreaBottom" fmla="*/ 109080 h 10656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7760" cy="77760"/>
              </a:xfrm>
              <a:custGeom>
                <a:avLst/>
                <a:gdLst>
                  <a:gd name="textAreaLeft" fmla="*/ 0 w 77760"/>
                  <a:gd name="textAreaRight" fmla="*/ 80280 w 7776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3760" cy="75960"/>
              </a:xfrm>
              <a:custGeom>
                <a:avLst/>
                <a:gdLst>
                  <a:gd name="textAreaLeft" fmla="*/ 0 w 113760"/>
                  <a:gd name="textAreaRight" fmla="*/ 116280 w 11376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6880" cy="77040"/>
              </a:xfrm>
              <a:custGeom>
                <a:avLst/>
                <a:gdLst>
                  <a:gd name="textAreaLeft" fmla="*/ 0 w 56880"/>
                  <a:gd name="textAreaRight" fmla="*/ 59400 w 5688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4800" cy="7704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7040"/>
                  <a:gd name="textAreaBottom" fmla="*/ 79560 h 7704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5240" cy="9972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99720"/>
                  <a:gd name="textAreaBottom" fmla="*/ 102240 h 9972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4800" cy="75960"/>
              </a:xfrm>
              <a:custGeom>
                <a:avLst/>
                <a:gdLst>
                  <a:gd name="textAreaLeft" fmla="*/ 0 w 64800"/>
                  <a:gd name="textAreaRight" fmla="*/ 67320 w 64800"/>
                  <a:gd name="textAreaTop" fmla="*/ 0 h 75960"/>
                  <a:gd name="textAreaBottom" fmla="*/ 78480 h 7596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5240" cy="107640"/>
              </a:xfrm>
              <a:custGeom>
                <a:avLst/>
                <a:gdLst>
                  <a:gd name="textAreaLeft" fmla="*/ 0 w 75240"/>
                  <a:gd name="textAreaRight" fmla="*/ 77760 w 75240"/>
                  <a:gd name="textAreaTop" fmla="*/ 0 h 107640"/>
                  <a:gd name="textAreaBottom" fmla="*/ 110160 h 10764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70200" cy="77760"/>
              </a:xfrm>
              <a:custGeom>
                <a:avLst/>
                <a:gdLst>
                  <a:gd name="textAreaLeft" fmla="*/ 0 w 70200"/>
                  <a:gd name="textAreaRight" fmla="*/ 72720 w 70200"/>
                  <a:gd name="textAreaTop" fmla="*/ 0 h 77760"/>
                  <a:gd name="textAreaBottom" fmla="*/ 80280 h 7776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40320" cy="75600"/>
              </a:xfrm>
              <a:custGeom>
                <a:avLst/>
                <a:gdLst>
                  <a:gd name="textAreaLeft" fmla="*/ 0 w 40320"/>
                  <a:gd name="textAreaRight" fmla="*/ 42840 w 40320"/>
                  <a:gd name="textAreaTop" fmla="*/ 0 h 75600"/>
                  <a:gd name="textAreaBottom" fmla="*/ 78120 h 7560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6960" cy="150120"/>
              <a:chOff x="10113480" y="597240"/>
              <a:chExt cx="606960" cy="15012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2880" cy="143280"/>
              </a:xfrm>
              <a:custGeom>
                <a:avLst/>
                <a:gdLst>
                  <a:gd name="textAreaLeft" fmla="*/ 0 w 92880"/>
                  <a:gd name="textAreaRight" fmla="*/ 95400 w 92880"/>
                  <a:gd name="textAreaTop" fmla="*/ 0 h 143280"/>
                  <a:gd name="textAreaBottom" fmla="*/ 145800 h 14328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5360" cy="150120"/>
              </a:xfrm>
              <a:custGeom>
                <a:avLst/>
                <a:gdLst>
                  <a:gd name="textAreaLeft" fmla="*/ 0 w 135360"/>
                  <a:gd name="textAreaRight" fmla="*/ 137880 w 135360"/>
                  <a:gd name="textAreaTop" fmla="*/ 0 h 150120"/>
                  <a:gd name="textAreaBottom" fmla="*/ 152640 h 15012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1760" cy="124200"/>
              </a:xfrm>
              <a:custGeom>
                <a:avLst/>
                <a:gdLst>
                  <a:gd name="textAreaLeft" fmla="*/ 0 w 131760"/>
                  <a:gd name="textAreaRight" fmla="*/ 134280 w 131760"/>
                  <a:gd name="textAreaTop" fmla="*/ 0 h 124200"/>
                  <a:gd name="textAreaBottom" fmla="*/ 126720 h 12420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3120" cy="120600"/>
              </a:xfrm>
              <a:custGeom>
                <a:avLst/>
                <a:gdLst>
                  <a:gd name="textAreaLeft" fmla="*/ 0 w 123120"/>
                  <a:gd name="textAreaRight" fmla="*/ 125640 w 123120"/>
                  <a:gd name="textAreaTop" fmla="*/ 0 h 120600"/>
                  <a:gd name="textAreaBottom" fmla="*/ 123120 h 12060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4200" cy="122760"/>
              </a:xfrm>
              <a:custGeom>
                <a:avLst/>
                <a:gdLst>
                  <a:gd name="textAreaLeft" fmla="*/ 0 w 124200"/>
                  <a:gd name="textAreaRight" fmla="*/ 126720 w 124200"/>
                  <a:gd name="textAreaTop" fmla="*/ 0 h 122760"/>
                  <a:gd name="textAreaBottom" fmla="*/ 125280 h 12276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7080" cy="102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9520" cy="3873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9360" cy="3609360"/>
          </a:xfrm>
          <a:custGeom>
            <a:avLst/>
            <a:gdLst>
              <a:gd name="textAreaLeft" fmla="*/ 0 w 3609360"/>
              <a:gd name="textAreaRight" fmla="*/ 3611880 w 3609360"/>
              <a:gd name="textAreaTop" fmla="*/ 0 h 3609360"/>
              <a:gd name="textAreaBottom" fmla="*/ 3611880 h 360936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1640" cy="3106440"/>
            <a:chOff x="795240" y="2890800"/>
            <a:chExt cx="3671640" cy="310644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2680" cy="169344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693440"/>
                <a:gd name="textAreaBottom" fmla="*/ 1695960 h 169344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2680" cy="1127880"/>
            </a:xfrm>
            <a:custGeom>
              <a:avLst/>
              <a:gdLst>
                <a:gd name="textAreaLeft" fmla="*/ 0 w 562680"/>
                <a:gd name="textAreaRight" fmla="*/ 565200 w 5626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80080" cy="280080"/>
            </a:xfrm>
            <a:custGeom>
              <a:avLst/>
              <a:gdLst>
                <a:gd name="textAreaLeft" fmla="*/ 0 w 280080"/>
                <a:gd name="textAreaRight" fmla="*/ 282600 w 280080"/>
                <a:gd name="textAreaTop" fmla="*/ 0 h 280080"/>
                <a:gd name="textAreaBottom" fmla="*/ 282600 h 28008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7880" cy="1127880"/>
            </a:xfrm>
            <a:custGeom>
              <a:avLst/>
              <a:gdLst>
                <a:gd name="textAreaLeft" fmla="*/ 0 w 1127880"/>
                <a:gd name="textAreaRight" fmla="*/ 1130400 w 1127880"/>
                <a:gd name="textAreaTop" fmla="*/ 0 h 1127880"/>
                <a:gd name="textAreaBottom" fmla="*/ 1130400 h 112788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10480" cy="1410480"/>
            </a:xfrm>
            <a:custGeom>
              <a:avLst/>
              <a:gdLst>
                <a:gd name="textAreaLeft" fmla="*/ 0 w 1410480"/>
                <a:gd name="textAreaRight" fmla="*/ 1413000 w 1410480"/>
                <a:gd name="textAreaTop" fmla="*/ 0 h 1410480"/>
                <a:gd name="textAreaBottom" fmla="*/ 1413000 h 141048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64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7640" cy="1093680"/>
            <a:chOff x="1734120" y="843120"/>
            <a:chExt cx="1367640" cy="109368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1440" cy="271440"/>
            </a:xfrm>
            <a:custGeom>
              <a:avLst/>
              <a:gdLst>
                <a:gd name="textAreaLeft" fmla="*/ 0 w 271440"/>
                <a:gd name="textAreaRight" fmla="*/ 273960 w 271440"/>
                <a:gd name="textAreaTop" fmla="*/ 0 h 271440"/>
                <a:gd name="textAreaBottom" fmla="*/ 273960 h 27144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1400" cy="1622520"/>
            <a:chOff x="401040" y="198360"/>
            <a:chExt cx="2381400" cy="162252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1960" cy="15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90840" cy="690840"/>
              <a:chOff x="401040" y="198360"/>
              <a:chExt cx="690840" cy="69084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4160" cy="34416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5720" cy="729000"/>
            <a:chOff x="9761760" y="5367240"/>
            <a:chExt cx="1395720" cy="72900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2080" cy="282600"/>
              <a:chOff x="9761760" y="5367240"/>
              <a:chExt cx="1162080" cy="28260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9680" cy="281160"/>
              </a:xfrm>
              <a:custGeom>
                <a:avLst/>
                <a:gdLst>
                  <a:gd name="textAreaLeft" fmla="*/ 0 w 139680"/>
                  <a:gd name="textAreaRight" fmla="*/ 142200 w 139680"/>
                  <a:gd name="textAreaTop" fmla="*/ 0 h 281160"/>
                  <a:gd name="textAreaBottom" fmla="*/ 283680 h 28116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6360" cy="229680"/>
              </a:xfrm>
              <a:custGeom>
                <a:avLst/>
                <a:gdLst>
                  <a:gd name="textAreaLeft" fmla="*/ 0 w 216360"/>
                  <a:gd name="textAreaRight" fmla="*/ 218880 w 21636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4480" cy="229680"/>
              </a:xfrm>
              <a:custGeom>
                <a:avLst/>
                <a:gdLst>
                  <a:gd name="textAreaLeft" fmla="*/ 0 w 204480"/>
                  <a:gd name="textAreaRight" fmla="*/ 207000 w 2044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1600" cy="224640"/>
              </a:xfrm>
              <a:custGeom>
                <a:avLst/>
                <a:gdLst>
                  <a:gd name="textAreaLeft" fmla="*/ 0 w 201600"/>
                  <a:gd name="textAreaRight" fmla="*/ 204120 w 201600"/>
                  <a:gd name="textAreaTop" fmla="*/ 0 h 224640"/>
                  <a:gd name="textAreaBottom" fmla="*/ 227160 h 22464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4680" cy="368640"/>
              <a:chOff x="10162800" y="5727600"/>
              <a:chExt cx="994680" cy="36864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60840" cy="300960"/>
              </a:xfrm>
              <a:custGeom>
                <a:avLst/>
                <a:gdLst>
                  <a:gd name="textAreaLeft" fmla="*/ 0 w 60840"/>
                  <a:gd name="textAreaRight" fmla="*/ 63360 w 6084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8680" cy="229680"/>
              </a:xfrm>
              <a:custGeom>
                <a:avLst/>
                <a:gdLst>
                  <a:gd name="textAreaLeft" fmla="*/ 0 w 238680"/>
                  <a:gd name="textAreaRight" fmla="*/ 241200 w 238680"/>
                  <a:gd name="textAreaTop" fmla="*/ 0 h 229680"/>
                  <a:gd name="textAreaBottom" fmla="*/ 232200 h 22968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1480" cy="291960"/>
              </a:xfrm>
              <a:custGeom>
                <a:avLst/>
                <a:gdLst>
                  <a:gd name="textAreaLeft" fmla="*/ 0 w 231480"/>
                  <a:gd name="textAreaRight" fmla="*/ 234000 w 231480"/>
                  <a:gd name="textAreaTop" fmla="*/ 0 h 291960"/>
                  <a:gd name="textAreaBottom" fmla="*/ 294480 h 29196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4080" cy="300960"/>
              </a:xfrm>
              <a:custGeom>
                <a:avLst/>
                <a:gdLst>
                  <a:gd name="textAreaLeft" fmla="*/ 0 w 64080"/>
                  <a:gd name="textAreaRight" fmla="*/ 66600 w 64080"/>
                  <a:gd name="textAreaTop" fmla="*/ 0 h 300960"/>
                  <a:gd name="textAreaBottom" fmla="*/ 303480 h 30096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2680" cy="227160"/>
              </a:xfrm>
              <a:custGeom>
                <a:avLst/>
                <a:gdLst>
                  <a:gd name="textAreaLeft" fmla="*/ 0 w 202680"/>
                  <a:gd name="textAreaRight" fmla="*/ 205200 w 202680"/>
                  <a:gd name="textAreaTop" fmla="*/ 0 h 227160"/>
                  <a:gd name="textAreaBottom" fmla="*/ 229680 h 22716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7440" cy="142560"/>
            <a:chOff x="9844560" y="5104080"/>
            <a:chExt cx="577440" cy="14256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8200" cy="136080"/>
            </a:xfrm>
            <a:custGeom>
              <a:avLst/>
              <a:gdLst>
                <a:gd name="textAreaLeft" fmla="*/ 0 w 88200"/>
                <a:gd name="textAreaRight" fmla="*/ 90720 w 88200"/>
                <a:gd name="textAreaTop" fmla="*/ 0 h 136080"/>
                <a:gd name="textAreaBottom" fmla="*/ 138600 h 13608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8520" cy="142560"/>
            </a:xfrm>
            <a:custGeom>
              <a:avLst/>
              <a:gdLst>
                <a:gd name="textAreaLeft" fmla="*/ 0 w 128520"/>
                <a:gd name="textAreaRight" fmla="*/ 131040 w 128520"/>
                <a:gd name="textAreaTop" fmla="*/ 0 h 142560"/>
                <a:gd name="textAreaBottom" fmla="*/ 145080 h 14256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4920" cy="118080"/>
            </a:xfrm>
            <a:custGeom>
              <a:avLst/>
              <a:gdLst>
                <a:gd name="textAreaLeft" fmla="*/ 0 w 124920"/>
                <a:gd name="textAreaRight" fmla="*/ 127440 w 124920"/>
                <a:gd name="textAreaTop" fmla="*/ 0 h 118080"/>
                <a:gd name="textAreaBottom" fmla="*/ 120600 h 11808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6640" cy="114480"/>
            </a:xfrm>
            <a:custGeom>
              <a:avLst/>
              <a:gdLst>
                <a:gd name="textAreaLeft" fmla="*/ 0 w 116640"/>
                <a:gd name="textAreaRight" fmla="*/ 119160 w 116640"/>
                <a:gd name="textAreaTop" fmla="*/ 0 h 114480"/>
                <a:gd name="textAreaBottom" fmla="*/ 117000 h 11448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7720" cy="116640"/>
            </a:xfrm>
            <a:custGeom>
              <a:avLst/>
              <a:gdLst>
                <a:gd name="textAreaLeft" fmla="*/ 0 w 117720"/>
                <a:gd name="textAreaRight" fmla="*/ 120240 w 117720"/>
                <a:gd name="textAreaTop" fmla="*/ 0 h 116640"/>
                <a:gd name="textAreaBottom" fmla="*/ 119160 h 11664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9520" cy="3873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1920" cy="78080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8280" y="-423000"/>
            <a:ext cx="2612880" cy="780804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4040" y="-423000"/>
            <a:ext cx="2612880" cy="78080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2160" cy="376560"/>
          </a:xfrm>
          <a:custGeom>
            <a:avLst/>
            <a:gdLst>
              <a:gd name="textAreaLeft" fmla="*/ 0 w 362160"/>
              <a:gd name="textAreaRight" fmla="*/ 364680 w 362160"/>
              <a:gd name="textAreaTop" fmla="*/ 0 h 376560"/>
              <a:gd name="textAreaBottom" fmla="*/ 379080 h 37656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4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2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7840" cy="16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1280" cy="817920"/>
            <a:chOff x="480240" y="5682960"/>
            <a:chExt cx="1151280" cy="81792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8680" cy="232560"/>
              <a:chOff x="480240" y="5900040"/>
              <a:chExt cx="958680" cy="23256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4840" cy="231480"/>
              </a:xfrm>
              <a:custGeom>
                <a:avLst/>
                <a:gdLst>
                  <a:gd name="textAreaLeft" fmla="*/ 0 w 114840"/>
                  <a:gd name="textAreaRight" fmla="*/ 117360 w 114840"/>
                  <a:gd name="textAreaTop" fmla="*/ 0 h 231480"/>
                  <a:gd name="textAreaBottom" fmla="*/ 234000 h 23148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8200" cy="189000"/>
              </a:xfrm>
              <a:custGeom>
                <a:avLst/>
                <a:gdLst>
                  <a:gd name="textAreaLeft" fmla="*/ 0 w 178200"/>
                  <a:gd name="textAreaRight" fmla="*/ 180720 w 17820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8480" cy="189000"/>
              </a:xfrm>
              <a:custGeom>
                <a:avLst/>
                <a:gdLst>
                  <a:gd name="textAreaLeft" fmla="*/ 0 w 168480"/>
                  <a:gd name="textAreaRight" fmla="*/ 171000 w 16848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5960" cy="184680"/>
              </a:xfrm>
              <a:custGeom>
                <a:avLst/>
                <a:gdLst>
                  <a:gd name="textAreaLeft" fmla="*/ 0 w 165960"/>
                  <a:gd name="textAreaRight" fmla="*/ 168480 w 165960"/>
                  <a:gd name="textAreaTop" fmla="*/ 0 h 184680"/>
                  <a:gd name="textAreaBottom" fmla="*/ 187200 h 18468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6560" cy="189000"/>
              </a:xfrm>
              <a:custGeom>
                <a:avLst/>
                <a:gdLst>
                  <a:gd name="textAreaLeft" fmla="*/ 0 w 196560"/>
                  <a:gd name="textAreaRight" fmla="*/ 199080 w 19656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20080" cy="303480"/>
              <a:chOff x="811440" y="6197400"/>
              <a:chExt cx="820080" cy="30348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49680" cy="248040"/>
              </a:xfrm>
              <a:custGeom>
                <a:avLst/>
                <a:gdLst>
                  <a:gd name="textAreaLeft" fmla="*/ 0 w 49680"/>
                  <a:gd name="textAreaRight" fmla="*/ 52200 w 49680"/>
                  <a:gd name="textAreaTop" fmla="*/ 0 h 248040"/>
                  <a:gd name="textAreaBottom" fmla="*/ 250560 h 24804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6560" cy="189000"/>
              </a:xfrm>
              <a:custGeom>
                <a:avLst/>
                <a:gdLst>
                  <a:gd name="textAreaLeft" fmla="*/ 0 w 196560"/>
                  <a:gd name="textAreaRight" fmla="*/ 199080 w 196560"/>
                  <a:gd name="textAreaTop" fmla="*/ 0 h 189000"/>
                  <a:gd name="textAreaBottom" fmla="*/ 191520 h 18900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90800" cy="240480"/>
              </a:xfrm>
              <a:custGeom>
                <a:avLst/>
                <a:gdLst>
                  <a:gd name="textAreaLeft" fmla="*/ 0 w 190800"/>
                  <a:gd name="textAreaRight" fmla="*/ 193320 w 190800"/>
                  <a:gd name="textAreaTop" fmla="*/ 0 h 240480"/>
                  <a:gd name="textAreaBottom" fmla="*/ 243000 h 24048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2560" cy="248040"/>
              </a:xfrm>
              <a:custGeom>
                <a:avLst/>
                <a:gdLst>
                  <a:gd name="textAreaLeft" fmla="*/ 0 w 52560"/>
                  <a:gd name="textAreaRight" fmla="*/ 55080 w 52560"/>
                  <a:gd name="textAreaTop" fmla="*/ 0 h 248040"/>
                  <a:gd name="textAreaBottom" fmla="*/ 250560 h 24804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6680" cy="186840"/>
              </a:xfrm>
              <a:custGeom>
                <a:avLst/>
                <a:gdLst>
                  <a:gd name="textAreaLeft" fmla="*/ 0 w 166680"/>
                  <a:gd name="textAreaRight" fmla="*/ 169200 w 166680"/>
                  <a:gd name="textAreaTop" fmla="*/ 0 h 186840"/>
                  <a:gd name="textAreaBottom" fmla="*/ 189360 h 18684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5920" cy="117360"/>
              <a:chOff x="548640" y="5682960"/>
              <a:chExt cx="475920" cy="11736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2360" cy="111960"/>
              </a:xfrm>
              <a:custGeom>
                <a:avLst/>
                <a:gdLst>
                  <a:gd name="textAreaLeft" fmla="*/ 0 w 72360"/>
                  <a:gd name="textAreaRight" fmla="*/ 74880 w 72360"/>
                  <a:gd name="textAreaTop" fmla="*/ 0 h 111960"/>
                  <a:gd name="textAreaBottom" fmla="*/ 114480 h 11196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5840" cy="117360"/>
              </a:xfrm>
              <a:custGeom>
                <a:avLst/>
                <a:gdLst>
                  <a:gd name="textAreaLeft" fmla="*/ 0 w 105840"/>
                  <a:gd name="textAreaRight" fmla="*/ 108360 w 105840"/>
                  <a:gd name="textAreaTop" fmla="*/ 0 h 117360"/>
                  <a:gd name="textAreaBottom" fmla="*/ 119880 h 11736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2600" cy="96840"/>
              </a:xfrm>
              <a:custGeom>
                <a:avLst/>
                <a:gdLst>
                  <a:gd name="textAreaLeft" fmla="*/ 0 w 102600"/>
                  <a:gd name="textAreaRight" fmla="*/ 105120 w 102600"/>
                  <a:gd name="textAreaTop" fmla="*/ 0 h 96840"/>
                  <a:gd name="textAreaBottom" fmla="*/ 99360 h 9684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6120" cy="93960"/>
              </a:xfrm>
              <a:custGeom>
                <a:avLst/>
                <a:gdLst>
                  <a:gd name="textAreaLeft" fmla="*/ 0 w 96120"/>
                  <a:gd name="textAreaRight" fmla="*/ 98640 w 96120"/>
                  <a:gd name="textAreaTop" fmla="*/ 0 h 93960"/>
                  <a:gd name="textAreaBottom" fmla="*/ 96480 h 9396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6840" cy="95760"/>
              </a:xfrm>
              <a:custGeom>
                <a:avLst/>
                <a:gdLst>
                  <a:gd name="textAreaLeft" fmla="*/ 0 w 96840"/>
                  <a:gd name="textAreaRight" fmla="*/ 99360 w 96840"/>
                  <a:gd name="textAreaTop" fmla="*/ 0 h 95760"/>
                  <a:gd name="textAreaBottom" fmla="*/ 98280 h 9576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8560" cy="449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844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920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5080" cy="336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Github?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2280" cy="169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90840" cy="690840"/>
            <a:chOff x="425520" y="2453400"/>
            <a:chExt cx="690840" cy="69084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4160" cy="3441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4160" cy="3441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90840" cy="690840"/>
            <a:chOff x="4358160" y="3877920"/>
            <a:chExt cx="690840" cy="69084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4160" cy="3441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4160" cy="34416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50000" cy="2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560" cy="17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Funções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5560" cy="565560"/>
            <a:chOff x="358920" y="792360"/>
            <a:chExt cx="565560" cy="56556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7840" cy="31809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quisermos ter um trecho de código, que realiza uma operação, disponível para uso a qualquer momento sem precisar repetir este?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Funções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def aaa():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Recebendo valores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aaa(‘teste’)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Retornando valores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080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return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784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8"/>
          <p:cNvSpPr/>
          <p:nvPr/>
        </p:nvSpPr>
        <p:spPr>
          <a:xfrm>
            <a:off x="643320" y="1084320"/>
            <a:ext cx="3418560" cy="17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Funções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505;p29"/>
          <p:cNvSpPr/>
          <p:nvPr/>
        </p:nvSpPr>
        <p:spPr>
          <a:xfrm>
            <a:off x="1858320" y="1430640"/>
            <a:ext cx="4550040" cy="70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3" name="Google Shape;2506;p29"/>
          <p:cNvSpPr/>
          <p:nvPr/>
        </p:nvSpPr>
        <p:spPr>
          <a:xfrm>
            <a:off x="1771200" y="2014200"/>
            <a:ext cx="4451760" cy="32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4" name="Google Shape;2507;p29"/>
          <p:cNvGrpSpPr/>
          <p:nvPr/>
        </p:nvGrpSpPr>
        <p:grpSpPr>
          <a:xfrm>
            <a:off x="1413720" y="1054800"/>
            <a:ext cx="690840" cy="690840"/>
            <a:chOff x="1413720" y="1054800"/>
            <a:chExt cx="690840" cy="690840"/>
          </a:xfrm>
        </p:grpSpPr>
        <p:sp>
          <p:nvSpPr>
            <p:cNvPr id="2365" name="Google Shape;2508;p29"/>
            <p:cNvSpPr/>
            <p:nvPr/>
          </p:nvSpPr>
          <p:spPr>
            <a:xfrm>
              <a:off x="1413720" y="1401480"/>
              <a:ext cx="344160" cy="344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6" name="Google Shape;2509;p29"/>
            <p:cNvSpPr/>
            <p:nvPr/>
          </p:nvSpPr>
          <p:spPr>
            <a:xfrm>
              <a:off x="1760400" y="1054800"/>
              <a:ext cx="344160" cy="344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67" name="Google Shape;2510;p29"/>
          <p:cNvGrpSpPr/>
          <p:nvPr/>
        </p:nvGrpSpPr>
        <p:grpSpPr>
          <a:xfrm>
            <a:off x="5195160" y="5145120"/>
            <a:ext cx="690840" cy="690840"/>
            <a:chOff x="5195160" y="5145120"/>
            <a:chExt cx="690840" cy="690840"/>
          </a:xfrm>
        </p:grpSpPr>
        <p:sp>
          <p:nvSpPr>
            <p:cNvPr id="2368" name="Google Shape;2511;p29"/>
            <p:cNvSpPr/>
            <p:nvPr/>
          </p:nvSpPr>
          <p:spPr>
            <a:xfrm>
              <a:off x="5195160" y="5491800"/>
              <a:ext cx="344160" cy="344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9" name="Google Shape;2512;p29"/>
            <p:cNvSpPr/>
            <p:nvPr/>
          </p:nvSpPr>
          <p:spPr>
            <a:xfrm>
              <a:off x="5541840" y="5145120"/>
              <a:ext cx="344160" cy="34416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0" name="Google Shape;2513;p29"/>
          <p:cNvSpPr/>
          <p:nvPr/>
        </p:nvSpPr>
        <p:spPr>
          <a:xfrm>
            <a:off x="6225840" y="4187880"/>
            <a:ext cx="2171520" cy="8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560" cy="17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Escopo nas funções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3" name="Google Shape;2483;p 1"/>
          <p:cNvGrpSpPr/>
          <p:nvPr/>
        </p:nvGrpSpPr>
        <p:grpSpPr>
          <a:xfrm>
            <a:off x="358920" y="792360"/>
            <a:ext cx="565560" cy="565560"/>
            <a:chOff x="358920" y="792360"/>
            <a:chExt cx="565560" cy="565560"/>
          </a:xfrm>
        </p:grpSpPr>
        <p:sp>
          <p:nvSpPr>
            <p:cNvPr id="2374" name="Google Shape;2484;p 1"/>
            <p:cNvSpPr/>
            <p:nvPr/>
          </p:nvSpPr>
          <p:spPr>
            <a:xfrm>
              <a:off x="358920" y="107640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5" name="Google Shape;2485;p 1"/>
            <p:cNvSpPr/>
            <p:nvPr/>
          </p:nvSpPr>
          <p:spPr>
            <a:xfrm>
              <a:off x="642960" y="79236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76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7" name=""/>
          <p:cNvSpPr/>
          <p:nvPr/>
        </p:nvSpPr>
        <p:spPr>
          <a:xfrm>
            <a:off x="4680000" y="1000440"/>
            <a:ext cx="7197840" cy="2138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Local vs Global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8560" cy="17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Funções recursivas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9" name="Google Shape;2483;p 2"/>
          <p:cNvGrpSpPr/>
          <p:nvPr/>
        </p:nvGrpSpPr>
        <p:grpSpPr>
          <a:xfrm>
            <a:off x="358920" y="792360"/>
            <a:ext cx="565560" cy="565560"/>
            <a:chOff x="358920" y="792360"/>
            <a:chExt cx="565560" cy="565560"/>
          </a:xfrm>
        </p:grpSpPr>
        <p:sp>
          <p:nvSpPr>
            <p:cNvPr id="2380" name="Google Shape;2484;p 2"/>
            <p:cNvSpPr/>
            <p:nvPr/>
          </p:nvSpPr>
          <p:spPr>
            <a:xfrm>
              <a:off x="358920" y="107640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1" name="Google Shape;2485;p 2"/>
            <p:cNvSpPr/>
            <p:nvPr/>
          </p:nvSpPr>
          <p:spPr>
            <a:xfrm>
              <a:off x="642960" y="792360"/>
              <a:ext cx="281520" cy="2815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82" name="Google Shape;2486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3" name=""/>
          <p:cNvSpPr/>
          <p:nvPr/>
        </p:nvSpPr>
        <p:spPr>
          <a:xfrm>
            <a:off x="4680000" y="1000440"/>
            <a:ext cx="7197840" cy="606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Recursividade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864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CUIDADO!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4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3160" cy="76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5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6" name=""/>
          <p:cNvSpPr/>
          <p:nvPr/>
        </p:nvSpPr>
        <p:spPr>
          <a:xfrm>
            <a:off x="5040000" y="540000"/>
            <a:ext cx="683784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7" name="PlaceHolder 5"/>
          <p:cNvSpPr/>
          <p:nvPr/>
        </p:nvSpPr>
        <p:spPr>
          <a:xfrm>
            <a:off x="643320" y="1084320"/>
            <a:ext cx="3418560" cy="17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Exercícios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8" name="Google Shape;2552;p33"/>
          <p:cNvSpPr/>
          <p:nvPr/>
        </p:nvSpPr>
        <p:spPr>
          <a:xfrm>
            <a:off x="839160" y="2095200"/>
            <a:ext cx="5428440" cy="19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9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5000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0" name=""/>
          <p:cNvSpPr/>
          <p:nvPr/>
        </p:nvSpPr>
        <p:spPr>
          <a:xfrm>
            <a:off x="4320000" y="1980000"/>
            <a:ext cx="7737840" cy="40060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"/>
          <p:cNvSpPr/>
          <p:nvPr/>
        </p:nvSpPr>
        <p:spPr>
          <a:xfrm>
            <a:off x="4140000" y="720000"/>
            <a:ext cx="5217840" cy="71784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545;p32"/>
          <p:cNvSpPr/>
          <p:nvPr/>
        </p:nvSpPr>
        <p:spPr>
          <a:xfrm>
            <a:off x="6982200" y="1879560"/>
            <a:ext cx="4064400" cy="15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3" name="Google Shape;2546;p32"/>
          <p:cNvSpPr/>
          <p:nvPr/>
        </p:nvSpPr>
        <p:spPr>
          <a:xfrm>
            <a:off x="6982200" y="3731400"/>
            <a:ext cx="4572360" cy="12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4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50000" cy="23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2228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2026-02-19T14:48:48Z</dcterms:modified>
  <cp:revision>42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