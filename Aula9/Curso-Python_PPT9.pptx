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0.xml" ContentType="application/vnd.openxmlformats-officedocument.presentationml.slideMaster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5.xml" ContentType="application/vnd.openxmlformats-officedocument.them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661" r:id="rId6"/>
    <p:sldMasterId id="2147483663" r:id="rId7"/>
    <p:sldMasterId id="214748370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10.xml"/><Relationship Id="rId7" Type="http://schemas.openxmlformats.org/officeDocument/2006/relationships/slideMaster" Target="slideMasters/slideMaster11.xml"/><Relationship Id="rId8" Type="http://schemas.openxmlformats.org/officeDocument/2006/relationships/slideMaster" Target="slideMasters/slideMaster54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35175A6-1336-44E9-8379-67B921F59D2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7F9BAE-5418-43A8-B8AA-9188D85C0AA9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3B5F00-A954-40B8-91D1-770282C2362D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8.png"/><Relationship Id="rId3" Type="http://schemas.openxmlformats.org/officeDocument/2006/relationships/image" Target="../media/image9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8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6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image" Target="../media/image18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9.png"/><Relationship Id="rId3" Type="http://schemas.openxmlformats.org/officeDocument/2006/relationships/image" Target="../media/image8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2.png"/><Relationship Id="rId3" Type="http://schemas.openxmlformats.org/officeDocument/2006/relationships/image" Target="../media/image22.png"/><Relationship Id="rId4" Type="http://schemas.openxmlformats.org/officeDocument/2006/relationships/image" Target="../media/image22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8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7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9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30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1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3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4.png"/><Relationship Id="rId3" Type="http://schemas.openxmlformats.org/officeDocument/2006/relationships/image" Target="../media/image3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1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5.png"/><Relationship Id="rId3" Type="http://schemas.openxmlformats.org/officeDocument/2006/relationships/image" Target="../media/image7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79000" cy="6291000"/>
            <a:chOff x="461520" y="438840"/>
            <a:chExt cx="11079000" cy="629100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200" cy="4282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4840" cy="2004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6920" cy="32569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6200" cy="1092240"/>
              <a:chOff x="1406520" y="1012320"/>
              <a:chExt cx="1366200" cy="109224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8080" cy="2426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6520" y="-2880"/>
            <a:ext cx="4633200" cy="242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3800" cy="242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79000" cy="6291000"/>
            <a:chOff x="461520" y="438840"/>
            <a:chExt cx="11079000" cy="629100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200" cy="4282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4840" cy="2004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6920" cy="32569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6200" cy="1092240"/>
              <a:chOff x="1406520" y="1012320"/>
              <a:chExt cx="1366200" cy="109224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6520" y="-2880"/>
            <a:ext cx="4633200" cy="242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4000" y="1265760"/>
            <a:ext cx="6860880" cy="4315680"/>
          </a:xfrm>
          <a:custGeom>
            <a:avLst/>
            <a:gdLst>
              <a:gd name="textAreaLeft" fmla="*/ 0 w 6860880"/>
              <a:gd name="textAreaRight" fmla="*/ 6864840 w 6860880"/>
              <a:gd name="textAreaTop" fmla="*/ 0 h 4315680"/>
              <a:gd name="textAreaBottom" fmla="*/ 4319640 h 431568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1480" cy="245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79000" cy="6291000"/>
            <a:chOff x="461520" y="438840"/>
            <a:chExt cx="11079000" cy="629100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200" cy="4282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4840" cy="2004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6920" cy="32569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6200" cy="1092240"/>
              <a:chOff x="1406520" y="1012320"/>
              <a:chExt cx="1366200" cy="109224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6520" y="-2880"/>
            <a:ext cx="4633200" cy="242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4000" y="1265760"/>
            <a:ext cx="6860880" cy="4315680"/>
          </a:xfrm>
          <a:custGeom>
            <a:avLst/>
            <a:gdLst>
              <a:gd name="textAreaLeft" fmla="*/ 0 w 6860880"/>
              <a:gd name="textAreaRight" fmla="*/ 6864840 w 6860880"/>
              <a:gd name="textAreaTop" fmla="*/ 0 h 4315680"/>
              <a:gd name="textAreaBottom" fmla="*/ 4319640 h 431568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1480" cy="235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79360" cy="7115400"/>
            <a:chOff x="822600" y="270000"/>
            <a:chExt cx="11079360" cy="711540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79360" cy="6291000"/>
              <a:chOff x="822600" y="270000"/>
              <a:chExt cx="11079360" cy="629100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200" cy="4282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4840" cy="2004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6920" cy="3256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6200" cy="1092240"/>
                <a:chOff x="1767960" y="843120"/>
                <a:chExt cx="1366200" cy="109224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4480" cy="1914480"/>
              <a:chOff x="6279120" y="5470920"/>
              <a:chExt cx="1914480" cy="191448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79360" cy="7115400"/>
            <a:chOff x="822600" y="270000"/>
            <a:chExt cx="11079360" cy="711540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79360" cy="6291000"/>
              <a:chOff x="822600" y="270000"/>
              <a:chExt cx="11079360" cy="629100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200" cy="4282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4840" cy="2004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6920" cy="3256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6200" cy="1092240"/>
                <a:chOff x="1767960" y="843120"/>
                <a:chExt cx="1366200" cy="109224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4480" cy="1914480"/>
              <a:chOff x="6279120" y="5470920"/>
              <a:chExt cx="1914480" cy="191448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6920" y="3337560"/>
            <a:ext cx="3915720" cy="2935800"/>
            <a:chOff x="-16920" y="3337560"/>
            <a:chExt cx="3915720" cy="293580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296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612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2640" y="5623920"/>
              <a:ext cx="322920" cy="3229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8916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256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568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6908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560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212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5520" y="562392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296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2960" y="52974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296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296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296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0924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728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612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264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8916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256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568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212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5520" y="52970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0924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612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264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8916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256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568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6908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5600" y="49708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0924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728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6120" y="4644000"/>
              <a:ext cx="322920" cy="3229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264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8916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256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568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6908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560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212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5520" y="464400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0924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728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612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264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8916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256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568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6908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5600" y="4317480"/>
              <a:ext cx="322920" cy="3229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212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5520" y="431748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0924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612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264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89160" y="3990960"/>
              <a:ext cx="322920" cy="3229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256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568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6908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560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2120" y="39909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612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264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8916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256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568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6908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560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212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5520" y="3664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09240" y="33375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7280" y="33375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6120" y="333756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7280" y="5950440"/>
              <a:ext cx="322920" cy="322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7280" y="5623920"/>
              <a:ext cx="322920" cy="3229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760" y="5933520"/>
            <a:ext cx="6622560" cy="942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1200" y="5936760"/>
            <a:ext cx="8081280" cy="942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8400" y="-59040"/>
            <a:ext cx="3975120" cy="3712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11160" y="51840"/>
            <a:ext cx="2988360" cy="39096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79360" cy="7115400"/>
            <a:chOff x="822600" y="270000"/>
            <a:chExt cx="11079360" cy="711540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79360" cy="6291000"/>
              <a:chOff x="822600" y="270000"/>
              <a:chExt cx="11079360" cy="629100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200" cy="4282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4840" cy="2004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6920" cy="3256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6200" cy="1092240"/>
                <a:chOff x="1767960" y="843120"/>
                <a:chExt cx="1366200" cy="109224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0000" cy="270000"/>
                </a:xfrm>
                <a:custGeom>
                  <a:avLst/>
                  <a:gdLst>
                    <a:gd name="textAreaLeft" fmla="*/ 0 w 270000"/>
                    <a:gd name="textAreaRight" fmla="*/ 273960 w 270000"/>
                    <a:gd name="textAreaTop" fmla="*/ 0 h 270000"/>
                    <a:gd name="textAreaBottom" fmla="*/ 273960 h 2700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4480" cy="1914480"/>
              <a:chOff x="6279120" y="5470920"/>
              <a:chExt cx="1914480" cy="191448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3960 w 270000"/>
                  <a:gd name="textAreaTop" fmla="*/ 0 h 270000"/>
                  <a:gd name="textAreaBottom" fmla="*/ 273960 h 2700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2120" y="1397160"/>
            <a:ext cx="7273080" cy="4052160"/>
          </a:xfrm>
          <a:custGeom>
            <a:avLst/>
            <a:gdLst>
              <a:gd name="textAreaLeft" fmla="*/ 0 w 7273080"/>
              <a:gd name="textAreaRight" fmla="*/ 7277040 w 7273080"/>
              <a:gd name="textAreaTop" fmla="*/ 0 h 4052160"/>
              <a:gd name="textAreaBottom" fmla="*/ 4056120 h 405216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788;p72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789;p72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Google Shape;790;p72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Google Shape;791;p72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Google Shape;792;p72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793;p72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Google Shape;794;p72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795;p72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796;p72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Google Shape;797;p72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Google Shape;798;p72"/>
          <p:cNvSpPr/>
          <p:nvPr/>
        </p:nvSpPr>
        <p:spPr>
          <a:xfrm>
            <a:off x="1440" y="0"/>
            <a:ext cx="4737960" cy="6854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9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200" cy="428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4840" cy="200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1234;p82"/>
          <p:cNvGrpSpPr/>
          <p:nvPr/>
        </p:nvGrpSpPr>
        <p:grpSpPr>
          <a:xfrm>
            <a:off x="730080" y="3085200"/>
            <a:ext cx="7656480" cy="2462760"/>
            <a:chOff x="730080" y="3085200"/>
            <a:chExt cx="7656480" cy="2462760"/>
          </a:xfrm>
        </p:grpSpPr>
        <p:sp>
          <p:nvSpPr>
            <p:cNvPr id="584" name="Google Shape;1235;p82"/>
            <p:cNvSpPr/>
            <p:nvPr/>
          </p:nvSpPr>
          <p:spPr>
            <a:xfrm>
              <a:off x="1363680" y="3299400"/>
              <a:ext cx="702288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Google Shape;1236;p82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Google Shape;1237;p82"/>
            <p:cNvSpPr/>
            <p:nvPr/>
          </p:nvSpPr>
          <p:spPr>
            <a:xfrm>
              <a:off x="1363680" y="4781520"/>
              <a:ext cx="5213880" cy="7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7" name="Google Shape;1238;p82"/>
          <p:cNvGrpSpPr/>
          <p:nvPr/>
        </p:nvGrpSpPr>
        <p:grpSpPr>
          <a:xfrm>
            <a:off x="755280" y="2794320"/>
            <a:ext cx="689400" cy="689400"/>
            <a:chOff x="755280" y="2794320"/>
            <a:chExt cx="689400" cy="689400"/>
          </a:xfrm>
        </p:grpSpPr>
        <p:sp>
          <p:nvSpPr>
            <p:cNvPr id="588" name="Google Shape;1239;p82"/>
            <p:cNvSpPr/>
            <p:nvPr/>
          </p:nvSpPr>
          <p:spPr>
            <a:xfrm>
              <a:off x="755280" y="3141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Google Shape;1240;p82"/>
            <p:cNvSpPr/>
            <p:nvPr/>
          </p:nvSpPr>
          <p:spPr>
            <a:xfrm>
              <a:off x="1101960" y="2794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0" name="Google Shape;1241;p82"/>
          <p:cNvGrpSpPr/>
          <p:nvPr/>
        </p:nvGrpSpPr>
        <p:grpSpPr>
          <a:xfrm>
            <a:off x="5260680" y="5098320"/>
            <a:ext cx="689400" cy="689400"/>
            <a:chOff x="5260680" y="5098320"/>
            <a:chExt cx="689400" cy="689400"/>
          </a:xfrm>
        </p:grpSpPr>
        <p:sp>
          <p:nvSpPr>
            <p:cNvPr id="591" name="Google Shape;1242;p82"/>
            <p:cNvSpPr/>
            <p:nvPr/>
          </p:nvSpPr>
          <p:spPr>
            <a:xfrm>
              <a:off x="5260680" y="5445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Google Shape;1243;p82"/>
            <p:cNvSpPr/>
            <p:nvPr/>
          </p:nvSpPr>
          <p:spPr>
            <a:xfrm>
              <a:off x="5607360" y="5098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3" name="Google Shape;1244;p82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Google Shape;1245;p82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Google Shape;1246;p82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Google Shape;1247;p82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Google Shape;1248;p82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Google Shape;1249;p82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Google Shape;1250;p82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Google Shape;1251;p82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Google Shape;1252;p82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Google Shape;1253;p82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3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6440" cy="589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4" name="Google Shape;1255;p82"/>
          <p:cNvGrpSpPr/>
          <p:nvPr/>
        </p:nvGrpSpPr>
        <p:grpSpPr>
          <a:xfrm>
            <a:off x="10124640" y="1269360"/>
            <a:ext cx="1466280" cy="765000"/>
            <a:chOff x="10124640" y="1269360"/>
            <a:chExt cx="1466280" cy="765000"/>
          </a:xfrm>
        </p:grpSpPr>
        <p:grpSp>
          <p:nvGrpSpPr>
            <p:cNvPr id="605" name="Google Shape;1256;p82"/>
            <p:cNvGrpSpPr/>
            <p:nvPr/>
          </p:nvGrpSpPr>
          <p:grpSpPr>
            <a:xfrm>
              <a:off x="10124640" y="1269360"/>
              <a:ext cx="1220760" cy="295920"/>
              <a:chOff x="10124640" y="1269360"/>
              <a:chExt cx="1220760" cy="295920"/>
            </a:xfrm>
          </p:grpSpPr>
          <p:sp>
            <p:nvSpPr>
              <p:cNvPr id="606" name="Google Shape;1257;p82"/>
              <p:cNvSpPr/>
              <p:nvPr/>
            </p:nvSpPr>
            <p:spPr>
              <a:xfrm>
                <a:off x="10124640" y="1269360"/>
                <a:ext cx="145800" cy="294480"/>
              </a:xfrm>
              <a:custGeom>
                <a:avLst/>
                <a:gdLst>
                  <a:gd name="textAreaLeft" fmla="*/ 0 w 145800"/>
                  <a:gd name="textAreaRight" fmla="*/ 149760 w 145800"/>
                  <a:gd name="textAreaTop" fmla="*/ 0 h 294480"/>
                  <a:gd name="textAreaBottom" fmla="*/ 298440 h 2944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1258;p82"/>
              <p:cNvSpPr/>
              <p:nvPr/>
            </p:nvSpPr>
            <p:spPr>
              <a:xfrm>
                <a:off x="10305360" y="1324800"/>
                <a:ext cx="226080" cy="240120"/>
              </a:xfrm>
              <a:custGeom>
                <a:avLst/>
                <a:gdLst>
                  <a:gd name="textAreaLeft" fmla="*/ 0 w 226080"/>
                  <a:gd name="textAreaRight" fmla="*/ 230040 w 22608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1259;p82"/>
              <p:cNvSpPr/>
              <p:nvPr/>
            </p:nvSpPr>
            <p:spPr>
              <a:xfrm>
                <a:off x="10573560" y="1325160"/>
                <a:ext cx="213840" cy="240120"/>
              </a:xfrm>
              <a:custGeom>
                <a:avLst/>
                <a:gdLst>
                  <a:gd name="textAreaLeft" fmla="*/ 0 w 213840"/>
                  <a:gd name="textAreaRight" fmla="*/ 217800 w 213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Google Shape;1260;p82"/>
              <p:cNvSpPr/>
              <p:nvPr/>
            </p:nvSpPr>
            <p:spPr>
              <a:xfrm>
                <a:off x="10834560" y="1325160"/>
                <a:ext cx="210960" cy="234720"/>
              </a:xfrm>
              <a:custGeom>
                <a:avLst/>
                <a:gdLst>
                  <a:gd name="textAreaLeft" fmla="*/ 0 w 210960"/>
                  <a:gd name="textAreaRight" fmla="*/ 214920 w 210960"/>
                  <a:gd name="textAreaTop" fmla="*/ 0 h 234720"/>
                  <a:gd name="textAreaBottom" fmla="*/ 238680 h 2347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Google Shape;1261;p82"/>
              <p:cNvSpPr/>
              <p:nvPr/>
            </p:nvSpPr>
            <p:spPr>
              <a:xfrm>
                <a:off x="11095560" y="132516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1" name="Google Shape;1262;p82"/>
            <p:cNvGrpSpPr/>
            <p:nvPr/>
          </p:nvGrpSpPr>
          <p:grpSpPr>
            <a:xfrm>
              <a:off x="10546560" y="1648080"/>
              <a:ext cx="1044360" cy="386280"/>
              <a:chOff x="10546560" y="1648080"/>
              <a:chExt cx="1044360" cy="386280"/>
            </a:xfrm>
          </p:grpSpPr>
          <p:sp>
            <p:nvSpPr>
              <p:cNvPr id="612" name="Google Shape;1263;p82"/>
              <p:cNvSpPr/>
              <p:nvPr/>
            </p:nvSpPr>
            <p:spPr>
              <a:xfrm>
                <a:off x="10546560" y="1648080"/>
                <a:ext cx="62640" cy="31536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Google Shape;1264;p82"/>
              <p:cNvSpPr/>
              <p:nvPr/>
            </p:nvSpPr>
            <p:spPr>
              <a:xfrm>
                <a:off x="10664280" y="172872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4" name="Google Shape;1265;p82"/>
              <p:cNvSpPr/>
              <p:nvPr/>
            </p:nvSpPr>
            <p:spPr>
              <a:xfrm>
                <a:off x="10955160" y="1728720"/>
                <a:ext cx="242280" cy="305640"/>
              </a:xfrm>
              <a:custGeom>
                <a:avLst/>
                <a:gdLst>
                  <a:gd name="textAreaLeft" fmla="*/ 0 w 242280"/>
                  <a:gd name="textAreaRight" fmla="*/ 246240 w 242280"/>
                  <a:gd name="textAreaTop" fmla="*/ 0 h 305640"/>
                  <a:gd name="textAreaBottom" fmla="*/ 309600 h 3056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5" name="Google Shape;1266;p82"/>
              <p:cNvSpPr/>
              <p:nvPr/>
            </p:nvSpPr>
            <p:spPr>
              <a:xfrm>
                <a:off x="11262240" y="1648440"/>
                <a:ext cx="66240" cy="315360"/>
              </a:xfrm>
              <a:custGeom>
                <a:avLst/>
                <a:gdLst>
                  <a:gd name="textAreaLeft" fmla="*/ 0 w 66240"/>
                  <a:gd name="textAreaRight" fmla="*/ 70200 w 662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6" name="Google Shape;1267;p82"/>
              <p:cNvSpPr/>
              <p:nvPr/>
            </p:nvSpPr>
            <p:spPr>
              <a:xfrm>
                <a:off x="11379240" y="1730520"/>
                <a:ext cx="211680" cy="237600"/>
              </a:xfrm>
              <a:custGeom>
                <a:avLst/>
                <a:gdLst>
                  <a:gd name="textAreaLeft" fmla="*/ 0 w 211680"/>
                  <a:gd name="textAreaRight" fmla="*/ 215640 w 211680"/>
                  <a:gd name="textAreaTop" fmla="*/ 0 h 237600"/>
                  <a:gd name="textAreaBottom" fmla="*/ 241560 h 2376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7" name="Google Shape;1268;p82"/>
          <p:cNvGrpSpPr/>
          <p:nvPr/>
        </p:nvGrpSpPr>
        <p:grpSpPr>
          <a:xfrm>
            <a:off x="10207440" y="873000"/>
            <a:ext cx="1172880" cy="294840"/>
            <a:chOff x="10207440" y="873000"/>
            <a:chExt cx="1172880" cy="294840"/>
          </a:xfrm>
        </p:grpSpPr>
        <p:sp>
          <p:nvSpPr>
            <p:cNvPr id="618" name="Google Shape;1269;p82"/>
            <p:cNvSpPr/>
            <p:nvPr/>
          </p:nvSpPr>
          <p:spPr>
            <a:xfrm>
              <a:off x="10207440" y="878040"/>
              <a:ext cx="77760" cy="100080"/>
            </a:xfrm>
            <a:custGeom>
              <a:avLst/>
              <a:gdLst>
                <a:gd name="textAreaLeft" fmla="*/ 0 w 77760"/>
                <a:gd name="textAreaRight" fmla="*/ 81720 w 77760"/>
                <a:gd name="textAreaTop" fmla="*/ 0 h 100080"/>
                <a:gd name="textAreaBottom" fmla="*/ 104040 h 10008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Google Shape;1270;p82"/>
            <p:cNvSpPr/>
            <p:nvPr/>
          </p:nvSpPr>
          <p:spPr>
            <a:xfrm>
              <a:off x="10285560" y="903600"/>
              <a:ext cx="76320" cy="76320"/>
            </a:xfrm>
            <a:custGeom>
              <a:avLst/>
              <a:gdLst>
                <a:gd name="textAreaLeft" fmla="*/ 0 w 76320"/>
                <a:gd name="textAreaRight" fmla="*/ 80280 w 7632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Google Shape;1271;p82"/>
            <p:cNvSpPr/>
            <p:nvPr/>
          </p:nvSpPr>
          <p:spPr>
            <a:xfrm>
              <a:off x="10381680" y="87372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Google Shape;1272;p82"/>
            <p:cNvSpPr/>
            <p:nvPr/>
          </p:nvSpPr>
          <p:spPr>
            <a:xfrm>
              <a:off x="1047924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Google Shape;1273;p82"/>
            <p:cNvSpPr/>
            <p:nvPr/>
          </p:nvSpPr>
          <p:spPr>
            <a:xfrm>
              <a:off x="1056456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Google Shape;1274;p82"/>
            <p:cNvSpPr/>
            <p:nvPr/>
          </p:nvSpPr>
          <p:spPr>
            <a:xfrm>
              <a:off x="1068372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Google Shape;1275;p82"/>
            <p:cNvSpPr/>
            <p:nvPr/>
          </p:nvSpPr>
          <p:spPr>
            <a:xfrm>
              <a:off x="1076940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Google Shape;1276;p82"/>
            <p:cNvSpPr/>
            <p:nvPr/>
          </p:nvSpPr>
          <p:spPr>
            <a:xfrm>
              <a:off x="10888200" y="873000"/>
              <a:ext cx="42480" cy="105120"/>
            </a:xfrm>
            <a:custGeom>
              <a:avLst/>
              <a:gdLst>
                <a:gd name="textAreaLeft" fmla="*/ 0 w 42480"/>
                <a:gd name="textAreaRight" fmla="*/ 46440 w 42480"/>
                <a:gd name="textAreaTop" fmla="*/ 0 h 105120"/>
                <a:gd name="textAreaBottom" fmla="*/ 109080 h 10512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Google Shape;1277;p82"/>
            <p:cNvSpPr/>
            <p:nvPr/>
          </p:nvSpPr>
          <p:spPr>
            <a:xfrm>
              <a:off x="10942920" y="903600"/>
              <a:ext cx="76320" cy="76320"/>
            </a:xfrm>
            <a:custGeom>
              <a:avLst/>
              <a:gdLst>
                <a:gd name="textAreaLeft" fmla="*/ 0 w 76320"/>
                <a:gd name="textAreaRight" fmla="*/ 80280 w 7632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Google Shape;1278;p82"/>
            <p:cNvSpPr/>
            <p:nvPr/>
          </p:nvSpPr>
          <p:spPr>
            <a:xfrm>
              <a:off x="11043720" y="90396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Google Shape;1279;p82"/>
            <p:cNvSpPr/>
            <p:nvPr/>
          </p:nvSpPr>
          <p:spPr>
            <a:xfrm>
              <a:off x="11103840" y="903600"/>
              <a:ext cx="112320" cy="74520"/>
            </a:xfrm>
            <a:custGeom>
              <a:avLst/>
              <a:gdLst>
                <a:gd name="textAreaLeft" fmla="*/ 0 w 112320"/>
                <a:gd name="textAreaRight" fmla="*/ 116280 w 112320"/>
                <a:gd name="textAreaTop" fmla="*/ 0 h 74520"/>
                <a:gd name="textAreaBottom" fmla="*/ 78480 h 7452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Google Shape;1280;p82"/>
            <p:cNvSpPr/>
            <p:nvPr/>
          </p:nvSpPr>
          <p:spPr>
            <a:xfrm>
              <a:off x="1123956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Google Shape;1281;p82"/>
            <p:cNvSpPr/>
            <p:nvPr/>
          </p:nvSpPr>
          <p:spPr>
            <a:xfrm>
              <a:off x="1132488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Google Shape;1282;p82"/>
            <p:cNvSpPr/>
            <p:nvPr/>
          </p:nvSpPr>
          <p:spPr>
            <a:xfrm>
              <a:off x="10208160" y="103968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Google Shape;1283;p82"/>
            <p:cNvSpPr/>
            <p:nvPr/>
          </p:nvSpPr>
          <p:spPr>
            <a:xfrm>
              <a:off x="1030680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Google Shape;1284;p82"/>
            <p:cNvSpPr/>
            <p:nvPr/>
          </p:nvSpPr>
          <p:spPr>
            <a:xfrm>
              <a:off x="10438200" y="107028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Google Shape;1285;p82"/>
            <p:cNvSpPr/>
            <p:nvPr/>
          </p:nvSpPr>
          <p:spPr>
            <a:xfrm>
              <a:off x="10530360" y="1069560"/>
              <a:ext cx="73800" cy="9828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98280"/>
                <a:gd name="textAreaBottom" fmla="*/ 102240 h 9828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Google Shape;1286;p82"/>
            <p:cNvSpPr/>
            <p:nvPr/>
          </p:nvSpPr>
          <p:spPr>
            <a:xfrm>
              <a:off x="10629000" y="106992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Google Shape;1287;p82"/>
            <p:cNvSpPr/>
            <p:nvPr/>
          </p:nvSpPr>
          <p:spPr>
            <a:xfrm>
              <a:off x="1068120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Google Shape;1288;p82"/>
            <p:cNvSpPr/>
            <p:nvPr/>
          </p:nvSpPr>
          <p:spPr>
            <a:xfrm>
              <a:off x="10774080" y="1069560"/>
              <a:ext cx="63360" cy="7452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4520"/>
                <a:gd name="textAreaBottom" fmla="*/ 78480 h 7452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Google Shape;1289;p82"/>
            <p:cNvSpPr/>
            <p:nvPr/>
          </p:nvSpPr>
          <p:spPr>
            <a:xfrm>
              <a:off x="10860840" y="103968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Google Shape;1290;p82"/>
            <p:cNvSpPr/>
            <p:nvPr/>
          </p:nvSpPr>
          <p:spPr>
            <a:xfrm>
              <a:off x="1095948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Google Shape;1291;p82"/>
            <p:cNvSpPr/>
            <p:nvPr/>
          </p:nvSpPr>
          <p:spPr>
            <a:xfrm>
              <a:off x="11052360" y="106992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1" name="Google Shape;1292;p82"/>
          <p:cNvGrpSpPr/>
          <p:nvPr/>
        </p:nvGrpSpPr>
        <p:grpSpPr>
          <a:xfrm>
            <a:off x="10113480" y="597240"/>
            <a:ext cx="605520" cy="148680"/>
            <a:chOff x="10113480" y="597240"/>
            <a:chExt cx="605520" cy="148680"/>
          </a:xfrm>
        </p:grpSpPr>
        <p:sp>
          <p:nvSpPr>
            <p:cNvPr id="642" name="Google Shape;1293;p82"/>
            <p:cNvSpPr/>
            <p:nvPr/>
          </p:nvSpPr>
          <p:spPr>
            <a:xfrm>
              <a:off x="10627560" y="603360"/>
              <a:ext cx="91440" cy="141840"/>
            </a:xfrm>
            <a:custGeom>
              <a:avLst/>
              <a:gdLst>
                <a:gd name="textAreaLeft" fmla="*/ 0 w 91440"/>
                <a:gd name="textAreaRight" fmla="*/ 95400 w 91440"/>
                <a:gd name="textAreaTop" fmla="*/ 0 h 141840"/>
                <a:gd name="textAreaBottom" fmla="*/ 145800 h 1418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Google Shape;1294;p82"/>
            <p:cNvSpPr/>
            <p:nvPr/>
          </p:nvSpPr>
          <p:spPr>
            <a:xfrm>
              <a:off x="10113480" y="597240"/>
              <a:ext cx="133920" cy="148680"/>
            </a:xfrm>
            <a:custGeom>
              <a:avLst/>
              <a:gdLst>
                <a:gd name="textAreaLeft" fmla="*/ 0 w 133920"/>
                <a:gd name="textAreaRight" fmla="*/ 137880 w 133920"/>
                <a:gd name="textAreaTop" fmla="*/ 0 h 148680"/>
                <a:gd name="textAreaBottom" fmla="*/ 152640 h 1486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Google Shape;1295;p82"/>
            <p:cNvSpPr/>
            <p:nvPr/>
          </p:nvSpPr>
          <p:spPr>
            <a:xfrm>
              <a:off x="10246320" y="618480"/>
              <a:ext cx="130320" cy="122760"/>
            </a:xfrm>
            <a:custGeom>
              <a:avLst/>
              <a:gdLst>
                <a:gd name="textAreaLeft" fmla="*/ 0 w 130320"/>
                <a:gd name="textAreaRight" fmla="*/ 134280 w 130320"/>
                <a:gd name="textAreaTop" fmla="*/ 0 h 122760"/>
                <a:gd name="textAreaBottom" fmla="*/ 126720 h 1227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Google Shape;1296;p82"/>
            <p:cNvSpPr/>
            <p:nvPr/>
          </p:nvSpPr>
          <p:spPr>
            <a:xfrm>
              <a:off x="10378800" y="619920"/>
              <a:ext cx="121680" cy="119160"/>
            </a:xfrm>
            <a:custGeom>
              <a:avLst/>
              <a:gdLst>
                <a:gd name="textAreaLeft" fmla="*/ 0 w 121680"/>
                <a:gd name="textAreaRight" fmla="*/ 125640 w 121680"/>
                <a:gd name="textAreaTop" fmla="*/ 0 h 119160"/>
                <a:gd name="textAreaBottom" fmla="*/ 123120 h 1191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Google Shape;1297;p82"/>
            <p:cNvSpPr/>
            <p:nvPr/>
          </p:nvSpPr>
          <p:spPr>
            <a:xfrm>
              <a:off x="10503000" y="619200"/>
              <a:ext cx="122760" cy="121320"/>
            </a:xfrm>
            <a:custGeom>
              <a:avLst/>
              <a:gdLst>
                <a:gd name="textAreaLeft" fmla="*/ 0 w 122760"/>
                <a:gd name="textAreaRight" fmla="*/ 126720 w 122760"/>
                <a:gd name="textAreaTop" fmla="*/ 0 h 121320"/>
                <a:gd name="textAreaBottom" fmla="*/ 125280 h 1213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47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0320" cy="1552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1922;p92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Google Shape;1923;p92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Google Shape;1924;p92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Google Shape;1925;p92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Google Shape;1926;p92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Google Shape;1927;p92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Google Shape;1928;p92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1929;p92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1930;p92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1931;p92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58" name="Google Shape;1932;p92"/>
          <p:cNvGrpSpPr/>
          <p:nvPr/>
        </p:nvGrpSpPr>
        <p:grpSpPr>
          <a:xfrm>
            <a:off x="730080" y="3085200"/>
            <a:ext cx="5704920" cy="2416680"/>
            <a:chOff x="730080" y="3085200"/>
            <a:chExt cx="5704920" cy="2416680"/>
          </a:xfrm>
        </p:grpSpPr>
        <p:sp>
          <p:nvSpPr>
            <p:cNvPr id="659" name="Google Shape;1933;p92"/>
            <p:cNvSpPr/>
            <p:nvPr/>
          </p:nvSpPr>
          <p:spPr>
            <a:xfrm>
              <a:off x="1363680" y="3958200"/>
              <a:ext cx="50713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0" name="Google Shape;1934;p92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1" name="Google Shape;1935;p92"/>
          <p:cNvGrpSpPr/>
          <p:nvPr/>
        </p:nvGrpSpPr>
        <p:grpSpPr>
          <a:xfrm>
            <a:off x="755280" y="2927520"/>
            <a:ext cx="689400" cy="689400"/>
            <a:chOff x="755280" y="2927520"/>
            <a:chExt cx="689400" cy="689400"/>
          </a:xfrm>
        </p:grpSpPr>
        <p:sp>
          <p:nvSpPr>
            <p:cNvPr id="662" name="Google Shape;1936;p92"/>
            <p:cNvSpPr/>
            <p:nvPr/>
          </p:nvSpPr>
          <p:spPr>
            <a:xfrm>
              <a:off x="755280" y="3274200"/>
              <a:ext cx="342720" cy="3427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Google Shape;1937;p92"/>
            <p:cNvSpPr/>
            <p:nvPr/>
          </p:nvSpPr>
          <p:spPr>
            <a:xfrm>
              <a:off x="1101960" y="2927520"/>
              <a:ext cx="342720" cy="3427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4" name="Google Shape;1938;p92"/>
          <p:cNvGrpSpPr/>
          <p:nvPr/>
        </p:nvGrpSpPr>
        <p:grpSpPr>
          <a:xfrm>
            <a:off x="4235400" y="5098320"/>
            <a:ext cx="689400" cy="689400"/>
            <a:chOff x="4235400" y="5098320"/>
            <a:chExt cx="689400" cy="689400"/>
          </a:xfrm>
        </p:grpSpPr>
        <p:sp>
          <p:nvSpPr>
            <p:cNvPr id="665" name="Google Shape;1939;p92"/>
            <p:cNvSpPr/>
            <p:nvPr/>
          </p:nvSpPr>
          <p:spPr>
            <a:xfrm>
              <a:off x="4235400" y="5445000"/>
              <a:ext cx="342720" cy="3427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Google Shape;1940;p92"/>
            <p:cNvSpPr/>
            <p:nvPr/>
          </p:nvSpPr>
          <p:spPr>
            <a:xfrm>
              <a:off x="4582080" y="5098320"/>
              <a:ext cx="342720" cy="3427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67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4760" cy="15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2840" cy="613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69" name="Google Shape;1943;p92"/>
          <p:cNvGrpSpPr/>
          <p:nvPr/>
        </p:nvGrpSpPr>
        <p:grpSpPr>
          <a:xfrm>
            <a:off x="10113480" y="597240"/>
            <a:ext cx="1477440" cy="1437120"/>
            <a:chOff x="10113480" y="597240"/>
            <a:chExt cx="1477440" cy="1437120"/>
          </a:xfrm>
        </p:grpSpPr>
        <p:grpSp>
          <p:nvGrpSpPr>
            <p:cNvPr id="670" name="Google Shape;1944;p92"/>
            <p:cNvGrpSpPr/>
            <p:nvPr/>
          </p:nvGrpSpPr>
          <p:grpSpPr>
            <a:xfrm>
              <a:off x="10124640" y="1269360"/>
              <a:ext cx="1466280" cy="765000"/>
              <a:chOff x="10124640" y="1269360"/>
              <a:chExt cx="1466280" cy="765000"/>
            </a:xfrm>
          </p:grpSpPr>
          <p:grpSp>
            <p:nvGrpSpPr>
              <p:cNvPr id="671" name="Google Shape;1945;p92"/>
              <p:cNvGrpSpPr/>
              <p:nvPr/>
            </p:nvGrpSpPr>
            <p:grpSpPr>
              <a:xfrm>
                <a:off x="10124640" y="1269360"/>
                <a:ext cx="1220760" cy="295920"/>
                <a:chOff x="10124640" y="1269360"/>
                <a:chExt cx="1220760" cy="295920"/>
              </a:xfrm>
            </p:grpSpPr>
            <p:sp>
              <p:nvSpPr>
                <p:cNvPr id="672" name="Google Shape;1946;p92"/>
                <p:cNvSpPr/>
                <p:nvPr/>
              </p:nvSpPr>
              <p:spPr>
                <a:xfrm>
                  <a:off x="10124640" y="1269360"/>
                  <a:ext cx="145800" cy="294480"/>
                </a:xfrm>
                <a:custGeom>
                  <a:avLst/>
                  <a:gdLst>
                    <a:gd name="textAreaLeft" fmla="*/ 0 w 145800"/>
                    <a:gd name="textAreaRight" fmla="*/ 149760 w 145800"/>
                    <a:gd name="textAreaTop" fmla="*/ 0 h 294480"/>
                    <a:gd name="textAreaBottom" fmla="*/ 298440 h 2944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3" name="Google Shape;1947;p92"/>
                <p:cNvSpPr/>
                <p:nvPr/>
              </p:nvSpPr>
              <p:spPr>
                <a:xfrm>
                  <a:off x="10305360" y="1324800"/>
                  <a:ext cx="226080" cy="240120"/>
                </a:xfrm>
                <a:custGeom>
                  <a:avLst/>
                  <a:gdLst>
                    <a:gd name="textAreaLeft" fmla="*/ 0 w 226080"/>
                    <a:gd name="textAreaRight" fmla="*/ 230040 w 2260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4" name="Google Shape;1948;p92"/>
                <p:cNvSpPr/>
                <p:nvPr/>
              </p:nvSpPr>
              <p:spPr>
                <a:xfrm>
                  <a:off x="10573560" y="1325160"/>
                  <a:ext cx="213840" cy="240120"/>
                </a:xfrm>
                <a:custGeom>
                  <a:avLst/>
                  <a:gdLst>
                    <a:gd name="textAreaLeft" fmla="*/ 0 w 213840"/>
                    <a:gd name="textAreaRight" fmla="*/ 217800 w 213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5" name="Google Shape;1949;p92"/>
                <p:cNvSpPr/>
                <p:nvPr/>
              </p:nvSpPr>
              <p:spPr>
                <a:xfrm>
                  <a:off x="10834560" y="1325160"/>
                  <a:ext cx="210960" cy="234720"/>
                </a:xfrm>
                <a:custGeom>
                  <a:avLst/>
                  <a:gdLst>
                    <a:gd name="textAreaLeft" fmla="*/ 0 w 210960"/>
                    <a:gd name="textAreaRight" fmla="*/ 214920 w 210960"/>
                    <a:gd name="textAreaTop" fmla="*/ 0 h 234720"/>
                    <a:gd name="textAreaBottom" fmla="*/ 238680 h 2347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6" name="Google Shape;1950;p92"/>
                <p:cNvSpPr/>
                <p:nvPr/>
              </p:nvSpPr>
              <p:spPr>
                <a:xfrm>
                  <a:off x="11095560" y="132516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77" name="Google Shape;1951;p92"/>
              <p:cNvGrpSpPr/>
              <p:nvPr/>
            </p:nvGrpSpPr>
            <p:grpSpPr>
              <a:xfrm>
                <a:off x="10546560" y="1648080"/>
                <a:ext cx="1044360" cy="386280"/>
                <a:chOff x="10546560" y="1648080"/>
                <a:chExt cx="1044360" cy="386280"/>
              </a:xfrm>
            </p:grpSpPr>
            <p:sp>
              <p:nvSpPr>
                <p:cNvPr id="678" name="Google Shape;1952;p92"/>
                <p:cNvSpPr/>
                <p:nvPr/>
              </p:nvSpPr>
              <p:spPr>
                <a:xfrm>
                  <a:off x="10546560" y="1648080"/>
                  <a:ext cx="62640" cy="31536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9" name="Google Shape;1953;p92"/>
                <p:cNvSpPr/>
                <p:nvPr/>
              </p:nvSpPr>
              <p:spPr>
                <a:xfrm>
                  <a:off x="10664280" y="172872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0" name="Google Shape;1954;p92"/>
                <p:cNvSpPr/>
                <p:nvPr/>
              </p:nvSpPr>
              <p:spPr>
                <a:xfrm>
                  <a:off x="10955160" y="1728720"/>
                  <a:ext cx="242280" cy="305640"/>
                </a:xfrm>
                <a:custGeom>
                  <a:avLst/>
                  <a:gdLst>
                    <a:gd name="textAreaLeft" fmla="*/ 0 w 242280"/>
                    <a:gd name="textAreaRight" fmla="*/ 246240 w 242280"/>
                    <a:gd name="textAreaTop" fmla="*/ 0 h 305640"/>
                    <a:gd name="textAreaBottom" fmla="*/ 309600 h 3056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1" name="Google Shape;1955;p92"/>
                <p:cNvSpPr/>
                <p:nvPr/>
              </p:nvSpPr>
              <p:spPr>
                <a:xfrm>
                  <a:off x="11262240" y="1648440"/>
                  <a:ext cx="66240" cy="315360"/>
                </a:xfrm>
                <a:custGeom>
                  <a:avLst/>
                  <a:gdLst>
                    <a:gd name="textAreaLeft" fmla="*/ 0 w 66240"/>
                    <a:gd name="textAreaRight" fmla="*/ 70200 w 662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2" name="Google Shape;1956;p92"/>
                <p:cNvSpPr/>
                <p:nvPr/>
              </p:nvSpPr>
              <p:spPr>
                <a:xfrm>
                  <a:off x="11379240" y="1730520"/>
                  <a:ext cx="211680" cy="237600"/>
                </a:xfrm>
                <a:custGeom>
                  <a:avLst/>
                  <a:gdLst>
                    <a:gd name="textAreaLeft" fmla="*/ 0 w 211680"/>
                    <a:gd name="textAreaRight" fmla="*/ 215640 w 211680"/>
                    <a:gd name="textAreaTop" fmla="*/ 0 h 237600"/>
                    <a:gd name="textAreaBottom" fmla="*/ 241560 h 2376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83" name="Google Shape;1957;p92"/>
            <p:cNvGrpSpPr/>
            <p:nvPr/>
          </p:nvGrpSpPr>
          <p:grpSpPr>
            <a:xfrm>
              <a:off x="10207440" y="873000"/>
              <a:ext cx="1172880" cy="294840"/>
              <a:chOff x="10207440" y="873000"/>
              <a:chExt cx="1172880" cy="294840"/>
            </a:xfrm>
          </p:grpSpPr>
          <p:sp>
            <p:nvSpPr>
              <p:cNvPr id="684" name="Google Shape;1958;p92"/>
              <p:cNvSpPr/>
              <p:nvPr/>
            </p:nvSpPr>
            <p:spPr>
              <a:xfrm>
                <a:off x="10207440" y="878040"/>
                <a:ext cx="77760" cy="100080"/>
              </a:xfrm>
              <a:custGeom>
                <a:avLst/>
                <a:gdLst>
                  <a:gd name="textAreaLeft" fmla="*/ 0 w 77760"/>
                  <a:gd name="textAreaRight" fmla="*/ 81720 w 77760"/>
                  <a:gd name="textAreaTop" fmla="*/ 0 h 100080"/>
                  <a:gd name="textAreaBottom" fmla="*/ 104040 h 1000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Google Shape;1959;p92"/>
              <p:cNvSpPr/>
              <p:nvPr/>
            </p:nvSpPr>
            <p:spPr>
              <a:xfrm>
                <a:off x="1028556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Google Shape;1960;p92"/>
              <p:cNvSpPr/>
              <p:nvPr/>
            </p:nvSpPr>
            <p:spPr>
              <a:xfrm>
                <a:off x="10381680" y="87372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Google Shape;1961;p92"/>
              <p:cNvSpPr/>
              <p:nvPr/>
            </p:nvSpPr>
            <p:spPr>
              <a:xfrm>
                <a:off x="1047924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Google Shape;1962;p92"/>
              <p:cNvSpPr/>
              <p:nvPr/>
            </p:nvSpPr>
            <p:spPr>
              <a:xfrm>
                <a:off x="1056456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Google Shape;1963;p92"/>
              <p:cNvSpPr/>
              <p:nvPr/>
            </p:nvSpPr>
            <p:spPr>
              <a:xfrm>
                <a:off x="1068372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Google Shape;1964;p92"/>
              <p:cNvSpPr/>
              <p:nvPr/>
            </p:nvSpPr>
            <p:spPr>
              <a:xfrm>
                <a:off x="1076940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Google Shape;1965;p92"/>
              <p:cNvSpPr/>
              <p:nvPr/>
            </p:nvSpPr>
            <p:spPr>
              <a:xfrm>
                <a:off x="10888200" y="873000"/>
                <a:ext cx="42480" cy="105120"/>
              </a:xfrm>
              <a:custGeom>
                <a:avLst/>
                <a:gdLst>
                  <a:gd name="textAreaLeft" fmla="*/ 0 w 42480"/>
                  <a:gd name="textAreaRight" fmla="*/ 46440 w 42480"/>
                  <a:gd name="textAreaTop" fmla="*/ 0 h 105120"/>
                  <a:gd name="textAreaBottom" fmla="*/ 109080 h 1051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2" name="Google Shape;1966;p92"/>
              <p:cNvSpPr/>
              <p:nvPr/>
            </p:nvSpPr>
            <p:spPr>
              <a:xfrm>
                <a:off x="1094292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Google Shape;1967;p92"/>
              <p:cNvSpPr/>
              <p:nvPr/>
            </p:nvSpPr>
            <p:spPr>
              <a:xfrm>
                <a:off x="11043720" y="90396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Google Shape;1968;p92"/>
              <p:cNvSpPr/>
              <p:nvPr/>
            </p:nvSpPr>
            <p:spPr>
              <a:xfrm>
                <a:off x="11103840" y="903600"/>
                <a:ext cx="112320" cy="74520"/>
              </a:xfrm>
              <a:custGeom>
                <a:avLst/>
                <a:gdLst>
                  <a:gd name="textAreaLeft" fmla="*/ 0 w 112320"/>
                  <a:gd name="textAreaRight" fmla="*/ 116280 w 11232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Google Shape;1969;p92"/>
              <p:cNvSpPr/>
              <p:nvPr/>
            </p:nvSpPr>
            <p:spPr>
              <a:xfrm>
                <a:off x="1123956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Google Shape;1970;p92"/>
              <p:cNvSpPr/>
              <p:nvPr/>
            </p:nvSpPr>
            <p:spPr>
              <a:xfrm>
                <a:off x="1132488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Google Shape;1971;p92"/>
              <p:cNvSpPr/>
              <p:nvPr/>
            </p:nvSpPr>
            <p:spPr>
              <a:xfrm>
                <a:off x="1020816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Google Shape;1972;p92"/>
              <p:cNvSpPr/>
              <p:nvPr/>
            </p:nvSpPr>
            <p:spPr>
              <a:xfrm>
                <a:off x="103068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Google Shape;1973;p92"/>
              <p:cNvSpPr/>
              <p:nvPr/>
            </p:nvSpPr>
            <p:spPr>
              <a:xfrm>
                <a:off x="10438200" y="107028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Google Shape;1974;p92"/>
              <p:cNvSpPr/>
              <p:nvPr/>
            </p:nvSpPr>
            <p:spPr>
              <a:xfrm>
                <a:off x="10530360" y="1069560"/>
                <a:ext cx="73800" cy="9828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98280"/>
                  <a:gd name="textAreaBottom" fmla="*/ 102240 h 982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Google Shape;1975;p92"/>
              <p:cNvSpPr/>
              <p:nvPr/>
            </p:nvSpPr>
            <p:spPr>
              <a:xfrm>
                <a:off x="1062900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Google Shape;1976;p92"/>
              <p:cNvSpPr/>
              <p:nvPr/>
            </p:nvSpPr>
            <p:spPr>
              <a:xfrm>
                <a:off x="106812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Google Shape;1977;p92"/>
              <p:cNvSpPr/>
              <p:nvPr/>
            </p:nvSpPr>
            <p:spPr>
              <a:xfrm>
                <a:off x="10774080" y="1069560"/>
                <a:ext cx="63360" cy="7452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Google Shape;1978;p92"/>
              <p:cNvSpPr/>
              <p:nvPr/>
            </p:nvSpPr>
            <p:spPr>
              <a:xfrm>
                <a:off x="1086084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Google Shape;1979;p92"/>
              <p:cNvSpPr/>
              <p:nvPr/>
            </p:nvSpPr>
            <p:spPr>
              <a:xfrm>
                <a:off x="1095948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Google Shape;1980;p92"/>
              <p:cNvSpPr/>
              <p:nvPr/>
            </p:nvSpPr>
            <p:spPr>
              <a:xfrm>
                <a:off x="1105236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7" name="Google Shape;1981;p92"/>
            <p:cNvGrpSpPr/>
            <p:nvPr/>
          </p:nvGrpSpPr>
          <p:grpSpPr>
            <a:xfrm>
              <a:off x="10113480" y="597240"/>
              <a:ext cx="605520" cy="148680"/>
              <a:chOff x="10113480" y="597240"/>
              <a:chExt cx="605520" cy="148680"/>
            </a:xfrm>
          </p:grpSpPr>
          <p:sp>
            <p:nvSpPr>
              <p:cNvPr id="708" name="Google Shape;1982;p92"/>
              <p:cNvSpPr/>
              <p:nvPr/>
            </p:nvSpPr>
            <p:spPr>
              <a:xfrm>
                <a:off x="10627560" y="60336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Google Shape;1983;p92"/>
              <p:cNvSpPr/>
              <p:nvPr/>
            </p:nvSpPr>
            <p:spPr>
              <a:xfrm>
                <a:off x="10113480" y="59724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Google Shape;1984;p92"/>
              <p:cNvSpPr/>
              <p:nvPr/>
            </p:nvSpPr>
            <p:spPr>
              <a:xfrm>
                <a:off x="10246320" y="618480"/>
                <a:ext cx="130320" cy="122760"/>
              </a:xfrm>
              <a:custGeom>
                <a:avLst/>
                <a:gdLst>
                  <a:gd name="textAreaLeft" fmla="*/ 0 w 130320"/>
                  <a:gd name="textAreaRight" fmla="*/ 134280 w 13032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Google Shape;1985;p92"/>
              <p:cNvSpPr/>
              <p:nvPr/>
            </p:nvSpPr>
            <p:spPr>
              <a:xfrm>
                <a:off x="10378800" y="619920"/>
                <a:ext cx="121680" cy="119160"/>
              </a:xfrm>
              <a:custGeom>
                <a:avLst/>
                <a:gdLst>
                  <a:gd name="textAreaLeft" fmla="*/ 0 w 121680"/>
                  <a:gd name="textAreaRight" fmla="*/ 125640 w 12168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Google Shape;1986;p92"/>
              <p:cNvSpPr/>
              <p:nvPr/>
            </p:nvSpPr>
            <p:spPr>
              <a:xfrm>
                <a:off x="10503000" y="619200"/>
                <a:ext cx="122760" cy="121320"/>
              </a:xfrm>
              <a:custGeom>
                <a:avLst/>
                <a:gdLst>
                  <a:gd name="textAreaLeft" fmla="*/ 0 w 122760"/>
                  <a:gd name="textAreaRight" fmla="*/ 126720 w 12276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1300;p83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714" name="Google Shape;1301;p83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Google Shape;1302;p83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Google Shape;1303;p83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Google Shape;1304;p83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Google Shape;1305;p83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Google Shape;1306;p83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0" name="Google Shape;1307;p83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Google Shape;1308;p83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Google Shape;1309;p83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Google Shape;1310;p83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Google Shape;1311;p83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Google Shape;1312;p83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Google Shape;1313;p83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Google Shape;1314;p83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Google Shape;1315;p83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Google Shape;1316;p83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0" name="Google Shape;1317;p83"/>
          <p:cNvGrpSpPr/>
          <p:nvPr/>
        </p:nvGrpSpPr>
        <p:grpSpPr>
          <a:xfrm>
            <a:off x="-2185920" y="0"/>
            <a:ext cx="928440" cy="6854040"/>
            <a:chOff x="-2185920" y="0"/>
            <a:chExt cx="928440" cy="6854040"/>
          </a:xfrm>
        </p:grpSpPr>
        <p:sp>
          <p:nvSpPr>
            <p:cNvPr id="731" name="Google Shape;1318;p83"/>
            <p:cNvSpPr/>
            <p:nvPr/>
          </p:nvSpPr>
          <p:spPr>
            <a:xfrm>
              <a:off x="-2185920" y="0"/>
              <a:ext cx="313560" cy="68540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Google Shape;1319;p83"/>
            <p:cNvSpPr/>
            <p:nvPr/>
          </p:nvSpPr>
          <p:spPr>
            <a:xfrm>
              <a:off x="-2185920" y="0"/>
              <a:ext cx="313560" cy="24850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Google Shape;1320;p83"/>
            <p:cNvSpPr/>
            <p:nvPr/>
          </p:nvSpPr>
          <p:spPr>
            <a:xfrm>
              <a:off x="-1881720" y="0"/>
              <a:ext cx="313560" cy="68540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Google Shape;1321;p83"/>
            <p:cNvSpPr/>
            <p:nvPr/>
          </p:nvSpPr>
          <p:spPr>
            <a:xfrm>
              <a:off x="-1881720" y="4368960"/>
              <a:ext cx="313560" cy="248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Google Shape;1322;p83"/>
            <p:cNvSpPr/>
            <p:nvPr/>
          </p:nvSpPr>
          <p:spPr>
            <a:xfrm>
              <a:off x="-1571040" y="0"/>
              <a:ext cx="313560" cy="68540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Google Shape;1323;p83"/>
            <p:cNvSpPr/>
            <p:nvPr/>
          </p:nvSpPr>
          <p:spPr>
            <a:xfrm>
              <a:off x="-1571040" y="0"/>
              <a:ext cx="313560" cy="24850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7" name="Google Shape;1324;p83"/>
          <p:cNvGrpSpPr/>
          <p:nvPr/>
        </p:nvGrpSpPr>
        <p:grpSpPr>
          <a:xfrm>
            <a:off x="9761760" y="5104080"/>
            <a:ext cx="1394280" cy="990720"/>
            <a:chOff x="9761760" y="5104080"/>
            <a:chExt cx="1394280" cy="990720"/>
          </a:xfrm>
        </p:grpSpPr>
        <p:grpSp>
          <p:nvGrpSpPr>
            <p:cNvPr id="738" name="Google Shape;1325;p83"/>
            <p:cNvGrpSpPr/>
            <p:nvPr/>
          </p:nvGrpSpPr>
          <p:grpSpPr>
            <a:xfrm>
              <a:off x="9761760" y="5367240"/>
              <a:ext cx="1394280" cy="727560"/>
              <a:chOff x="9761760" y="5367240"/>
              <a:chExt cx="1394280" cy="727560"/>
            </a:xfrm>
          </p:grpSpPr>
          <p:grpSp>
            <p:nvGrpSpPr>
              <p:cNvPr id="739" name="Google Shape;1326;p83"/>
              <p:cNvGrpSpPr/>
              <p:nvPr/>
            </p:nvGrpSpPr>
            <p:grpSpPr>
              <a:xfrm>
                <a:off x="9761760" y="5367240"/>
                <a:ext cx="1160640" cy="281160"/>
                <a:chOff x="9761760" y="5367240"/>
                <a:chExt cx="1160640" cy="281160"/>
              </a:xfrm>
            </p:grpSpPr>
            <p:sp>
              <p:nvSpPr>
                <p:cNvPr id="740" name="Google Shape;1327;p83"/>
                <p:cNvSpPr/>
                <p:nvPr/>
              </p:nvSpPr>
              <p:spPr>
                <a:xfrm>
                  <a:off x="9761760" y="5367240"/>
                  <a:ext cx="138240" cy="279720"/>
                </a:xfrm>
                <a:custGeom>
                  <a:avLst/>
                  <a:gdLst>
                    <a:gd name="textAreaLeft" fmla="*/ 0 w 138240"/>
                    <a:gd name="textAreaRight" fmla="*/ 142200 w 138240"/>
                    <a:gd name="textAreaTop" fmla="*/ 0 h 279720"/>
                    <a:gd name="textAreaBottom" fmla="*/ 283680 h 27972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1" name="Google Shape;1328;p83"/>
                <p:cNvSpPr/>
                <p:nvPr/>
              </p:nvSpPr>
              <p:spPr>
                <a:xfrm>
                  <a:off x="9933480" y="5420160"/>
                  <a:ext cx="214920" cy="228240"/>
                </a:xfrm>
                <a:custGeom>
                  <a:avLst/>
                  <a:gdLst>
                    <a:gd name="textAreaLeft" fmla="*/ 0 w 214920"/>
                    <a:gd name="textAreaRight" fmla="*/ 218880 w 21492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2" name="Google Shape;1329;p83"/>
                <p:cNvSpPr/>
                <p:nvPr/>
              </p:nvSpPr>
              <p:spPr>
                <a:xfrm>
                  <a:off x="10188360" y="5420160"/>
                  <a:ext cx="203040" cy="228240"/>
                </a:xfrm>
                <a:custGeom>
                  <a:avLst/>
                  <a:gdLst>
                    <a:gd name="textAreaLeft" fmla="*/ 0 w 203040"/>
                    <a:gd name="textAreaRight" fmla="*/ 207000 w 20304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3" name="Google Shape;1330;p83"/>
                <p:cNvSpPr/>
                <p:nvPr/>
              </p:nvSpPr>
              <p:spPr>
                <a:xfrm>
                  <a:off x="10436760" y="5420160"/>
                  <a:ext cx="200160" cy="223200"/>
                </a:xfrm>
                <a:custGeom>
                  <a:avLst/>
                  <a:gdLst>
                    <a:gd name="textAreaLeft" fmla="*/ 0 w 200160"/>
                    <a:gd name="textAreaRight" fmla="*/ 204120 w 200160"/>
                    <a:gd name="textAreaTop" fmla="*/ 0 h 223200"/>
                    <a:gd name="textAreaBottom" fmla="*/ 227160 h 22320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4" name="Google Shape;1331;p83"/>
                <p:cNvSpPr/>
                <p:nvPr/>
              </p:nvSpPr>
              <p:spPr>
                <a:xfrm>
                  <a:off x="10685160" y="5420160"/>
                  <a:ext cx="237240" cy="228240"/>
                </a:xfrm>
                <a:custGeom>
                  <a:avLst/>
                  <a:gdLst>
                    <a:gd name="textAreaLeft" fmla="*/ 0 w 237240"/>
                    <a:gd name="textAreaRight" fmla="*/ 241200 w 23724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745" name="Google Shape;1332;p83"/>
              <p:cNvGrpSpPr/>
              <p:nvPr/>
            </p:nvGrpSpPr>
            <p:grpSpPr>
              <a:xfrm>
                <a:off x="10162800" y="5727600"/>
                <a:ext cx="993240" cy="367200"/>
                <a:chOff x="10162800" y="5727600"/>
                <a:chExt cx="993240" cy="367200"/>
              </a:xfrm>
            </p:grpSpPr>
            <p:sp>
              <p:nvSpPr>
                <p:cNvPr id="746" name="Google Shape;1333;p83"/>
                <p:cNvSpPr/>
                <p:nvPr/>
              </p:nvSpPr>
              <p:spPr>
                <a:xfrm>
                  <a:off x="10162800" y="5727600"/>
                  <a:ext cx="59400" cy="299520"/>
                </a:xfrm>
                <a:custGeom>
                  <a:avLst/>
                  <a:gdLst>
                    <a:gd name="textAreaLeft" fmla="*/ 0 w 59400"/>
                    <a:gd name="textAreaRight" fmla="*/ 63360 w 59400"/>
                    <a:gd name="textAreaTop" fmla="*/ 0 h 299520"/>
                    <a:gd name="textAreaBottom" fmla="*/ 303480 h 29952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7" name="Google Shape;1334;p83"/>
                <p:cNvSpPr/>
                <p:nvPr/>
              </p:nvSpPr>
              <p:spPr>
                <a:xfrm>
                  <a:off x="10274760" y="5804280"/>
                  <a:ext cx="237240" cy="228240"/>
                </a:xfrm>
                <a:custGeom>
                  <a:avLst/>
                  <a:gdLst>
                    <a:gd name="textAreaLeft" fmla="*/ 0 w 237240"/>
                    <a:gd name="textAreaRight" fmla="*/ 241200 w 23724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8" name="Google Shape;1335;p83"/>
                <p:cNvSpPr/>
                <p:nvPr/>
              </p:nvSpPr>
              <p:spPr>
                <a:xfrm>
                  <a:off x="10551960" y="5804280"/>
                  <a:ext cx="230040" cy="290520"/>
                </a:xfrm>
                <a:custGeom>
                  <a:avLst/>
                  <a:gdLst>
                    <a:gd name="textAreaLeft" fmla="*/ 0 w 230040"/>
                    <a:gd name="textAreaRight" fmla="*/ 234000 w 230040"/>
                    <a:gd name="textAreaTop" fmla="*/ 0 h 290520"/>
                    <a:gd name="textAreaBottom" fmla="*/ 294480 h 29052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9" name="Google Shape;1336;p83"/>
                <p:cNvSpPr/>
                <p:nvPr/>
              </p:nvSpPr>
              <p:spPr>
                <a:xfrm>
                  <a:off x="10843920" y="5727600"/>
                  <a:ext cx="62640" cy="29952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299520"/>
                    <a:gd name="textAreaBottom" fmla="*/ 303480 h 29952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50" name="Google Shape;1337;p83"/>
                <p:cNvSpPr/>
                <p:nvPr/>
              </p:nvSpPr>
              <p:spPr>
                <a:xfrm>
                  <a:off x="10954800" y="5806080"/>
                  <a:ext cx="201240" cy="225720"/>
                </a:xfrm>
                <a:custGeom>
                  <a:avLst/>
                  <a:gdLst>
                    <a:gd name="textAreaLeft" fmla="*/ 0 w 201240"/>
                    <a:gd name="textAreaRight" fmla="*/ 205200 w 201240"/>
                    <a:gd name="textAreaTop" fmla="*/ 0 h 225720"/>
                    <a:gd name="textAreaBottom" fmla="*/ 229680 h 22572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51" name="Google Shape;1338;p83"/>
            <p:cNvGrpSpPr/>
            <p:nvPr/>
          </p:nvGrpSpPr>
          <p:grpSpPr>
            <a:xfrm>
              <a:off x="9844560" y="5104080"/>
              <a:ext cx="576000" cy="141120"/>
              <a:chOff x="9844560" y="5104080"/>
              <a:chExt cx="576000" cy="141120"/>
            </a:xfrm>
          </p:grpSpPr>
          <p:sp>
            <p:nvSpPr>
              <p:cNvPr id="752" name="Google Shape;1339;p83"/>
              <p:cNvSpPr/>
              <p:nvPr/>
            </p:nvSpPr>
            <p:spPr>
              <a:xfrm>
                <a:off x="10333800" y="5109840"/>
                <a:ext cx="86760" cy="134640"/>
              </a:xfrm>
              <a:custGeom>
                <a:avLst/>
                <a:gdLst>
                  <a:gd name="textAreaLeft" fmla="*/ 0 w 86760"/>
                  <a:gd name="textAreaRight" fmla="*/ 90720 w 86760"/>
                  <a:gd name="textAreaTop" fmla="*/ 0 h 134640"/>
                  <a:gd name="textAreaBottom" fmla="*/ 138600 h 13464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Google Shape;1340;p83"/>
              <p:cNvSpPr/>
              <p:nvPr/>
            </p:nvSpPr>
            <p:spPr>
              <a:xfrm>
                <a:off x="9844560" y="5104080"/>
                <a:ext cx="127080" cy="141120"/>
              </a:xfrm>
              <a:custGeom>
                <a:avLst/>
                <a:gdLst>
                  <a:gd name="textAreaLeft" fmla="*/ 0 w 127080"/>
                  <a:gd name="textAreaRight" fmla="*/ 131040 w 127080"/>
                  <a:gd name="textAreaTop" fmla="*/ 0 h 141120"/>
                  <a:gd name="textAreaBottom" fmla="*/ 145080 h 14112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Google Shape;1341;p83"/>
              <p:cNvSpPr/>
              <p:nvPr/>
            </p:nvSpPr>
            <p:spPr>
              <a:xfrm>
                <a:off x="9970920" y="5124240"/>
                <a:ext cx="123480" cy="116640"/>
              </a:xfrm>
              <a:custGeom>
                <a:avLst/>
                <a:gdLst>
                  <a:gd name="textAreaLeft" fmla="*/ 0 w 123480"/>
                  <a:gd name="textAreaRight" fmla="*/ 127440 w 123480"/>
                  <a:gd name="textAreaTop" fmla="*/ 0 h 116640"/>
                  <a:gd name="textAreaBottom" fmla="*/ 120600 h 11664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Google Shape;1342;p83"/>
              <p:cNvSpPr/>
              <p:nvPr/>
            </p:nvSpPr>
            <p:spPr>
              <a:xfrm>
                <a:off x="10096920" y="5125680"/>
                <a:ext cx="115200" cy="113040"/>
              </a:xfrm>
              <a:custGeom>
                <a:avLst/>
                <a:gdLst>
                  <a:gd name="textAreaLeft" fmla="*/ 0 w 115200"/>
                  <a:gd name="textAreaRight" fmla="*/ 119160 w 115200"/>
                  <a:gd name="textAreaTop" fmla="*/ 0 h 113040"/>
                  <a:gd name="textAreaBottom" fmla="*/ 117000 h 11304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Google Shape;1343;p83"/>
              <p:cNvSpPr/>
              <p:nvPr/>
            </p:nvSpPr>
            <p:spPr>
              <a:xfrm>
                <a:off x="10215360" y="5124960"/>
                <a:ext cx="116280" cy="115200"/>
              </a:xfrm>
              <a:custGeom>
                <a:avLst/>
                <a:gdLst>
                  <a:gd name="textAreaLeft" fmla="*/ 0 w 116280"/>
                  <a:gd name="textAreaRight" fmla="*/ 120240 w 116280"/>
                  <a:gd name="textAreaTop" fmla="*/ 0 h 115200"/>
                  <a:gd name="textAreaBottom" fmla="*/ 119160 h 11520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57" name="Google Shape;1344;p83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Google Shape;1345;p83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9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5200" cy="484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0" name="Google Shape;1347;p83"/>
          <p:cNvGrpSpPr/>
          <p:nvPr/>
        </p:nvGrpSpPr>
        <p:grpSpPr>
          <a:xfrm>
            <a:off x="401040" y="198360"/>
            <a:ext cx="6898320" cy="1621080"/>
            <a:chOff x="401040" y="198360"/>
            <a:chExt cx="6898320" cy="1621080"/>
          </a:xfrm>
        </p:grpSpPr>
        <p:sp>
          <p:nvSpPr>
            <p:cNvPr id="761" name="Google Shape;1348;p83"/>
            <p:cNvSpPr/>
            <p:nvPr/>
          </p:nvSpPr>
          <p:spPr>
            <a:xfrm>
              <a:off x="690480" y="275760"/>
              <a:ext cx="320976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Google Shape;1349;p83"/>
            <p:cNvSpPr/>
            <p:nvPr/>
          </p:nvSpPr>
          <p:spPr>
            <a:xfrm>
              <a:off x="2085480" y="838080"/>
              <a:ext cx="5213880" cy="7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oogle Shape;1350;p83"/>
            <p:cNvGrpSpPr/>
            <p:nvPr/>
          </p:nvGrpSpPr>
          <p:grpSpPr>
            <a:xfrm>
              <a:off x="401040" y="198360"/>
              <a:ext cx="689400" cy="689400"/>
              <a:chOff x="401040" y="198360"/>
              <a:chExt cx="689400" cy="689400"/>
            </a:xfrm>
          </p:grpSpPr>
          <p:sp>
            <p:nvSpPr>
              <p:cNvPr id="764" name="Google Shape;1351;p83"/>
              <p:cNvSpPr/>
              <p:nvPr/>
            </p:nvSpPr>
            <p:spPr>
              <a:xfrm>
                <a:off x="401040" y="54504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352;p83"/>
              <p:cNvSpPr/>
              <p:nvPr/>
            </p:nvSpPr>
            <p:spPr>
              <a:xfrm>
                <a:off x="747720" y="19836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31;p48"/>
          <p:cNvSpPr/>
          <p:nvPr/>
        </p:nvSpPr>
        <p:spPr>
          <a:xfrm>
            <a:off x="-187920" y="-628560"/>
            <a:ext cx="342720" cy="78066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7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7240" cy="421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Google Shape;33;p48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Google Shape;34;p48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Google Shape;35;p48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Google Shape;36;p48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Google Shape;37;p48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Google Shape;38;p48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Google Shape;39;p48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Google Shape;40;p48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Google Shape;41;p48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Google Shape;42;p48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78" name="Google Shape;43;p48"/>
          <p:cNvGrpSpPr/>
          <p:nvPr/>
        </p:nvGrpSpPr>
        <p:grpSpPr>
          <a:xfrm>
            <a:off x="10113480" y="597240"/>
            <a:ext cx="605520" cy="148680"/>
            <a:chOff x="10113480" y="597240"/>
            <a:chExt cx="605520" cy="148680"/>
          </a:xfrm>
        </p:grpSpPr>
        <p:sp>
          <p:nvSpPr>
            <p:cNvPr id="779" name="Google Shape;44;p48"/>
            <p:cNvSpPr/>
            <p:nvPr/>
          </p:nvSpPr>
          <p:spPr>
            <a:xfrm>
              <a:off x="10627560" y="603360"/>
              <a:ext cx="91440" cy="141840"/>
            </a:xfrm>
            <a:custGeom>
              <a:avLst/>
              <a:gdLst>
                <a:gd name="textAreaLeft" fmla="*/ 0 w 91440"/>
                <a:gd name="textAreaRight" fmla="*/ 95400 w 91440"/>
                <a:gd name="textAreaTop" fmla="*/ 0 h 141840"/>
                <a:gd name="textAreaBottom" fmla="*/ 145800 h 1418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Google Shape;45;p48"/>
            <p:cNvSpPr/>
            <p:nvPr/>
          </p:nvSpPr>
          <p:spPr>
            <a:xfrm>
              <a:off x="10113480" y="597240"/>
              <a:ext cx="133920" cy="148680"/>
            </a:xfrm>
            <a:custGeom>
              <a:avLst/>
              <a:gdLst>
                <a:gd name="textAreaLeft" fmla="*/ 0 w 133920"/>
                <a:gd name="textAreaRight" fmla="*/ 137880 w 133920"/>
                <a:gd name="textAreaTop" fmla="*/ 0 h 148680"/>
                <a:gd name="textAreaBottom" fmla="*/ 152640 h 1486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Google Shape;46;p48"/>
            <p:cNvSpPr/>
            <p:nvPr/>
          </p:nvSpPr>
          <p:spPr>
            <a:xfrm>
              <a:off x="10246320" y="618480"/>
              <a:ext cx="130320" cy="122760"/>
            </a:xfrm>
            <a:custGeom>
              <a:avLst/>
              <a:gdLst>
                <a:gd name="textAreaLeft" fmla="*/ 0 w 130320"/>
                <a:gd name="textAreaRight" fmla="*/ 134280 w 130320"/>
                <a:gd name="textAreaTop" fmla="*/ 0 h 122760"/>
                <a:gd name="textAreaBottom" fmla="*/ 126720 h 1227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Google Shape;47;p48"/>
            <p:cNvSpPr/>
            <p:nvPr/>
          </p:nvSpPr>
          <p:spPr>
            <a:xfrm>
              <a:off x="10378800" y="619920"/>
              <a:ext cx="121680" cy="119160"/>
            </a:xfrm>
            <a:custGeom>
              <a:avLst/>
              <a:gdLst>
                <a:gd name="textAreaLeft" fmla="*/ 0 w 121680"/>
                <a:gd name="textAreaRight" fmla="*/ 125640 w 121680"/>
                <a:gd name="textAreaTop" fmla="*/ 0 h 119160"/>
                <a:gd name="textAreaBottom" fmla="*/ 123120 h 1191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Google Shape;48;p48"/>
            <p:cNvSpPr/>
            <p:nvPr/>
          </p:nvSpPr>
          <p:spPr>
            <a:xfrm>
              <a:off x="10503000" y="619200"/>
              <a:ext cx="122760" cy="121320"/>
            </a:xfrm>
            <a:custGeom>
              <a:avLst/>
              <a:gdLst>
                <a:gd name="textAreaLeft" fmla="*/ 0 w 122760"/>
                <a:gd name="textAreaRight" fmla="*/ 126720 w 122760"/>
                <a:gd name="textAreaTop" fmla="*/ 0 h 121320"/>
                <a:gd name="textAreaBottom" fmla="*/ 125280 h 1213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4" name="Google Shape;49;p48"/>
          <p:cNvGrpSpPr/>
          <p:nvPr/>
        </p:nvGrpSpPr>
        <p:grpSpPr>
          <a:xfrm>
            <a:off x="10033920" y="603360"/>
            <a:ext cx="1465560" cy="1041480"/>
            <a:chOff x="10033920" y="603360"/>
            <a:chExt cx="1465560" cy="1041480"/>
          </a:xfrm>
        </p:grpSpPr>
        <p:grpSp>
          <p:nvGrpSpPr>
            <p:cNvPr id="785" name="Google Shape;50;p48"/>
            <p:cNvGrpSpPr/>
            <p:nvPr/>
          </p:nvGrpSpPr>
          <p:grpSpPr>
            <a:xfrm>
              <a:off x="10033920" y="880200"/>
              <a:ext cx="1465560" cy="764640"/>
              <a:chOff x="10033920" y="880200"/>
              <a:chExt cx="1465560" cy="764640"/>
            </a:xfrm>
          </p:grpSpPr>
          <p:grpSp>
            <p:nvGrpSpPr>
              <p:cNvPr id="786" name="Google Shape;51;p48"/>
              <p:cNvGrpSpPr/>
              <p:nvPr/>
            </p:nvGrpSpPr>
            <p:grpSpPr>
              <a:xfrm>
                <a:off x="10033920" y="880200"/>
                <a:ext cx="1219680" cy="295560"/>
                <a:chOff x="10033920" y="880200"/>
                <a:chExt cx="1219680" cy="295560"/>
              </a:xfrm>
            </p:grpSpPr>
            <p:sp>
              <p:nvSpPr>
                <p:cNvPr id="787" name="Google Shape;52;p48"/>
                <p:cNvSpPr/>
                <p:nvPr/>
              </p:nvSpPr>
              <p:spPr>
                <a:xfrm>
                  <a:off x="10033920" y="880200"/>
                  <a:ext cx="145440" cy="294120"/>
                </a:xfrm>
                <a:custGeom>
                  <a:avLst/>
                  <a:gdLst>
                    <a:gd name="textAreaLeft" fmla="*/ 0 w 145440"/>
                    <a:gd name="textAreaRight" fmla="*/ 149400 w 145440"/>
                    <a:gd name="textAreaTop" fmla="*/ 0 h 294120"/>
                    <a:gd name="textAreaBottom" fmla="*/ 298080 h 29412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88" name="Google Shape;53;p48"/>
                <p:cNvSpPr/>
                <p:nvPr/>
              </p:nvSpPr>
              <p:spPr>
                <a:xfrm>
                  <a:off x="10214280" y="935640"/>
                  <a:ext cx="226080" cy="240120"/>
                </a:xfrm>
                <a:custGeom>
                  <a:avLst/>
                  <a:gdLst>
                    <a:gd name="textAreaLeft" fmla="*/ 0 w 226080"/>
                    <a:gd name="textAreaRight" fmla="*/ 230040 w 2260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89" name="Google Shape;54;p48"/>
                <p:cNvSpPr/>
                <p:nvPr/>
              </p:nvSpPr>
              <p:spPr>
                <a:xfrm>
                  <a:off x="10482120" y="935640"/>
                  <a:ext cx="213840" cy="240120"/>
                </a:xfrm>
                <a:custGeom>
                  <a:avLst/>
                  <a:gdLst>
                    <a:gd name="textAreaLeft" fmla="*/ 0 w 213840"/>
                    <a:gd name="textAreaRight" fmla="*/ 217800 w 213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0" name="Google Shape;55;p48"/>
                <p:cNvSpPr/>
                <p:nvPr/>
              </p:nvSpPr>
              <p:spPr>
                <a:xfrm>
                  <a:off x="10743120" y="935640"/>
                  <a:ext cx="210600" cy="234720"/>
                </a:xfrm>
                <a:custGeom>
                  <a:avLst/>
                  <a:gdLst>
                    <a:gd name="textAreaLeft" fmla="*/ 0 w 210600"/>
                    <a:gd name="textAreaRight" fmla="*/ 214560 w 210600"/>
                    <a:gd name="textAreaTop" fmla="*/ 0 h 234720"/>
                    <a:gd name="textAreaBottom" fmla="*/ 238680 h 23472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1" name="Google Shape;56;p48"/>
                <p:cNvSpPr/>
                <p:nvPr/>
              </p:nvSpPr>
              <p:spPr>
                <a:xfrm>
                  <a:off x="11004120" y="935640"/>
                  <a:ext cx="249480" cy="240120"/>
                </a:xfrm>
                <a:custGeom>
                  <a:avLst/>
                  <a:gdLst>
                    <a:gd name="textAreaLeft" fmla="*/ 0 w 249480"/>
                    <a:gd name="textAreaRight" fmla="*/ 253440 w 2494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792" name="Google Shape;57;p48"/>
              <p:cNvGrpSpPr/>
              <p:nvPr/>
            </p:nvGrpSpPr>
            <p:grpSpPr>
              <a:xfrm>
                <a:off x="10455480" y="1258560"/>
                <a:ext cx="1044000" cy="386280"/>
                <a:chOff x="10455480" y="1258560"/>
                <a:chExt cx="1044000" cy="386280"/>
              </a:xfrm>
            </p:grpSpPr>
            <p:sp>
              <p:nvSpPr>
                <p:cNvPr id="793" name="Google Shape;58;p48"/>
                <p:cNvSpPr/>
                <p:nvPr/>
              </p:nvSpPr>
              <p:spPr>
                <a:xfrm>
                  <a:off x="10455480" y="1258920"/>
                  <a:ext cx="62640" cy="31500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315000"/>
                    <a:gd name="textAreaBottom" fmla="*/ 318960 h 31500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4" name="Google Shape;59;p48"/>
                <p:cNvSpPr/>
                <p:nvPr/>
              </p:nvSpPr>
              <p:spPr>
                <a:xfrm>
                  <a:off x="10572840" y="1339200"/>
                  <a:ext cx="249480" cy="240120"/>
                </a:xfrm>
                <a:custGeom>
                  <a:avLst/>
                  <a:gdLst>
                    <a:gd name="textAreaLeft" fmla="*/ 0 w 249480"/>
                    <a:gd name="textAreaRight" fmla="*/ 253440 w 2494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5" name="Google Shape;60;p48"/>
                <p:cNvSpPr/>
                <p:nvPr/>
              </p:nvSpPr>
              <p:spPr>
                <a:xfrm>
                  <a:off x="10864080" y="1339200"/>
                  <a:ext cx="242280" cy="305640"/>
                </a:xfrm>
                <a:custGeom>
                  <a:avLst/>
                  <a:gdLst>
                    <a:gd name="textAreaLeft" fmla="*/ 0 w 242280"/>
                    <a:gd name="textAreaRight" fmla="*/ 246240 w 242280"/>
                    <a:gd name="textAreaTop" fmla="*/ 0 h 305640"/>
                    <a:gd name="textAreaBottom" fmla="*/ 309600 h 30564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6" name="Google Shape;61;p48"/>
                <p:cNvSpPr/>
                <p:nvPr/>
              </p:nvSpPr>
              <p:spPr>
                <a:xfrm>
                  <a:off x="11170800" y="1258560"/>
                  <a:ext cx="65880" cy="315000"/>
                </a:xfrm>
                <a:custGeom>
                  <a:avLst/>
                  <a:gdLst>
                    <a:gd name="textAreaLeft" fmla="*/ 0 w 65880"/>
                    <a:gd name="textAreaRight" fmla="*/ 69840 w 65880"/>
                    <a:gd name="textAreaTop" fmla="*/ 0 h 315000"/>
                    <a:gd name="textAreaBottom" fmla="*/ 318960 h 31500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7" name="Google Shape;62;p48"/>
                <p:cNvSpPr/>
                <p:nvPr/>
              </p:nvSpPr>
              <p:spPr>
                <a:xfrm>
                  <a:off x="11287800" y="1341000"/>
                  <a:ext cx="211680" cy="237240"/>
                </a:xfrm>
                <a:custGeom>
                  <a:avLst/>
                  <a:gdLst>
                    <a:gd name="textAreaLeft" fmla="*/ 0 w 211680"/>
                    <a:gd name="textAreaRight" fmla="*/ 215640 w 211680"/>
                    <a:gd name="textAreaTop" fmla="*/ 0 h 237240"/>
                    <a:gd name="textAreaBottom" fmla="*/ 241200 h 23724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98" name="Google Shape;63;p48"/>
            <p:cNvGrpSpPr/>
            <p:nvPr/>
          </p:nvGrpSpPr>
          <p:grpSpPr>
            <a:xfrm>
              <a:off x="10120680" y="603360"/>
              <a:ext cx="605520" cy="148680"/>
              <a:chOff x="10120680" y="603360"/>
              <a:chExt cx="605520" cy="148680"/>
            </a:xfrm>
          </p:grpSpPr>
          <p:sp>
            <p:nvSpPr>
              <p:cNvPr id="799" name="Google Shape;64;p48"/>
              <p:cNvSpPr/>
              <p:nvPr/>
            </p:nvSpPr>
            <p:spPr>
              <a:xfrm>
                <a:off x="10634760" y="60948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Google Shape;65;p48"/>
              <p:cNvSpPr/>
              <p:nvPr/>
            </p:nvSpPr>
            <p:spPr>
              <a:xfrm>
                <a:off x="10120680" y="60336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Google Shape;66;p48"/>
              <p:cNvSpPr/>
              <p:nvPr/>
            </p:nvSpPr>
            <p:spPr>
              <a:xfrm>
                <a:off x="10253880" y="624600"/>
                <a:ext cx="129960" cy="122760"/>
              </a:xfrm>
              <a:custGeom>
                <a:avLst/>
                <a:gdLst>
                  <a:gd name="textAreaLeft" fmla="*/ 0 w 129960"/>
                  <a:gd name="textAreaRight" fmla="*/ 133920 w 12996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Google Shape;67;p48"/>
              <p:cNvSpPr/>
              <p:nvPr/>
            </p:nvSpPr>
            <p:spPr>
              <a:xfrm>
                <a:off x="10386000" y="626040"/>
                <a:ext cx="121320" cy="119160"/>
              </a:xfrm>
              <a:custGeom>
                <a:avLst/>
                <a:gdLst>
                  <a:gd name="textAreaLeft" fmla="*/ 0 w 121320"/>
                  <a:gd name="textAreaRight" fmla="*/ 125280 w 12132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Google Shape;68;p48"/>
              <p:cNvSpPr/>
              <p:nvPr/>
            </p:nvSpPr>
            <p:spPr>
              <a:xfrm>
                <a:off x="10510560" y="625320"/>
                <a:ext cx="122400" cy="121320"/>
              </a:xfrm>
              <a:custGeom>
                <a:avLst/>
                <a:gdLst>
                  <a:gd name="textAreaLeft" fmla="*/ 0 w 122400"/>
                  <a:gd name="textAreaRight" fmla="*/ 126360 w 12240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7560" cy="101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7" name="Google Shape;728;p70" descr=""/>
          <p:cNvPicPr/>
          <p:nvPr/>
        </p:nvPicPr>
        <p:blipFill>
          <a:blip r:embed="rId3"/>
          <a:stretch/>
        </p:blipFill>
        <p:spPr>
          <a:xfrm flipH="1">
            <a:off x="505440" y="1314000"/>
            <a:ext cx="6077160" cy="47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8" name="Google Shape;729;p70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Google Shape;730;p70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Google Shape;731;p70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Google Shape;732;p70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Google Shape;733;p70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Google Shape;734;p70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Google Shape;735;p70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Google Shape;736;p70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Google Shape;737;p70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Google Shape;738;p70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1548;p87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Google Shape;1549;p87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Google Shape;1550;p87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Google Shape;1551;p87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Google Shape;1552;p87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Google Shape;1553;p87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Google Shape;1554;p87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Google Shape;1555;p87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Google Shape;1556;p87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Google Shape;1557;p87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Google Shape;1558;p87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1" name="Google Shape;1559;p87"/>
          <p:cNvGrpSpPr/>
          <p:nvPr/>
        </p:nvGrpSpPr>
        <p:grpSpPr>
          <a:xfrm>
            <a:off x="755280" y="2845440"/>
            <a:ext cx="689400" cy="689040"/>
            <a:chOff x="755280" y="2845440"/>
            <a:chExt cx="689400" cy="689040"/>
          </a:xfrm>
        </p:grpSpPr>
        <p:sp>
          <p:nvSpPr>
            <p:cNvPr id="832" name="Google Shape;1560;p87"/>
            <p:cNvSpPr/>
            <p:nvPr/>
          </p:nvSpPr>
          <p:spPr>
            <a:xfrm>
              <a:off x="755280" y="319176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Google Shape;1561;p87"/>
            <p:cNvSpPr/>
            <p:nvPr/>
          </p:nvSpPr>
          <p:spPr>
            <a:xfrm>
              <a:off x="1101960" y="284544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4" name="Google Shape;1562;p87"/>
          <p:cNvGrpSpPr/>
          <p:nvPr/>
        </p:nvGrpSpPr>
        <p:grpSpPr>
          <a:xfrm>
            <a:off x="6717960" y="5098320"/>
            <a:ext cx="689400" cy="689400"/>
            <a:chOff x="6717960" y="5098320"/>
            <a:chExt cx="689400" cy="689400"/>
          </a:xfrm>
        </p:grpSpPr>
        <p:sp>
          <p:nvSpPr>
            <p:cNvPr id="835" name="Google Shape;1563;p87"/>
            <p:cNvSpPr/>
            <p:nvPr/>
          </p:nvSpPr>
          <p:spPr>
            <a:xfrm>
              <a:off x="6717960" y="5445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Google Shape;1564;p87"/>
            <p:cNvSpPr/>
            <p:nvPr/>
          </p:nvSpPr>
          <p:spPr>
            <a:xfrm>
              <a:off x="7064640" y="5098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7" name="Google Shape;1565;p87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838" name="Google Shape;1566;p87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Google Shape;1567;p87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Google Shape;1568;p87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Google Shape;1569;p87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Google Shape;1570;p87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Google Shape;1571;p87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4" name="Google Shape;1572;p87"/>
          <p:cNvGrpSpPr/>
          <p:nvPr/>
        </p:nvGrpSpPr>
        <p:grpSpPr>
          <a:xfrm>
            <a:off x="1684080" y="792720"/>
            <a:ext cx="1366200" cy="1092240"/>
            <a:chOff x="1684080" y="792720"/>
            <a:chExt cx="1366200" cy="1092240"/>
          </a:xfrm>
        </p:grpSpPr>
        <p:sp>
          <p:nvSpPr>
            <p:cNvPr id="845" name="Google Shape;1573;p87"/>
            <p:cNvSpPr/>
            <p:nvPr/>
          </p:nvSpPr>
          <p:spPr>
            <a:xfrm>
              <a:off x="2232000" y="7927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Google Shape;1574;p87"/>
            <p:cNvSpPr/>
            <p:nvPr/>
          </p:nvSpPr>
          <p:spPr>
            <a:xfrm>
              <a:off x="195804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Google Shape;1575;p87"/>
            <p:cNvSpPr/>
            <p:nvPr/>
          </p:nvSpPr>
          <p:spPr>
            <a:xfrm>
              <a:off x="16840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Google Shape;1576;p87"/>
            <p:cNvSpPr/>
            <p:nvPr/>
          </p:nvSpPr>
          <p:spPr>
            <a:xfrm>
              <a:off x="16840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Google Shape;1577;p87"/>
            <p:cNvSpPr/>
            <p:nvPr/>
          </p:nvSpPr>
          <p:spPr>
            <a:xfrm>
              <a:off x="195804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Google Shape;1578;p87"/>
            <p:cNvSpPr/>
            <p:nvPr/>
          </p:nvSpPr>
          <p:spPr>
            <a:xfrm>
              <a:off x="223200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Google Shape;1579;p87"/>
            <p:cNvSpPr/>
            <p:nvPr/>
          </p:nvSpPr>
          <p:spPr>
            <a:xfrm>
              <a:off x="250632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Google Shape;1580;p87"/>
            <p:cNvSpPr/>
            <p:nvPr/>
          </p:nvSpPr>
          <p:spPr>
            <a:xfrm>
              <a:off x="27802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Google Shape;1581;p87"/>
            <p:cNvSpPr/>
            <p:nvPr/>
          </p:nvSpPr>
          <p:spPr>
            <a:xfrm>
              <a:off x="27802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Google Shape;1582;p87"/>
            <p:cNvSpPr/>
            <p:nvPr/>
          </p:nvSpPr>
          <p:spPr>
            <a:xfrm>
              <a:off x="250632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5" name="Google Shape;1583;p87"/>
          <p:cNvGrpSpPr/>
          <p:nvPr/>
        </p:nvGrpSpPr>
        <p:grpSpPr>
          <a:xfrm>
            <a:off x="9798120" y="5367240"/>
            <a:ext cx="1394280" cy="727560"/>
            <a:chOff x="9798120" y="5367240"/>
            <a:chExt cx="1394280" cy="727560"/>
          </a:xfrm>
        </p:grpSpPr>
        <p:grpSp>
          <p:nvGrpSpPr>
            <p:cNvPr id="856" name="Google Shape;1584;p87"/>
            <p:cNvGrpSpPr/>
            <p:nvPr/>
          </p:nvGrpSpPr>
          <p:grpSpPr>
            <a:xfrm>
              <a:off x="9798120" y="5367240"/>
              <a:ext cx="1160640" cy="281160"/>
              <a:chOff x="9798120" y="5367240"/>
              <a:chExt cx="1160640" cy="281160"/>
            </a:xfrm>
          </p:grpSpPr>
          <p:sp>
            <p:nvSpPr>
              <p:cNvPr id="857" name="Google Shape;1585;p87"/>
              <p:cNvSpPr/>
              <p:nvPr/>
            </p:nvSpPr>
            <p:spPr>
              <a:xfrm>
                <a:off x="9798120" y="5367240"/>
                <a:ext cx="138240" cy="279720"/>
              </a:xfrm>
              <a:custGeom>
                <a:avLst/>
                <a:gdLst>
                  <a:gd name="textAreaLeft" fmla="*/ 0 w 138240"/>
                  <a:gd name="textAreaRight" fmla="*/ 142200 w 138240"/>
                  <a:gd name="textAreaTop" fmla="*/ 0 h 279720"/>
                  <a:gd name="textAreaBottom" fmla="*/ 283680 h 2797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Google Shape;1586;p87"/>
              <p:cNvSpPr/>
              <p:nvPr/>
            </p:nvSpPr>
            <p:spPr>
              <a:xfrm>
                <a:off x="9969840" y="5420160"/>
                <a:ext cx="214920" cy="228240"/>
              </a:xfrm>
              <a:custGeom>
                <a:avLst/>
                <a:gdLst>
                  <a:gd name="textAreaLeft" fmla="*/ 0 w 214920"/>
                  <a:gd name="textAreaRight" fmla="*/ 218880 w 21492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Google Shape;1587;p87"/>
              <p:cNvSpPr/>
              <p:nvPr/>
            </p:nvSpPr>
            <p:spPr>
              <a:xfrm>
                <a:off x="10224720" y="5420160"/>
                <a:ext cx="203040" cy="228240"/>
              </a:xfrm>
              <a:custGeom>
                <a:avLst/>
                <a:gdLst>
                  <a:gd name="textAreaLeft" fmla="*/ 0 w 203040"/>
                  <a:gd name="textAreaRight" fmla="*/ 207000 w 2030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Google Shape;1588;p87"/>
              <p:cNvSpPr/>
              <p:nvPr/>
            </p:nvSpPr>
            <p:spPr>
              <a:xfrm>
                <a:off x="10473120" y="5420160"/>
                <a:ext cx="200160" cy="223200"/>
              </a:xfrm>
              <a:custGeom>
                <a:avLst/>
                <a:gdLst>
                  <a:gd name="textAreaLeft" fmla="*/ 0 w 200160"/>
                  <a:gd name="textAreaRight" fmla="*/ 204120 w 200160"/>
                  <a:gd name="textAreaTop" fmla="*/ 0 h 223200"/>
                  <a:gd name="textAreaBottom" fmla="*/ 227160 h 2232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Google Shape;1589;p87"/>
              <p:cNvSpPr/>
              <p:nvPr/>
            </p:nvSpPr>
            <p:spPr>
              <a:xfrm>
                <a:off x="10721520" y="542016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62" name="Google Shape;1590;p87"/>
            <p:cNvGrpSpPr/>
            <p:nvPr/>
          </p:nvGrpSpPr>
          <p:grpSpPr>
            <a:xfrm>
              <a:off x="10199160" y="5727600"/>
              <a:ext cx="993240" cy="367200"/>
              <a:chOff x="10199160" y="5727600"/>
              <a:chExt cx="993240" cy="367200"/>
            </a:xfrm>
          </p:grpSpPr>
          <p:sp>
            <p:nvSpPr>
              <p:cNvPr id="863" name="Google Shape;1591;p87"/>
              <p:cNvSpPr/>
              <p:nvPr/>
            </p:nvSpPr>
            <p:spPr>
              <a:xfrm>
                <a:off x="10199160" y="5727600"/>
                <a:ext cx="59400" cy="299520"/>
              </a:xfrm>
              <a:custGeom>
                <a:avLst/>
                <a:gdLst>
                  <a:gd name="textAreaLeft" fmla="*/ 0 w 59400"/>
                  <a:gd name="textAreaRight" fmla="*/ 63360 w 5940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4" name="Google Shape;1592;p87"/>
              <p:cNvSpPr/>
              <p:nvPr/>
            </p:nvSpPr>
            <p:spPr>
              <a:xfrm>
                <a:off x="10311120" y="580428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Google Shape;1593;p87"/>
              <p:cNvSpPr/>
              <p:nvPr/>
            </p:nvSpPr>
            <p:spPr>
              <a:xfrm>
                <a:off x="10588320" y="5804280"/>
                <a:ext cx="230040" cy="290520"/>
              </a:xfrm>
              <a:custGeom>
                <a:avLst/>
                <a:gdLst>
                  <a:gd name="textAreaLeft" fmla="*/ 0 w 230040"/>
                  <a:gd name="textAreaRight" fmla="*/ 234000 w 230040"/>
                  <a:gd name="textAreaTop" fmla="*/ 0 h 290520"/>
                  <a:gd name="textAreaBottom" fmla="*/ 294480 h 2905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Google Shape;1594;p87"/>
              <p:cNvSpPr/>
              <p:nvPr/>
            </p:nvSpPr>
            <p:spPr>
              <a:xfrm>
                <a:off x="10880280" y="5727600"/>
                <a:ext cx="62640" cy="29952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Google Shape;1595;p87"/>
              <p:cNvSpPr/>
              <p:nvPr/>
            </p:nvSpPr>
            <p:spPr>
              <a:xfrm>
                <a:off x="10991160" y="5806080"/>
                <a:ext cx="201240" cy="225720"/>
              </a:xfrm>
              <a:custGeom>
                <a:avLst/>
                <a:gdLst>
                  <a:gd name="textAreaLeft" fmla="*/ 0 w 201240"/>
                  <a:gd name="textAreaRight" fmla="*/ 205200 w 201240"/>
                  <a:gd name="textAreaTop" fmla="*/ 0 h 225720"/>
                  <a:gd name="textAreaBottom" fmla="*/ 229680 h 2257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68" name="Google Shape;1596;p87"/>
          <p:cNvGrpSpPr/>
          <p:nvPr/>
        </p:nvGrpSpPr>
        <p:grpSpPr>
          <a:xfrm>
            <a:off x="9880920" y="5104080"/>
            <a:ext cx="575640" cy="141120"/>
            <a:chOff x="9880920" y="5104080"/>
            <a:chExt cx="575640" cy="141120"/>
          </a:xfrm>
        </p:grpSpPr>
        <p:sp>
          <p:nvSpPr>
            <p:cNvPr id="869" name="Google Shape;1597;p87"/>
            <p:cNvSpPr/>
            <p:nvPr/>
          </p:nvSpPr>
          <p:spPr>
            <a:xfrm>
              <a:off x="10369800" y="5109840"/>
              <a:ext cx="86760" cy="134640"/>
            </a:xfrm>
            <a:custGeom>
              <a:avLst/>
              <a:gdLst>
                <a:gd name="textAreaLeft" fmla="*/ 0 w 86760"/>
                <a:gd name="textAreaRight" fmla="*/ 90720 w 86760"/>
                <a:gd name="textAreaTop" fmla="*/ 0 h 134640"/>
                <a:gd name="textAreaBottom" fmla="*/ 138600 h 1346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Google Shape;1598;p87"/>
            <p:cNvSpPr/>
            <p:nvPr/>
          </p:nvSpPr>
          <p:spPr>
            <a:xfrm>
              <a:off x="9880920" y="5104080"/>
              <a:ext cx="127080" cy="141120"/>
            </a:xfrm>
            <a:custGeom>
              <a:avLst/>
              <a:gdLst>
                <a:gd name="textAreaLeft" fmla="*/ 0 w 127080"/>
                <a:gd name="textAreaRight" fmla="*/ 131040 w 127080"/>
                <a:gd name="textAreaTop" fmla="*/ 0 h 141120"/>
                <a:gd name="textAreaBottom" fmla="*/ 145080 h 1411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Google Shape;1599;p87"/>
            <p:cNvSpPr/>
            <p:nvPr/>
          </p:nvSpPr>
          <p:spPr>
            <a:xfrm>
              <a:off x="10007280" y="5124240"/>
              <a:ext cx="123480" cy="116640"/>
            </a:xfrm>
            <a:custGeom>
              <a:avLst/>
              <a:gdLst>
                <a:gd name="textAreaLeft" fmla="*/ 0 w 123480"/>
                <a:gd name="textAreaRight" fmla="*/ 127440 w 123480"/>
                <a:gd name="textAreaTop" fmla="*/ 0 h 116640"/>
                <a:gd name="textAreaBottom" fmla="*/ 120600 h 1166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Google Shape;1600;p87"/>
            <p:cNvSpPr/>
            <p:nvPr/>
          </p:nvSpPr>
          <p:spPr>
            <a:xfrm>
              <a:off x="10133280" y="5125680"/>
              <a:ext cx="115200" cy="11304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13040"/>
                <a:gd name="textAreaBottom" fmla="*/ 117000 h 1130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Google Shape;1601;p87"/>
            <p:cNvSpPr/>
            <p:nvPr/>
          </p:nvSpPr>
          <p:spPr>
            <a:xfrm>
              <a:off x="10251720" y="5124960"/>
              <a:ext cx="116280" cy="115200"/>
            </a:xfrm>
            <a:custGeom>
              <a:avLst/>
              <a:gdLst>
                <a:gd name="textAreaLeft" fmla="*/ 0 w 116280"/>
                <a:gd name="textAreaRight" fmla="*/ 120240 w 116280"/>
                <a:gd name="textAreaTop" fmla="*/ 0 h 115200"/>
                <a:gd name="textAreaBottom" fmla="*/ 119160 h 1152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4" name="Google Shape;1602;p87"/>
          <p:cNvGrpSpPr/>
          <p:nvPr/>
        </p:nvGrpSpPr>
        <p:grpSpPr>
          <a:xfrm>
            <a:off x="401040" y="198360"/>
            <a:ext cx="7671240" cy="1621080"/>
            <a:chOff x="401040" y="198360"/>
            <a:chExt cx="7671240" cy="1621080"/>
          </a:xfrm>
        </p:grpSpPr>
        <p:sp>
          <p:nvSpPr>
            <p:cNvPr id="875" name="Google Shape;1603;p87"/>
            <p:cNvSpPr/>
            <p:nvPr/>
          </p:nvSpPr>
          <p:spPr>
            <a:xfrm>
              <a:off x="690480" y="275760"/>
              <a:ext cx="377496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Google Shape;1604;p87"/>
            <p:cNvSpPr/>
            <p:nvPr/>
          </p:nvSpPr>
          <p:spPr>
            <a:xfrm>
              <a:off x="2858400" y="821880"/>
              <a:ext cx="5213880" cy="7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7" name="Google Shape;1605;p87"/>
            <p:cNvGrpSpPr/>
            <p:nvPr/>
          </p:nvGrpSpPr>
          <p:grpSpPr>
            <a:xfrm>
              <a:off x="401040" y="198360"/>
              <a:ext cx="689400" cy="689400"/>
              <a:chOff x="401040" y="198360"/>
              <a:chExt cx="689400" cy="689400"/>
            </a:xfrm>
          </p:grpSpPr>
          <p:sp>
            <p:nvSpPr>
              <p:cNvPr id="878" name="Google Shape;1606;p87"/>
              <p:cNvSpPr/>
              <p:nvPr/>
            </p:nvSpPr>
            <p:spPr>
              <a:xfrm>
                <a:off x="401040" y="545040"/>
                <a:ext cx="342720" cy="3427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Google Shape;1607;p87"/>
              <p:cNvSpPr/>
              <p:nvPr/>
            </p:nvSpPr>
            <p:spPr>
              <a:xfrm>
                <a:off x="747720" y="198360"/>
                <a:ext cx="342720" cy="3427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80" name="Google Shape;1608;p87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1" name="Google Shape;1609;p87"/>
          <p:cNvGrpSpPr/>
          <p:nvPr/>
        </p:nvGrpSpPr>
        <p:grpSpPr>
          <a:xfrm>
            <a:off x="8925840" y="1445400"/>
            <a:ext cx="2593080" cy="375840"/>
            <a:chOff x="8925840" y="1445400"/>
            <a:chExt cx="2593080" cy="375840"/>
          </a:xfrm>
        </p:grpSpPr>
        <p:sp>
          <p:nvSpPr>
            <p:cNvPr id="882" name="Google Shape;1610;p87"/>
            <p:cNvSpPr/>
            <p:nvPr/>
          </p:nvSpPr>
          <p:spPr>
            <a:xfrm>
              <a:off x="8925840" y="144540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Google Shape;1611;p87"/>
            <p:cNvSpPr/>
            <p:nvPr/>
          </p:nvSpPr>
          <p:spPr>
            <a:xfrm>
              <a:off x="9124560" y="144540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Google Shape;1612;p87"/>
            <p:cNvSpPr/>
            <p:nvPr/>
          </p:nvSpPr>
          <p:spPr>
            <a:xfrm>
              <a:off x="8925840" y="164412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Google Shape;1613;p87"/>
            <p:cNvSpPr/>
            <p:nvPr/>
          </p:nvSpPr>
          <p:spPr>
            <a:xfrm>
              <a:off x="9124560" y="164412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6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6720" cy="222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1616;p88"/>
          <p:cNvGrpSpPr/>
          <p:nvPr/>
        </p:nvGrpSpPr>
        <p:grpSpPr>
          <a:xfrm>
            <a:off x="730080" y="3085200"/>
            <a:ext cx="5704920" cy="2417760"/>
            <a:chOff x="730080" y="3085200"/>
            <a:chExt cx="5704920" cy="2417760"/>
          </a:xfrm>
        </p:grpSpPr>
        <p:sp>
          <p:nvSpPr>
            <p:cNvPr id="888" name="Google Shape;1617;p88"/>
            <p:cNvSpPr/>
            <p:nvPr/>
          </p:nvSpPr>
          <p:spPr>
            <a:xfrm>
              <a:off x="1363680" y="3959280"/>
              <a:ext cx="50713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Google Shape;1618;p88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0" name="Google Shape;1619;p88"/>
          <p:cNvGrpSpPr/>
          <p:nvPr/>
        </p:nvGrpSpPr>
        <p:grpSpPr>
          <a:xfrm>
            <a:off x="755280" y="2794320"/>
            <a:ext cx="689400" cy="689400"/>
            <a:chOff x="755280" y="2794320"/>
            <a:chExt cx="689400" cy="689400"/>
          </a:xfrm>
        </p:grpSpPr>
        <p:sp>
          <p:nvSpPr>
            <p:cNvPr id="891" name="Google Shape;1620;p88"/>
            <p:cNvSpPr/>
            <p:nvPr/>
          </p:nvSpPr>
          <p:spPr>
            <a:xfrm>
              <a:off x="755280" y="3141000"/>
              <a:ext cx="342720" cy="3427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Google Shape;1621;p88"/>
            <p:cNvSpPr/>
            <p:nvPr/>
          </p:nvSpPr>
          <p:spPr>
            <a:xfrm>
              <a:off x="1101960" y="2794320"/>
              <a:ext cx="342720" cy="3427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3" name="Google Shape;1622;p88"/>
          <p:cNvGrpSpPr/>
          <p:nvPr/>
        </p:nvGrpSpPr>
        <p:grpSpPr>
          <a:xfrm>
            <a:off x="5847480" y="5352120"/>
            <a:ext cx="689400" cy="689400"/>
            <a:chOff x="5847480" y="5352120"/>
            <a:chExt cx="689400" cy="689400"/>
          </a:xfrm>
        </p:grpSpPr>
        <p:sp>
          <p:nvSpPr>
            <p:cNvPr id="894" name="Google Shape;1623;p88"/>
            <p:cNvSpPr/>
            <p:nvPr/>
          </p:nvSpPr>
          <p:spPr>
            <a:xfrm>
              <a:off x="5847480" y="5698800"/>
              <a:ext cx="342720" cy="3427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Google Shape;1624;p88"/>
            <p:cNvSpPr/>
            <p:nvPr/>
          </p:nvSpPr>
          <p:spPr>
            <a:xfrm>
              <a:off x="6194160" y="5352120"/>
              <a:ext cx="342720" cy="3427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96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3880" cy="14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Google Shape;1626;p88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Google Shape;1627;p88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Google Shape;1628;p88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Google Shape;1629;p88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Google Shape;1630;p88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Google Shape;1631;p88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Google Shape;1632;p88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Google Shape;1633;p88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Google Shape;1634;p88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Google Shape;1635;p88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07" name="Google Shape;1636;p88"/>
          <p:cNvGrpSpPr/>
          <p:nvPr/>
        </p:nvGrpSpPr>
        <p:grpSpPr>
          <a:xfrm>
            <a:off x="747000" y="880560"/>
            <a:ext cx="460080" cy="482400"/>
            <a:chOff x="747000" y="880560"/>
            <a:chExt cx="460080" cy="482400"/>
          </a:xfrm>
        </p:grpSpPr>
        <p:sp>
          <p:nvSpPr>
            <p:cNvPr id="908" name="Google Shape;1637;p88"/>
            <p:cNvSpPr/>
            <p:nvPr/>
          </p:nvSpPr>
          <p:spPr>
            <a:xfrm>
              <a:off x="747000" y="1177920"/>
              <a:ext cx="185400" cy="185040"/>
            </a:xfrm>
            <a:custGeom>
              <a:avLst/>
              <a:gdLst>
                <a:gd name="textAreaLeft" fmla="*/ 0 w 185400"/>
                <a:gd name="textAreaRight" fmla="*/ 189360 w 185400"/>
                <a:gd name="textAreaTop" fmla="*/ 0 h 185040"/>
                <a:gd name="textAreaBottom" fmla="*/ 189000 h 18504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Google Shape;1638;p88"/>
            <p:cNvSpPr/>
            <p:nvPr/>
          </p:nvSpPr>
          <p:spPr>
            <a:xfrm>
              <a:off x="852480" y="880560"/>
              <a:ext cx="354600" cy="272160"/>
            </a:xfrm>
            <a:custGeom>
              <a:avLst/>
              <a:gdLst>
                <a:gd name="textAreaLeft" fmla="*/ 0 w 354600"/>
                <a:gd name="textAreaRight" fmla="*/ 358560 w 354600"/>
                <a:gd name="textAreaTop" fmla="*/ 0 h 272160"/>
                <a:gd name="textAreaBottom" fmla="*/ 276120 h 27216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Google Shape;1639;p88"/>
            <p:cNvSpPr/>
            <p:nvPr/>
          </p:nvSpPr>
          <p:spPr>
            <a:xfrm>
              <a:off x="852480" y="880560"/>
              <a:ext cx="354600" cy="261360"/>
            </a:xfrm>
            <a:custGeom>
              <a:avLst/>
              <a:gdLst>
                <a:gd name="textAreaLeft" fmla="*/ 0 w 354600"/>
                <a:gd name="textAreaRight" fmla="*/ 358560 w 354600"/>
                <a:gd name="textAreaTop" fmla="*/ 0 h 261360"/>
                <a:gd name="textAreaBottom" fmla="*/ 265320 h 26136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Google Shape;1640;p88"/>
            <p:cNvSpPr/>
            <p:nvPr/>
          </p:nvSpPr>
          <p:spPr>
            <a:xfrm>
              <a:off x="750960" y="988920"/>
              <a:ext cx="452520" cy="208080"/>
            </a:xfrm>
            <a:custGeom>
              <a:avLst/>
              <a:gdLst>
                <a:gd name="textAreaLeft" fmla="*/ 0 w 452520"/>
                <a:gd name="textAreaRight" fmla="*/ 456480 w 452520"/>
                <a:gd name="textAreaTop" fmla="*/ 0 h 208080"/>
                <a:gd name="textAreaBottom" fmla="*/ 212040 h 20808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Google Shape;1641;p88"/>
            <p:cNvSpPr/>
            <p:nvPr/>
          </p:nvSpPr>
          <p:spPr>
            <a:xfrm>
              <a:off x="750960" y="997200"/>
              <a:ext cx="452520" cy="208080"/>
            </a:xfrm>
            <a:custGeom>
              <a:avLst/>
              <a:gdLst>
                <a:gd name="textAreaLeft" fmla="*/ 0 w 452520"/>
                <a:gd name="textAreaRight" fmla="*/ 456480 w 452520"/>
                <a:gd name="textAreaTop" fmla="*/ 0 h 208080"/>
                <a:gd name="textAreaBottom" fmla="*/ 212040 h 20808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Google Shape;1642;p88"/>
            <p:cNvSpPr/>
            <p:nvPr/>
          </p:nvSpPr>
          <p:spPr>
            <a:xfrm>
              <a:off x="750960" y="986760"/>
              <a:ext cx="452520" cy="208080"/>
            </a:xfrm>
            <a:custGeom>
              <a:avLst/>
              <a:gdLst>
                <a:gd name="textAreaLeft" fmla="*/ 0 w 452520"/>
                <a:gd name="textAreaRight" fmla="*/ 456480 w 452520"/>
                <a:gd name="textAreaTop" fmla="*/ 0 h 208080"/>
                <a:gd name="textAreaBottom" fmla="*/ 212040 h 20808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Google Shape;1643;p88"/>
            <p:cNvSpPr/>
            <p:nvPr/>
          </p:nvSpPr>
          <p:spPr>
            <a:xfrm>
              <a:off x="750960" y="997560"/>
              <a:ext cx="447120" cy="197640"/>
            </a:xfrm>
            <a:custGeom>
              <a:avLst/>
              <a:gdLst>
                <a:gd name="textAreaLeft" fmla="*/ 0 w 447120"/>
                <a:gd name="textAreaRight" fmla="*/ 451080 w 447120"/>
                <a:gd name="textAreaTop" fmla="*/ 0 h 197640"/>
                <a:gd name="textAreaBottom" fmla="*/ 201600 h 19764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5" name="Google Shape;1644;p88"/>
          <p:cNvGrpSpPr/>
          <p:nvPr/>
        </p:nvGrpSpPr>
        <p:grpSpPr>
          <a:xfrm>
            <a:off x="10124640" y="1269360"/>
            <a:ext cx="1466280" cy="765000"/>
            <a:chOff x="10124640" y="1269360"/>
            <a:chExt cx="1466280" cy="765000"/>
          </a:xfrm>
        </p:grpSpPr>
        <p:grpSp>
          <p:nvGrpSpPr>
            <p:cNvPr id="916" name="Google Shape;1645;p88"/>
            <p:cNvGrpSpPr/>
            <p:nvPr/>
          </p:nvGrpSpPr>
          <p:grpSpPr>
            <a:xfrm>
              <a:off x="10124640" y="1269360"/>
              <a:ext cx="1220760" cy="295920"/>
              <a:chOff x="10124640" y="1269360"/>
              <a:chExt cx="1220760" cy="295920"/>
            </a:xfrm>
          </p:grpSpPr>
          <p:sp>
            <p:nvSpPr>
              <p:cNvPr id="917" name="Google Shape;1646;p88"/>
              <p:cNvSpPr/>
              <p:nvPr/>
            </p:nvSpPr>
            <p:spPr>
              <a:xfrm>
                <a:off x="10124640" y="1269360"/>
                <a:ext cx="145800" cy="294480"/>
              </a:xfrm>
              <a:custGeom>
                <a:avLst/>
                <a:gdLst>
                  <a:gd name="textAreaLeft" fmla="*/ 0 w 145800"/>
                  <a:gd name="textAreaRight" fmla="*/ 149760 w 145800"/>
                  <a:gd name="textAreaTop" fmla="*/ 0 h 294480"/>
                  <a:gd name="textAreaBottom" fmla="*/ 298440 h 2944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Google Shape;1647;p88"/>
              <p:cNvSpPr/>
              <p:nvPr/>
            </p:nvSpPr>
            <p:spPr>
              <a:xfrm>
                <a:off x="10305360" y="1324800"/>
                <a:ext cx="226080" cy="240120"/>
              </a:xfrm>
              <a:custGeom>
                <a:avLst/>
                <a:gdLst>
                  <a:gd name="textAreaLeft" fmla="*/ 0 w 226080"/>
                  <a:gd name="textAreaRight" fmla="*/ 230040 w 22608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Google Shape;1648;p88"/>
              <p:cNvSpPr/>
              <p:nvPr/>
            </p:nvSpPr>
            <p:spPr>
              <a:xfrm>
                <a:off x="10573560" y="1325160"/>
                <a:ext cx="213840" cy="240120"/>
              </a:xfrm>
              <a:custGeom>
                <a:avLst/>
                <a:gdLst>
                  <a:gd name="textAreaLeft" fmla="*/ 0 w 213840"/>
                  <a:gd name="textAreaRight" fmla="*/ 217800 w 213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Google Shape;1649;p88"/>
              <p:cNvSpPr/>
              <p:nvPr/>
            </p:nvSpPr>
            <p:spPr>
              <a:xfrm>
                <a:off x="10834560" y="1325160"/>
                <a:ext cx="210960" cy="234720"/>
              </a:xfrm>
              <a:custGeom>
                <a:avLst/>
                <a:gdLst>
                  <a:gd name="textAreaLeft" fmla="*/ 0 w 210960"/>
                  <a:gd name="textAreaRight" fmla="*/ 214920 w 210960"/>
                  <a:gd name="textAreaTop" fmla="*/ 0 h 234720"/>
                  <a:gd name="textAreaBottom" fmla="*/ 238680 h 2347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Google Shape;1650;p88"/>
              <p:cNvSpPr/>
              <p:nvPr/>
            </p:nvSpPr>
            <p:spPr>
              <a:xfrm>
                <a:off x="11095560" y="132516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22" name="Google Shape;1651;p88"/>
            <p:cNvGrpSpPr/>
            <p:nvPr/>
          </p:nvGrpSpPr>
          <p:grpSpPr>
            <a:xfrm>
              <a:off x="10546560" y="1648080"/>
              <a:ext cx="1044360" cy="386280"/>
              <a:chOff x="10546560" y="1648080"/>
              <a:chExt cx="1044360" cy="386280"/>
            </a:xfrm>
          </p:grpSpPr>
          <p:sp>
            <p:nvSpPr>
              <p:cNvPr id="923" name="Google Shape;1652;p88"/>
              <p:cNvSpPr/>
              <p:nvPr/>
            </p:nvSpPr>
            <p:spPr>
              <a:xfrm>
                <a:off x="10546560" y="1648080"/>
                <a:ext cx="62640" cy="31536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Google Shape;1653;p88"/>
              <p:cNvSpPr/>
              <p:nvPr/>
            </p:nvSpPr>
            <p:spPr>
              <a:xfrm>
                <a:off x="10664280" y="172872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Google Shape;1654;p88"/>
              <p:cNvSpPr/>
              <p:nvPr/>
            </p:nvSpPr>
            <p:spPr>
              <a:xfrm>
                <a:off x="10955160" y="1728720"/>
                <a:ext cx="242280" cy="305640"/>
              </a:xfrm>
              <a:custGeom>
                <a:avLst/>
                <a:gdLst>
                  <a:gd name="textAreaLeft" fmla="*/ 0 w 242280"/>
                  <a:gd name="textAreaRight" fmla="*/ 246240 w 242280"/>
                  <a:gd name="textAreaTop" fmla="*/ 0 h 305640"/>
                  <a:gd name="textAreaBottom" fmla="*/ 309600 h 3056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Google Shape;1655;p88"/>
              <p:cNvSpPr/>
              <p:nvPr/>
            </p:nvSpPr>
            <p:spPr>
              <a:xfrm>
                <a:off x="11262240" y="1648440"/>
                <a:ext cx="66240" cy="315360"/>
              </a:xfrm>
              <a:custGeom>
                <a:avLst/>
                <a:gdLst>
                  <a:gd name="textAreaLeft" fmla="*/ 0 w 66240"/>
                  <a:gd name="textAreaRight" fmla="*/ 70200 w 662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Google Shape;1656;p88"/>
              <p:cNvSpPr/>
              <p:nvPr/>
            </p:nvSpPr>
            <p:spPr>
              <a:xfrm>
                <a:off x="11379240" y="1730520"/>
                <a:ext cx="211680" cy="237600"/>
              </a:xfrm>
              <a:custGeom>
                <a:avLst/>
                <a:gdLst>
                  <a:gd name="textAreaLeft" fmla="*/ 0 w 211680"/>
                  <a:gd name="textAreaRight" fmla="*/ 215640 w 211680"/>
                  <a:gd name="textAreaTop" fmla="*/ 0 h 237600"/>
                  <a:gd name="textAreaBottom" fmla="*/ 241560 h 2376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28" name="Google Shape;1657;p88"/>
          <p:cNvGrpSpPr/>
          <p:nvPr/>
        </p:nvGrpSpPr>
        <p:grpSpPr>
          <a:xfrm>
            <a:off x="10113480" y="597240"/>
            <a:ext cx="1266840" cy="570600"/>
            <a:chOff x="10113480" y="597240"/>
            <a:chExt cx="1266840" cy="570600"/>
          </a:xfrm>
        </p:grpSpPr>
        <p:grpSp>
          <p:nvGrpSpPr>
            <p:cNvPr id="929" name="Google Shape;1658;p88"/>
            <p:cNvGrpSpPr/>
            <p:nvPr/>
          </p:nvGrpSpPr>
          <p:grpSpPr>
            <a:xfrm>
              <a:off x="10207440" y="873000"/>
              <a:ext cx="1172880" cy="294840"/>
              <a:chOff x="10207440" y="873000"/>
              <a:chExt cx="1172880" cy="294840"/>
            </a:xfrm>
          </p:grpSpPr>
          <p:sp>
            <p:nvSpPr>
              <p:cNvPr id="930" name="Google Shape;1659;p88"/>
              <p:cNvSpPr/>
              <p:nvPr/>
            </p:nvSpPr>
            <p:spPr>
              <a:xfrm>
                <a:off x="10207440" y="878040"/>
                <a:ext cx="77760" cy="100080"/>
              </a:xfrm>
              <a:custGeom>
                <a:avLst/>
                <a:gdLst>
                  <a:gd name="textAreaLeft" fmla="*/ 0 w 77760"/>
                  <a:gd name="textAreaRight" fmla="*/ 81720 w 77760"/>
                  <a:gd name="textAreaTop" fmla="*/ 0 h 100080"/>
                  <a:gd name="textAreaBottom" fmla="*/ 104040 h 1000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Google Shape;1660;p88"/>
              <p:cNvSpPr/>
              <p:nvPr/>
            </p:nvSpPr>
            <p:spPr>
              <a:xfrm>
                <a:off x="1028556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Google Shape;1661;p88"/>
              <p:cNvSpPr/>
              <p:nvPr/>
            </p:nvSpPr>
            <p:spPr>
              <a:xfrm>
                <a:off x="10381680" y="87372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3" name="Google Shape;1662;p88"/>
              <p:cNvSpPr/>
              <p:nvPr/>
            </p:nvSpPr>
            <p:spPr>
              <a:xfrm>
                <a:off x="1047924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Google Shape;1663;p88"/>
              <p:cNvSpPr/>
              <p:nvPr/>
            </p:nvSpPr>
            <p:spPr>
              <a:xfrm>
                <a:off x="1056456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Google Shape;1664;p88"/>
              <p:cNvSpPr/>
              <p:nvPr/>
            </p:nvSpPr>
            <p:spPr>
              <a:xfrm>
                <a:off x="1068372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Google Shape;1665;p88"/>
              <p:cNvSpPr/>
              <p:nvPr/>
            </p:nvSpPr>
            <p:spPr>
              <a:xfrm>
                <a:off x="1076940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Google Shape;1666;p88"/>
              <p:cNvSpPr/>
              <p:nvPr/>
            </p:nvSpPr>
            <p:spPr>
              <a:xfrm>
                <a:off x="10888200" y="873000"/>
                <a:ext cx="42480" cy="105120"/>
              </a:xfrm>
              <a:custGeom>
                <a:avLst/>
                <a:gdLst>
                  <a:gd name="textAreaLeft" fmla="*/ 0 w 42480"/>
                  <a:gd name="textAreaRight" fmla="*/ 46440 w 42480"/>
                  <a:gd name="textAreaTop" fmla="*/ 0 h 105120"/>
                  <a:gd name="textAreaBottom" fmla="*/ 109080 h 1051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Google Shape;1667;p88"/>
              <p:cNvSpPr/>
              <p:nvPr/>
            </p:nvSpPr>
            <p:spPr>
              <a:xfrm>
                <a:off x="1094292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Google Shape;1668;p88"/>
              <p:cNvSpPr/>
              <p:nvPr/>
            </p:nvSpPr>
            <p:spPr>
              <a:xfrm>
                <a:off x="11043720" y="90396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Google Shape;1669;p88"/>
              <p:cNvSpPr/>
              <p:nvPr/>
            </p:nvSpPr>
            <p:spPr>
              <a:xfrm>
                <a:off x="11103840" y="903600"/>
                <a:ext cx="112320" cy="74520"/>
              </a:xfrm>
              <a:custGeom>
                <a:avLst/>
                <a:gdLst>
                  <a:gd name="textAreaLeft" fmla="*/ 0 w 112320"/>
                  <a:gd name="textAreaRight" fmla="*/ 116280 w 11232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Google Shape;1670;p88"/>
              <p:cNvSpPr/>
              <p:nvPr/>
            </p:nvSpPr>
            <p:spPr>
              <a:xfrm>
                <a:off x="1123956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Google Shape;1671;p88"/>
              <p:cNvSpPr/>
              <p:nvPr/>
            </p:nvSpPr>
            <p:spPr>
              <a:xfrm>
                <a:off x="1132488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Google Shape;1672;p88"/>
              <p:cNvSpPr/>
              <p:nvPr/>
            </p:nvSpPr>
            <p:spPr>
              <a:xfrm>
                <a:off x="1020816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Google Shape;1673;p88"/>
              <p:cNvSpPr/>
              <p:nvPr/>
            </p:nvSpPr>
            <p:spPr>
              <a:xfrm>
                <a:off x="103068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Google Shape;1674;p88"/>
              <p:cNvSpPr/>
              <p:nvPr/>
            </p:nvSpPr>
            <p:spPr>
              <a:xfrm>
                <a:off x="10438200" y="107028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Google Shape;1675;p88"/>
              <p:cNvSpPr/>
              <p:nvPr/>
            </p:nvSpPr>
            <p:spPr>
              <a:xfrm>
                <a:off x="10530360" y="1069560"/>
                <a:ext cx="73800" cy="9828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98280"/>
                  <a:gd name="textAreaBottom" fmla="*/ 102240 h 982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Google Shape;1676;p88"/>
              <p:cNvSpPr/>
              <p:nvPr/>
            </p:nvSpPr>
            <p:spPr>
              <a:xfrm>
                <a:off x="1062900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Google Shape;1677;p88"/>
              <p:cNvSpPr/>
              <p:nvPr/>
            </p:nvSpPr>
            <p:spPr>
              <a:xfrm>
                <a:off x="106812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Google Shape;1678;p88"/>
              <p:cNvSpPr/>
              <p:nvPr/>
            </p:nvSpPr>
            <p:spPr>
              <a:xfrm>
                <a:off x="10774080" y="1069560"/>
                <a:ext cx="63360" cy="7452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Google Shape;1679;p88"/>
              <p:cNvSpPr/>
              <p:nvPr/>
            </p:nvSpPr>
            <p:spPr>
              <a:xfrm>
                <a:off x="1086084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Google Shape;1680;p88"/>
              <p:cNvSpPr/>
              <p:nvPr/>
            </p:nvSpPr>
            <p:spPr>
              <a:xfrm>
                <a:off x="1095948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2" name="Google Shape;1681;p88"/>
              <p:cNvSpPr/>
              <p:nvPr/>
            </p:nvSpPr>
            <p:spPr>
              <a:xfrm>
                <a:off x="1105236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3" name="Google Shape;1682;p88"/>
            <p:cNvGrpSpPr/>
            <p:nvPr/>
          </p:nvGrpSpPr>
          <p:grpSpPr>
            <a:xfrm>
              <a:off x="10113480" y="597240"/>
              <a:ext cx="605520" cy="148680"/>
              <a:chOff x="10113480" y="597240"/>
              <a:chExt cx="605520" cy="148680"/>
            </a:xfrm>
          </p:grpSpPr>
          <p:sp>
            <p:nvSpPr>
              <p:cNvPr id="954" name="Google Shape;1683;p88"/>
              <p:cNvSpPr/>
              <p:nvPr/>
            </p:nvSpPr>
            <p:spPr>
              <a:xfrm>
                <a:off x="10627560" y="60336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Google Shape;1684;p88"/>
              <p:cNvSpPr/>
              <p:nvPr/>
            </p:nvSpPr>
            <p:spPr>
              <a:xfrm>
                <a:off x="10113480" y="59724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Google Shape;1685;p88"/>
              <p:cNvSpPr/>
              <p:nvPr/>
            </p:nvSpPr>
            <p:spPr>
              <a:xfrm>
                <a:off x="10246320" y="618480"/>
                <a:ext cx="130320" cy="122760"/>
              </a:xfrm>
              <a:custGeom>
                <a:avLst/>
                <a:gdLst>
                  <a:gd name="textAreaLeft" fmla="*/ 0 w 130320"/>
                  <a:gd name="textAreaRight" fmla="*/ 134280 w 13032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Google Shape;1686;p88"/>
              <p:cNvSpPr/>
              <p:nvPr/>
            </p:nvSpPr>
            <p:spPr>
              <a:xfrm>
                <a:off x="10378800" y="619920"/>
                <a:ext cx="121680" cy="119160"/>
              </a:xfrm>
              <a:custGeom>
                <a:avLst/>
                <a:gdLst>
                  <a:gd name="textAreaLeft" fmla="*/ 0 w 121680"/>
                  <a:gd name="textAreaRight" fmla="*/ 125640 w 12168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Google Shape;1687;p88"/>
              <p:cNvSpPr/>
              <p:nvPr/>
            </p:nvSpPr>
            <p:spPr>
              <a:xfrm>
                <a:off x="10503000" y="619200"/>
                <a:ext cx="122760" cy="121320"/>
              </a:xfrm>
              <a:custGeom>
                <a:avLst/>
                <a:gdLst>
                  <a:gd name="textAreaLeft" fmla="*/ 0 w 122760"/>
                  <a:gd name="textAreaRight" fmla="*/ 126720 w 12276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59" name="Google Shape;1688;p88"/>
          <p:cNvGrpSpPr/>
          <p:nvPr/>
        </p:nvGrpSpPr>
        <p:grpSpPr>
          <a:xfrm>
            <a:off x="1275480" y="995040"/>
            <a:ext cx="1189440" cy="208440"/>
            <a:chOff x="1275480" y="995040"/>
            <a:chExt cx="1189440" cy="208440"/>
          </a:xfrm>
        </p:grpSpPr>
        <p:sp>
          <p:nvSpPr>
            <p:cNvPr id="960" name="Google Shape;1689;p88"/>
            <p:cNvSpPr/>
            <p:nvPr/>
          </p:nvSpPr>
          <p:spPr>
            <a:xfrm>
              <a:off x="1275480" y="1010160"/>
              <a:ext cx="205200" cy="190080"/>
            </a:xfrm>
            <a:custGeom>
              <a:avLst/>
              <a:gdLst>
                <a:gd name="textAreaLeft" fmla="*/ 0 w 205200"/>
                <a:gd name="textAreaRight" fmla="*/ 209160 w 205200"/>
                <a:gd name="textAreaTop" fmla="*/ 0 h 190080"/>
                <a:gd name="textAreaBottom" fmla="*/ 194040 h 19008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Google Shape;1690;p88"/>
            <p:cNvSpPr/>
            <p:nvPr/>
          </p:nvSpPr>
          <p:spPr>
            <a:xfrm>
              <a:off x="1527480" y="1062360"/>
              <a:ext cx="28080" cy="137880"/>
            </a:xfrm>
            <a:custGeom>
              <a:avLst/>
              <a:gdLst>
                <a:gd name="textAreaLeft" fmla="*/ 0 w 28080"/>
                <a:gd name="textAreaRight" fmla="*/ 32040 w 28080"/>
                <a:gd name="textAreaTop" fmla="*/ 0 h 137880"/>
                <a:gd name="textAreaBottom" fmla="*/ 141840 h 13788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Google Shape;1691;p88"/>
            <p:cNvSpPr/>
            <p:nvPr/>
          </p:nvSpPr>
          <p:spPr>
            <a:xfrm>
              <a:off x="1523520" y="998640"/>
              <a:ext cx="36720" cy="34560"/>
            </a:xfrm>
            <a:custGeom>
              <a:avLst/>
              <a:gdLst>
                <a:gd name="textAreaLeft" fmla="*/ 0 w 36720"/>
                <a:gd name="textAreaRight" fmla="*/ 40680 w 36720"/>
                <a:gd name="textAreaTop" fmla="*/ 0 h 34560"/>
                <a:gd name="textAreaBottom" fmla="*/ 38520 h 3456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Google Shape;1692;p88"/>
            <p:cNvSpPr/>
            <p:nvPr/>
          </p:nvSpPr>
          <p:spPr>
            <a:xfrm>
              <a:off x="1592280" y="1058760"/>
              <a:ext cx="113040" cy="144720"/>
            </a:xfrm>
            <a:custGeom>
              <a:avLst/>
              <a:gdLst>
                <a:gd name="textAreaLeft" fmla="*/ 0 w 113040"/>
                <a:gd name="textAreaRight" fmla="*/ 117000 w 11304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Google Shape;1693;p88"/>
            <p:cNvSpPr/>
            <p:nvPr/>
          </p:nvSpPr>
          <p:spPr>
            <a:xfrm>
              <a:off x="1734120" y="1059840"/>
              <a:ext cx="79200" cy="140400"/>
            </a:xfrm>
            <a:custGeom>
              <a:avLst/>
              <a:gdLst>
                <a:gd name="textAreaLeft" fmla="*/ 0 w 79200"/>
                <a:gd name="textAreaRight" fmla="*/ 83160 w 79200"/>
                <a:gd name="textAreaTop" fmla="*/ 0 h 140400"/>
                <a:gd name="textAreaBottom" fmla="*/ 144360 h 14040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Google Shape;1694;p88"/>
            <p:cNvSpPr/>
            <p:nvPr/>
          </p:nvSpPr>
          <p:spPr>
            <a:xfrm>
              <a:off x="1828800" y="1058760"/>
              <a:ext cx="142200" cy="144720"/>
            </a:xfrm>
            <a:custGeom>
              <a:avLst/>
              <a:gdLst>
                <a:gd name="textAreaLeft" fmla="*/ 0 w 142200"/>
                <a:gd name="textAreaRight" fmla="*/ 146160 w 14220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Google Shape;1695;p88"/>
            <p:cNvSpPr/>
            <p:nvPr/>
          </p:nvSpPr>
          <p:spPr>
            <a:xfrm>
              <a:off x="1992600" y="1058760"/>
              <a:ext cx="102240" cy="144720"/>
            </a:xfrm>
            <a:custGeom>
              <a:avLst/>
              <a:gdLst>
                <a:gd name="textAreaLeft" fmla="*/ 0 w 102240"/>
                <a:gd name="textAreaRight" fmla="*/ 106200 w 10224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Google Shape;1696;p88"/>
            <p:cNvSpPr/>
            <p:nvPr/>
          </p:nvSpPr>
          <p:spPr>
            <a:xfrm>
              <a:off x="2117880" y="1058760"/>
              <a:ext cx="142200" cy="144720"/>
            </a:xfrm>
            <a:custGeom>
              <a:avLst/>
              <a:gdLst>
                <a:gd name="textAreaLeft" fmla="*/ 0 w 142200"/>
                <a:gd name="textAreaRight" fmla="*/ 146160 w 14220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8" name="Google Shape;1697;p88"/>
            <p:cNvSpPr/>
            <p:nvPr/>
          </p:nvSpPr>
          <p:spPr>
            <a:xfrm>
              <a:off x="2280960" y="995040"/>
              <a:ext cx="183960" cy="208440"/>
            </a:xfrm>
            <a:custGeom>
              <a:avLst/>
              <a:gdLst>
                <a:gd name="textAreaLeft" fmla="*/ 0 w 183960"/>
                <a:gd name="textAreaRight" fmla="*/ 187920 w 183960"/>
                <a:gd name="textAreaTop" fmla="*/ 0 h 208440"/>
                <a:gd name="textAreaBottom" fmla="*/ 212400 h 20844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9" name="Google Shape;1698;p88"/>
          <p:cNvGrpSpPr/>
          <p:nvPr/>
        </p:nvGrpSpPr>
        <p:grpSpPr>
          <a:xfrm>
            <a:off x="2568960" y="995040"/>
            <a:ext cx="1912680" cy="208440"/>
            <a:chOff x="2568960" y="995040"/>
            <a:chExt cx="1912680" cy="208440"/>
          </a:xfrm>
        </p:grpSpPr>
        <p:sp>
          <p:nvSpPr>
            <p:cNvPr id="970" name="Google Shape;1699;p88"/>
            <p:cNvSpPr/>
            <p:nvPr/>
          </p:nvSpPr>
          <p:spPr>
            <a:xfrm>
              <a:off x="2568960" y="1010160"/>
              <a:ext cx="126000" cy="190080"/>
            </a:xfrm>
            <a:custGeom>
              <a:avLst/>
              <a:gdLst>
                <a:gd name="textAreaLeft" fmla="*/ 0 w 126000"/>
                <a:gd name="textAreaRight" fmla="*/ 129960 w 126000"/>
                <a:gd name="textAreaTop" fmla="*/ 0 h 190080"/>
                <a:gd name="textAreaBottom" fmla="*/ 194040 h 19008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Google Shape;1700;p88"/>
            <p:cNvSpPr/>
            <p:nvPr/>
          </p:nvSpPr>
          <p:spPr>
            <a:xfrm>
              <a:off x="2707920" y="1058760"/>
              <a:ext cx="142200" cy="144720"/>
            </a:xfrm>
            <a:custGeom>
              <a:avLst/>
              <a:gdLst>
                <a:gd name="textAreaLeft" fmla="*/ 0 w 142200"/>
                <a:gd name="textAreaRight" fmla="*/ 146160 w 14220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2" name="Google Shape;1701;p88"/>
            <p:cNvSpPr/>
            <p:nvPr/>
          </p:nvSpPr>
          <p:spPr>
            <a:xfrm>
              <a:off x="2867040" y="1062360"/>
              <a:ext cx="204840" cy="137880"/>
            </a:xfrm>
            <a:custGeom>
              <a:avLst/>
              <a:gdLst>
                <a:gd name="textAreaLeft" fmla="*/ 0 w 204840"/>
                <a:gd name="textAreaRight" fmla="*/ 208800 w 204840"/>
                <a:gd name="textAreaTop" fmla="*/ 0 h 137880"/>
                <a:gd name="textAreaBottom" fmla="*/ 141840 h 13788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3" name="Google Shape;1702;p88"/>
            <p:cNvSpPr/>
            <p:nvPr/>
          </p:nvSpPr>
          <p:spPr>
            <a:xfrm>
              <a:off x="3089160" y="1058760"/>
              <a:ext cx="125280" cy="144720"/>
            </a:xfrm>
            <a:custGeom>
              <a:avLst/>
              <a:gdLst>
                <a:gd name="textAreaLeft" fmla="*/ 0 w 125280"/>
                <a:gd name="textAreaRight" fmla="*/ 129240 w 12528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4" name="Google Shape;1703;p88"/>
            <p:cNvSpPr/>
            <p:nvPr/>
          </p:nvSpPr>
          <p:spPr>
            <a:xfrm>
              <a:off x="3247200" y="1059840"/>
              <a:ext cx="79200" cy="140400"/>
            </a:xfrm>
            <a:custGeom>
              <a:avLst/>
              <a:gdLst>
                <a:gd name="textAreaLeft" fmla="*/ 0 w 79200"/>
                <a:gd name="textAreaRight" fmla="*/ 83160 w 79200"/>
                <a:gd name="textAreaTop" fmla="*/ 0 h 140400"/>
                <a:gd name="textAreaBottom" fmla="*/ 144360 h 14040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Google Shape;1704;p88"/>
            <p:cNvSpPr/>
            <p:nvPr/>
          </p:nvSpPr>
          <p:spPr>
            <a:xfrm>
              <a:off x="3427200" y="1010160"/>
              <a:ext cx="126000" cy="190080"/>
            </a:xfrm>
            <a:custGeom>
              <a:avLst/>
              <a:gdLst>
                <a:gd name="textAreaLeft" fmla="*/ 0 w 126000"/>
                <a:gd name="textAreaRight" fmla="*/ 129960 w 126000"/>
                <a:gd name="textAreaTop" fmla="*/ 0 h 190080"/>
                <a:gd name="textAreaBottom" fmla="*/ 194040 h 19008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6" name="Google Shape;1705;p88"/>
            <p:cNvSpPr/>
            <p:nvPr/>
          </p:nvSpPr>
          <p:spPr>
            <a:xfrm>
              <a:off x="3585240" y="999000"/>
              <a:ext cx="28080" cy="201240"/>
            </a:xfrm>
            <a:custGeom>
              <a:avLst/>
              <a:gdLst>
                <a:gd name="textAreaLeft" fmla="*/ 0 w 28080"/>
                <a:gd name="textAreaRight" fmla="*/ 32040 w 28080"/>
                <a:gd name="textAreaTop" fmla="*/ 0 h 201240"/>
                <a:gd name="textAreaBottom" fmla="*/ 205200 h 20124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7" name="Google Shape;1706;p88"/>
            <p:cNvSpPr/>
            <p:nvPr/>
          </p:nvSpPr>
          <p:spPr>
            <a:xfrm>
              <a:off x="3646800" y="1058760"/>
              <a:ext cx="115200" cy="14472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Google Shape;1707;p88"/>
            <p:cNvSpPr/>
            <p:nvPr/>
          </p:nvSpPr>
          <p:spPr>
            <a:xfrm>
              <a:off x="3788640" y="1020240"/>
              <a:ext cx="88200" cy="182880"/>
            </a:xfrm>
            <a:custGeom>
              <a:avLst/>
              <a:gdLst>
                <a:gd name="textAreaLeft" fmla="*/ 0 w 88200"/>
                <a:gd name="textAreaRight" fmla="*/ 92160 w 88200"/>
                <a:gd name="textAreaTop" fmla="*/ 0 h 182880"/>
                <a:gd name="textAreaBottom" fmla="*/ 186840 h 18288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Google Shape;1708;p88"/>
            <p:cNvSpPr/>
            <p:nvPr/>
          </p:nvSpPr>
          <p:spPr>
            <a:xfrm>
              <a:off x="3891240" y="995040"/>
              <a:ext cx="93600" cy="205200"/>
            </a:xfrm>
            <a:custGeom>
              <a:avLst/>
              <a:gdLst>
                <a:gd name="textAreaLeft" fmla="*/ 0 w 93600"/>
                <a:gd name="textAreaRight" fmla="*/ 97560 w 93600"/>
                <a:gd name="textAreaTop" fmla="*/ 0 h 205200"/>
                <a:gd name="textAreaBottom" fmla="*/ 209160 h 20520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0" name="Google Shape;1709;p88"/>
            <p:cNvSpPr/>
            <p:nvPr/>
          </p:nvSpPr>
          <p:spPr>
            <a:xfrm>
              <a:off x="3992760" y="1058760"/>
              <a:ext cx="142200" cy="144720"/>
            </a:xfrm>
            <a:custGeom>
              <a:avLst/>
              <a:gdLst>
                <a:gd name="textAreaLeft" fmla="*/ 0 w 142200"/>
                <a:gd name="textAreaRight" fmla="*/ 146160 w 142200"/>
                <a:gd name="textAreaTop" fmla="*/ 0 h 144720"/>
                <a:gd name="textAreaBottom" fmla="*/ 148680 h 1447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1" name="Google Shape;1710;p88"/>
            <p:cNvSpPr/>
            <p:nvPr/>
          </p:nvSpPr>
          <p:spPr>
            <a:xfrm>
              <a:off x="4169160" y="1059840"/>
              <a:ext cx="79200" cy="140400"/>
            </a:xfrm>
            <a:custGeom>
              <a:avLst/>
              <a:gdLst>
                <a:gd name="textAreaLeft" fmla="*/ 0 w 79200"/>
                <a:gd name="textAreaRight" fmla="*/ 83160 w 79200"/>
                <a:gd name="textAreaTop" fmla="*/ 0 h 140400"/>
                <a:gd name="textAreaBottom" fmla="*/ 144360 h 14040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Google Shape;1711;p88"/>
            <p:cNvSpPr/>
            <p:nvPr/>
          </p:nvSpPr>
          <p:spPr>
            <a:xfrm>
              <a:off x="4273200" y="1058760"/>
              <a:ext cx="208440" cy="141480"/>
            </a:xfrm>
            <a:custGeom>
              <a:avLst/>
              <a:gdLst>
                <a:gd name="textAreaLeft" fmla="*/ 0 w 208440"/>
                <a:gd name="textAreaRight" fmla="*/ 212400 w 208440"/>
                <a:gd name="textAreaTop" fmla="*/ 0 h 141480"/>
                <a:gd name="textAreaBottom" fmla="*/ 145440 h 14148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1713;p89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1714;p89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Google Shape;1715;p89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Google Shape;1716;p89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Google Shape;1717;p89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Google Shape;1718;p89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Google Shape;1719;p89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Google Shape;1720;p89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Google Shape;1721;p89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Google Shape;1722;p89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Google Shape;1723;p89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4" name="Google Shape;1724;p89"/>
          <p:cNvGrpSpPr/>
          <p:nvPr/>
        </p:nvGrpSpPr>
        <p:grpSpPr>
          <a:xfrm>
            <a:off x="8899560" y="1396080"/>
            <a:ext cx="2463480" cy="492480"/>
            <a:chOff x="8899560" y="1396080"/>
            <a:chExt cx="2463480" cy="492480"/>
          </a:xfrm>
        </p:grpSpPr>
        <p:grpSp>
          <p:nvGrpSpPr>
            <p:cNvPr id="995" name="Google Shape;1725;p89"/>
            <p:cNvGrpSpPr/>
            <p:nvPr/>
          </p:nvGrpSpPr>
          <p:grpSpPr>
            <a:xfrm>
              <a:off x="8899560" y="1396080"/>
              <a:ext cx="470160" cy="492480"/>
              <a:chOff x="8899560" y="1396080"/>
              <a:chExt cx="470160" cy="492480"/>
            </a:xfrm>
          </p:grpSpPr>
          <p:sp>
            <p:nvSpPr>
              <p:cNvPr id="996" name="Google Shape;1726;p89"/>
              <p:cNvSpPr/>
              <p:nvPr/>
            </p:nvSpPr>
            <p:spPr>
              <a:xfrm>
                <a:off x="8899560" y="1699560"/>
                <a:ext cx="189360" cy="189000"/>
              </a:xfrm>
              <a:custGeom>
                <a:avLst/>
                <a:gdLst>
                  <a:gd name="textAreaLeft" fmla="*/ 0 w 189360"/>
                  <a:gd name="textAreaRight" fmla="*/ 193320 w 189360"/>
                  <a:gd name="textAreaTop" fmla="*/ 0 h 189000"/>
                  <a:gd name="textAreaBottom" fmla="*/ 192960 h 18900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7" name="Google Shape;1727;p89"/>
              <p:cNvSpPr/>
              <p:nvPr/>
            </p:nvSpPr>
            <p:spPr>
              <a:xfrm>
                <a:off x="9007560" y="1396080"/>
                <a:ext cx="362160" cy="277920"/>
              </a:xfrm>
              <a:custGeom>
                <a:avLst/>
                <a:gdLst>
                  <a:gd name="textAreaLeft" fmla="*/ 0 w 362160"/>
                  <a:gd name="textAreaRight" fmla="*/ 366120 w 362160"/>
                  <a:gd name="textAreaTop" fmla="*/ 0 h 277920"/>
                  <a:gd name="textAreaBottom" fmla="*/ 281880 h 27792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Google Shape;1728;p89"/>
              <p:cNvSpPr/>
              <p:nvPr/>
            </p:nvSpPr>
            <p:spPr>
              <a:xfrm>
                <a:off x="9007560" y="1396080"/>
                <a:ext cx="362160" cy="267120"/>
              </a:xfrm>
              <a:custGeom>
                <a:avLst/>
                <a:gdLst>
                  <a:gd name="textAreaLeft" fmla="*/ 0 w 362160"/>
                  <a:gd name="textAreaRight" fmla="*/ 366120 w 362160"/>
                  <a:gd name="textAreaTop" fmla="*/ 0 h 267120"/>
                  <a:gd name="textAreaBottom" fmla="*/ 271080 h 26712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9" name="Google Shape;1729;p89"/>
              <p:cNvSpPr/>
              <p:nvPr/>
            </p:nvSpPr>
            <p:spPr>
              <a:xfrm>
                <a:off x="8903520" y="1506600"/>
                <a:ext cx="461880" cy="212760"/>
              </a:xfrm>
              <a:custGeom>
                <a:avLst/>
                <a:gdLst>
                  <a:gd name="textAreaLeft" fmla="*/ 0 w 461880"/>
                  <a:gd name="textAreaRight" fmla="*/ 465840 w 461880"/>
                  <a:gd name="textAreaTop" fmla="*/ 0 h 212760"/>
                  <a:gd name="textAreaBottom" fmla="*/ 216720 h 21276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Google Shape;1730;p89"/>
              <p:cNvSpPr/>
              <p:nvPr/>
            </p:nvSpPr>
            <p:spPr>
              <a:xfrm>
                <a:off x="8903520" y="1515240"/>
                <a:ext cx="461880" cy="212760"/>
              </a:xfrm>
              <a:custGeom>
                <a:avLst/>
                <a:gdLst>
                  <a:gd name="textAreaLeft" fmla="*/ 0 w 461880"/>
                  <a:gd name="textAreaRight" fmla="*/ 465840 w 461880"/>
                  <a:gd name="textAreaTop" fmla="*/ 0 h 212760"/>
                  <a:gd name="textAreaBottom" fmla="*/ 216720 h 21276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1" name="Google Shape;1731;p89"/>
              <p:cNvSpPr/>
              <p:nvPr/>
            </p:nvSpPr>
            <p:spPr>
              <a:xfrm>
                <a:off x="8903520" y="1504440"/>
                <a:ext cx="461880" cy="212760"/>
              </a:xfrm>
              <a:custGeom>
                <a:avLst/>
                <a:gdLst>
                  <a:gd name="textAreaLeft" fmla="*/ 0 w 461880"/>
                  <a:gd name="textAreaRight" fmla="*/ 465840 w 461880"/>
                  <a:gd name="textAreaTop" fmla="*/ 0 h 212760"/>
                  <a:gd name="textAreaBottom" fmla="*/ 216720 h 21276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Google Shape;1732;p89"/>
              <p:cNvSpPr/>
              <p:nvPr/>
            </p:nvSpPr>
            <p:spPr>
              <a:xfrm>
                <a:off x="8903880" y="1515240"/>
                <a:ext cx="456480" cy="201600"/>
              </a:xfrm>
              <a:custGeom>
                <a:avLst/>
                <a:gdLst>
                  <a:gd name="textAreaLeft" fmla="*/ 0 w 456480"/>
                  <a:gd name="textAreaRight" fmla="*/ 460440 w 456480"/>
                  <a:gd name="textAreaTop" fmla="*/ 0 h 201600"/>
                  <a:gd name="textAreaBottom" fmla="*/ 205560 h 20160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3" name="Google Shape;1733;p89"/>
            <p:cNvGrpSpPr/>
            <p:nvPr/>
          </p:nvGrpSpPr>
          <p:grpSpPr>
            <a:xfrm>
              <a:off x="9447120" y="1396080"/>
              <a:ext cx="1189440" cy="208440"/>
              <a:chOff x="9447120" y="1396080"/>
              <a:chExt cx="1189440" cy="208440"/>
            </a:xfrm>
          </p:grpSpPr>
          <p:sp>
            <p:nvSpPr>
              <p:cNvPr id="1004" name="Google Shape;1734;p89"/>
              <p:cNvSpPr/>
              <p:nvPr/>
            </p:nvSpPr>
            <p:spPr>
              <a:xfrm>
                <a:off x="9447120" y="1411200"/>
                <a:ext cx="205200" cy="190080"/>
              </a:xfrm>
              <a:custGeom>
                <a:avLst/>
                <a:gdLst>
                  <a:gd name="textAreaLeft" fmla="*/ 0 w 205200"/>
                  <a:gd name="textAreaRight" fmla="*/ 209160 w 205200"/>
                  <a:gd name="textAreaTop" fmla="*/ 0 h 190080"/>
                  <a:gd name="textAreaBottom" fmla="*/ 194040 h 19008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Google Shape;1735;p89"/>
              <p:cNvSpPr/>
              <p:nvPr/>
            </p:nvSpPr>
            <p:spPr>
              <a:xfrm>
                <a:off x="9699120" y="1463400"/>
                <a:ext cx="28080" cy="137880"/>
              </a:xfrm>
              <a:custGeom>
                <a:avLst/>
                <a:gdLst>
                  <a:gd name="textAreaLeft" fmla="*/ 0 w 28080"/>
                  <a:gd name="textAreaRight" fmla="*/ 32040 w 28080"/>
                  <a:gd name="textAreaTop" fmla="*/ 0 h 137880"/>
                  <a:gd name="textAreaBottom" fmla="*/ 141840 h 13788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Google Shape;1736;p89"/>
              <p:cNvSpPr/>
              <p:nvPr/>
            </p:nvSpPr>
            <p:spPr>
              <a:xfrm>
                <a:off x="9695160" y="1399680"/>
                <a:ext cx="36720" cy="34560"/>
              </a:xfrm>
              <a:custGeom>
                <a:avLst/>
                <a:gdLst>
                  <a:gd name="textAreaLeft" fmla="*/ 0 w 36720"/>
                  <a:gd name="textAreaRight" fmla="*/ 40680 w 36720"/>
                  <a:gd name="textAreaTop" fmla="*/ 0 h 34560"/>
                  <a:gd name="textAreaBottom" fmla="*/ 38520 h 3456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7" name="Google Shape;1737;p89"/>
              <p:cNvSpPr/>
              <p:nvPr/>
            </p:nvSpPr>
            <p:spPr>
              <a:xfrm>
                <a:off x="9763920" y="1459800"/>
                <a:ext cx="113040" cy="144720"/>
              </a:xfrm>
              <a:custGeom>
                <a:avLst/>
                <a:gdLst>
                  <a:gd name="textAreaLeft" fmla="*/ 0 w 113040"/>
                  <a:gd name="textAreaRight" fmla="*/ 117000 w 11304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8" name="Google Shape;1738;p89"/>
              <p:cNvSpPr/>
              <p:nvPr/>
            </p:nvSpPr>
            <p:spPr>
              <a:xfrm>
                <a:off x="9905760" y="1460880"/>
                <a:ext cx="79200" cy="140400"/>
              </a:xfrm>
              <a:custGeom>
                <a:avLst/>
                <a:gdLst>
                  <a:gd name="textAreaLeft" fmla="*/ 0 w 79200"/>
                  <a:gd name="textAreaRight" fmla="*/ 83160 w 79200"/>
                  <a:gd name="textAreaTop" fmla="*/ 0 h 140400"/>
                  <a:gd name="textAreaBottom" fmla="*/ 144360 h 14040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9" name="Google Shape;1739;p89"/>
              <p:cNvSpPr/>
              <p:nvPr/>
            </p:nvSpPr>
            <p:spPr>
              <a:xfrm>
                <a:off x="10000800" y="1459800"/>
                <a:ext cx="142200" cy="144720"/>
              </a:xfrm>
              <a:custGeom>
                <a:avLst/>
                <a:gdLst>
                  <a:gd name="textAreaLeft" fmla="*/ 0 w 142200"/>
                  <a:gd name="textAreaRight" fmla="*/ 146160 w 14220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Google Shape;1740;p89"/>
              <p:cNvSpPr/>
              <p:nvPr/>
            </p:nvSpPr>
            <p:spPr>
              <a:xfrm>
                <a:off x="10164600" y="1459800"/>
                <a:ext cx="102240" cy="144720"/>
              </a:xfrm>
              <a:custGeom>
                <a:avLst/>
                <a:gdLst>
                  <a:gd name="textAreaLeft" fmla="*/ 0 w 102240"/>
                  <a:gd name="textAreaRight" fmla="*/ 106200 w 10224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Google Shape;1741;p89"/>
              <p:cNvSpPr/>
              <p:nvPr/>
            </p:nvSpPr>
            <p:spPr>
              <a:xfrm>
                <a:off x="10289520" y="1459800"/>
                <a:ext cx="142200" cy="144720"/>
              </a:xfrm>
              <a:custGeom>
                <a:avLst/>
                <a:gdLst>
                  <a:gd name="textAreaLeft" fmla="*/ 0 w 142200"/>
                  <a:gd name="textAreaRight" fmla="*/ 146160 w 14220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Google Shape;1742;p89"/>
              <p:cNvSpPr/>
              <p:nvPr/>
            </p:nvSpPr>
            <p:spPr>
              <a:xfrm>
                <a:off x="10452600" y="1396080"/>
                <a:ext cx="183960" cy="208440"/>
              </a:xfrm>
              <a:custGeom>
                <a:avLst/>
                <a:gdLst>
                  <a:gd name="textAreaLeft" fmla="*/ 0 w 183960"/>
                  <a:gd name="textAreaRight" fmla="*/ 187920 w 183960"/>
                  <a:gd name="textAreaTop" fmla="*/ 0 h 208440"/>
                  <a:gd name="textAreaBottom" fmla="*/ 212400 h 20844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13" name="Google Shape;1743;p89"/>
            <p:cNvGrpSpPr/>
            <p:nvPr/>
          </p:nvGrpSpPr>
          <p:grpSpPr>
            <a:xfrm>
              <a:off x="9450360" y="1679760"/>
              <a:ext cx="1912680" cy="208440"/>
              <a:chOff x="9450360" y="1679760"/>
              <a:chExt cx="1912680" cy="208440"/>
            </a:xfrm>
          </p:grpSpPr>
          <p:sp>
            <p:nvSpPr>
              <p:cNvPr id="1014" name="Google Shape;1744;p89"/>
              <p:cNvSpPr/>
              <p:nvPr/>
            </p:nvSpPr>
            <p:spPr>
              <a:xfrm>
                <a:off x="9450360" y="1694880"/>
                <a:ext cx="126000" cy="190080"/>
              </a:xfrm>
              <a:custGeom>
                <a:avLst/>
                <a:gdLst>
                  <a:gd name="textAreaLeft" fmla="*/ 0 w 126000"/>
                  <a:gd name="textAreaRight" fmla="*/ 129960 w 126000"/>
                  <a:gd name="textAreaTop" fmla="*/ 0 h 190080"/>
                  <a:gd name="textAreaBottom" fmla="*/ 194040 h 19008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Google Shape;1745;p89"/>
              <p:cNvSpPr/>
              <p:nvPr/>
            </p:nvSpPr>
            <p:spPr>
              <a:xfrm>
                <a:off x="9589320" y="1743480"/>
                <a:ext cx="142200" cy="144720"/>
              </a:xfrm>
              <a:custGeom>
                <a:avLst/>
                <a:gdLst>
                  <a:gd name="textAreaLeft" fmla="*/ 0 w 142200"/>
                  <a:gd name="textAreaRight" fmla="*/ 146160 w 14220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Google Shape;1746;p89"/>
              <p:cNvSpPr/>
              <p:nvPr/>
            </p:nvSpPr>
            <p:spPr>
              <a:xfrm>
                <a:off x="9748440" y="1747080"/>
                <a:ext cx="204840" cy="137880"/>
              </a:xfrm>
              <a:custGeom>
                <a:avLst/>
                <a:gdLst>
                  <a:gd name="textAreaLeft" fmla="*/ 0 w 204840"/>
                  <a:gd name="textAreaRight" fmla="*/ 208800 w 204840"/>
                  <a:gd name="textAreaTop" fmla="*/ 0 h 137880"/>
                  <a:gd name="textAreaBottom" fmla="*/ 141840 h 13788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Google Shape;1747;p89"/>
              <p:cNvSpPr/>
              <p:nvPr/>
            </p:nvSpPr>
            <p:spPr>
              <a:xfrm>
                <a:off x="9970560" y="1743480"/>
                <a:ext cx="125280" cy="144720"/>
              </a:xfrm>
              <a:custGeom>
                <a:avLst/>
                <a:gdLst>
                  <a:gd name="textAreaLeft" fmla="*/ 0 w 125280"/>
                  <a:gd name="textAreaRight" fmla="*/ 129240 w 12528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Google Shape;1748;p89"/>
              <p:cNvSpPr/>
              <p:nvPr/>
            </p:nvSpPr>
            <p:spPr>
              <a:xfrm>
                <a:off x="10128600" y="1744560"/>
                <a:ext cx="79200" cy="140400"/>
              </a:xfrm>
              <a:custGeom>
                <a:avLst/>
                <a:gdLst>
                  <a:gd name="textAreaLeft" fmla="*/ 0 w 79200"/>
                  <a:gd name="textAreaRight" fmla="*/ 83160 w 79200"/>
                  <a:gd name="textAreaTop" fmla="*/ 0 h 140400"/>
                  <a:gd name="textAreaBottom" fmla="*/ 144360 h 14040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Google Shape;1749;p89"/>
              <p:cNvSpPr/>
              <p:nvPr/>
            </p:nvSpPr>
            <p:spPr>
              <a:xfrm>
                <a:off x="10308600" y="1694880"/>
                <a:ext cx="126000" cy="190080"/>
              </a:xfrm>
              <a:custGeom>
                <a:avLst/>
                <a:gdLst>
                  <a:gd name="textAreaLeft" fmla="*/ 0 w 126000"/>
                  <a:gd name="textAreaRight" fmla="*/ 129960 w 126000"/>
                  <a:gd name="textAreaTop" fmla="*/ 0 h 190080"/>
                  <a:gd name="textAreaBottom" fmla="*/ 194040 h 19008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Google Shape;1750;p89"/>
              <p:cNvSpPr/>
              <p:nvPr/>
            </p:nvSpPr>
            <p:spPr>
              <a:xfrm>
                <a:off x="10466640" y="1683720"/>
                <a:ext cx="28080" cy="201240"/>
              </a:xfrm>
              <a:custGeom>
                <a:avLst/>
                <a:gdLst>
                  <a:gd name="textAreaLeft" fmla="*/ 0 w 28080"/>
                  <a:gd name="textAreaRight" fmla="*/ 32040 w 28080"/>
                  <a:gd name="textAreaTop" fmla="*/ 0 h 201240"/>
                  <a:gd name="textAreaBottom" fmla="*/ 205200 h 20124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Google Shape;1751;p89"/>
              <p:cNvSpPr/>
              <p:nvPr/>
            </p:nvSpPr>
            <p:spPr>
              <a:xfrm>
                <a:off x="10528200" y="1743480"/>
                <a:ext cx="115200" cy="144720"/>
              </a:xfrm>
              <a:custGeom>
                <a:avLst/>
                <a:gdLst>
                  <a:gd name="textAreaLeft" fmla="*/ 0 w 115200"/>
                  <a:gd name="textAreaRight" fmla="*/ 119160 w 11520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Google Shape;1752;p89"/>
              <p:cNvSpPr/>
              <p:nvPr/>
            </p:nvSpPr>
            <p:spPr>
              <a:xfrm>
                <a:off x="10670040" y="1704960"/>
                <a:ext cx="88200" cy="182880"/>
              </a:xfrm>
              <a:custGeom>
                <a:avLst/>
                <a:gdLst>
                  <a:gd name="textAreaLeft" fmla="*/ 0 w 88200"/>
                  <a:gd name="textAreaRight" fmla="*/ 92160 w 88200"/>
                  <a:gd name="textAreaTop" fmla="*/ 0 h 182880"/>
                  <a:gd name="textAreaBottom" fmla="*/ 186840 h 18288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Google Shape;1753;p89"/>
              <p:cNvSpPr/>
              <p:nvPr/>
            </p:nvSpPr>
            <p:spPr>
              <a:xfrm>
                <a:off x="10772640" y="1679760"/>
                <a:ext cx="93600" cy="205200"/>
              </a:xfrm>
              <a:custGeom>
                <a:avLst/>
                <a:gdLst>
                  <a:gd name="textAreaLeft" fmla="*/ 0 w 93600"/>
                  <a:gd name="textAreaRight" fmla="*/ 97560 w 93600"/>
                  <a:gd name="textAreaTop" fmla="*/ 0 h 205200"/>
                  <a:gd name="textAreaBottom" fmla="*/ 209160 h 20520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Google Shape;1754;p89"/>
              <p:cNvSpPr/>
              <p:nvPr/>
            </p:nvSpPr>
            <p:spPr>
              <a:xfrm>
                <a:off x="10874160" y="1743480"/>
                <a:ext cx="142200" cy="144720"/>
              </a:xfrm>
              <a:custGeom>
                <a:avLst/>
                <a:gdLst>
                  <a:gd name="textAreaLeft" fmla="*/ 0 w 142200"/>
                  <a:gd name="textAreaRight" fmla="*/ 146160 w 142200"/>
                  <a:gd name="textAreaTop" fmla="*/ 0 h 144720"/>
                  <a:gd name="textAreaBottom" fmla="*/ 148680 h 1447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Google Shape;1755;p89"/>
              <p:cNvSpPr/>
              <p:nvPr/>
            </p:nvSpPr>
            <p:spPr>
              <a:xfrm>
                <a:off x="11050920" y="1744560"/>
                <a:ext cx="79200" cy="140400"/>
              </a:xfrm>
              <a:custGeom>
                <a:avLst/>
                <a:gdLst>
                  <a:gd name="textAreaLeft" fmla="*/ 0 w 79200"/>
                  <a:gd name="textAreaRight" fmla="*/ 83160 w 79200"/>
                  <a:gd name="textAreaTop" fmla="*/ 0 h 140400"/>
                  <a:gd name="textAreaBottom" fmla="*/ 144360 h 14040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Google Shape;1756;p89"/>
              <p:cNvSpPr/>
              <p:nvPr/>
            </p:nvSpPr>
            <p:spPr>
              <a:xfrm>
                <a:off x="11154600" y="1743480"/>
                <a:ext cx="208440" cy="141480"/>
              </a:xfrm>
              <a:custGeom>
                <a:avLst/>
                <a:gdLst>
                  <a:gd name="textAreaLeft" fmla="*/ 0 w 208440"/>
                  <a:gd name="textAreaRight" fmla="*/ 212400 w 208440"/>
                  <a:gd name="textAreaTop" fmla="*/ 0 h 141480"/>
                  <a:gd name="textAreaBottom" fmla="*/ 145440 h 14148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27" name="Google Shape;1757;p89"/>
          <p:cNvGrpSpPr/>
          <p:nvPr/>
        </p:nvGrpSpPr>
        <p:grpSpPr>
          <a:xfrm>
            <a:off x="1684080" y="792720"/>
            <a:ext cx="1366200" cy="1092240"/>
            <a:chOff x="1684080" y="792720"/>
            <a:chExt cx="1366200" cy="1092240"/>
          </a:xfrm>
        </p:grpSpPr>
        <p:sp>
          <p:nvSpPr>
            <p:cNvPr id="1028" name="Google Shape;1758;p89"/>
            <p:cNvSpPr/>
            <p:nvPr/>
          </p:nvSpPr>
          <p:spPr>
            <a:xfrm>
              <a:off x="2232000" y="7927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Google Shape;1759;p89"/>
            <p:cNvSpPr/>
            <p:nvPr/>
          </p:nvSpPr>
          <p:spPr>
            <a:xfrm>
              <a:off x="195804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Google Shape;1760;p89"/>
            <p:cNvSpPr/>
            <p:nvPr/>
          </p:nvSpPr>
          <p:spPr>
            <a:xfrm>
              <a:off x="16840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Google Shape;1761;p89"/>
            <p:cNvSpPr/>
            <p:nvPr/>
          </p:nvSpPr>
          <p:spPr>
            <a:xfrm>
              <a:off x="16840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Google Shape;1762;p89"/>
            <p:cNvSpPr/>
            <p:nvPr/>
          </p:nvSpPr>
          <p:spPr>
            <a:xfrm>
              <a:off x="195804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3" name="Google Shape;1763;p89"/>
            <p:cNvSpPr/>
            <p:nvPr/>
          </p:nvSpPr>
          <p:spPr>
            <a:xfrm>
              <a:off x="223200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4" name="Google Shape;1764;p89"/>
            <p:cNvSpPr/>
            <p:nvPr/>
          </p:nvSpPr>
          <p:spPr>
            <a:xfrm>
              <a:off x="250632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" name="Google Shape;1765;p89"/>
            <p:cNvSpPr/>
            <p:nvPr/>
          </p:nvSpPr>
          <p:spPr>
            <a:xfrm>
              <a:off x="27802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Google Shape;1766;p89"/>
            <p:cNvSpPr/>
            <p:nvPr/>
          </p:nvSpPr>
          <p:spPr>
            <a:xfrm>
              <a:off x="27802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Google Shape;1767;p89"/>
            <p:cNvSpPr/>
            <p:nvPr/>
          </p:nvSpPr>
          <p:spPr>
            <a:xfrm>
              <a:off x="250632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8" name="Google Shape;1768;p89"/>
          <p:cNvGrpSpPr/>
          <p:nvPr/>
        </p:nvGrpSpPr>
        <p:grpSpPr>
          <a:xfrm>
            <a:off x="9798120" y="5367240"/>
            <a:ext cx="1394280" cy="727560"/>
            <a:chOff x="9798120" y="5367240"/>
            <a:chExt cx="1394280" cy="727560"/>
          </a:xfrm>
        </p:grpSpPr>
        <p:grpSp>
          <p:nvGrpSpPr>
            <p:cNvPr id="1039" name="Google Shape;1769;p89"/>
            <p:cNvGrpSpPr/>
            <p:nvPr/>
          </p:nvGrpSpPr>
          <p:grpSpPr>
            <a:xfrm>
              <a:off x="9798120" y="5367240"/>
              <a:ext cx="1160640" cy="281160"/>
              <a:chOff x="9798120" y="5367240"/>
              <a:chExt cx="1160640" cy="281160"/>
            </a:xfrm>
          </p:grpSpPr>
          <p:sp>
            <p:nvSpPr>
              <p:cNvPr id="1040" name="Google Shape;1770;p89"/>
              <p:cNvSpPr/>
              <p:nvPr/>
            </p:nvSpPr>
            <p:spPr>
              <a:xfrm>
                <a:off x="9798120" y="5367240"/>
                <a:ext cx="138240" cy="279720"/>
              </a:xfrm>
              <a:custGeom>
                <a:avLst/>
                <a:gdLst>
                  <a:gd name="textAreaLeft" fmla="*/ 0 w 138240"/>
                  <a:gd name="textAreaRight" fmla="*/ 142200 w 138240"/>
                  <a:gd name="textAreaTop" fmla="*/ 0 h 279720"/>
                  <a:gd name="textAreaBottom" fmla="*/ 283680 h 2797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Google Shape;1771;p89"/>
              <p:cNvSpPr/>
              <p:nvPr/>
            </p:nvSpPr>
            <p:spPr>
              <a:xfrm>
                <a:off x="9969840" y="5420160"/>
                <a:ext cx="214920" cy="228240"/>
              </a:xfrm>
              <a:custGeom>
                <a:avLst/>
                <a:gdLst>
                  <a:gd name="textAreaLeft" fmla="*/ 0 w 214920"/>
                  <a:gd name="textAreaRight" fmla="*/ 218880 w 21492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Google Shape;1772;p89"/>
              <p:cNvSpPr/>
              <p:nvPr/>
            </p:nvSpPr>
            <p:spPr>
              <a:xfrm>
                <a:off x="10224720" y="5420160"/>
                <a:ext cx="203040" cy="228240"/>
              </a:xfrm>
              <a:custGeom>
                <a:avLst/>
                <a:gdLst>
                  <a:gd name="textAreaLeft" fmla="*/ 0 w 203040"/>
                  <a:gd name="textAreaRight" fmla="*/ 207000 w 2030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3" name="Google Shape;1773;p89"/>
              <p:cNvSpPr/>
              <p:nvPr/>
            </p:nvSpPr>
            <p:spPr>
              <a:xfrm>
                <a:off x="10473120" y="5420160"/>
                <a:ext cx="200160" cy="223200"/>
              </a:xfrm>
              <a:custGeom>
                <a:avLst/>
                <a:gdLst>
                  <a:gd name="textAreaLeft" fmla="*/ 0 w 200160"/>
                  <a:gd name="textAreaRight" fmla="*/ 204120 w 200160"/>
                  <a:gd name="textAreaTop" fmla="*/ 0 h 223200"/>
                  <a:gd name="textAreaBottom" fmla="*/ 227160 h 2232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" name="Google Shape;1774;p89"/>
              <p:cNvSpPr/>
              <p:nvPr/>
            </p:nvSpPr>
            <p:spPr>
              <a:xfrm>
                <a:off x="10721520" y="542016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45" name="Google Shape;1775;p89"/>
            <p:cNvGrpSpPr/>
            <p:nvPr/>
          </p:nvGrpSpPr>
          <p:grpSpPr>
            <a:xfrm>
              <a:off x="10199160" y="5727600"/>
              <a:ext cx="993240" cy="367200"/>
              <a:chOff x="10199160" y="5727600"/>
              <a:chExt cx="993240" cy="367200"/>
            </a:xfrm>
          </p:grpSpPr>
          <p:sp>
            <p:nvSpPr>
              <p:cNvPr id="1046" name="Google Shape;1776;p89"/>
              <p:cNvSpPr/>
              <p:nvPr/>
            </p:nvSpPr>
            <p:spPr>
              <a:xfrm>
                <a:off x="10199160" y="5727600"/>
                <a:ext cx="59400" cy="299520"/>
              </a:xfrm>
              <a:custGeom>
                <a:avLst/>
                <a:gdLst>
                  <a:gd name="textAreaLeft" fmla="*/ 0 w 59400"/>
                  <a:gd name="textAreaRight" fmla="*/ 63360 w 5940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Google Shape;1777;p89"/>
              <p:cNvSpPr/>
              <p:nvPr/>
            </p:nvSpPr>
            <p:spPr>
              <a:xfrm>
                <a:off x="10311120" y="580428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Google Shape;1778;p89"/>
              <p:cNvSpPr/>
              <p:nvPr/>
            </p:nvSpPr>
            <p:spPr>
              <a:xfrm>
                <a:off x="10588320" y="5804280"/>
                <a:ext cx="230040" cy="290520"/>
              </a:xfrm>
              <a:custGeom>
                <a:avLst/>
                <a:gdLst>
                  <a:gd name="textAreaLeft" fmla="*/ 0 w 230040"/>
                  <a:gd name="textAreaRight" fmla="*/ 234000 w 230040"/>
                  <a:gd name="textAreaTop" fmla="*/ 0 h 290520"/>
                  <a:gd name="textAreaBottom" fmla="*/ 294480 h 2905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Google Shape;1779;p89"/>
              <p:cNvSpPr/>
              <p:nvPr/>
            </p:nvSpPr>
            <p:spPr>
              <a:xfrm>
                <a:off x="10880280" y="5727600"/>
                <a:ext cx="62640" cy="29952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Google Shape;1780;p89"/>
              <p:cNvSpPr/>
              <p:nvPr/>
            </p:nvSpPr>
            <p:spPr>
              <a:xfrm>
                <a:off x="10991160" y="5806080"/>
                <a:ext cx="201240" cy="225720"/>
              </a:xfrm>
              <a:custGeom>
                <a:avLst/>
                <a:gdLst>
                  <a:gd name="textAreaLeft" fmla="*/ 0 w 201240"/>
                  <a:gd name="textAreaRight" fmla="*/ 205200 w 201240"/>
                  <a:gd name="textAreaTop" fmla="*/ 0 h 225720"/>
                  <a:gd name="textAreaBottom" fmla="*/ 229680 h 2257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51" name="Google Shape;1781;p89"/>
          <p:cNvGrpSpPr/>
          <p:nvPr/>
        </p:nvGrpSpPr>
        <p:grpSpPr>
          <a:xfrm>
            <a:off x="9880920" y="5104080"/>
            <a:ext cx="575640" cy="141120"/>
            <a:chOff x="9880920" y="5104080"/>
            <a:chExt cx="575640" cy="141120"/>
          </a:xfrm>
        </p:grpSpPr>
        <p:sp>
          <p:nvSpPr>
            <p:cNvPr id="1052" name="Google Shape;1782;p89"/>
            <p:cNvSpPr/>
            <p:nvPr/>
          </p:nvSpPr>
          <p:spPr>
            <a:xfrm>
              <a:off x="10369800" y="5109840"/>
              <a:ext cx="86760" cy="134640"/>
            </a:xfrm>
            <a:custGeom>
              <a:avLst/>
              <a:gdLst>
                <a:gd name="textAreaLeft" fmla="*/ 0 w 86760"/>
                <a:gd name="textAreaRight" fmla="*/ 90720 w 86760"/>
                <a:gd name="textAreaTop" fmla="*/ 0 h 134640"/>
                <a:gd name="textAreaBottom" fmla="*/ 138600 h 1346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Google Shape;1783;p89"/>
            <p:cNvSpPr/>
            <p:nvPr/>
          </p:nvSpPr>
          <p:spPr>
            <a:xfrm>
              <a:off x="9880920" y="5104080"/>
              <a:ext cx="127080" cy="141120"/>
            </a:xfrm>
            <a:custGeom>
              <a:avLst/>
              <a:gdLst>
                <a:gd name="textAreaLeft" fmla="*/ 0 w 127080"/>
                <a:gd name="textAreaRight" fmla="*/ 131040 w 127080"/>
                <a:gd name="textAreaTop" fmla="*/ 0 h 141120"/>
                <a:gd name="textAreaBottom" fmla="*/ 145080 h 1411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" name="Google Shape;1784;p89"/>
            <p:cNvSpPr/>
            <p:nvPr/>
          </p:nvSpPr>
          <p:spPr>
            <a:xfrm>
              <a:off x="10007280" y="5124240"/>
              <a:ext cx="123480" cy="116640"/>
            </a:xfrm>
            <a:custGeom>
              <a:avLst/>
              <a:gdLst>
                <a:gd name="textAreaLeft" fmla="*/ 0 w 123480"/>
                <a:gd name="textAreaRight" fmla="*/ 127440 w 123480"/>
                <a:gd name="textAreaTop" fmla="*/ 0 h 116640"/>
                <a:gd name="textAreaBottom" fmla="*/ 120600 h 1166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Google Shape;1785;p89"/>
            <p:cNvSpPr/>
            <p:nvPr/>
          </p:nvSpPr>
          <p:spPr>
            <a:xfrm>
              <a:off x="10133280" y="5125680"/>
              <a:ext cx="115200" cy="11304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13040"/>
                <a:gd name="textAreaBottom" fmla="*/ 117000 h 1130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Google Shape;1786;p89"/>
            <p:cNvSpPr/>
            <p:nvPr/>
          </p:nvSpPr>
          <p:spPr>
            <a:xfrm>
              <a:off x="10251720" y="5124960"/>
              <a:ext cx="116280" cy="115200"/>
            </a:xfrm>
            <a:custGeom>
              <a:avLst/>
              <a:gdLst>
                <a:gd name="textAreaLeft" fmla="*/ 0 w 116280"/>
                <a:gd name="textAreaRight" fmla="*/ 120240 w 116280"/>
                <a:gd name="textAreaTop" fmla="*/ 0 h 115200"/>
                <a:gd name="textAreaBottom" fmla="*/ 119160 h 1152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7" name="Google Shape;1787;p89"/>
          <p:cNvSpPr/>
          <p:nvPr/>
        </p:nvSpPr>
        <p:spPr>
          <a:xfrm>
            <a:off x="690480" y="275760"/>
            <a:ext cx="3774960" cy="15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58" name="Google Shape;1788;p89"/>
          <p:cNvGrpSpPr/>
          <p:nvPr/>
        </p:nvGrpSpPr>
        <p:grpSpPr>
          <a:xfrm>
            <a:off x="401040" y="198360"/>
            <a:ext cx="689400" cy="689400"/>
            <a:chOff x="401040" y="198360"/>
            <a:chExt cx="689400" cy="689400"/>
          </a:xfrm>
        </p:grpSpPr>
        <p:sp>
          <p:nvSpPr>
            <p:cNvPr id="1059" name="Google Shape;1789;p89"/>
            <p:cNvSpPr/>
            <p:nvPr/>
          </p:nvSpPr>
          <p:spPr>
            <a:xfrm>
              <a:off x="401040" y="545040"/>
              <a:ext cx="342720" cy="34272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Google Shape;1790;p89"/>
            <p:cNvSpPr/>
            <p:nvPr/>
          </p:nvSpPr>
          <p:spPr>
            <a:xfrm>
              <a:off x="747720" y="198360"/>
              <a:ext cx="342720" cy="34272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1" name="Google Shape;1791;p89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62" name="Google Shape;1792;p89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1063" name="Google Shape;1793;p89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Google Shape;1794;p89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Google Shape;1795;p89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Google Shape;1796;p89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" name="Google Shape;1797;p89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" name="Google Shape;1798;p89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932;p75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0" name="Google Shape;933;p75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Google Shape;934;p75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Google Shape;935;p75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Google Shape;936;p75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Google Shape;937;p75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Google Shape;938;p75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Google Shape;939;p75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Google Shape;940;p75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Google Shape;941;p75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Google Shape;942;p75"/>
          <p:cNvSpPr/>
          <p:nvPr/>
        </p:nvSpPr>
        <p:spPr>
          <a:xfrm>
            <a:off x="11807280" y="0"/>
            <a:ext cx="380880" cy="6854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0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1" name="Google Shape;944;p75"/>
          <p:cNvSpPr/>
          <p:nvPr/>
        </p:nvSpPr>
        <p:spPr>
          <a:xfrm>
            <a:off x="11422440" y="0"/>
            <a:ext cx="380880" cy="6854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Google Shape;945;p75"/>
          <p:cNvSpPr/>
          <p:nvPr/>
        </p:nvSpPr>
        <p:spPr>
          <a:xfrm>
            <a:off x="11037960" y="0"/>
            <a:ext cx="380880" cy="68540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Google Shape;946;p75"/>
          <p:cNvSpPr/>
          <p:nvPr/>
        </p:nvSpPr>
        <p:spPr>
          <a:xfrm>
            <a:off x="10653120" y="1800"/>
            <a:ext cx="380880" cy="685404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7" name="Google Shape;83;p50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Google Shape;84;p50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Google Shape;85;p50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Google Shape;86;p50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Google Shape;87;p50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Google Shape;88;p50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Google Shape;89;p50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Google Shape;90;p50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Google Shape;91;p50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Google Shape;92;p50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7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8" name="Google Shape;94;p50"/>
          <p:cNvSpPr/>
          <p:nvPr/>
        </p:nvSpPr>
        <p:spPr>
          <a:xfrm>
            <a:off x="9651960" y="2103120"/>
            <a:ext cx="2284560" cy="4730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9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7360" cy="473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Google Shape;96;p50"/>
          <p:cNvSpPr/>
          <p:nvPr/>
        </p:nvSpPr>
        <p:spPr>
          <a:xfrm>
            <a:off x="6783120" y="2185200"/>
            <a:ext cx="4548600" cy="15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304;p57"/>
          <p:cNvSpPr/>
          <p:nvPr/>
        </p:nvSpPr>
        <p:spPr>
          <a:xfrm>
            <a:off x="-183240" y="-89640"/>
            <a:ext cx="2743200" cy="7059960"/>
          </a:xfrm>
          <a:custGeom>
            <a:avLst/>
            <a:gdLst>
              <a:gd name="textAreaLeft" fmla="*/ 0 w 2743200"/>
              <a:gd name="textAreaRight" fmla="*/ 2747160 w 2743200"/>
              <a:gd name="textAreaTop" fmla="*/ 0 h 7059960"/>
              <a:gd name="textAreaBottom" fmla="*/ 7063920 h 705996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Google Shape;305;p57"/>
          <p:cNvSpPr/>
          <p:nvPr/>
        </p:nvSpPr>
        <p:spPr>
          <a:xfrm>
            <a:off x="-183240" y="2396160"/>
            <a:ext cx="2743200" cy="4574520"/>
          </a:xfrm>
          <a:custGeom>
            <a:avLst/>
            <a:gdLst>
              <a:gd name="textAreaLeft" fmla="*/ 0 w 2743200"/>
              <a:gd name="textAreaRight" fmla="*/ 2747160 w 2743200"/>
              <a:gd name="textAreaTop" fmla="*/ 0 h 4574520"/>
              <a:gd name="textAreaBottom" fmla="*/ 4578480 h 457452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Google Shape;306;p57"/>
          <p:cNvSpPr/>
          <p:nvPr/>
        </p:nvSpPr>
        <p:spPr>
          <a:xfrm>
            <a:off x="88920" y="-102960"/>
            <a:ext cx="9535320" cy="7059960"/>
          </a:xfrm>
          <a:custGeom>
            <a:avLst/>
            <a:gdLst>
              <a:gd name="textAreaLeft" fmla="*/ 0 w 9535320"/>
              <a:gd name="textAreaRight" fmla="*/ 9539280 w 9535320"/>
              <a:gd name="textAreaTop" fmla="*/ 0 h 7059960"/>
              <a:gd name="textAreaBottom" fmla="*/ 7063920 h 705996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Google Shape;307;p57"/>
          <p:cNvSpPr/>
          <p:nvPr/>
        </p:nvSpPr>
        <p:spPr>
          <a:xfrm rot="10800000">
            <a:off x="9631800" y="-85320"/>
            <a:ext cx="2743200" cy="7059960"/>
          </a:xfrm>
          <a:custGeom>
            <a:avLst/>
            <a:gdLst>
              <a:gd name="textAreaLeft" fmla="*/ 0 w 2743200"/>
              <a:gd name="textAreaRight" fmla="*/ 2747160 w 2743200"/>
              <a:gd name="textAreaTop" fmla="*/ 0 h 7059960"/>
              <a:gd name="textAreaBottom" fmla="*/ 7063920 h 705996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Google Shape;308;p57"/>
          <p:cNvSpPr/>
          <p:nvPr/>
        </p:nvSpPr>
        <p:spPr>
          <a:xfrm rot="10800000">
            <a:off x="9631800" y="-85680"/>
            <a:ext cx="2743200" cy="4574160"/>
          </a:xfrm>
          <a:custGeom>
            <a:avLst/>
            <a:gdLst>
              <a:gd name="textAreaLeft" fmla="*/ 0 w 2743200"/>
              <a:gd name="textAreaRight" fmla="*/ 2747160 w 2743200"/>
              <a:gd name="textAreaTop" fmla="*/ 0 h 4574160"/>
              <a:gd name="textAreaBottom" fmla="*/ 4578120 h 457416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Google Shape;309;p57"/>
          <p:cNvSpPr/>
          <p:nvPr/>
        </p:nvSpPr>
        <p:spPr>
          <a:xfrm>
            <a:off x="8813880" y="1191240"/>
            <a:ext cx="1762200" cy="1762200"/>
          </a:xfrm>
          <a:custGeom>
            <a:avLst/>
            <a:gdLst>
              <a:gd name="textAreaLeft" fmla="*/ 0 w 1762200"/>
              <a:gd name="textAreaRight" fmla="*/ 1766160 w 1762200"/>
              <a:gd name="textAreaTop" fmla="*/ 0 h 1762200"/>
              <a:gd name="textAreaBottom" fmla="*/ 1766160 h 176220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Google Shape;310;p57"/>
          <p:cNvSpPr/>
          <p:nvPr/>
        </p:nvSpPr>
        <p:spPr>
          <a:xfrm>
            <a:off x="10736280" y="-116280"/>
            <a:ext cx="1258560" cy="7059960"/>
          </a:xfrm>
          <a:custGeom>
            <a:avLst/>
            <a:gdLst>
              <a:gd name="textAreaLeft" fmla="*/ 0 w 1258560"/>
              <a:gd name="textAreaRight" fmla="*/ 1262520 w 1258560"/>
              <a:gd name="textAreaTop" fmla="*/ 0 h 7059960"/>
              <a:gd name="textAreaBottom" fmla="*/ 7063920 h 705996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Google Shape;311;p57"/>
          <p:cNvSpPr/>
          <p:nvPr/>
        </p:nvSpPr>
        <p:spPr>
          <a:xfrm>
            <a:off x="7870680" y="-89640"/>
            <a:ext cx="3126960" cy="7033320"/>
          </a:xfrm>
          <a:custGeom>
            <a:avLst/>
            <a:gdLst>
              <a:gd name="textAreaLeft" fmla="*/ 0 w 3126960"/>
              <a:gd name="textAreaRight" fmla="*/ 3130920 w 3126960"/>
              <a:gd name="textAreaTop" fmla="*/ 0 h 7033320"/>
              <a:gd name="textAreaBottom" fmla="*/ 7037280 h 703332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Google Shape;312;p57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Google Shape;313;p57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Google Shape;314;p57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Google Shape;315;p57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316;p57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Google Shape;317;p57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Google Shape;318;p57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Google Shape;319;p57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Google Shape;320;p57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Google Shape;321;p57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3" name="Google Shape;1105;p80"/>
          <p:cNvGrpSpPr/>
          <p:nvPr/>
        </p:nvGrpSpPr>
        <p:grpSpPr>
          <a:xfrm>
            <a:off x="730080" y="3085200"/>
            <a:ext cx="7814880" cy="2413080"/>
            <a:chOff x="730080" y="3085200"/>
            <a:chExt cx="7814880" cy="2413080"/>
          </a:xfrm>
        </p:grpSpPr>
        <p:sp>
          <p:nvSpPr>
            <p:cNvPr id="1124" name="Google Shape;1106;p80"/>
            <p:cNvSpPr/>
            <p:nvPr/>
          </p:nvSpPr>
          <p:spPr>
            <a:xfrm>
              <a:off x="1363680" y="3640680"/>
              <a:ext cx="718128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Google Shape;1107;p80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6" name="Google Shape;1108;p80"/>
          <p:cNvGrpSpPr/>
          <p:nvPr/>
        </p:nvGrpSpPr>
        <p:grpSpPr>
          <a:xfrm>
            <a:off x="755280" y="2794320"/>
            <a:ext cx="689400" cy="689400"/>
            <a:chOff x="755280" y="2794320"/>
            <a:chExt cx="689400" cy="689400"/>
          </a:xfrm>
        </p:grpSpPr>
        <p:sp>
          <p:nvSpPr>
            <p:cNvPr id="1127" name="Google Shape;1109;p80"/>
            <p:cNvSpPr/>
            <p:nvPr/>
          </p:nvSpPr>
          <p:spPr>
            <a:xfrm>
              <a:off x="755280" y="3141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1110;p80"/>
            <p:cNvSpPr/>
            <p:nvPr/>
          </p:nvSpPr>
          <p:spPr>
            <a:xfrm>
              <a:off x="1101960" y="2794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9" name="Google Shape;1111;p80"/>
          <p:cNvGrpSpPr/>
          <p:nvPr/>
        </p:nvGrpSpPr>
        <p:grpSpPr>
          <a:xfrm>
            <a:off x="6174360" y="5188680"/>
            <a:ext cx="689400" cy="689400"/>
            <a:chOff x="6174360" y="5188680"/>
            <a:chExt cx="689400" cy="689400"/>
          </a:xfrm>
        </p:grpSpPr>
        <p:sp>
          <p:nvSpPr>
            <p:cNvPr id="1130" name="Google Shape;1112;p80"/>
            <p:cNvSpPr/>
            <p:nvPr/>
          </p:nvSpPr>
          <p:spPr>
            <a:xfrm>
              <a:off x="6174360" y="553536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Google Shape;1113;p80"/>
            <p:cNvSpPr/>
            <p:nvPr/>
          </p:nvSpPr>
          <p:spPr>
            <a:xfrm>
              <a:off x="6521040" y="518868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2" name="Google Shape;1114;p80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Google Shape;1115;p80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1116;p80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Google Shape;1117;p80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Google Shape;1118;p80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Google Shape;1119;p80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Google Shape;1120;p80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Google Shape;1121;p80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Google Shape;1122;p80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Google Shape;1123;p80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2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7280" cy="163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43" name="Google Shape;1125;p80"/>
          <p:cNvGrpSpPr/>
          <p:nvPr/>
        </p:nvGrpSpPr>
        <p:grpSpPr>
          <a:xfrm>
            <a:off x="10124640" y="1269360"/>
            <a:ext cx="1466280" cy="765000"/>
            <a:chOff x="10124640" y="1269360"/>
            <a:chExt cx="1466280" cy="765000"/>
          </a:xfrm>
        </p:grpSpPr>
        <p:grpSp>
          <p:nvGrpSpPr>
            <p:cNvPr id="1144" name="Google Shape;1126;p80"/>
            <p:cNvGrpSpPr/>
            <p:nvPr/>
          </p:nvGrpSpPr>
          <p:grpSpPr>
            <a:xfrm>
              <a:off x="10124640" y="1269360"/>
              <a:ext cx="1220760" cy="295920"/>
              <a:chOff x="10124640" y="1269360"/>
              <a:chExt cx="1220760" cy="295920"/>
            </a:xfrm>
          </p:grpSpPr>
          <p:sp>
            <p:nvSpPr>
              <p:cNvPr id="1145" name="Google Shape;1127;p80"/>
              <p:cNvSpPr/>
              <p:nvPr/>
            </p:nvSpPr>
            <p:spPr>
              <a:xfrm>
                <a:off x="10124640" y="1269360"/>
                <a:ext cx="145800" cy="294480"/>
              </a:xfrm>
              <a:custGeom>
                <a:avLst/>
                <a:gdLst>
                  <a:gd name="textAreaLeft" fmla="*/ 0 w 145800"/>
                  <a:gd name="textAreaRight" fmla="*/ 149760 w 145800"/>
                  <a:gd name="textAreaTop" fmla="*/ 0 h 294480"/>
                  <a:gd name="textAreaBottom" fmla="*/ 298440 h 2944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Google Shape;1128;p80"/>
              <p:cNvSpPr/>
              <p:nvPr/>
            </p:nvSpPr>
            <p:spPr>
              <a:xfrm>
                <a:off x="10305360" y="1324800"/>
                <a:ext cx="226080" cy="240120"/>
              </a:xfrm>
              <a:custGeom>
                <a:avLst/>
                <a:gdLst>
                  <a:gd name="textAreaLeft" fmla="*/ 0 w 226080"/>
                  <a:gd name="textAreaRight" fmla="*/ 230040 w 22608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Google Shape;1129;p80"/>
              <p:cNvSpPr/>
              <p:nvPr/>
            </p:nvSpPr>
            <p:spPr>
              <a:xfrm>
                <a:off x="10573560" y="1325160"/>
                <a:ext cx="213840" cy="240120"/>
              </a:xfrm>
              <a:custGeom>
                <a:avLst/>
                <a:gdLst>
                  <a:gd name="textAreaLeft" fmla="*/ 0 w 213840"/>
                  <a:gd name="textAreaRight" fmla="*/ 217800 w 213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1130;p80"/>
              <p:cNvSpPr/>
              <p:nvPr/>
            </p:nvSpPr>
            <p:spPr>
              <a:xfrm>
                <a:off x="10834560" y="1325160"/>
                <a:ext cx="210960" cy="234720"/>
              </a:xfrm>
              <a:custGeom>
                <a:avLst/>
                <a:gdLst>
                  <a:gd name="textAreaLeft" fmla="*/ 0 w 210960"/>
                  <a:gd name="textAreaRight" fmla="*/ 214920 w 210960"/>
                  <a:gd name="textAreaTop" fmla="*/ 0 h 234720"/>
                  <a:gd name="textAreaBottom" fmla="*/ 238680 h 2347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Google Shape;1131;p80"/>
              <p:cNvSpPr/>
              <p:nvPr/>
            </p:nvSpPr>
            <p:spPr>
              <a:xfrm>
                <a:off x="11095560" y="132516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0" name="Google Shape;1132;p80"/>
            <p:cNvGrpSpPr/>
            <p:nvPr/>
          </p:nvGrpSpPr>
          <p:grpSpPr>
            <a:xfrm>
              <a:off x="10546560" y="1648080"/>
              <a:ext cx="1044360" cy="386280"/>
              <a:chOff x="10546560" y="1648080"/>
              <a:chExt cx="1044360" cy="386280"/>
            </a:xfrm>
          </p:grpSpPr>
          <p:sp>
            <p:nvSpPr>
              <p:cNvPr id="1151" name="Google Shape;1133;p80"/>
              <p:cNvSpPr/>
              <p:nvPr/>
            </p:nvSpPr>
            <p:spPr>
              <a:xfrm>
                <a:off x="10546560" y="1648080"/>
                <a:ext cx="62640" cy="31536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1134;p80"/>
              <p:cNvSpPr/>
              <p:nvPr/>
            </p:nvSpPr>
            <p:spPr>
              <a:xfrm>
                <a:off x="10664280" y="172872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Google Shape;1135;p80"/>
              <p:cNvSpPr/>
              <p:nvPr/>
            </p:nvSpPr>
            <p:spPr>
              <a:xfrm>
                <a:off x="10955160" y="1728720"/>
                <a:ext cx="242280" cy="305640"/>
              </a:xfrm>
              <a:custGeom>
                <a:avLst/>
                <a:gdLst>
                  <a:gd name="textAreaLeft" fmla="*/ 0 w 242280"/>
                  <a:gd name="textAreaRight" fmla="*/ 246240 w 242280"/>
                  <a:gd name="textAreaTop" fmla="*/ 0 h 305640"/>
                  <a:gd name="textAreaBottom" fmla="*/ 309600 h 3056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1136;p80"/>
              <p:cNvSpPr/>
              <p:nvPr/>
            </p:nvSpPr>
            <p:spPr>
              <a:xfrm>
                <a:off x="11262240" y="1648440"/>
                <a:ext cx="66240" cy="315360"/>
              </a:xfrm>
              <a:custGeom>
                <a:avLst/>
                <a:gdLst>
                  <a:gd name="textAreaLeft" fmla="*/ 0 w 66240"/>
                  <a:gd name="textAreaRight" fmla="*/ 70200 w 662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1137;p80"/>
              <p:cNvSpPr/>
              <p:nvPr/>
            </p:nvSpPr>
            <p:spPr>
              <a:xfrm>
                <a:off x="11379240" y="1730520"/>
                <a:ext cx="211680" cy="237600"/>
              </a:xfrm>
              <a:custGeom>
                <a:avLst/>
                <a:gdLst>
                  <a:gd name="textAreaLeft" fmla="*/ 0 w 211680"/>
                  <a:gd name="textAreaRight" fmla="*/ 215640 w 211680"/>
                  <a:gd name="textAreaTop" fmla="*/ 0 h 237600"/>
                  <a:gd name="textAreaBottom" fmla="*/ 241560 h 2376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56" name="Google Shape;1138;p80"/>
          <p:cNvGrpSpPr/>
          <p:nvPr/>
        </p:nvGrpSpPr>
        <p:grpSpPr>
          <a:xfrm>
            <a:off x="10207440" y="873000"/>
            <a:ext cx="1172880" cy="294840"/>
            <a:chOff x="10207440" y="873000"/>
            <a:chExt cx="1172880" cy="294840"/>
          </a:xfrm>
        </p:grpSpPr>
        <p:sp>
          <p:nvSpPr>
            <p:cNvPr id="1157" name="Google Shape;1139;p80"/>
            <p:cNvSpPr/>
            <p:nvPr/>
          </p:nvSpPr>
          <p:spPr>
            <a:xfrm>
              <a:off x="10207440" y="878040"/>
              <a:ext cx="77760" cy="100080"/>
            </a:xfrm>
            <a:custGeom>
              <a:avLst/>
              <a:gdLst>
                <a:gd name="textAreaLeft" fmla="*/ 0 w 77760"/>
                <a:gd name="textAreaRight" fmla="*/ 81720 w 77760"/>
                <a:gd name="textAreaTop" fmla="*/ 0 h 100080"/>
                <a:gd name="textAreaBottom" fmla="*/ 104040 h 10008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Google Shape;1140;p80"/>
            <p:cNvSpPr/>
            <p:nvPr/>
          </p:nvSpPr>
          <p:spPr>
            <a:xfrm>
              <a:off x="10285560" y="903600"/>
              <a:ext cx="76320" cy="76320"/>
            </a:xfrm>
            <a:custGeom>
              <a:avLst/>
              <a:gdLst>
                <a:gd name="textAreaLeft" fmla="*/ 0 w 76320"/>
                <a:gd name="textAreaRight" fmla="*/ 80280 w 7632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Google Shape;1141;p80"/>
            <p:cNvSpPr/>
            <p:nvPr/>
          </p:nvSpPr>
          <p:spPr>
            <a:xfrm>
              <a:off x="10381680" y="87372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Google Shape;1142;p80"/>
            <p:cNvSpPr/>
            <p:nvPr/>
          </p:nvSpPr>
          <p:spPr>
            <a:xfrm>
              <a:off x="1047924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Google Shape;1143;p80"/>
            <p:cNvSpPr/>
            <p:nvPr/>
          </p:nvSpPr>
          <p:spPr>
            <a:xfrm>
              <a:off x="1056456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Google Shape;1144;p80"/>
            <p:cNvSpPr/>
            <p:nvPr/>
          </p:nvSpPr>
          <p:spPr>
            <a:xfrm>
              <a:off x="1068372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Google Shape;1145;p80"/>
            <p:cNvSpPr/>
            <p:nvPr/>
          </p:nvSpPr>
          <p:spPr>
            <a:xfrm>
              <a:off x="1076940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Google Shape;1146;p80"/>
            <p:cNvSpPr/>
            <p:nvPr/>
          </p:nvSpPr>
          <p:spPr>
            <a:xfrm>
              <a:off x="10888200" y="873000"/>
              <a:ext cx="42480" cy="105120"/>
            </a:xfrm>
            <a:custGeom>
              <a:avLst/>
              <a:gdLst>
                <a:gd name="textAreaLeft" fmla="*/ 0 w 42480"/>
                <a:gd name="textAreaRight" fmla="*/ 46440 w 42480"/>
                <a:gd name="textAreaTop" fmla="*/ 0 h 105120"/>
                <a:gd name="textAreaBottom" fmla="*/ 109080 h 10512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Google Shape;1147;p80"/>
            <p:cNvSpPr/>
            <p:nvPr/>
          </p:nvSpPr>
          <p:spPr>
            <a:xfrm>
              <a:off x="10942920" y="903600"/>
              <a:ext cx="76320" cy="76320"/>
            </a:xfrm>
            <a:custGeom>
              <a:avLst/>
              <a:gdLst>
                <a:gd name="textAreaLeft" fmla="*/ 0 w 76320"/>
                <a:gd name="textAreaRight" fmla="*/ 80280 w 7632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Google Shape;1148;p80"/>
            <p:cNvSpPr/>
            <p:nvPr/>
          </p:nvSpPr>
          <p:spPr>
            <a:xfrm>
              <a:off x="11043720" y="90396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Google Shape;1149;p80"/>
            <p:cNvSpPr/>
            <p:nvPr/>
          </p:nvSpPr>
          <p:spPr>
            <a:xfrm>
              <a:off x="11103840" y="903600"/>
              <a:ext cx="112320" cy="74520"/>
            </a:xfrm>
            <a:custGeom>
              <a:avLst/>
              <a:gdLst>
                <a:gd name="textAreaLeft" fmla="*/ 0 w 112320"/>
                <a:gd name="textAreaRight" fmla="*/ 116280 w 112320"/>
                <a:gd name="textAreaTop" fmla="*/ 0 h 74520"/>
                <a:gd name="textAreaBottom" fmla="*/ 78480 h 7452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Google Shape;1150;p80"/>
            <p:cNvSpPr/>
            <p:nvPr/>
          </p:nvSpPr>
          <p:spPr>
            <a:xfrm>
              <a:off x="1123956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Google Shape;1151;p80"/>
            <p:cNvSpPr/>
            <p:nvPr/>
          </p:nvSpPr>
          <p:spPr>
            <a:xfrm>
              <a:off x="1132488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Google Shape;1152;p80"/>
            <p:cNvSpPr/>
            <p:nvPr/>
          </p:nvSpPr>
          <p:spPr>
            <a:xfrm>
              <a:off x="10208160" y="103968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Google Shape;1153;p80"/>
            <p:cNvSpPr/>
            <p:nvPr/>
          </p:nvSpPr>
          <p:spPr>
            <a:xfrm>
              <a:off x="1030680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Google Shape;1154;p80"/>
            <p:cNvSpPr/>
            <p:nvPr/>
          </p:nvSpPr>
          <p:spPr>
            <a:xfrm>
              <a:off x="10438200" y="107028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" name="Google Shape;1155;p80"/>
            <p:cNvSpPr/>
            <p:nvPr/>
          </p:nvSpPr>
          <p:spPr>
            <a:xfrm>
              <a:off x="10530360" y="1069560"/>
              <a:ext cx="73800" cy="9828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98280"/>
                <a:gd name="textAreaBottom" fmla="*/ 102240 h 9828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Google Shape;1156;p80"/>
            <p:cNvSpPr/>
            <p:nvPr/>
          </p:nvSpPr>
          <p:spPr>
            <a:xfrm>
              <a:off x="10629000" y="106992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1157;p80"/>
            <p:cNvSpPr/>
            <p:nvPr/>
          </p:nvSpPr>
          <p:spPr>
            <a:xfrm>
              <a:off x="1068120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Google Shape;1158;p80"/>
            <p:cNvSpPr/>
            <p:nvPr/>
          </p:nvSpPr>
          <p:spPr>
            <a:xfrm>
              <a:off x="10774080" y="1069560"/>
              <a:ext cx="63360" cy="7452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4520"/>
                <a:gd name="textAreaBottom" fmla="*/ 78480 h 7452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Google Shape;1159;p80"/>
            <p:cNvSpPr/>
            <p:nvPr/>
          </p:nvSpPr>
          <p:spPr>
            <a:xfrm>
              <a:off x="10860840" y="103968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Google Shape;1160;p80"/>
            <p:cNvSpPr/>
            <p:nvPr/>
          </p:nvSpPr>
          <p:spPr>
            <a:xfrm>
              <a:off x="1095948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Google Shape;1161;p80"/>
            <p:cNvSpPr/>
            <p:nvPr/>
          </p:nvSpPr>
          <p:spPr>
            <a:xfrm>
              <a:off x="11052360" y="106992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0" name="Google Shape;1162;p80"/>
          <p:cNvGrpSpPr/>
          <p:nvPr/>
        </p:nvGrpSpPr>
        <p:grpSpPr>
          <a:xfrm>
            <a:off x="10113480" y="597240"/>
            <a:ext cx="605520" cy="148680"/>
            <a:chOff x="10113480" y="597240"/>
            <a:chExt cx="605520" cy="148680"/>
          </a:xfrm>
        </p:grpSpPr>
        <p:sp>
          <p:nvSpPr>
            <p:cNvPr id="1181" name="Google Shape;1163;p80"/>
            <p:cNvSpPr/>
            <p:nvPr/>
          </p:nvSpPr>
          <p:spPr>
            <a:xfrm>
              <a:off x="10627560" y="603360"/>
              <a:ext cx="91440" cy="141840"/>
            </a:xfrm>
            <a:custGeom>
              <a:avLst/>
              <a:gdLst>
                <a:gd name="textAreaLeft" fmla="*/ 0 w 91440"/>
                <a:gd name="textAreaRight" fmla="*/ 95400 w 91440"/>
                <a:gd name="textAreaTop" fmla="*/ 0 h 141840"/>
                <a:gd name="textAreaBottom" fmla="*/ 145800 h 1418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Google Shape;1164;p80"/>
            <p:cNvSpPr/>
            <p:nvPr/>
          </p:nvSpPr>
          <p:spPr>
            <a:xfrm>
              <a:off x="10113480" y="597240"/>
              <a:ext cx="133920" cy="148680"/>
            </a:xfrm>
            <a:custGeom>
              <a:avLst/>
              <a:gdLst>
                <a:gd name="textAreaLeft" fmla="*/ 0 w 133920"/>
                <a:gd name="textAreaRight" fmla="*/ 137880 w 133920"/>
                <a:gd name="textAreaTop" fmla="*/ 0 h 148680"/>
                <a:gd name="textAreaBottom" fmla="*/ 152640 h 1486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Google Shape;1165;p80"/>
            <p:cNvSpPr/>
            <p:nvPr/>
          </p:nvSpPr>
          <p:spPr>
            <a:xfrm>
              <a:off x="10246320" y="618480"/>
              <a:ext cx="130320" cy="122760"/>
            </a:xfrm>
            <a:custGeom>
              <a:avLst/>
              <a:gdLst>
                <a:gd name="textAreaLeft" fmla="*/ 0 w 130320"/>
                <a:gd name="textAreaRight" fmla="*/ 134280 w 130320"/>
                <a:gd name="textAreaTop" fmla="*/ 0 h 122760"/>
                <a:gd name="textAreaBottom" fmla="*/ 126720 h 1227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Google Shape;1166;p80"/>
            <p:cNvSpPr/>
            <p:nvPr/>
          </p:nvSpPr>
          <p:spPr>
            <a:xfrm>
              <a:off x="10378800" y="619920"/>
              <a:ext cx="121680" cy="119160"/>
            </a:xfrm>
            <a:custGeom>
              <a:avLst/>
              <a:gdLst>
                <a:gd name="textAreaLeft" fmla="*/ 0 w 121680"/>
                <a:gd name="textAreaRight" fmla="*/ 125640 w 121680"/>
                <a:gd name="textAreaTop" fmla="*/ 0 h 119160"/>
                <a:gd name="textAreaBottom" fmla="*/ 123120 h 1191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Google Shape;1167;p80"/>
            <p:cNvSpPr/>
            <p:nvPr/>
          </p:nvSpPr>
          <p:spPr>
            <a:xfrm>
              <a:off x="10503000" y="619200"/>
              <a:ext cx="122760" cy="121320"/>
            </a:xfrm>
            <a:custGeom>
              <a:avLst/>
              <a:gdLst>
                <a:gd name="textAreaLeft" fmla="*/ 0 w 122760"/>
                <a:gd name="textAreaRight" fmla="*/ 126720 w 122760"/>
                <a:gd name="textAreaTop" fmla="*/ 0 h 121320"/>
                <a:gd name="textAreaBottom" fmla="*/ 125280 h 1213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86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5200" cy="484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800;p90"/>
          <p:cNvGrpSpPr/>
          <p:nvPr/>
        </p:nvGrpSpPr>
        <p:grpSpPr>
          <a:xfrm>
            <a:off x="730080" y="3085200"/>
            <a:ext cx="7365240" cy="2428200"/>
            <a:chOff x="730080" y="3085200"/>
            <a:chExt cx="7365240" cy="2428200"/>
          </a:xfrm>
        </p:grpSpPr>
        <p:sp>
          <p:nvSpPr>
            <p:cNvPr id="1188" name="Google Shape;1801;p90"/>
            <p:cNvSpPr/>
            <p:nvPr/>
          </p:nvSpPr>
          <p:spPr>
            <a:xfrm>
              <a:off x="1363680" y="3969720"/>
              <a:ext cx="673164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9" name="Google Shape;1802;p90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0" name="Google Shape;1803;p90"/>
          <p:cNvGrpSpPr/>
          <p:nvPr/>
        </p:nvGrpSpPr>
        <p:grpSpPr>
          <a:xfrm>
            <a:off x="755280" y="2794320"/>
            <a:ext cx="689400" cy="689400"/>
            <a:chOff x="755280" y="2794320"/>
            <a:chExt cx="689400" cy="689400"/>
          </a:xfrm>
        </p:grpSpPr>
        <p:sp>
          <p:nvSpPr>
            <p:cNvPr id="1191" name="Google Shape;1804;p90"/>
            <p:cNvSpPr/>
            <p:nvPr/>
          </p:nvSpPr>
          <p:spPr>
            <a:xfrm>
              <a:off x="755280" y="3141000"/>
              <a:ext cx="342720" cy="3427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Google Shape;1805;p90"/>
            <p:cNvSpPr/>
            <p:nvPr/>
          </p:nvSpPr>
          <p:spPr>
            <a:xfrm>
              <a:off x="1101960" y="2794320"/>
              <a:ext cx="342720" cy="3427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3" name="Google Shape;1806;p90"/>
          <p:cNvGrpSpPr/>
          <p:nvPr/>
        </p:nvGrpSpPr>
        <p:grpSpPr>
          <a:xfrm>
            <a:off x="4262040" y="5098320"/>
            <a:ext cx="689400" cy="689400"/>
            <a:chOff x="4262040" y="5098320"/>
            <a:chExt cx="689400" cy="689400"/>
          </a:xfrm>
        </p:grpSpPr>
        <p:sp>
          <p:nvSpPr>
            <p:cNvPr id="1194" name="Google Shape;1807;p90"/>
            <p:cNvSpPr/>
            <p:nvPr/>
          </p:nvSpPr>
          <p:spPr>
            <a:xfrm>
              <a:off x="4262040" y="5445000"/>
              <a:ext cx="342720" cy="3427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Google Shape;1808;p90"/>
            <p:cNvSpPr/>
            <p:nvPr/>
          </p:nvSpPr>
          <p:spPr>
            <a:xfrm>
              <a:off x="4608720" y="5098320"/>
              <a:ext cx="342720" cy="3427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6" name="Google Shape;1809;p90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7" name="Google Shape;1810;p90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8" name="Google Shape;1811;p90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Google Shape;1812;p90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Google Shape;1813;p90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Google Shape;1814;p90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Google Shape;1815;p90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Google Shape;1816;p90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Google Shape;1817;p90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Google Shape;1818;p90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6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4680" cy="1101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07" name="Google Shape;1820;p90"/>
          <p:cNvGrpSpPr/>
          <p:nvPr/>
        </p:nvGrpSpPr>
        <p:grpSpPr>
          <a:xfrm>
            <a:off x="10124640" y="1269360"/>
            <a:ext cx="1466280" cy="765000"/>
            <a:chOff x="10124640" y="1269360"/>
            <a:chExt cx="1466280" cy="765000"/>
          </a:xfrm>
        </p:grpSpPr>
        <p:grpSp>
          <p:nvGrpSpPr>
            <p:cNvPr id="1208" name="Google Shape;1821;p90"/>
            <p:cNvGrpSpPr/>
            <p:nvPr/>
          </p:nvGrpSpPr>
          <p:grpSpPr>
            <a:xfrm>
              <a:off x="10124640" y="1269360"/>
              <a:ext cx="1220760" cy="295920"/>
              <a:chOff x="10124640" y="1269360"/>
              <a:chExt cx="1220760" cy="295920"/>
            </a:xfrm>
          </p:grpSpPr>
          <p:sp>
            <p:nvSpPr>
              <p:cNvPr id="1209" name="Google Shape;1822;p90"/>
              <p:cNvSpPr/>
              <p:nvPr/>
            </p:nvSpPr>
            <p:spPr>
              <a:xfrm>
                <a:off x="10124640" y="1269360"/>
                <a:ext cx="145800" cy="294480"/>
              </a:xfrm>
              <a:custGeom>
                <a:avLst/>
                <a:gdLst>
                  <a:gd name="textAreaLeft" fmla="*/ 0 w 145800"/>
                  <a:gd name="textAreaRight" fmla="*/ 149760 w 145800"/>
                  <a:gd name="textAreaTop" fmla="*/ 0 h 294480"/>
                  <a:gd name="textAreaBottom" fmla="*/ 298440 h 2944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Google Shape;1823;p90"/>
              <p:cNvSpPr/>
              <p:nvPr/>
            </p:nvSpPr>
            <p:spPr>
              <a:xfrm>
                <a:off x="10305360" y="1324800"/>
                <a:ext cx="226080" cy="240120"/>
              </a:xfrm>
              <a:custGeom>
                <a:avLst/>
                <a:gdLst>
                  <a:gd name="textAreaLeft" fmla="*/ 0 w 226080"/>
                  <a:gd name="textAreaRight" fmla="*/ 230040 w 22608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Google Shape;1824;p90"/>
              <p:cNvSpPr/>
              <p:nvPr/>
            </p:nvSpPr>
            <p:spPr>
              <a:xfrm>
                <a:off x="10573560" y="1325160"/>
                <a:ext cx="213840" cy="240120"/>
              </a:xfrm>
              <a:custGeom>
                <a:avLst/>
                <a:gdLst>
                  <a:gd name="textAreaLeft" fmla="*/ 0 w 213840"/>
                  <a:gd name="textAreaRight" fmla="*/ 217800 w 213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Google Shape;1825;p90"/>
              <p:cNvSpPr/>
              <p:nvPr/>
            </p:nvSpPr>
            <p:spPr>
              <a:xfrm>
                <a:off x="10834560" y="1325160"/>
                <a:ext cx="210960" cy="234720"/>
              </a:xfrm>
              <a:custGeom>
                <a:avLst/>
                <a:gdLst>
                  <a:gd name="textAreaLeft" fmla="*/ 0 w 210960"/>
                  <a:gd name="textAreaRight" fmla="*/ 214920 w 210960"/>
                  <a:gd name="textAreaTop" fmla="*/ 0 h 234720"/>
                  <a:gd name="textAreaBottom" fmla="*/ 238680 h 2347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Google Shape;1826;p90"/>
              <p:cNvSpPr/>
              <p:nvPr/>
            </p:nvSpPr>
            <p:spPr>
              <a:xfrm>
                <a:off x="11095560" y="132516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4" name="Google Shape;1827;p90"/>
            <p:cNvGrpSpPr/>
            <p:nvPr/>
          </p:nvGrpSpPr>
          <p:grpSpPr>
            <a:xfrm>
              <a:off x="10546560" y="1648080"/>
              <a:ext cx="1044360" cy="386280"/>
              <a:chOff x="10546560" y="1648080"/>
              <a:chExt cx="1044360" cy="386280"/>
            </a:xfrm>
          </p:grpSpPr>
          <p:sp>
            <p:nvSpPr>
              <p:cNvPr id="1215" name="Google Shape;1828;p90"/>
              <p:cNvSpPr/>
              <p:nvPr/>
            </p:nvSpPr>
            <p:spPr>
              <a:xfrm>
                <a:off x="10546560" y="1648080"/>
                <a:ext cx="62640" cy="31536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Google Shape;1829;p90"/>
              <p:cNvSpPr/>
              <p:nvPr/>
            </p:nvSpPr>
            <p:spPr>
              <a:xfrm>
                <a:off x="10664280" y="172872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Google Shape;1830;p90"/>
              <p:cNvSpPr/>
              <p:nvPr/>
            </p:nvSpPr>
            <p:spPr>
              <a:xfrm>
                <a:off x="10955160" y="1728720"/>
                <a:ext cx="242280" cy="305640"/>
              </a:xfrm>
              <a:custGeom>
                <a:avLst/>
                <a:gdLst>
                  <a:gd name="textAreaLeft" fmla="*/ 0 w 242280"/>
                  <a:gd name="textAreaRight" fmla="*/ 246240 w 242280"/>
                  <a:gd name="textAreaTop" fmla="*/ 0 h 305640"/>
                  <a:gd name="textAreaBottom" fmla="*/ 309600 h 3056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Google Shape;1831;p90"/>
              <p:cNvSpPr/>
              <p:nvPr/>
            </p:nvSpPr>
            <p:spPr>
              <a:xfrm>
                <a:off x="11262240" y="1648440"/>
                <a:ext cx="66240" cy="315360"/>
              </a:xfrm>
              <a:custGeom>
                <a:avLst/>
                <a:gdLst>
                  <a:gd name="textAreaLeft" fmla="*/ 0 w 66240"/>
                  <a:gd name="textAreaRight" fmla="*/ 70200 w 662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Google Shape;1832;p90"/>
              <p:cNvSpPr/>
              <p:nvPr/>
            </p:nvSpPr>
            <p:spPr>
              <a:xfrm>
                <a:off x="11379240" y="1730520"/>
                <a:ext cx="211680" cy="237600"/>
              </a:xfrm>
              <a:custGeom>
                <a:avLst/>
                <a:gdLst>
                  <a:gd name="textAreaLeft" fmla="*/ 0 w 211680"/>
                  <a:gd name="textAreaRight" fmla="*/ 215640 w 211680"/>
                  <a:gd name="textAreaTop" fmla="*/ 0 h 237600"/>
                  <a:gd name="textAreaBottom" fmla="*/ 241560 h 2376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20" name="Google Shape;1833;p90"/>
          <p:cNvGrpSpPr/>
          <p:nvPr/>
        </p:nvGrpSpPr>
        <p:grpSpPr>
          <a:xfrm>
            <a:off x="10113480" y="597240"/>
            <a:ext cx="1266840" cy="570600"/>
            <a:chOff x="10113480" y="597240"/>
            <a:chExt cx="1266840" cy="570600"/>
          </a:xfrm>
        </p:grpSpPr>
        <p:grpSp>
          <p:nvGrpSpPr>
            <p:cNvPr id="1221" name="Google Shape;1834;p90"/>
            <p:cNvGrpSpPr/>
            <p:nvPr/>
          </p:nvGrpSpPr>
          <p:grpSpPr>
            <a:xfrm>
              <a:off x="10207440" y="873000"/>
              <a:ext cx="1172880" cy="294840"/>
              <a:chOff x="10207440" y="873000"/>
              <a:chExt cx="1172880" cy="294840"/>
            </a:xfrm>
          </p:grpSpPr>
          <p:sp>
            <p:nvSpPr>
              <p:cNvPr id="1222" name="Google Shape;1835;p90"/>
              <p:cNvSpPr/>
              <p:nvPr/>
            </p:nvSpPr>
            <p:spPr>
              <a:xfrm>
                <a:off x="10207440" y="878040"/>
                <a:ext cx="77760" cy="100080"/>
              </a:xfrm>
              <a:custGeom>
                <a:avLst/>
                <a:gdLst>
                  <a:gd name="textAreaLeft" fmla="*/ 0 w 77760"/>
                  <a:gd name="textAreaRight" fmla="*/ 81720 w 77760"/>
                  <a:gd name="textAreaTop" fmla="*/ 0 h 100080"/>
                  <a:gd name="textAreaBottom" fmla="*/ 104040 h 1000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Google Shape;1836;p90"/>
              <p:cNvSpPr/>
              <p:nvPr/>
            </p:nvSpPr>
            <p:spPr>
              <a:xfrm>
                <a:off x="1028556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Google Shape;1837;p90"/>
              <p:cNvSpPr/>
              <p:nvPr/>
            </p:nvSpPr>
            <p:spPr>
              <a:xfrm>
                <a:off x="10381680" y="87372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Google Shape;1838;p90"/>
              <p:cNvSpPr/>
              <p:nvPr/>
            </p:nvSpPr>
            <p:spPr>
              <a:xfrm>
                <a:off x="1047924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6" name="Google Shape;1839;p90"/>
              <p:cNvSpPr/>
              <p:nvPr/>
            </p:nvSpPr>
            <p:spPr>
              <a:xfrm>
                <a:off x="1056456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Google Shape;1840;p90"/>
              <p:cNvSpPr/>
              <p:nvPr/>
            </p:nvSpPr>
            <p:spPr>
              <a:xfrm>
                <a:off x="1068372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Google Shape;1841;p90"/>
              <p:cNvSpPr/>
              <p:nvPr/>
            </p:nvSpPr>
            <p:spPr>
              <a:xfrm>
                <a:off x="1076940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Google Shape;1842;p90"/>
              <p:cNvSpPr/>
              <p:nvPr/>
            </p:nvSpPr>
            <p:spPr>
              <a:xfrm>
                <a:off x="10888200" y="873000"/>
                <a:ext cx="42480" cy="105120"/>
              </a:xfrm>
              <a:custGeom>
                <a:avLst/>
                <a:gdLst>
                  <a:gd name="textAreaLeft" fmla="*/ 0 w 42480"/>
                  <a:gd name="textAreaRight" fmla="*/ 46440 w 42480"/>
                  <a:gd name="textAreaTop" fmla="*/ 0 h 105120"/>
                  <a:gd name="textAreaBottom" fmla="*/ 109080 h 1051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Google Shape;1843;p90"/>
              <p:cNvSpPr/>
              <p:nvPr/>
            </p:nvSpPr>
            <p:spPr>
              <a:xfrm>
                <a:off x="1094292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Google Shape;1844;p90"/>
              <p:cNvSpPr/>
              <p:nvPr/>
            </p:nvSpPr>
            <p:spPr>
              <a:xfrm>
                <a:off x="11043720" y="90396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2" name="Google Shape;1845;p90"/>
              <p:cNvSpPr/>
              <p:nvPr/>
            </p:nvSpPr>
            <p:spPr>
              <a:xfrm>
                <a:off x="11103840" y="903600"/>
                <a:ext cx="112320" cy="74520"/>
              </a:xfrm>
              <a:custGeom>
                <a:avLst/>
                <a:gdLst>
                  <a:gd name="textAreaLeft" fmla="*/ 0 w 112320"/>
                  <a:gd name="textAreaRight" fmla="*/ 116280 w 11232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Google Shape;1846;p90"/>
              <p:cNvSpPr/>
              <p:nvPr/>
            </p:nvSpPr>
            <p:spPr>
              <a:xfrm>
                <a:off x="1123956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Google Shape;1847;p90"/>
              <p:cNvSpPr/>
              <p:nvPr/>
            </p:nvSpPr>
            <p:spPr>
              <a:xfrm>
                <a:off x="1132488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Google Shape;1848;p90"/>
              <p:cNvSpPr/>
              <p:nvPr/>
            </p:nvSpPr>
            <p:spPr>
              <a:xfrm>
                <a:off x="1020816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Google Shape;1849;p90"/>
              <p:cNvSpPr/>
              <p:nvPr/>
            </p:nvSpPr>
            <p:spPr>
              <a:xfrm>
                <a:off x="103068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Google Shape;1850;p90"/>
              <p:cNvSpPr/>
              <p:nvPr/>
            </p:nvSpPr>
            <p:spPr>
              <a:xfrm>
                <a:off x="10438200" y="107028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Google Shape;1851;p90"/>
              <p:cNvSpPr/>
              <p:nvPr/>
            </p:nvSpPr>
            <p:spPr>
              <a:xfrm>
                <a:off x="10530360" y="1069560"/>
                <a:ext cx="73800" cy="9828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98280"/>
                  <a:gd name="textAreaBottom" fmla="*/ 102240 h 982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Google Shape;1852;p90"/>
              <p:cNvSpPr/>
              <p:nvPr/>
            </p:nvSpPr>
            <p:spPr>
              <a:xfrm>
                <a:off x="1062900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Google Shape;1853;p90"/>
              <p:cNvSpPr/>
              <p:nvPr/>
            </p:nvSpPr>
            <p:spPr>
              <a:xfrm>
                <a:off x="106812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Google Shape;1854;p90"/>
              <p:cNvSpPr/>
              <p:nvPr/>
            </p:nvSpPr>
            <p:spPr>
              <a:xfrm>
                <a:off x="10774080" y="1069560"/>
                <a:ext cx="63360" cy="7452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Google Shape;1855;p90"/>
              <p:cNvSpPr/>
              <p:nvPr/>
            </p:nvSpPr>
            <p:spPr>
              <a:xfrm>
                <a:off x="1086084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3" name="Google Shape;1856;p90"/>
              <p:cNvSpPr/>
              <p:nvPr/>
            </p:nvSpPr>
            <p:spPr>
              <a:xfrm>
                <a:off x="1095948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4" name="Google Shape;1857;p90"/>
              <p:cNvSpPr/>
              <p:nvPr/>
            </p:nvSpPr>
            <p:spPr>
              <a:xfrm>
                <a:off x="1105236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5" name="Google Shape;1858;p90"/>
            <p:cNvGrpSpPr/>
            <p:nvPr/>
          </p:nvGrpSpPr>
          <p:grpSpPr>
            <a:xfrm>
              <a:off x="10113480" y="597240"/>
              <a:ext cx="605520" cy="148680"/>
              <a:chOff x="10113480" y="597240"/>
              <a:chExt cx="605520" cy="148680"/>
            </a:xfrm>
          </p:grpSpPr>
          <p:sp>
            <p:nvSpPr>
              <p:cNvPr id="1246" name="Google Shape;1859;p90"/>
              <p:cNvSpPr/>
              <p:nvPr/>
            </p:nvSpPr>
            <p:spPr>
              <a:xfrm>
                <a:off x="10627560" y="60336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Google Shape;1860;p90"/>
              <p:cNvSpPr/>
              <p:nvPr/>
            </p:nvSpPr>
            <p:spPr>
              <a:xfrm>
                <a:off x="10113480" y="59724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Google Shape;1861;p90"/>
              <p:cNvSpPr/>
              <p:nvPr/>
            </p:nvSpPr>
            <p:spPr>
              <a:xfrm>
                <a:off x="10246320" y="618480"/>
                <a:ext cx="130320" cy="122760"/>
              </a:xfrm>
              <a:custGeom>
                <a:avLst/>
                <a:gdLst>
                  <a:gd name="textAreaLeft" fmla="*/ 0 w 130320"/>
                  <a:gd name="textAreaRight" fmla="*/ 134280 w 13032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Google Shape;1862;p90"/>
              <p:cNvSpPr/>
              <p:nvPr/>
            </p:nvSpPr>
            <p:spPr>
              <a:xfrm>
                <a:off x="10378800" y="619920"/>
                <a:ext cx="121680" cy="119160"/>
              </a:xfrm>
              <a:custGeom>
                <a:avLst/>
                <a:gdLst>
                  <a:gd name="textAreaLeft" fmla="*/ 0 w 121680"/>
                  <a:gd name="textAreaRight" fmla="*/ 125640 w 12168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Google Shape;1863;p90"/>
              <p:cNvSpPr/>
              <p:nvPr/>
            </p:nvSpPr>
            <p:spPr>
              <a:xfrm>
                <a:off x="10503000" y="619200"/>
                <a:ext cx="122760" cy="121320"/>
              </a:xfrm>
              <a:custGeom>
                <a:avLst/>
                <a:gdLst>
                  <a:gd name="textAreaLeft" fmla="*/ 0 w 122760"/>
                  <a:gd name="textAreaRight" fmla="*/ 126720 w 12276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251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0560" cy="559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988;p93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Google Shape;1989;p93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4" name="Google Shape;1990;p93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5" name="Google Shape;1991;p93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Google Shape;1992;p93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Google Shape;1993;p93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Google Shape;1994;p93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Google Shape;1995;p93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Google Shape;1996;p93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Google Shape;1997;p93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Google Shape;1998;p93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63" name="Google Shape;1999;p93"/>
          <p:cNvGrpSpPr/>
          <p:nvPr/>
        </p:nvGrpSpPr>
        <p:grpSpPr>
          <a:xfrm>
            <a:off x="-2185920" y="0"/>
            <a:ext cx="928440" cy="6854040"/>
            <a:chOff x="-2185920" y="0"/>
            <a:chExt cx="928440" cy="6854040"/>
          </a:xfrm>
        </p:grpSpPr>
        <p:sp>
          <p:nvSpPr>
            <p:cNvPr id="1264" name="Google Shape;2000;p93"/>
            <p:cNvSpPr/>
            <p:nvPr/>
          </p:nvSpPr>
          <p:spPr>
            <a:xfrm>
              <a:off x="-2185920" y="0"/>
              <a:ext cx="313560" cy="68540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5" name="Google Shape;2001;p93"/>
            <p:cNvSpPr/>
            <p:nvPr/>
          </p:nvSpPr>
          <p:spPr>
            <a:xfrm>
              <a:off x="-2185920" y="0"/>
              <a:ext cx="313560" cy="24850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Google Shape;2002;p93"/>
            <p:cNvSpPr/>
            <p:nvPr/>
          </p:nvSpPr>
          <p:spPr>
            <a:xfrm>
              <a:off x="-1881720" y="0"/>
              <a:ext cx="313560" cy="68540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Google Shape;2003;p93"/>
            <p:cNvSpPr/>
            <p:nvPr/>
          </p:nvSpPr>
          <p:spPr>
            <a:xfrm>
              <a:off x="-1881720" y="4368960"/>
              <a:ext cx="313560" cy="248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Google Shape;2004;p93"/>
            <p:cNvSpPr/>
            <p:nvPr/>
          </p:nvSpPr>
          <p:spPr>
            <a:xfrm>
              <a:off x="-1571040" y="0"/>
              <a:ext cx="313560" cy="68540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9" name="Google Shape;2005;p93"/>
            <p:cNvSpPr/>
            <p:nvPr/>
          </p:nvSpPr>
          <p:spPr>
            <a:xfrm>
              <a:off x="-1571040" y="0"/>
              <a:ext cx="313560" cy="24850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0" name="Google Shape;2006;p93"/>
          <p:cNvGrpSpPr/>
          <p:nvPr/>
        </p:nvGrpSpPr>
        <p:grpSpPr>
          <a:xfrm>
            <a:off x="1734120" y="843120"/>
            <a:ext cx="1366200" cy="1092240"/>
            <a:chOff x="1734120" y="843120"/>
            <a:chExt cx="1366200" cy="1092240"/>
          </a:xfrm>
        </p:grpSpPr>
        <p:sp>
          <p:nvSpPr>
            <p:cNvPr id="1271" name="Google Shape;2007;p93"/>
            <p:cNvSpPr/>
            <p:nvPr/>
          </p:nvSpPr>
          <p:spPr>
            <a:xfrm>
              <a:off x="2282400" y="8431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Google Shape;2008;p93"/>
            <p:cNvSpPr/>
            <p:nvPr/>
          </p:nvSpPr>
          <p:spPr>
            <a:xfrm>
              <a:off x="200808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Google Shape;2009;p93"/>
            <p:cNvSpPr/>
            <p:nvPr/>
          </p:nvSpPr>
          <p:spPr>
            <a:xfrm>
              <a:off x="17341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Google Shape;2010;p93"/>
            <p:cNvSpPr/>
            <p:nvPr/>
          </p:nvSpPr>
          <p:spPr>
            <a:xfrm>
              <a:off x="17341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Google Shape;2011;p93"/>
            <p:cNvSpPr/>
            <p:nvPr/>
          </p:nvSpPr>
          <p:spPr>
            <a:xfrm>
              <a:off x="200808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Google Shape;2012;p93"/>
            <p:cNvSpPr/>
            <p:nvPr/>
          </p:nvSpPr>
          <p:spPr>
            <a:xfrm>
              <a:off x="228240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Google Shape;2013;p93"/>
            <p:cNvSpPr/>
            <p:nvPr/>
          </p:nvSpPr>
          <p:spPr>
            <a:xfrm>
              <a:off x="255636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Google Shape;2014;p93"/>
            <p:cNvSpPr/>
            <p:nvPr/>
          </p:nvSpPr>
          <p:spPr>
            <a:xfrm>
              <a:off x="28303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Google Shape;2015;p93"/>
            <p:cNvSpPr/>
            <p:nvPr/>
          </p:nvSpPr>
          <p:spPr>
            <a:xfrm>
              <a:off x="28303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Google Shape;2016;p93"/>
            <p:cNvSpPr/>
            <p:nvPr/>
          </p:nvSpPr>
          <p:spPr>
            <a:xfrm>
              <a:off x="255636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81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2840" cy="613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82" name="Google Shape;2018;p93"/>
          <p:cNvGrpSpPr/>
          <p:nvPr/>
        </p:nvGrpSpPr>
        <p:grpSpPr>
          <a:xfrm>
            <a:off x="1684080" y="792720"/>
            <a:ext cx="1366200" cy="1092240"/>
            <a:chOff x="1684080" y="792720"/>
            <a:chExt cx="1366200" cy="1092240"/>
          </a:xfrm>
        </p:grpSpPr>
        <p:sp>
          <p:nvSpPr>
            <p:cNvPr id="1283" name="Google Shape;2019;p93"/>
            <p:cNvSpPr/>
            <p:nvPr/>
          </p:nvSpPr>
          <p:spPr>
            <a:xfrm>
              <a:off x="2232000" y="7927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Google Shape;2020;p93"/>
            <p:cNvSpPr/>
            <p:nvPr/>
          </p:nvSpPr>
          <p:spPr>
            <a:xfrm>
              <a:off x="195804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Google Shape;2021;p93"/>
            <p:cNvSpPr/>
            <p:nvPr/>
          </p:nvSpPr>
          <p:spPr>
            <a:xfrm>
              <a:off x="16840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6" name="Google Shape;2022;p93"/>
            <p:cNvSpPr/>
            <p:nvPr/>
          </p:nvSpPr>
          <p:spPr>
            <a:xfrm>
              <a:off x="16840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7" name="Google Shape;2023;p93"/>
            <p:cNvSpPr/>
            <p:nvPr/>
          </p:nvSpPr>
          <p:spPr>
            <a:xfrm>
              <a:off x="195804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8" name="Google Shape;2024;p93"/>
            <p:cNvSpPr/>
            <p:nvPr/>
          </p:nvSpPr>
          <p:spPr>
            <a:xfrm>
              <a:off x="223200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9" name="Google Shape;2025;p93"/>
            <p:cNvSpPr/>
            <p:nvPr/>
          </p:nvSpPr>
          <p:spPr>
            <a:xfrm>
              <a:off x="250632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Google Shape;2026;p93"/>
            <p:cNvSpPr/>
            <p:nvPr/>
          </p:nvSpPr>
          <p:spPr>
            <a:xfrm>
              <a:off x="27802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Google Shape;2027;p93"/>
            <p:cNvSpPr/>
            <p:nvPr/>
          </p:nvSpPr>
          <p:spPr>
            <a:xfrm>
              <a:off x="27802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Google Shape;2028;p93"/>
            <p:cNvSpPr/>
            <p:nvPr/>
          </p:nvSpPr>
          <p:spPr>
            <a:xfrm>
              <a:off x="250632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3" name="Google Shape;2029;p93"/>
          <p:cNvSpPr/>
          <p:nvPr/>
        </p:nvSpPr>
        <p:spPr>
          <a:xfrm>
            <a:off x="690480" y="275760"/>
            <a:ext cx="3774960" cy="15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2030;p93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5" name="Google Shape;2031;p93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1296" name="Google Shape;2032;p93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7" name="Google Shape;2033;p93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8" name="Google Shape;2034;p93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Google Shape;2035;p93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Google Shape;2036;p93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Google Shape;2037;p93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2" name="Google Shape;2038;p93"/>
          <p:cNvGrpSpPr/>
          <p:nvPr/>
        </p:nvGrpSpPr>
        <p:grpSpPr>
          <a:xfrm>
            <a:off x="401040" y="198360"/>
            <a:ext cx="689400" cy="689400"/>
            <a:chOff x="401040" y="198360"/>
            <a:chExt cx="689400" cy="689400"/>
          </a:xfrm>
        </p:grpSpPr>
        <p:sp>
          <p:nvSpPr>
            <p:cNvPr id="1303" name="Google Shape;2039;p93"/>
            <p:cNvSpPr/>
            <p:nvPr/>
          </p:nvSpPr>
          <p:spPr>
            <a:xfrm>
              <a:off x="401040" y="545040"/>
              <a:ext cx="342720" cy="34272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4" name="Google Shape;2040;p93"/>
            <p:cNvSpPr/>
            <p:nvPr/>
          </p:nvSpPr>
          <p:spPr>
            <a:xfrm>
              <a:off x="747720" y="198360"/>
              <a:ext cx="342720" cy="34272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5" name="Google Shape;2041;p93"/>
          <p:cNvGrpSpPr/>
          <p:nvPr/>
        </p:nvGrpSpPr>
        <p:grpSpPr>
          <a:xfrm>
            <a:off x="9798120" y="5367240"/>
            <a:ext cx="1394280" cy="727560"/>
            <a:chOff x="9798120" y="5367240"/>
            <a:chExt cx="1394280" cy="727560"/>
          </a:xfrm>
        </p:grpSpPr>
        <p:grpSp>
          <p:nvGrpSpPr>
            <p:cNvPr id="1306" name="Google Shape;2042;p93"/>
            <p:cNvGrpSpPr/>
            <p:nvPr/>
          </p:nvGrpSpPr>
          <p:grpSpPr>
            <a:xfrm>
              <a:off x="9798120" y="5367240"/>
              <a:ext cx="1160640" cy="281160"/>
              <a:chOff x="9798120" y="5367240"/>
              <a:chExt cx="1160640" cy="281160"/>
            </a:xfrm>
          </p:grpSpPr>
          <p:sp>
            <p:nvSpPr>
              <p:cNvPr id="1307" name="Google Shape;2043;p93"/>
              <p:cNvSpPr/>
              <p:nvPr/>
            </p:nvSpPr>
            <p:spPr>
              <a:xfrm>
                <a:off x="9798120" y="5367240"/>
                <a:ext cx="138240" cy="279720"/>
              </a:xfrm>
              <a:custGeom>
                <a:avLst/>
                <a:gdLst>
                  <a:gd name="textAreaLeft" fmla="*/ 0 w 138240"/>
                  <a:gd name="textAreaRight" fmla="*/ 142200 w 138240"/>
                  <a:gd name="textAreaTop" fmla="*/ 0 h 279720"/>
                  <a:gd name="textAreaBottom" fmla="*/ 283680 h 2797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Google Shape;2044;p93"/>
              <p:cNvSpPr/>
              <p:nvPr/>
            </p:nvSpPr>
            <p:spPr>
              <a:xfrm>
                <a:off x="9969840" y="5420160"/>
                <a:ext cx="214920" cy="228240"/>
              </a:xfrm>
              <a:custGeom>
                <a:avLst/>
                <a:gdLst>
                  <a:gd name="textAreaLeft" fmla="*/ 0 w 214920"/>
                  <a:gd name="textAreaRight" fmla="*/ 218880 w 21492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9" name="Google Shape;2045;p93"/>
              <p:cNvSpPr/>
              <p:nvPr/>
            </p:nvSpPr>
            <p:spPr>
              <a:xfrm>
                <a:off x="10224720" y="5420160"/>
                <a:ext cx="203040" cy="228240"/>
              </a:xfrm>
              <a:custGeom>
                <a:avLst/>
                <a:gdLst>
                  <a:gd name="textAreaLeft" fmla="*/ 0 w 203040"/>
                  <a:gd name="textAreaRight" fmla="*/ 207000 w 2030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0" name="Google Shape;2046;p93"/>
              <p:cNvSpPr/>
              <p:nvPr/>
            </p:nvSpPr>
            <p:spPr>
              <a:xfrm>
                <a:off x="10473120" y="5420160"/>
                <a:ext cx="200160" cy="223200"/>
              </a:xfrm>
              <a:custGeom>
                <a:avLst/>
                <a:gdLst>
                  <a:gd name="textAreaLeft" fmla="*/ 0 w 200160"/>
                  <a:gd name="textAreaRight" fmla="*/ 204120 w 200160"/>
                  <a:gd name="textAreaTop" fmla="*/ 0 h 223200"/>
                  <a:gd name="textAreaBottom" fmla="*/ 227160 h 2232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1" name="Google Shape;2047;p93"/>
              <p:cNvSpPr/>
              <p:nvPr/>
            </p:nvSpPr>
            <p:spPr>
              <a:xfrm>
                <a:off x="10721520" y="542016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12" name="Google Shape;2048;p93"/>
            <p:cNvGrpSpPr/>
            <p:nvPr/>
          </p:nvGrpSpPr>
          <p:grpSpPr>
            <a:xfrm>
              <a:off x="10199160" y="5727600"/>
              <a:ext cx="993240" cy="367200"/>
              <a:chOff x="10199160" y="5727600"/>
              <a:chExt cx="993240" cy="367200"/>
            </a:xfrm>
          </p:grpSpPr>
          <p:sp>
            <p:nvSpPr>
              <p:cNvPr id="1313" name="Google Shape;2049;p93"/>
              <p:cNvSpPr/>
              <p:nvPr/>
            </p:nvSpPr>
            <p:spPr>
              <a:xfrm>
                <a:off x="10199160" y="5727600"/>
                <a:ext cx="59400" cy="299520"/>
              </a:xfrm>
              <a:custGeom>
                <a:avLst/>
                <a:gdLst>
                  <a:gd name="textAreaLeft" fmla="*/ 0 w 59400"/>
                  <a:gd name="textAreaRight" fmla="*/ 63360 w 5940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4" name="Google Shape;2050;p93"/>
              <p:cNvSpPr/>
              <p:nvPr/>
            </p:nvSpPr>
            <p:spPr>
              <a:xfrm>
                <a:off x="10311120" y="580428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5" name="Google Shape;2051;p93"/>
              <p:cNvSpPr/>
              <p:nvPr/>
            </p:nvSpPr>
            <p:spPr>
              <a:xfrm>
                <a:off x="10588320" y="5804280"/>
                <a:ext cx="230040" cy="290520"/>
              </a:xfrm>
              <a:custGeom>
                <a:avLst/>
                <a:gdLst>
                  <a:gd name="textAreaLeft" fmla="*/ 0 w 230040"/>
                  <a:gd name="textAreaRight" fmla="*/ 234000 w 230040"/>
                  <a:gd name="textAreaTop" fmla="*/ 0 h 290520"/>
                  <a:gd name="textAreaBottom" fmla="*/ 294480 h 2905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6" name="Google Shape;2052;p93"/>
              <p:cNvSpPr/>
              <p:nvPr/>
            </p:nvSpPr>
            <p:spPr>
              <a:xfrm>
                <a:off x="10880280" y="5727600"/>
                <a:ext cx="62640" cy="29952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7" name="Google Shape;2053;p93"/>
              <p:cNvSpPr/>
              <p:nvPr/>
            </p:nvSpPr>
            <p:spPr>
              <a:xfrm>
                <a:off x="10991160" y="5806080"/>
                <a:ext cx="201240" cy="225720"/>
              </a:xfrm>
              <a:custGeom>
                <a:avLst/>
                <a:gdLst>
                  <a:gd name="textAreaLeft" fmla="*/ 0 w 201240"/>
                  <a:gd name="textAreaRight" fmla="*/ 205200 w 201240"/>
                  <a:gd name="textAreaTop" fmla="*/ 0 h 225720"/>
                  <a:gd name="textAreaBottom" fmla="*/ 229680 h 2257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18" name="Google Shape;2054;p93"/>
          <p:cNvGrpSpPr/>
          <p:nvPr/>
        </p:nvGrpSpPr>
        <p:grpSpPr>
          <a:xfrm>
            <a:off x="9880920" y="5104080"/>
            <a:ext cx="575640" cy="141120"/>
            <a:chOff x="9880920" y="5104080"/>
            <a:chExt cx="575640" cy="141120"/>
          </a:xfrm>
        </p:grpSpPr>
        <p:sp>
          <p:nvSpPr>
            <p:cNvPr id="1319" name="Google Shape;2055;p93"/>
            <p:cNvSpPr/>
            <p:nvPr/>
          </p:nvSpPr>
          <p:spPr>
            <a:xfrm>
              <a:off x="10369800" y="5109840"/>
              <a:ext cx="86760" cy="134640"/>
            </a:xfrm>
            <a:custGeom>
              <a:avLst/>
              <a:gdLst>
                <a:gd name="textAreaLeft" fmla="*/ 0 w 86760"/>
                <a:gd name="textAreaRight" fmla="*/ 90720 w 86760"/>
                <a:gd name="textAreaTop" fmla="*/ 0 h 134640"/>
                <a:gd name="textAreaBottom" fmla="*/ 138600 h 1346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0" name="Google Shape;2056;p93"/>
            <p:cNvSpPr/>
            <p:nvPr/>
          </p:nvSpPr>
          <p:spPr>
            <a:xfrm>
              <a:off x="9880920" y="5104080"/>
              <a:ext cx="127080" cy="141120"/>
            </a:xfrm>
            <a:custGeom>
              <a:avLst/>
              <a:gdLst>
                <a:gd name="textAreaLeft" fmla="*/ 0 w 127080"/>
                <a:gd name="textAreaRight" fmla="*/ 131040 w 127080"/>
                <a:gd name="textAreaTop" fmla="*/ 0 h 141120"/>
                <a:gd name="textAreaBottom" fmla="*/ 145080 h 1411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1" name="Google Shape;2057;p93"/>
            <p:cNvSpPr/>
            <p:nvPr/>
          </p:nvSpPr>
          <p:spPr>
            <a:xfrm>
              <a:off x="10007280" y="5124240"/>
              <a:ext cx="123480" cy="116640"/>
            </a:xfrm>
            <a:custGeom>
              <a:avLst/>
              <a:gdLst>
                <a:gd name="textAreaLeft" fmla="*/ 0 w 123480"/>
                <a:gd name="textAreaRight" fmla="*/ 127440 w 123480"/>
                <a:gd name="textAreaTop" fmla="*/ 0 h 116640"/>
                <a:gd name="textAreaBottom" fmla="*/ 120600 h 1166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2" name="Google Shape;2058;p93"/>
            <p:cNvSpPr/>
            <p:nvPr/>
          </p:nvSpPr>
          <p:spPr>
            <a:xfrm>
              <a:off x="10133280" y="5125680"/>
              <a:ext cx="115200" cy="11304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13040"/>
                <a:gd name="textAreaBottom" fmla="*/ 117000 h 1130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3" name="Google Shape;2059;p93"/>
            <p:cNvSpPr/>
            <p:nvPr/>
          </p:nvSpPr>
          <p:spPr>
            <a:xfrm>
              <a:off x="10251720" y="5124960"/>
              <a:ext cx="116280" cy="115200"/>
            </a:xfrm>
            <a:custGeom>
              <a:avLst/>
              <a:gdLst>
                <a:gd name="textAreaLeft" fmla="*/ 0 w 116280"/>
                <a:gd name="textAreaRight" fmla="*/ 120240 w 116280"/>
                <a:gd name="textAreaTop" fmla="*/ 0 h 115200"/>
                <a:gd name="textAreaBottom" fmla="*/ 119160 h 1152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512;p65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Google Shape;513;p65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Google Shape;514;p65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Google Shape;515;p65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Google Shape;516;p65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Google Shape;517;p65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Google Shape;518;p65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Google Shape;519;p65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Google Shape;520;p65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Google Shape;521;p65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34" name="Google Shape;522;p65"/>
          <p:cNvGrpSpPr/>
          <p:nvPr/>
        </p:nvGrpSpPr>
        <p:grpSpPr>
          <a:xfrm>
            <a:off x="7106040" y="1171080"/>
            <a:ext cx="2653920" cy="1623240"/>
            <a:chOff x="7106040" y="1171080"/>
            <a:chExt cx="2653920" cy="1623240"/>
          </a:xfrm>
        </p:grpSpPr>
        <p:grpSp>
          <p:nvGrpSpPr>
            <p:cNvPr id="1335" name="Google Shape;523;p65"/>
            <p:cNvGrpSpPr/>
            <p:nvPr/>
          </p:nvGrpSpPr>
          <p:grpSpPr>
            <a:xfrm>
              <a:off x="7106040" y="1171080"/>
              <a:ext cx="1297800" cy="1623240"/>
              <a:chOff x="7106040" y="1171080"/>
              <a:chExt cx="1297800" cy="1623240"/>
            </a:xfrm>
          </p:grpSpPr>
          <p:sp>
            <p:nvSpPr>
              <p:cNvPr id="1336" name="Google Shape;524;p65"/>
              <p:cNvSpPr/>
              <p:nvPr/>
            </p:nvSpPr>
            <p:spPr>
              <a:xfrm>
                <a:off x="8082360" y="182196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7" name="Google Shape;525;p65"/>
              <p:cNvSpPr/>
              <p:nvPr/>
            </p:nvSpPr>
            <p:spPr>
              <a:xfrm>
                <a:off x="7756920" y="149652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8" name="Google Shape;526;p65"/>
              <p:cNvSpPr/>
              <p:nvPr/>
            </p:nvSpPr>
            <p:spPr>
              <a:xfrm>
                <a:off x="7431480" y="117108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Google Shape;527;p65"/>
              <p:cNvSpPr/>
              <p:nvPr/>
            </p:nvSpPr>
            <p:spPr>
              <a:xfrm>
                <a:off x="7106040" y="117108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0" name="Google Shape;528;p65"/>
              <p:cNvSpPr/>
              <p:nvPr/>
            </p:nvSpPr>
            <p:spPr>
              <a:xfrm>
                <a:off x="7756920" y="214740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1" name="Google Shape;529;p65"/>
              <p:cNvSpPr/>
              <p:nvPr/>
            </p:nvSpPr>
            <p:spPr>
              <a:xfrm>
                <a:off x="7431480" y="247284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2" name="Google Shape;530;p65"/>
              <p:cNvSpPr/>
              <p:nvPr/>
            </p:nvSpPr>
            <p:spPr>
              <a:xfrm>
                <a:off x="7106040" y="247284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5440 w 321480"/>
                  <a:gd name="textAreaTop" fmla="*/ 0 h 321480"/>
                  <a:gd name="textAreaBottom" fmla="*/ 325440 h 3214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3" name="Google Shape;531;p65"/>
            <p:cNvSpPr/>
            <p:nvPr/>
          </p:nvSpPr>
          <p:spPr>
            <a:xfrm>
              <a:off x="9438480" y="18219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Google Shape;532;p65"/>
            <p:cNvSpPr/>
            <p:nvPr/>
          </p:nvSpPr>
          <p:spPr>
            <a:xfrm>
              <a:off x="9113040" y="14965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Google Shape;533;p65"/>
            <p:cNvSpPr/>
            <p:nvPr/>
          </p:nvSpPr>
          <p:spPr>
            <a:xfrm>
              <a:off x="8787600" y="11710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Google Shape;534;p65"/>
            <p:cNvSpPr/>
            <p:nvPr/>
          </p:nvSpPr>
          <p:spPr>
            <a:xfrm>
              <a:off x="8462160" y="11710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Google Shape;535;p65"/>
            <p:cNvSpPr/>
            <p:nvPr/>
          </p:nvSpPr>
          <p:spPr>
            <a:xfrm>
              <a:off x="9113040" y="21474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Google Shape;536;p65"/>
            <p:cNvSpPr/>
            <p:nvPr/>
          </p:nvSpPr>
          <p:spPr>
            <a:xfrm>
              <a:off x="8787600" y="24728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Google Shape;537;p65"/>
            <p:cNvSpPr/>
            <p:nvPr/>
          </p:nvSpPr>
          <p:spPr>
            <a:xfrm>
              <a:off x="8462160" y="24728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0" name="Google Shape;538;p65"/>
          <p:cNvGrpSpPr/>
          <p:nvPr/>
        </p:nvGrpSpPr>
        <p:grpSpPr>
          <a:xfrm>
            <a:off x="9655560" y="4093560"/>
            <a:ext cx="1623240" cy="1623240"/>
            <a:chOff x="9655560" y="4093560"/>
            <a:chExt cx="1623240" cy="1623240"/>
          </a:xfrm>
        </p:grpSpPr>
        <p:sp>
          <p:nvSpPr>
            <p:cNvPr id="1351" name="Google Shape;539;p65"/>
            <p:cNvSpPr/>
            <p:nvPr/>
          </p:nvSpPr>
          <p:spPr>
            <a:xfrm>
              <a:off x="10306440" y="4093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Google Shape;540;p65"/>
            <p:cNvSpPr/>
            <p:nvPr/>
          </p:nvSpPr>
          <p:spPr>
            <a:xfrm>
              <a:off x="9981000" y="4093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Google Shape;541;p65"/>
            <p:cNvSpPr/>
            <p:nvPr/>
          </p:nvSpPr>
          <p:spPr>
            <a:xfrm>
              <a:off x="9655560" y="4419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542;p65"/>
            <p:cNvSpPr/>
            <p:nvPr/>
          </p:nvSpPr>
          <p:spPr>
            <a:xfrm>
              <a:off x="9655560" y="47444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Google Shape;543;p65"/>
            <p:cNvSpPr/>
            <p:nvPr/>
          </p:nvSpPr>
          <p:spPr>
            <a:xfrm>
              <a:off x="9655560" y="50698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Google Shape;544;p65"/>
            <p:cNvSpPr/>
            <p:nvPr/>
          </p:nvSpPr>
          <p:spPr>
            <a:xfrm>
              <a:off x="9981000" y="53953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Google Shape;545;p65"/>
            <p:cNvSpPr/>
            <p:nvPr/>
          </p:nvSpPr>
          <p:spPr>
            <a:xfrm>
              <a:off x="10306440" y="53953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Google Shape;546;p65"/>
            <p:cNvSpPr/>
            <p:nvPr/>
          </p:nvSpPr>
          <p:spPr>
            <a:xfrm>
              <a:off x="10631880" y="53953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Google Shape;547;p65"/>
            <p:cNvSpPr/>
            <p:nvPr/>
          </p:nvSpPr>
          <p:spPr>
            <a:xfrm>
              <a:off x="10957320" y="50698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Google Shape;548;p65"/>
            <p:cNvSpPr/>
            <p:nvPr/>
          </p:nvSpPr>
          <p:spPr>
            <a:xfrm>
              <a:off x="10957320" y="47444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Google Shape;549;p65"/>
            <p:cNvSpPr/>
            <p:nvPr/>
          </p:nvSpPr>
          <p:spPr>
            <a:xfrm>
              <a:off x="10957320" y="4419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Google Shape;550;p65"/>
            <p:cNvSpPr/>
            <p:nvPr/>
          </p:nvSpPr>
          <p:spPr>
            <a:xfrm>
              <a:off x="10631880" y="4093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3" name="Google Shape;551;p65"/>
          <p:cNvGrpSpPr/>
          <p:nvPr/>
        </p:nvGrpSpPr>
        <p:grpSpPr>
          <a:xfrm>
            <a:off x="3376080" y="4487040"/>
            <a:ext cx="1623240" cy="1297440"/>
            <a:chOff x="3376080" y="4487040"/>
            <a:chExt cx="1623240" cy="1297440"/>
          </a:xfrm>
        </p:grpSpPr>
        <p:sp>
          <p:nvSpPr>
            <p:cNvPr id="1364" name="Google Shape;552;p65"/>
            <p:cNvSpPr/>
            <p:nvPr/>
          </p:nvSpPr>
          <p:spPr>
            <a:xfrm>
              <a:off x="4026960" y="44870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Google Shape;553;p65"/>
            <p:cNvSpPr/>
            <p:nvPr/>
          </p:nvSpPr>
          <p:spPr>
            <a:xfrm>
              <a:off x="3701520" y="48124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Google Shape;554;p65"/>
            <p:cNvSpPr/>
            <p:nvPr/>
          </p:nvSpPr>
          <p:spPr>
            <a:xfrm>
              <a:off x="3376080" y="5137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Google Shape;555;p65"/>
            <p:cNvSpPr/>
            <p:nvPr/>
          </p:nvSpPr>
          <p:spPr>
            <a:xfrm>
              <a:off x="3376080" y="5463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Google Shape;556;p65"/>
            <p:cNvSpPr/>
            <p:nvPr/>
          </p:nvSpPr>
          <p:spPr>
            <a:xfrm>
              <a:off x="3701520" y="5463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Google Shape;557;p65"/>
            <p:cNvSpPr/>
            <p:nvPr/>
          </p:nvSpPr>
          <p:spPr>
            <a:xfrm>
              <a:off x="4026960" y="5463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Google Shape;558;p65"/>
            <p:cNvSpPr/>
            <p:nvPr/>
          </p:nvSpPr>
          <p:spPr>
            <a:xfrm>
              <a:off x="4352400" y="5463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Google Shape;559;p65"/>
            <p:cNvSpPr/>
            <p:nvPr/>
          </p:nvSpPr>
          <p:spPr>
            <a:xfrm>
              <a:off x="4677840" y="54630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Google Shape;560;p65"/>
            <p:cNvSpPr/>
            <p:nvPr/>
          </p:nvSpPr>
          <p:spPr>
            <a:xfrm>
              <a:off x="4677840" y="5137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Google Shape;561;p65"/>
            <p:cNvSpPr/>
            <p:nvPr/>
          </p:nvSpPr>
          <p:spPr>
            <a:xfrm>
              <a:off x="4352400" y="48124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4" name="Google Shape;562;p65"/>
          <p:cNvGrpSpPr/>
          <p:nvPr/>
        </p:nvGrpSpPr>
        <p:grpSpPr>
          <a:xfrm>
            <a:off x="1366200" y="1070280"/>
            <a:ext cx="2273760" cy="2273760"/>
            <a:chOff x="1366200" y="1070280"/>
            <a:chExt cx="2273760" cy="2273760"/>
          </a:xfrm>
        </p:grpSpPr>
        <p:sp>
          <p:nvSpPr>
            <p:cNvPr id="1375" name="Google Shape;563;p65"/>
            <p:cNvSpPr/>
            <p:nvPr/>
          </p:nvSpPr>
          <p:spPr>
            <a:xfrm>
              <a:off x="136620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Google Shape;564;p65"/>
            <p:cNvSpPr/>
            <p:nvPr/>
          </p:nvSpPr>
          <p:spPr>
            <a:xfrm>
              <a:off x="169164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565;p65"/>
            <p:cNvSpPr/>
            <p:nvPr/>
          </p:nvSpPr>
          <p:spPr>
            <a:xfrm>
              <a:off x="201708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Google Shape;566;p65"/>
            <p:cNvSpPr/>
            <p:nvPr/>
          </p:nvSpPr>
          <p:spPr>
            <a:xfrm>
              <a:off x="234252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Google Shape;567;p65"/>
            <p:cNvSpPr/>
            <p:nvPr/>
          </p:nvSpPr>
          <p:spPr>
            <a:xfrm>
              <a:off x="266760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Google Shape;568;p65"/>
            <p:cNvSpPr/>
            <p:nvPr/>
          </p:nvSpPr>
          <p:spPr>
            <a:xfrm>
              <a:off x="299304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Google Shape;569;p65"/>
            <p:cNvSpPr/>
            <p:nvPr/>
          </p:nvSpPr>
          <p:spPr>
            <a:xfrm>
              <a:off x="3318480" y="302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Google Shape;570;p65"/>
            <p:cNvSpPr/>
            <p:nvPr/>
          </p:nvSpPr>
          <p:spPr>
            <a:xfrm>
              <a:off x="3318480" y="26971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Google Shape;571;p65"/>
            <p:cNvSpPr/>
            <p:nvPr/>
          </p:nvSpPr>
          <p:spPr>
            <a:xfrm>
              <a:off x="3318480" y="23716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Google Shape;572;p65"/>
            <p:cNvSpPr/>
            <p:nvPr/>
          </p:nvSpPr>
          <p:spPr>
            <a:xfrm>
              <a:off x="3318480" y="20462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Google Shape;573;p65"/>
            <p:cNvSpPr/>
            <p:nvPr/>
          </p:nvSpPr>
          <p:spPr>
            <a:xfrm>
              <a:off x="3318480" y="17208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Google Shape;574;p65"/>
            <p:cNvSpPr/>
            <p:nvPr/>
          </p:nvSpPr>
          <p:spPr>
            <a:xfrm>
              <a:off x="2993040" y="13953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Google Shape;575;p65"/>
            <p:cNvSpPr/>
            <p:nvPr/>
          </p:nvSpPr>
          <p:spPr>
            <a:xfrm>
              <a:off x="2667600" y="10702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Google Shape;576;p65"/>
            <p:cNvSpPr/>
            <p:nvPr/>
          </p:nvSpPr>
          <p:spPr>
            <a:xfrm>
              <a:off x="2342520" y="10702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Google Shape;577;p65"/>
            <p:cNvSpPr/>
            <p:nvPr/>
          </p:nvSpPr>
          <p:spPr>
            <a:xfrm>
              <a:off x="2017080" y="10702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Google Shape;578;p65"/>
            <p:cNvSpPr/>
            <p:nvPr/>
          </p:nvSpPr>
          <p:spPr>
            <a:xfrm>
              <a:off x="1691640" y="13953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Google Shape;579;p65"/>
            <p:cNvSpPr/>
            <p:nvPr/>
          </p:nvSpPr>
          <p:spPr>
            <a:xfrm>
              <a:off x="1366200" y="17208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Google Shape;580;p65"/>
            <p:cNvSpPr/>
            <p:nvPr/>
          </p:nvSpPr>
          <p:spPr>
            <a:xfrm>
              <a:off x="1366200" y="20462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Google Shape;581;p65"/>
            <p:cNvSpPr/>
            <p:nvPr/>
          </p:nvSpPr>
          <p:spPr>
            <a:xfrm>
              <a:off x="1366200" y="237168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Google Shape;582;p65"/>
            <p:cNvSpPr/>
            <p:nvPr/>
          </p:nvSpPr>
          <p:spPr>
            <a:xfrm>
              <a:off x="1366200" y="26971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95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2192;p95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2193;p95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2194;p95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Google Shape;2195;p95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Google Shape;2196;p95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2197;p95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Google Shape;2198;p95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Google Shape;2199;p95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Google Shape;2200;p95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2201;p95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8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200" cy="428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9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4840" cy="2004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461;p63"/>
          <p:cNvSpPr/>
          <p:nvPr/>
        </p:nvSpPr>
        <p:spPr>
          <a:xfrm rot="10800000">
            <a:off x="5400" y="3960"/>
            <a:ext cx="3536640" cy="6854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Google Shape;462;p63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2" name="Google Shape;463;p63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3" name="Google Shape;464;p63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465;p63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5" name="Google Shape;466;p63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467;p63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468;p63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469;p63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470;p63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471;p63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1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4840" cy="200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2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59360" cy="135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3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6120" cy="126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840" cy="9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7" name="Google Shape;99;p51"/>
          <p:cNvSpPr/>
          <p:nvPr/>
        </p:nvSpPr>
        <p:spPr>
          <a:xfrm>
            <a:off x="-65160" y="0"/>
            <a:ext cx="2728080" cy="479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Google Shape;100;p51"/>
          <p:cNvSpPr/>
          <p:nvPr/>
        </p:nvSpPr>
        <p:spPr>
          <a:xfrm flipH="1">
            <a:off x="7616520" y="-2880"/>
            <a:ext cx="4633200" cy="479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9" name="Google Shape;101;p51"/>
          <p:cNvSpPr/>
          <p:nvPr/>
        </p:nvSpPr>
        <p:spPr>
          <a:xfrm>
            <a:off x="2362320" y="0"/>
            <a:ext cx="5653800" cy="479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0" name="Google Shape;102;p51"/>
          <p:cNvSpPr/>
          <p:nvPr/>
        </p:nvSpPr>
        <p:spPr>
          <a:xfrm flipH="1" rot="10800000">
            <a:off x="5630760" y="5933520"/>
            <a:ext cx="6622560" cy="942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1" name="Google Shape;103;p51"/>
          <p:cNvSpPr/>
          <p:nvPr/>
        </p:nvSpPr>
        <p:spPr>
          <a:xfrm rot="10800000">
            <a:off x="-61200" y="5936760"/>
            <a:ext cx="8081280" cy="942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2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3" name="Google Shape;105;p51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4" name="Google Shape;106;p51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Google Shape;107;p51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6" name="Google Shape;108;p51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Google Shape;109;p51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Google Shape;110;p51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Google Shape;111;p51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Google Shape;112;p51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Google Shape;113;p51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Google Shape;114;p51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16;p52"/>
          <p:cNvSpPr/>
          <p:nvPr/>
        </p:nvSpPr>
        <p:spPr>
          <a:xfrm>
            <a:off x="-117720" y="-135720"/>
            <a:ext cx="6408360" cy="7084800"/>
          </a:xfrm>
          <a:custGeom>
            <a:avLst/>
            <a:gdLst>
              <a:gd name="textAreaLeft" fmla="*/ 0 w 6408360"/>
              <a:gd name="textAreaRight" fmla="*/ 6412320 w 6408360"/>
              <a:gd name="textAreaTop" fmla="*/ 0 h 7084800"/>
              <a:gd name="textAreaBottom" fmla="*/ 7088760 h 708480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46" name="Google Shape;117;p52"/>
          <p:cNvGrpSpPr/>
          <p:nvPr/>
        </p:nvGrpSpPr>
        <p:grpSpPr>
          <a:xfrm>
            <a:off x="546840" y="-1471320"/>
            <a:ext cx="5482440" cy="8855280"/>
            <a:chOff x="546840" y="-1471320"/>
            <a:chExt cx="5482440" cy="8855280"/>
          </a:xfrm>
        </p:grpSpPr>
        <p:grpSp>
          <p:nvGrpSpPr>
            <p:cNvPr id="1447" name="Google Shape;118;p52"/>
            <p:cNvGrpSpPr/>
            <p:nvPr/>
          </p:nvGrpSpPr>
          <p:grpSpPr>
            <a:xfrm>
              <a:off x="670320" y="4783320"/>
              <a:ext cx="1051200" cy="1051200"/>
              <a:chOff x="670320" y="4783320"/>
              <a:chExt cx="1051200" cy="1051200"/>
            </a:xfrm>
          </p:grpSpPr>
          <p:sp>
            <p:nvSpPr>
              <p:cNvPr id="1448" name="Google Shape;119;p52"/>
              <p:cNvSpPr/>
              <p:nvPr/>
            </p:nvSpPr>
            <p:spPr>
              <a:xfrm>
                <a:off x="1092240" y="478332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Google Shape;120;p52"/>
              <p:cNvSpPr/>
              <p:nvPr/>
            </p:nvSpPr>
            <p:spPr>
              <a:xfrm>
                <a:off x="881280" y="478332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0" name="Google Shape;121;p52"/>
              <p:cNvSpPr/>
              <p:nvPr/>
            </p:nvSpPr>
            <p:spPr>
              <a:xfrm>
                <a:off x="670320" y="499428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Google Shape;122;p52"/>
              <p:cNvSpPr/>
              <p:nvPr/>
            </p:nvSpPr>
            <p:spPr>
              <a:xfrm>
                <a:off x="670320" y="520560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2" name="Google Shape;123;p52"/>
              <p:cNvSpPr/>
              <p:nvPr/>
            </p:nvSpPr>
            <p:spPr>
              <a:xfrm>
                <a:off x="670320" y="541656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3" name="Google Shape;124;p52"/>
              <p:cNvSpPr/>
              <p:nvPr/>
            </p:nvSpPr>
            <p:spPr>
              <a:xfrm>
                <a:off x="881280" y="562752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4" name="Google Shape;125;p52"/>
              <p:cNvSpPr/>
              <p:nvPr/>
            </p:nvSpPr>
            <p:spPr>
              <a:xfrm>
                <a:off x="1092240" y="562752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5" name="Google Shape;126;p52"/>
              <p:cNvSpPr/>
              <p:nvPr/>
            </p:nvSpPr>
            <p:spPr>
              <a:xfrm>
                <a:off x="1303560" y="562752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6" name="Google Shape;127;p52"/>
              <p:cNvSpPr/>
              <p:nvPr/>
            </p:nvSpPr>
            <p:spPr>
              <a:xfrm>
                <a:off x="1514520" y="541656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7" name="Google Shape;128;p52"/>
              <p:cNvSpPr/>
              <p:nvPr/>
            </p:nvSpPr>
            <p:spPr>
              <a:xfrm>
                <a:off x="1514520" y="520560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8" name="Google Shape;129;p52"/>
              <p:cNvSpPr/>
              <p:nvPr/>
            </p:nvSpPr>
            <p:spPr>
              <a:xfrm>
                <a:off x="1514520" y="499428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9" name="Google Shape;130;p52"/>
              <p:cNvSpPr/>
              <p:nvPr/>
            </p:nvSpPr>
            <p:spPr>
              <a:xfrm>
                <a:off x="1303560" y="478332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10960 w 207000"/>
                  <a:gd name="textAreaTop" fmla="*/ 0 h 207000"/>
                  <a:gd name="textAreaBottom" fmla="*/ 210960 h 2070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60" name="Google Shape;131;p52"/>
            <p:cNvSpPr/>
            <p:nvPr/>
          </p:nvSpPr>
          <p:spPr>
            <a:xfrm>
              <a:off x="546840" y="-1471320"/>
              <a:ext cx="1473480" cy="8855280"/>
            </a:xfrm>
            <a:custGeom>
              <a:avLst/>
              <a:gdLst>
                <a:gd name="textAreaLeft" fmla="*/ 0 w 1473480"/>
                <a:gd name="textAreaRight" fmla="*/ 1477440 w 1473480"/>
                <a:gd name="textAreaTop" fmla="*/ 0 h 8855280"/>
                <a:gd name="textAreaBottom" fmla="*/ 8859240 h 885528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61" name="Google Shape;132;p52"/>
            <p:cNvGrpSpPr/>
            <p:nvPr/>
          </p:nvGrpSpPr>
          <p:grpSpPr>
            <a:xfrm>
              <a:off x="2882520" y="-230040"/>
              <a:ext cx="3146760" cy="2949840"/>
              <a:chOff x="2882520" y="-230040"/>
              <a:chExt cx="3146760" cy="2949840"/>
            </a:xfrm>
          </p:grpSpPr>
          <p:sp>
            <p:nvSpPr>
              <p:cNvPr id="1462" name="Google Shape;133;p52"/>
              <p:cNvSpPr/>
              <p:nvPr/>
            </p:nvSpPr>
            <p:spPr>
              <a:xfrm>
                <a:off x="3867120" y="-2300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3" name="Google Shape;134;p52"/>
              <p:cNvSpPr/>
              <p:nvPr/>
            </p:nvSpPr>
            <p:spPr>
              <a:xfrm>
                <a:off x="4064040" y="-2300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4" name="Google Shape;135;p52"/>
              <p:cNvSpPr/>
              <p:nvPr/>
            </p:nvSpPr>
            <p:spPr>
              <a:xfrm>
                <a:off x="4654800" y="-2300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5" name="Google Shape;136;p52"/>
              <p:cNvSpPr/>
              <p:nvPr/>
            </p:nvSpPr>
            <p:spPr>
              <a:xfrm>
                <a:off x="4851720" y="-2300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6" name="Google Shape;137;p52"/>
              <p:cNvSpPr/>
              <p:nvPr/>
            </p:nvSpPr>
            <p:spPr>
              <a:xfrm>
                <a:off x="367020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7" name="Google Shape;138;p52"/>
              <p:cNvSpPr/>
              <p:nvPr/>
            </p:nvSpPr>
            <p:spPr>
              <a:xfrm>
                <a:off x="386712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8" name="Google Shape;139;p52"/>
              <p:cNvSpPr/>
              <p:nvPr/>
            </p:nvSpPr>
            <p:spPr>
              <a:xfrm>
                <a:off x="406404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9" name="Google Shape;140;p52"/>
              <p:cNvSpPr/>
              <p:nvPr/>
            </p:nvSpPr>
            <p:spPr>
              <a:xfrm>
                <a:off x="426096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0" name="Google Shape;141;p52"/>
              <p:cNvSpPr/>
              <p:nvPr/>
            </p:nvSpPr>
            <p:spPr>
              <a:xfrm>
                <a:off x="445788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1" name="Google Shape;142;p52"/>
              <p:cNvSpPr/>
              <p:nvPr/>
            </p:nvSpPr>
            <p:spPr>
              <a:xfrm>
                <a:off x="465480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2" name="Google Shape;143;p52"/>
              <p:cNvSpPr/>
              <p:nvPr/>
            </p:nvSpPr>
            <p:spPr>
              <a:xfrm>
                <a:off x="485172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3" name="Google Shape;144;p52"/>
              <p:cNvSpPr/>
              <p:nvPr/>
            </p:nvSpPr>
            <p:spPr>
              <a:xfrm>
                <a:off x="5048640" y="-331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4" name="Google Shape;145;p52"/>
              <p:cNvSpPr/>
              <p:nvPr/>
            </p:nvSpPr>
            <p:spPr>
              <a:xfrm>
                <a:off x="3276360" y="1638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5" name="Google Shape;146;p52"/>
              <p:cNvSpPr/>
              <p:nvPr/>
            </p:nvSpPr>
            <p:spPr>
              <a:xfrm>
                <a:off x="3473280" y="1638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6" name="Google Shape;147;p52"/>
              <p:cNvSpPr/>
              <p:nvPr/>
            </p:nvSpPr>
            <p:spPr>
              <a:xfrm>
                <a:off x="5245560" y="1638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7" name="Google Shape;148;p52"/>
              <p:cNvSpPr/>
              <p:nvPr/>
            </p:nvSpPr>
            <p:spPr>
              <a:xfrm>
                <a:off x="5442480" y="1638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8" name="Google Shape;149;p52"/>
              <p:cNvSpPr/>
              <p:nvPr/>
            </p:nvSpPr>
            <p:spPr>
              <a:xfrm>
                <a:off x="3276360" y="3607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9" name="Google Shape;150;p52"/>
              <p:cNvSpPr/>
              <p:nvPr/>
            </p:nvSpPr>
            <p:spPr>
              <a:xfrm>
                <a:off x="5442480" y="3607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0" name="Google Shape;151;p52"/>
              <p:cNvSpPr/>
              <p:nvPr/>
            </p:nvSpPr>
            <p:spPr>
              <a:xfrm>
                <a:off x="3276360" y="5576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1" name="Google Shape;152;p52"/>
              <p:cNvSpPr/>
              <p:nvPr/>
            </p:nvSpPr>
            <p:spPr>
              <a:xfrm>
                <a:off x="5442480" y="5576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2" name="Google Shape;153;p52"/>
              <p:cNvSpPr/>
              <p:nvPr/>
            </p:nvSpPr>
            <p:spPr>
              <a:xfrm>
                <a:off x="3079440" y="75456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3" name="Google Shape;154;p52"/>
              <p:cNvSpPr/>
              <p:nvPr/>
            </p:nvSpPr>
            <p:spPr>
              <a:xfrm>
                <a:off x="5639400" y="75456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4" name="Google Shape;155;p52"/>
              <p:cNvSpPr/>
              <p:nvPr/>
            </p:nvSpPr>
            <p:spPr>
              <a:xfrm>
                <a:off x="2882520" y="9514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5" name="Google Shape;156;p52"/>
              <p:cNvSpPr/>
              <p:nvPr/>
            </p:nvSpPr>
            <p:spPr>
              <a:xfrm>
                <a:off x="5836320" y="9514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6" name="Google Shape;157;p52"/>
              <p:cNvSpPr/>
              <p:nvPr/>
            </p:nvSpPr>
            <p:spPr>
              <a:xfrm>
                <a:off x="2882520" y="11484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7" name="Google Shape;158;p52"/>
              <p:cNvSpPr/>
              <p:nvPr/>
            </p:nvSpPr>
            <p:spPr>
              <a:xfrm>
                <a:off x="5836320" y="11484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8" name="Google Shape;159;p52"/>
              <p:cNvSpPr/>
              <p:nvPr/>
            </p:nvSpPr>
            <p:spPr>
              <a:xfrm>
                <a:off x="3079440" y="13453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9" name="Google Shape;160;p52"/>
              <p:cNvSpPr/>
              <p:nvPr/>
            </p:nvSpPr>
            <p:spPr>
              <a:xfrm>
                <a:off x="5639400" y="13453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0" name="Google Shape;161;p52"/>
              <p:cNvSpPr/>
              <p:nvPr/>
            </p:nvSpPr>
            <p:spPr>
              <a:xfrm>
                <a:off x="3079440" y="15422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1" name="Google Shape;162;p52"/>
              <p:cNvSpPr/>
              <p:nvPr/>
            </p:nvSpPr>
            <p:spPr>
              <a:xfrm>
                <a:off x="5639400" y="15422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2" name="Google Shape;163;p52"/>
              <p:cNvSpPr/>
              <p:nvPr/>
            </p:nvSpPr>
            <p:spPr>
              <a:xfrm>
                <a:off x="2882520" y="173916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3" name="Google Shape;164;p52"/>
              <p:cNvSpPr/>
              <p:nvPr/>
            </p:nvSpPr>
            <p:spPr>
              <a:xfrm>
                <a:off x="3079440" y="173916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4" name="Google Shape;165;p52"/>
              <p:cNvSpPr/>
              <p:nvPr/>
            </p:nvSpPr>
            <p:spPr>
              <a:xfrm>
                <a:off x="5639400" y="173916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5" name="Google Shape;166;p52"/>
              <p:cNvSpPr/>
              <p:nvPr/>
            </p:nvSpPr>
            <p:spPr>
              <a:xfrm>
                <a:off x="5836320" y="173916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6" name="Google Shape;167;p52"/>
              <p:cNvSpPr/>
              <p:nvPr/>
            </p:nvSpPr>
            <p:spPr>
              <a:xfrm>
                <a:off x="3079440" y="19360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7" name="Google Shape;168;p52"/>
              <p:cNvSpPr/>
              <p:nvPr/>
            </p:nvSpPr>
            <p:spPr>
              <a:xfrm>
                <a:off x="3276360" y="19360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8" name="Google Shape;169;p52"/>
              <p:cNvSpPr/>
              <p:nvPr/>
            </p:nvSpPr>
            <p:spPr>
              <a:xfrm>
                <a:off x="3473280" y="19360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9" name="Google Shape;170;p52"/>
              <p:cNvSpPr/>
              <p:nvPr/>
            </p:nvSpPr>
            <p:spPr>
              <a:xfrm>
                <a:off x="5245560" y="19360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0" name="Google Shape;171;p52"/>
              <p:cNvSpPr/>
              <p:nvPr/>
            </p:nvSpPr>
            <p:spPr>
              <a:xfrm>
                <a:off x="5442480" y="19360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1" name="Google Shape;172;p52"/>
              <p:cNvSpPr/>
              <p:nvPr/>
            </p:nvSpPr>
            <p:spPr>
              <a:xfrm>
                <a:off x="5639400" y="193608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2" name="Google Shape;173;p52"/>
              <p:cNvSpPr/>
              <p:nvPr/>
            </p:nvSpPr>
            <p:spPr>
              <a:xfrm>
                <a:off x="3473280" y="21330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3" name="Google Shape;174;p52"/>
              <p:cNvSpPr/>
              <p:nvPr/>
            </p:nvSpPr>
            <p:spPr>
              <a:xfrm>
                <a:off x="5245560" y="213300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4" name="Google Shape;175;p52"/>
              <p:cNvSpPr/>
              <p:nvPr/>
            </p:nvSpPr>
            <p:spPr>
              <a:xfrm>
                <a:off x="347328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5" name="Google Shape;176;p52"/>
              <p:cNvSpPr/>
              <p:nvPr/>
            </p:nvSpPr>
            <p:spPr>
              <a:xfrm>
                <a:off x="367020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6" name="Google Shape;177;p52"/>
              <p:cNvSpPr/>
              <p:nvPr/>
            </p:nvSpPr>
            <p:spPr>
              <a:xfrm>
                <a:off x="386712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7" name="Google Shape;178;p52"/>
              <p:cNvSpPr/>
              <p:nvPr/>
            </p:nvSpPr>
            <p:spPr>
              <a:xfrm>
                <a:off x="406404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8" name="Google Shape;179;p52"/>
              <p:cNvSpPr/>
              <p:nvPr/>
            </p:nvSpPr>
            <p:spPr>
              <a:xfrm>
                <a:off x="465480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9" name="Google Shape;180;p52"/>
              <p:cNvSpPr/>
              <p:nvPr/>
            </p:nvSpPr>
            <p:spPr>
              <a:xfrm>
                <a:off x="485172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0" name="Google Shape;181;p52"/>
              <p:cNvSpPr/>
              <p:nvPr/>
            </p:nvSpPr>
            <p:spPr>
              <a:xfrm>
                <a:off x="504864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1" name="Google Shape;182;p52"/>
              <p:cNvSpPr/>
              <p:nvPr/>
            </p:nvSpPr>
            <p:spPr>
              <a:xfrm>
                <a:off x="5245560" y="232992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2" name="Google Shape;183;p52"/>
              <p:cNvSpPr/>
              <p:nvPr/>
            </p:nvSpPr>
            <p:spPr>
              <a:xfrm>
                <a:off x="3670200" y="25268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3" name="Google Shape;184;p52"/>
              <p:cNvSpPr/>
              <p:nvPr/>
            </p:nvSpPr>
            <p:spPr>
              <a:xfrm>
                <a:off x="4260960" y="25268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4" name="Google Shape;185;p52"/>
              <p:cNvSpPr/>
              <p:nvPr/>
            </p:nvSpPr>
            <p:spPr>
              <a:xfrm>
                <a:off x="4457880" y="25268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5" name="Google Shape;186;p52"/>
              <p:cNvSpPr/>
              <p:nvPr/>
            </p:nvSpPr>
            <p:spPr>
              <a:xfrm>
                <a:off x="5048640" y="2526840"/>
                <a:ext cx="192960" cy="192960"/>
              </a:xfrm>
              <a:custGeom>
                <a:avLst/>
                <a:gdLst>
                  <a:gd name="textAreaLeft" fmla="*/ 0 w 192960"/>
                  <a:gd name="textAreaRight" fmla="*/ 196920 w 192960"/>
                  <a:gd name="textAreaTop" fmla="*/ 0 h 192960"/>
                  <a:gd name="textAreaBottom" fmla="*/ 196920 h 1929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16" name="Google Shape;187;p52" descr=""/>
          <p:cNvPicPr/>
          <p:nvPr/>
        </p:nvPicPr>
        <p:blipFill>
          <a:blip r:embed="rId2"/>
          <a:stretch/>
        </p:blipFill>
        <p:spPr>
          <a:xfrm flipH="1">
            <a:off x="649440" y="1314000"/>
            <a:ext cx="4804920" cy="47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7" name="Google Shape;188;p52"/>
          <p:cNvSpPr/>
          <p:nvPr/>
        </p:nvSpPr>
        <p:spPr>
          <a:xfrm rot="10800000">
            <a:off x="11590200" y="-7560"/>
            <a:ext cx="603720" cy="6874920"/>
          </a:xfrm>
          <a:custGeom>
            <a:avLst/>
            <a:gdLst>
              <a:gd name="textAreaLeft" fmla="*/ 0 w 603720"/>
              <a:gd name="textAreaRight" fmla="*/ 607680 w 603720"/>
              <a:gd name="textAreaTop" fmla="*/ 0 h 6874920"/>
              <a:gd name="textAreaBottom" fmla="*/ 6878880 h 687492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8" name="Google Shape;189;p52"/>
          <p:cNvSpPr/>
          <p:nvPr/>
        </p:nvSpPr>
        <p:spPr>
          <a:xfrm>
            <a:off x="-4946760" y="-1582560"/>
            <a:ext cx="1661400" cy="8998560"/>
          </a:xfrm>
          <a:custGeom>
            <a:avLst/>
            <a:gdLst>
              <a:gd name="textAreaLeft" fmla="*/ 0 w 1661400"/>
              <a:gd name="textAreaRight" fmla="*/ 1665360 w 1661400"/>
              <a:gd name="textAreaTop" fmla="*/ 0 h 8998560"/>
              <a:gd name="textAreaBottom" fmla="*/ 9002520 h 899856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Google Shape;190;p52"/>
          <p:cNvSpPr/>
          <p:nvPr/>
        </p:nvSpPr>
        <p:spPr>
          <a:xfrm>
            <a:off x="-5241600" y="-28440"/>
            <a:ext cx="1298520" cy="9201960"/>
          </a:xfrm>
          <a:custGeom>
            <a:avLst/>
            <a:gdLst>
              <a:gd name="textAreaLeft" fmla="*/ 0 w 1298520"/>
              <a:gd name="textAreaRight" fmla="*/ 1302480 w 1298520"/>
              <a:gd name="textAreaTop" fmla="*/ 0 h 9201960"/>
              <a:gd name="textAreaBottom" fmla="*/ 9205920 h 920196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Google Shape;191;p52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1" name="Google Shape;192;p52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2" name="Google Shape;193;p52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3" name="Google Shape;194;p52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4" name="Google Shape;195;p52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Google Shape;196;p52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Google Shape;197;p52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Google Shape;198;p52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Google Shape;199;p52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Google Shape;200;p52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415;p61"/>
          <p:cNvSpPr/>
          <p:nvPr/>
        </p:nvSpPr>
        <p:spPr>
          <a:xfrm>
            <a:off x="9390600" y="0"/>
            <a:ext cx="2804040" cy="68468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3" name="Google Shape;416;p61"/>
          <p:cNvSpPr/>
          <p:nvPr/>
        </p:nvSpPr>
        <p:spPr>
          <a:xfrm>
            <a:off x="35420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4" name="Google Shape;417;p61"/>
          <p:cNvSpPr/>
          <p:nvPr/>
        </p:nvSpPr>
        <p:spPr>
          <a:xfrm>
            <a:off x="40971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Google Shape;418;p61"/>
          <p:cNvSpPr/>
          <p:nvPr/>
        </p:nvSpPr>
        <p:spPr>
          <a:xfrm>
            <a:off x="46047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6" name="Google Shape;419;p61"/>
          <p:cNvSpPr/>
          <p:nvPr/>
        </p:nvSpPr>
        <p:spPr>
          <a:xfrm>
            <a:off x="51192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7" name="Google Shape;420;p61"/>
          <p:cNvSpPr/>
          <p:nvPr/>
        </p:nvSpPr>
        <p:spPr>
          <a:xfrm>
            <a:off x="56336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Google Shape;421;p61"/>
          <p:cNvSpPr/>
          <p:nvPr/>
        </p:nvSpPr>
        <p:spPr>
          <a:xfrm>
            <a:off x="67003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Google Shape;422;p61"/>
          <p:cNvSpPr/>
          <p:nvPr/>
        </p:nvSpPr>
        <p:spPr>
          <a:xfrm>
            <a:off x="61891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Google Shape;423;p61"/>
          <p:cNvSpPr/>
          <p:nvPr/>
        </p:nvSpPr>
        <p:spPr>
          <a:xfrm>
            <a:off x="72968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Google Shape;424;p61"/>
          <p:cNvSpPr/>
          <p:nvPr/>
        </p:nvSpPr>
        <p:spPr>
          <a:xfrm>
            <a:off x="78588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Google Shape;425;p61"/>
          <p:cNvSpPr/>
          <p:nvPr/>
        </p:nvSpPr>
        <p:spPr>
          <a:xfrm>
            <a:off x="840168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3" name="Google Shape;426;p61"/>
          <p:cNvSpPr/>
          <p:nvPr/>
        </p:nvSpPr>
        <p:spPr>
          <a:xfrm>
            <a:off x="0" y="0"/>
            <a:ext cx="589320" cy="68540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4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8040" cy="348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5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5080" cy="194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6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6240" cy="159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528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Google Shape;17;p47"/>
          <p:cNvSpPr/>
          <p:nvPr/>
        </p:nvSpPr>
        <p:spPr>
          <a:xfrm>
            <a:off x="-187920" y="-628560"/>
            <a:ext cx="420480" cy="7806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Google Shape;18;p47"/>
          <p:cNvSpPr/>
          <p:nvPr/>
        </p:nvSpPr>
        <p:spPr>
          <a:xfrm rot="10800000">
            <a:off x="7389720" y="-421560"/>
            <a:ext cx="2611440" cy="7806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2" name="Google Shape;19;p47"/>
          <p:cNvSpPr/>
          <p:nvPr/>
        </p:nvSpPr>
        <p:spPr>
          <a:xfrm rot="10800000">
            <a:off x="10005480" y="-421560"/>
            <a:ext cx="2611440" cy="78066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3" name="Google Shape;20;p47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Google Shape;21;p47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5" name="Google Shape;22;p47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6" name="Google Shape;23;p47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7" name="Google Shape;24;p47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Google Shape;25;p47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Google Shape;26;p47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Google Shape;27;p47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Google Shape;28;p47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Google Shape;29;p47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038;p79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5" name="Google Shape;1039;p79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6" name="Google Shape;1040;p79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7" name="Google Shape;1041;p79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8" name="Google Shape;1042;p79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Google Shape;1043;p79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Google Shape;1044;p79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Google Shape;1045;p79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Google Shape;1046;p79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Google Shape;1047;p79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4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140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2880" cy="161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Google Shape;1050;p79"/>
          <p:cNvSpPr/>
          <p:nvPr/>
        </p:nvSpPr>
        <p:spPr>
          <a:xfrm rot="16200000">
            <a:off x="-249840" y="4065480"/>
            <a:ext cx="24130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77" name="Google Shape;1051;p79"/>
          <p:cNvGrpSpPr/>
          <p:nvPr/>
        </p:nvGrpSpPr>
        <p:grpSpPr>
          <a:xfrm>
            <a:off x="755280" y="2676960"/>
            <a:ext cx="689400" cy="689400"/>
            <a:chOff x="755280" y="2676960"/>
            <a:chExt cx="689400" cy="689400"/>
          </a:xfrm>
        </p:grpSpPr>
        <p:sp>
          <p:nvSpPr>
            <p:cNvPr id="1578" name="Google Shape;1052;p79"/>
            <p:cNvSpPr/>
            <p:nvPr/>
          </p:nvSpPr>
          <p:spPr>
            <a:xfrm>
              <a:off x="755280" y="302364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9" name="Google Shape;1053;p79"/>
            <p:cNvSpPr/>
            <p:nvPr/>
          </p:nvSpPr>
          <p:spPr>
            <a:xfrm>
              <a:off x="1101960" y="267696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0" name="Google Shape;1054;p79"/>
          <p:cNvGrpSpPr/>
          <p:nvPr/>
        </p:nvGrpSpPr>
        <p:grpSpPr>
          <a:xfrm>
            <a:off x="6118200" y="5445000"/>
            <a:ext cx="689400" cy="689040"/>
            <a:chOff x="6118200" y="5445000"/>
            <a:chExt cx="689400" cy="689040"/>
          </a:xfrm>
        </p:grpSpPr>
        <p:sp>
          <p:nvSpPr>
            <p:cNvPr id="1581" name="Google Shape;1055;p79"/>
            <p:cNvSpPr/>
            <p:nvPr/>
          </p:nvSpPr>
          <p:spPr>
            <a:xfrm>
              <a:off x="6118200" y="5791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2" name="Google Shape;1056;p79"/>
            <p:cNvSpPr/>
            <p:nvPr/>
          </p:nvSpPr>
          <p:spPr>
            <a:xfrm>
              <a:off x="6464880" y="5445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3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4680" cy="212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44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5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5160" cy="558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86" name="Google Shape;1060;p79"/>
          <p:cNvGrpSpPr/>
          <p:nvPr/>
        </p:nvGrpSpPr>
        <p:grpSpPr>
          <a:xfrm>
            <a:off x="10113480" y="597240"/>
            <a:ext cx="1477440" cy="1437120"/>
            <a:chOff x="10113480" y="597240"/>
            <a:chExt cx="1477440" cy="1437120"/>
          </a:xfrm>
        </p:grpSpPr>
        <p:grpSp>
          <p:nvGrpSpPr>
            <p:cNvPr id="1587" name="Google Shape;1061;p79"/>
            <p:cNvGrpSpPr/>
            <p:nvPr/>
          </p:nvGrpSpPr>
          <p:grpSpPr>
            <a:xfrm>
              <a:off x="10124640" y="1269360"/>
              <a:ext cx="1466280" cy="765000"/>
              <a:chOff x="10124640" y="1269360"/>
              <a:chExt cx="1466280" cy="765000"/>
            </a:xfrm>
          </p:grpSpPr>
          <p:grpSp>
            <p:nvGrpSpPr>
              <p:cNvPr id="1588" name="Google Shape;1062;p79"/>
              <p:cNvGrpSpPr/>
              <p:nvPr/>
            </p:nvGrpSpPr>
            <p:grpSpPr>
              <a:xfrm>
                <a:off x="10124640" y="1269360"/>
                <a:ext cx="1220760" cy="295920"/>
                <a:chOff x="10124640" y="1269360"/>
                <a:chExt cx="1220760" cy="295920"/>
              </a:xfrm>
            </p:grpSpPr>
            <p:sp>
              <p:nvSpPr>
                <p:cNvPr id="1589" name="Google Shape;1063;p79"/>
                <p:cNvSpPr/>
                <p:nvPr/>
              </p:nvSpPr>
              <p:spPr>
                <a:xfrm>
                  <a:off x="10124640" y="1269360"/>
                  <a:ext cx="145800" cy="294480"/>
                </a:xfrm>
                <a:custGeom>
                  <a:avLst/>
                  <a:gdLst>
                    <a:gd name="textAreaLeft" fmla="*/ 0 w 145800"/>
                    <a:gd name="textAreaRight" fmla="*/ 149760 w 145800"/>
                    <a:gd name="textAreaTop" fmla="*/ 0 h 294480"/>
                    <a:gd name="textAreaBottom" fmla="*/ 298440 h 2944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0" name="Google Shape;1064;p79"/>
                <p:cNvSpPr/>
                <p:nvPr/>
              </p:nvSpPr>
              <p:spPr>
                <a:xfrm>
                  <a:off x="10305360" y="1324800"/>
                  <a:ext cx="226080" cy="240120"/>
                </a:xfrm>
                <a:custGeom>
                  <a:avLst/>
                  <a:gdLst>
                    <a:gd name="textAreaLeft" fmla="*/ 0 w 226080"/>
                    <a:gd name="textAreaRight" fmla="*/ 230040 w 2260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1" name="Google Shape;1065;p79"/>
                <p:cNvSpPr/>
                <p:nvPr/>
              </p:nvSpPr>
              <p:spPr>
                <a:xfrm>
                  <a:off x="10573560" y="1325160"/>
                  <a:ext cx="213840" cy="240120"/>
                </a:xfrm>
                <a:custGeom>
                  <a:avLst/>
                  <a:gdLst>
                    <a:gd name="textAreaLeft" fmla="*/ 0 w 213840"/>
                    <a:gd name="textAreaRight" fmla="*/ 217800 w 213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2" name="Google Shape;1066;p79"/>
                <p:cNvSpPr/>
                <p:nvPr/>
              </p:nvSpPr>
              <p:spPr>
                <a:xfrm>
                  <a:off x="10834560" y="1325160"/>
                  <a:ext cx="210960" cy="234720"/>
                </a:xfrm>
                <a:custGeom>
                  <a:avLst/>
                  <a:gdLst>
                    <a:gd name="textAreaLeft" fmla="*/ 0 w 210960"/>
                    <a:gd name="textAreaRight" fmla="*/ 214920 w 210960"/>
                    <a:gd name="textAreaTop" fmla="*/ 0 h 234720"/>
                    <a:gd name="textAreaBottom" fmla="*/ 238680 h 2347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3" name="Google Shape;1067;p79"/>
                <p:cNvSpPr/>
                <p:nvPr/>
              </p:nvSpPr>
              <p:spPr>
                <a:xfrm>
                  <a:off x="11095560" y="132516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94" name="Google Shape;1068;p79"/>
              <p:cNvGrpSpPr/>
              <p:nvPr/>
            </p:nvGrpSpPr>
            <p:grpSpPr>
              <a:xfrm>
                <a:off x="10546560" y="1648080"/>
                <a:ext cx="1044360" cy="386280"/>
                <a:chOff x="10546560" y="1648080"/>
                <a:chExt cx="1044360" cy="386280"/>
              </a:xfrm>
            </p:grpSpPr>
            <p:sp>
              <p:nvSpPr>
                <p:cNvPr id="1595" name="Google Shape;1069;p79"/>
                <p:cNvSpPr/>
                <p:nvPr/>
              </p:nvSpPr>
              <p:spPr>
                <a:xfrm>
                  <a:off x="10546560" y="1648080"/>
                  <a:ext cx="62640" cy="31536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6" name="Google Shape;1070;p79"/>
                <p:cNvSpPr/>
                <p:nvPr/>
              </p:nvSpPr>
              <p:spPr>
                <a:xfrm>
                  <a:off x="10664280" y="172872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7" name="Google Shape;1071;p79"/>
                <p:cNvSpPr/>
                <p:nvPr/>
              </p:nvSpPr>
              <p:spPr>
                <a:xfrm>
                  <a:off x="10955160" y="1728720"/>
                  <a:ext cx="242280" cy="305640"/>
                </a:xfrm>
                <a:custGeom>
                  <a:avLst/>
                  <a:gdLst>
                    <a:gd name="textAreaLeft" fmla="*/ 0 w 242280"/>
                    <a:gd name="textAreaRight" fmla="*/ 246240 w 242280"/>
                    <a:gd name="textAreaTop" fmla="*/ 0 h 305640"/>
                    <a:gd name="textAreaBottom" fmla="*/ 309600 h 3056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8" name="Google Shape;1072;p79"/>
                <p:cNvSpPr/>
                <p:nvPr/>
              </p:nvSpPr>
              <p:spPr>
                <a:xfrm>
                  <a:off x="11262240" y="1648440"/>
                  <a:ext cx="66240" cy="315360"/>
                </a:xfrm>
                <a:custGeom>
                  <a:avLst/>
                  <a:gdLst>
                    <a:gd name="textAreaLeft" fmla="*/ 0 w 66240"/>
                    <a:gd name="textAreaRight" fmla="*/ 70200 w 662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9" name="Google Shape;1073;p79"/>
                <p:cNvSpPr/>
                <p:nvPr/>
              </p:nvSpPr>
              <p:spPr>
                <a:xfrm>
                  <a:off x="11379240" y="1730520"/>
                  <a:ext cx="211680" cy="237600"/>
                </a:xfrm>
                <a:custGeom>
                  <a:avLst/>
                  <a:gdLst>
                    <a:gd name="textAreaLeft" fmla="*/ 0 w 211680"/>
                    <a:gd name="textAreaRight" fmla="*/ 215640 w 211680"/>
                    <a:gd name="textAreaTop" fmla="*/ 0 h 237600"/>
                    <a:gd name="textAreaBottom" fmla="*/ 241560 h 2376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00" name="Google Shape;1074;p79"/>
            <p:cNvGrpSpPr/>
            <p:nvPr/>
          </p:nvGrpSpPr>
          <p:grpSpPr>
            <a:xfrm>
              <a:off x="10207440" y="873000"/>
              <a:ext cx="1172880" cy="294840"/>
              <a:chOff x="10207440" y="873000"/>
              <a:chExt cx="1172880" cy="294840"/>
            </a:xfrm>
          </p:grpSpPr>
          <p:sp>
            <p:nvSpPr>
              <p:cNvPr id="1601" name="Google Shape;1075;p79"/>
              <p:cNvSpPr/>
              <p:nvPr/>
            </p:nvSpPr>
            <p:spPr>
              <a:xfrm>
                <a:off x="10207440" y="878040"/>
                <a:ext cx="77760" cy="100080"/>
              </a:xfrm>
              <a:custGeom>
                <a:avLst/>
                <a:gdLst>
                  <a:gd name="textAreaLeft" fmla="*/ 0 w 77760"/>
                  <a:gd name="textAreaRight" fmla="*/ 81720 w 77760"/>
                  <a:gd name="textAreaTop" fmla="*/ 0 h 100080"/>
                  <a:gd name="textAreaBottom" fmla="*/ 104040 h 1000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2" name="Google Shape;1076;p79"/>
              <p:cNvSpPr/>
              <p:nvPr/>
            </p:nvSpPr>
            <p:spPr>
              <a:xfrm>
                <a:off x="1028556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3" name="Google Shape;1077;p79"/>
              <p:cNvSpPr/>
              <p:nvPr/>
            </p:nvSpPr>
            <p:spPr>
              <a:xfrm>
                <a:off x="10381680" y="87372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4" name="Google Shape;1078;p79"/>
              <p:cNvSpPr/>
              <p:nvPr/>
            </p:nvSpPr>
            <p:spPr>
              <a:xfrm>
                <a:off x="1047924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Google Shape;1079;p79"/>
              <p:cNvSpPr/>
              <p:nvPr/>
            </p:nvSpPr>
            <p:spPr>
              <a:xfrm>
                <a:off x="1056456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6" name="Google Shape;1080;p79"/>
              <p:cNvSpPr/>
              <p:nvPr/>
            </p:nvSpPr>
            <p:spPr>
              <a:xfrm>
                <a:off x="1068372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7" name="Google Shape;1081;p79"/>
              <p:cNvSpPr/>
              <p:nvPr/>
            </p:nvSpPr>
            <p:spPr>
              <a:xfrm>
                <a:off x="1076940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8" name="Google Shape;1082;p79"/>
              <p:cNvSpPr/>
              <p:nvPr/>
            </p:nvSpPr>
            <p:spPr>
              <a:xfrm>
                <a:off x="10888200" y="873000"/>
                <a:ext cx="42480" cy="105120"/>
              </a:xfrm>
              <a:custGeom>
                <a:avLst/>
                <a:gdLst>
                  <a:gd name="textAreaLeft" fmla="*/ 0 w 42480"/>
                  <a:gd name="textAreaRight" fmla="*/ 46440 w 42480"/>
                  <a:gd name="textAreaTop" fmla="*/ 0 h 105120"/>
                  <a:gd name="textAreaBottom" fmla="*/ 109080 h 1051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9" name="Google Shape;1083;p79"/>
              <p:cNvSpPr/>
              <p:nvPr/>
            </p:nvSpPr>
            <p:spPr>
              <a:xfrm>
                <a:off x="1094292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0" name="Google Shape;1084;p79"/>
              <p:cNvSpPr/>
              <p:nvPr/>
            </p:nvSpPr>
            <p:spPr>
              <a:xfrm>
                <a:off x="11043720" y="90396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1" name="Google Shape;1085;p79"/>
              <p:cNvSpPr/>
              <p:nvPr/>
            </p:nvSpPr>
            <p:spPr>
              <a:xfrm>
                <a:off x="11103840" y="903600"/>
                <a:ext cx="112320" cy="74520"/>
              </a:xfrm>
              <a:custGeom>
                <a:avLst/>
                <a:gdLst>
                  <a:gd name="textAreaLeft" fmla="*/ 0 w 112320"/>
                  <a:gd name="textAreaRight" fmla="*/ 116280 w 11232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2" name="Google Shape;1086;p79"/>
              <p:cNvSpPr/>
              <p:nvPr/>
            </p:nvSpPr>
            <p:spPr>
              <a:xfrm>
                <a:off x="1123956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3" name="Google Shape;1087;p79"/>
              <p:cNvSpPr/>
              <p:nvPr/>
            </p:nvSpPr>
            <p:spPr>
              <a:xfrm>
                <a:off x="1132488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4" name="Google Shape;1088;p79"/>
              <p:cNvSpPr/>
              <p:nvPr/>
            </p:nvSpPr>
            <p:spPr>
              <a:xfrm>
                <a:off x="1020816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5" name="Google Shape;1089;p79"/>
              <p:cNvSpPr/>
              <p:nvPr/>
            </p:nvSpPr>
            <p:spPr>
              <a:xfrm>
                <a:off x="103068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6" name="Google Shape;1090;p79"/>
              <p:cNvSpPr/>
              <p:nvPr/>
            </p:nvSpPr>
            <p:spPr>
              <a:xfrm>
                <a:off x="10438200" y="107028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7" name="Google Shape;1091;p79"/>
              <p:cNvSpPr/>
              <p:nvPr/>
            </p:nvSpPr>
            <p:spPr>
              <a:xfrm>
                <a:off x="10530360" y="1069560"/>
                <a:ext cx="73800" cy="9828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98280"/>
                  <a:gd name="textAreaBottom" fmla="*/ 102240 h 982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8" name="Google Shape;1092;p79"/>
              <p:cNvSpPr/>
              <p:nvPr/>
            </p:nvSpPr>
            <p:spPr>
              <a:xfrm>
                <a:off x="1062900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9" name="Google Shape;1093;p79"/>
              <p:cNvSpPr/>
              <p:nvPr/>
            </p:nvSpPr>
            <p:spPr>
              <a:xfrm>
                <a:off x="106812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0" name="Google Shape;1094;p79"/>
              <p:cNvSpPr/>
              <p:nvPr/>
            </p:nvSpPr>
            <p:spPr>
              <a:xfrm>
                <a:off x="10774080" y="1069560"/>
                <a:ext cx="63360" cy="7452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1" name="Google Shape;1095;p79"/>
              <p:cNvSpPr/>
              <p:nvPr/>
            </p:nvSpPr>
            <p:spPr>
              <a:xfrm>
                <a:off x="1086084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2" name="Google Shape;1096;p79"/>
              <p:cNvSpPr/>
              <p:nvPr/>
            </p:nvSpPr>
            <p:spPr>
              <a:xfrm>
                <a:off x="1095948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3" name="Google Shape;1097;p79"/>
              <p:cNvSpPr/>
              <p:nvPr/>
            </p:nvSpPr>
            <p:spPr>
              <a:xfrm>
                <a:off x="1105236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24" name="Google Shape;1098;p79"/>
            <p:cNvGrpSpPr/>
            <p:nvPr/>
          </p:nvGrpSpPr>
          <p:grpSpPr>
            <a:xfrm>
              <a:off x="10113480" y="597240"/>
              <a:ext cx="605520" cy="148680"/>
              <a:chOff x="10113480" y="597240"/>
              <a:chExt cx="605520" cy="148680"/>
            </a:xfrm>
          </p:grpSpPr>
          <p:sp>
            <p:nvSpPr>
              <p:cNvPr id="1625" name="Google Shape;1099;p79"/>
              <p:cNvSpPr/>
              <p:nvPr/>
            </p:nvSpPr>
            <p:spPr>
              <a:xfrm>
                <a:off x="10627560" y="60336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6" name="Google Shape;1100;p79"/>
              <p:cNvSpPr/>
              <p:nvPr/>
            </p:nvSpPr>
            <p:spPr>
              <a:xfrm>
                <a:off x="10113480" y="59724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7" name="Google Shape;1101;p79"/>
              <p:cNvSpPr/>
              <p:nvPr/>
            </p:nvSpPr>
            <p:spPr>
              <a:xfrm>
                <a:off x="10246320" y="618480"/>
                <a:ext cx="130320" cy="122760"/>
              </a:xfrm>
              <a:custGeom>
                <a:avLst/>
                <a:gdLst>
                  <a:gd name="textAreaLeft" fmla="*/ 0 w 130320"/>
                  <a:gd name="textAreaRight" fmla="*/ 134280 w 13032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8" name="Google Shape;1102;p79"/>
              <p:cNvSpPr/>
              <p:nvPr/>
            </p:nvSpPr>
            <p:spPr>
              <a:xfrm>
                <a:off x="10378800" y="619920"/>
                <a:ext cx="121680" cy="119160"/>
              </a:xfrm>
              <a:custGeom>
                <a:avLst/>
                <a:gdLst>
                  <a:gd name="textAreaLeft" fmla="*/ 0 w 121680"/>
                  <a:gd name="textAreaRight" fmla="*/ 125640 w 12168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9" name="Google Shape;1103;p79"/>
              <p:cNvSpPr/>
              <p:nvPr/>
            </p:nvSpPr>
            <p:spPr>
              <a:xfrm>
                <a:off x="10503000" y="619200"/>
                <a:ext cx="122760" cy="121320"/>
              </a:xfrm>
              <a:custGeom>
                <a:avLst/>
                <a:gdLst>
                  <a:gd name="textAreaLeft" fmla="*/ 0 w 122760"/>
                  <a:gd name="textAreaRight" fmla="*/ 126720 w 12276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6880" cy="66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1" name="Google Shape;324;p58"/>
          <p:cNvSpPr/>
          <p:nvPr/>
        </p:nvSpPr>
        <p:spPr>
          <a:xfrm>
            <a:off x="1918440" y="2635920"/>
            <a:ext cx="923040" cy="923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2" name="Google Shape;325;p58"/>
          <p:cNvSpPr/>
          <p:nvPr/>
        </p:nvSpPr>
        <p:spPr>
          <a:xfrm rot="10800000">
            <a:off x="9971640" y="-472320"/>
            <a:ext cx="2953800" cy="7806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3" name="Google Shape;326;p58"/>
          <p:cNvSpPr/>
          <p:nvPr/>
        </p:nvSpPr>
        <p:spPr>
          <a:xfrm>
            <a:off x="-1396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34" name="Google Shape;327;p58"/>
          <p:cNvGrpSpPr/>
          <p:nvPr/>
        </p:nvGrpSpPr>
        <p:grpSpPr>
          <a:xfrm>
            <a:off x="2986560" y="7543800"/>
            <a:ext cx="5220360" cy="375120"/>
            <a:chOff x="2986560" y="7543800"/>
            <a:chExt cx="5220360" cy="375120"/>
          </a:xfrm>
        </p:grpSpPr>
        <p:sp>
          <p:nvSpPr>
            <p:cNvPr id="1635" name="Google Shape;328;p58"/>
            <p:cNvSpPr/>
            <p:nvPr/>
          </p:nvSpPr>
          <p:spPr>
            <a:xfrm>
              <a:off x="298656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6" name="Google Shape;329;p58"/>
            <p:cNvSpPr/>
            <p:nvPr/>
          </p:nvSpPr>
          <p:spPr>
            <a:xfrm>
              <a:off x="354204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7" name="Google Shape;330;p58"/>
            <p:cNvSpPr/>
            <p:nvPr/>
          </p:nvSpPr>
          <p:spPr>
            <a:xfrm>
              <a:off x="404964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8" name="Google Shape;331;p58"/>
            <p:cNvSpPr/>
            <p:nvPr/>
          </p:nvSpPr>
          <p:spPr>
            <a:xfrm>
              <a:off x="456408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9" name="Google Shape;332;p58"/>
            <p:cNvSpPr/>
            <p:nvPr/>
          </p:nvSpPr>
          <p:spPr>
            <a:xfrm>
              <a:off x="507816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0" name="Google Shape;333;p58"/>
            <p:cNvSpPr/>
            <p:nvPr/>
          </p:nvSpPr>
          <p:spPr>
            <a:xfrm>
              <a:off x="614520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1" name="Google Shape;334;p58"/>
            <p:cNvSpPr/>
            <p:nvPr/>
          </p:nvSpPr>
          <p:spPr>
            <a:xfrm>
              <a:off x="563364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2" name="Google Shape;335;p58"/>
            <p:cNvSpPr/>
            <p:nvPr/>
          </p:nvSpPr>
          <p:spPr>
            <a:xfrm>
              <a:off x="674136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3" name="Google Shape;336;p58"/>
            <p:cNvSpPr/>
            <p:nvPr/>
          </p:nvSpPr>
          <p:spPr>
            <a:xfrm>
              <a:off x="730332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4" name="Google Shape;337;p58"/>
            <p:cNvSpPr/>
            <p:nvPr/>
          </p:nvSpPr>
          <p:spPr>
            <a:xfrm>
              <a:off x="7846200" y="7543800"/>
              <a:ext cx="360720" cy="375120"/>
            </a:xfrm>
            <a:custGeom>
              <a:avLst/>
              <a:gdLst>
                <a:gd name="textAreaLeft" fmla="*/ 0 w 360720"/>
                <a:gd name="textAreaRight" fmla="*/ 364680 w 360720"/>
                <a:gd name="textAreaTop" fmla="*/ 0 h 375120"/>
                <a:gd name="textAreaBottom" fmla="*/ 379080 h 3751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5" name="Google Shape;338;p58"/>
          <p:cNvSpPr/>
          <p:nvPr/>
        </p:nvSpPr>
        <p:spPr>
          <a:xfrm>
            <a:off x="-19227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6" name="Google Shape;339;p58"/>
          <p:cNvSpPr/>
          <p:nvPr/>
        </p:nvSpPr>
        <p:spPr>
          <a:xfrm>
            <a:off x="-24811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Google Shape;340;p58"/>
          <p:cNvSpPr/>
          <p:nvPr/>
        </p:nvSpPr>
        <p:spPr>
          <a:xfrm>
            <a:off x="-3033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Google Shape;341;p58"/>
          <p:cNvSpPr/>
          <p:nvPr/>
        </p:nvSpPr>
        <p:spPr>
          <a:xfrm>
            <a:off x="-187920" y="-628560"/>
            <a:ext cx="777240" cy="78066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9" name="Google Shape;342;p58"/>
          <p:cNvSpPr/>
          <p:nvPr/>
        </p:nvSpPr>
        <p:spPr>
          <a:xfrm rot="10800000">
            <a:off x="9987480" y="-401040"/>
            <a:ext cx="2953800" cy="2823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0" name="Google Shape;343;p58"/>
          <p:cNvSpPr/>
          <p:nvPr/>
        </p:nvSpPr>
        <p:spPr>
          <a:xfrm>
            <a:off x="564840" y="5270400"/>
            <a:ext cx="1463400" cy="1621440"/>
          </a:xfrm>
          <a:custGeom>
            <a:avLst/>
            <a:gdLst>
              <a:gd name="textAreaLeft" fmla="*/ 0 w 1463400"/>
              <a:gd name="textAreaRight" fmla="*/ 1467360 w 1463400"/>
              <a:gd name="textAreaTop" fmla="*/ 0 h 1621440"/>
              <a:gd name="textAreaBottom" fmla="*/ 1625400 h 162144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1" name="Google Shape;344;p58"/>
          <p:cNvSpPr/>
          <p:nvPr/>
        </p:nvSpPr>
        <p:spPr>
          <a:xfrm>
            <a:off x="997560" y="1713240"/>
            <a:ext cx="923040" cy="92304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Google Shape;345;p58"/>
          <p:cNvSpPr/>
          <p:nvPr/>
        </p:nvSpPr>
        <p:spPr>
          <a:xfrm>
            <a:off x="997560" y="2301840"/>
            <a:ext cx="9230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6160" cy="70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1908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5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1800" cy="71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6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6880" cy="22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840" cy="9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9" name="Google Shape;203;p53"/>
          <p:cNvSpPr/>
          <p:nvPr/>
        </p:nvSpPr>
        <p:spPr>
          <a:xfrm>
            <a:off x="-65160" y="0"/>
            <a:ext cx="2728080" cy="479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Google Shape;204;p53"/>
          <p:cNvSpPr/>
          <p:nvPr/>
        </p:nvSpPr>
        <p:spPr>
          <a:xfrm flipH="1">
            <a:off x="7616520" y="-2880"/>
            <a:ext cx="4633200" cy="479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1" name="Google Shape;205;p53"/>
          <p:cNvSpPr/>
          <p:nvPr/>
        </p:nvSpPr>
        <p:spPr>
          <a:xfrm>
            <a:off x="2362320" y="0"/>
            <a:ext cx="5653800" cy="479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2" name="Google Shape;206;p53"/>
          <p:cNvSpPr/>
          <p:nvPr/>
        </p:nvSpPr>
        <p:spPr>
          <a:xfrm flipH="1" rot="10800000">
            <a:off x="2149920" y="5933520"/>
            <a:ext cx="10102680" cy="942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3" name="Google Shape;207;p53"/>
          <p:cNvSpPr/>
          <p:nvPr/>
        </p:nvSpPr>
        <p:spPr>
          <a:xfrm rot="10800000">
            <a:off x="-60840" y="5936760"/>
            <a:ext cx="2423160" cy="942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4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5" name="Google Shape;209;p53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6" name="Google Shape;210;p53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7" name="Google Shape;211;p53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8" name="Google Shape;212;p53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9" name="Google Shape;213;p53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Google Shape;214;p53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Google Shape;215;p53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Google Shape;216;p53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Google Shape;217;p53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Google Shape;218;p53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Google Shape;219;p53"/>
          <p:cNvSpPr/>
          <p:nvPr/>
        </p:nvSpPr>
        <p:spPr>
          <a:xfrm>
            <a:off x="2986560" y="6282360"/>
            <a:ext cx="7102800" cy="33192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Google Shape;220;p53"/>
          <p:cNvSpPr/>
          <p:nvPr/>
        </p:nvSpPr>
        <p:spPr>
          <a:xfrm>
            <a:off x="10377360" y="6225480"/>
            <a:ext cx="11408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7" name="Google Shape;221;p53"/>
          <p:cNvSpPr/>
          <p:nvPr/>
        </p:nvSpPr>
        <p:spPr>
          <a:xfrm>
            <a:off x="10170000" y="6318000"/>
            <a:ext cx="261360" cy="26136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0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2840" cy="9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1" name="Google Shape;242;p55"/>
          <p:cNvSpPr/>
          <p:nvPr/>
        </p:nvSpPr>
        <p:spPr>
          <a:xfrm>
            <a:off x="-65160" y="6751800"/>
            <a:ext cx="2728080" cy="208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Google Shape;243;p55"/>
          <p:cNvSpPr/>
          <p:nvPr/>
        </p:nvSpPr>
        <p:spPr>
          <a:xfrm flipH="1">
            <a:off x="7616520" y="6751800"/>
            <a:ext cx="4633200" cy="208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3" name="Google Shape;244;p55"/>
          <p:cNvSpPr/>
          <p:nvPr/>
        </p:nvSpPr>
        <p:spPr>
          <a:xfrm>
            <a:off x="2362320" y="6751800"/>
            <a:ext cx="5653800" cy="208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4" name="Google Shape;245;p55"/>
          <p:cNvSpPr/>
          <p:nvPr/>
        </p:nvSpPr>
        <p:spPr>
          <a:xfrm flipH="1" rot="10800000">
            <a:off x="5630760" y="2520"/>
            <a:ext cx="6622560" cy="942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5" name="Google Shape;246;p55"/>
          <p:cNvSpPr/>
          <p:nvPr/>
        </p:nvSpPr>
        <p:spPr>
          <a:xfrm rot="10800000">
            <a:off x="-61200" y="0"/>
            <a:ext cx="8081280" cy="942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6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7" name="Google Shape;248;p55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8" name="Google Shape;249;p55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9" name="Google Shape;250;p55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Google Shape;251;p55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1" name="Google Shape;252;p55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Google Shape;253;p55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Google Shape;254;p55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Google Shape;255;p55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Google Shape;256;p55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Google Shape;257;p55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351;p59"/>
          <p:cNvSpPr/>
          <p:nvPr/>
        </p:nvSpPr>
        <p:spPr>
          <a:xfrm>
            <a:off x="4610160" y="4781520"/>
            <a:ext cx="7947720" cy="1115280"/>
          </a:xfrm>
          <a:custGeom>
            <a:avLst/>
            <a:gdLst>
              <a:gd name="textAreaLeft" fmla="*/ 0 w 7947720"/>
              <a:gd name="textAreaRight" fmla="*/ 7951680 w 7947720"/>
              <a:gd name="textAreaTop" fmla="*/ 0 h 1115280"/>
              <a:gd name="textAreaBottom" fmla="*/ 1119240 h 111528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0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0840" cy="8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1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19240" cy="294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2" name="Google Shape;354;p59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355;p59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4" name="Google Shape;356;p59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5" name="Google Shape;357;p59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6" name="Google Shape;358;p59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Google Shape;359;p59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360;p59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361;p59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362;p59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Google Shape;363;p59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2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431;p62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Google Shape;432;p62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7" name="Google Shape;433;p62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8" name="Google Shape;434;p62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9" name="Google Shape;435;p62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Google Shape;436;p62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Google Shape;437;p62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Google Shape;438;p62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Google Shape;439;p62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Google Shape;440;p62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Google Shape;441;p62"/>
          <p:cNvSpPr/>
          <p:nvPr/>
        </p:nvSpPr>
        <p:spPr>
          <a:xfrm>
            <a:off x="1655640" y="-227880"/>
            <a:ext cx="2054880" cy="8442360"/>
          </a:xfrm>
          <a:custGeom>
            <a:avLst/>
            <a:gdLst>
              <a:gd name="textAreaLeft" fmla="*/ 0 w 2054880"/>
              <a:gd name="textAreaRight" fmla="*/ 2058840 w 2054880"/>
              <a:gd name="textAreaTop" fmla="*/ 0 h 8442360"/>
              <a:gd name="textAreaBottom" fmla="*/ 8446320 h 844236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Google Shape;442;p62"/>
          <p:cNvSpPr/>
          <p:nvPr/>
        </p:nvSpPr>
        <p:spPr>
          <a:xfrm>
            <a:off x="6176520" y="-1150200"/>
            <a:ext cx="1895040" cy="8690040"/>
          </a:xfrm>
          <a:custGeom>
            <a:avLst/>
            <a:gdLst>
              <a:gd name="textAreaLeft" fmla="*/ 0 w 1895040"/>
              <a:gd name="textAreaRight" fmla="*/ 1899000 w 1895040"/>
              <a:gd name="textAreaTop" fmla="*/ 0 h 8690040"/>
              <a:gd name="textAreaBottom" fmla="*/ 8694000 h 869004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7" name="Google Shape;443;p62"/>
          <p:cNvSpPr/>
          <p:nvPr/>
        </p:nvSpPr>
        <p:spPr>
          <a:xfrm rot="10800000">
            <a:off x="10429920" y="-223920"/>
            <a:ext cx="1931760" cy="7081920"/>
          </a:xfrm>
          <a:custGeom>
            <a:avLst/>
            <a:gdLst>
              <a:gd name="textAreaLeft" fmla="*/ 0 w 1931760"/>
              <a:gd name="textAreaRight" fmla="*/ 1935720 w 1931760"/>
              <a:gd name="textAreaTop" fmla="*/ 0 h 7081920"/>
              <a:gd name="textAreaBottom" fmla="*/ 7085880 h 708192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28" name="Google Shape;444;p62"/>
          <p:cNvGrpSpPr/>
          <p:nvPr/>
        </p:nvGrpSpPr>
        <p:grpSpPr>
          <a:xfrm>
            <a:off x="4374360" y="3701160"/>
            <a:ext cx="1622880" cy="1622880"/>
            <a:chOff x="4374360" y="3701160"/>
            <a:chExt cx="1622880" cy="1622880"/>
          </a:xfrm>
        </p:grpSpPr>
        <p:sp>
          <p:nvSpPr>
            <p:cNvPr id="1729" name="Google Shape;445;p62"/>
            <p:cNvSpPr/>
            <p:nvPr/>
          </p:nvSpPr>
          <p:spPr>
            <a:xfrm>
              <a:off x="5024880" y="37011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0" name="Google Shape;446;p62"/>
            <p:cNvSpPr/>
            <p:nvPr/>
          </p:nvSpPr>
          <p:spPr>
            <a:xfrm>
              <a:off x="4699800" y="37011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1" name="Google Shape;447;p62"/>
            <p:cNvSpPr/>
            <p:nvPr/>
          </p:nvSpPr>
          <p:spPr>
            <a:xfrm>
              <a:off x="4374360" y="40266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2" name="Google Shape;448;p62"/>
            <p:cNvSpPr/>
            <p:nvPr/>
          </p:nvSpPr>
          <p:spPr>
            <a:xfrm>
              <a:off x="4374360" y="43520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3" name="Google Shape;449;p62"/>
            <p:cNvSpPr/>
            <p:nvPr/>
          </p:nvSpPr>
          <p:spPr>
            <a:xfrm>
              <a:off x="4374360" y="46771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4" name="Google Shape;450;p62"/>
            <p:cNvSpPr/>
            <p:nvPr/>
          </p:nvSpPr>
          <p:spPr>
            <a:xfrm>
              <a:off x="4699800" y="500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5" name="Google Shape;451;p62"/>
            <p:cNvSpPr/>
            <p:nvPr/>
          </p:nvSpPr>
          <p:spPr>
            <a:xfrm>
              <a:off x="5024880" y="500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6" name="Google Shape;452;p62"/>
            <p:cNvSpPr/>
            <p:nvPr/>
          </p:nvSpPr>
          <p:spPr>
            <a:xfrm>
              <a:off x="5350320" y="50025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7" name="Google Shape;453;p62"/>
            <p:cNvSpPr/>
            <p:nvPr/>
          </p:nvSpPr>
          <p:spPr>
            <a:xfrm>
              <a:off x="5675760" y="467712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8" name="Google Shape;454;p62"/>
            <p:cNvSpPr/>
            <p:nvPr/>
          </p:nvSpPr>
          <p:spPr>
            <a:xfrm>
              <a:off x="5675760" y="435204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9" name="Google Shape;455;p62"/>
            <p:cNvSpPr/>
            <p:nvPr/>
          </p:nvSpPr>
          <p:spPr>
            <a:xfrm>
              <a:off x="5675760" y="402660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0" name="Google Shape;456;p62"/>
            <p:cNvSpPr/>
            <p:nvPr/>
          </p:nvSpPr>
          <p:spPr>
            <a:xfrm>
              <a:off x="5350320" y="3701160"/>
              <a:ext cx="321480" cy="321480"/>
            </a:xfrm>
            <a:custGeom>
              <a:avLst/>
              <a:gdLst>
                <a:gd name="textAreaLeft" fmla="*/ 0 w 321480"/>
                <a:gd name="textAreaRight" fmla="*/ 325440 w 321480"/>
                <a:gd name="textAreaTop" fmla="*/ 0 h 321480"/>
                <a:gd name="textAreaBottom" fmla="*/ 325440 h 3214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41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2" name="Google Shape;458;p62"/>
          <p:cNvSpPr/>
          <p:nvPr/>
        </p:nvSpPr>
        <p:spPr>
          <a:xfrm>
            <a:off x="9837720" y="3995280"/>
            <a:ext cx="2863080" cy="2858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3" name="Google Shape;459;p62" descr=""/>
          <p:cNvPicPr/>
          <p:nvPr/>
        </p:nvPicPr>
        <p:blipFill>
          <a:blip r:embed="rId3"/>
          <a:stretch/>
        </p:blipFill>
        <p:spPr>
          <a:xfrm flipH="1">
            <a:off x="5355360" y="1794960"/>
            <a:ext cx="5712840" cy="38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585;p66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7" name="Google Shape;586;p66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8" name="Google Shape;587;p66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9" name="Google Shape;588;p66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0" name="Google Shape;589;p66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Google Shape;590;p66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Google Shape;591;p66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Google Shape;592;p66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Google Shape;593;p66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Google Shape;594;p66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6" name="Google Shape;595;p66"/>
          <p:cNvSpPr/>
          <p:nvPr/>
        </p:nvSpPr>
        <p:spPr>
          <a:xfrm rot="10800000">
            <a:off x="-87480" y="11520"/>
            <a:ext cx="606240" cy="6921720"/>
          </a:xfrm>
          <a:custGeom>
            <a:avLst/>
            <a:gdLst>
              <a:gd name="textAreaLeft" fmla="*/ 0 w 606240"/>
              <a:gd name="textAreaRight" fmla="*/ 610200 w 606240"/>
              <a:gd name="textAreaTop" fmla="*/ 0 h 6921720"/>
              <a:gd name="textAreaBottom" fmla="*/ 6925680 h 692172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7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8400" cy="28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8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29200" cy="221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9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1480" cy="3280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60" name="Google Shape;599;p66"/>
          <p:cNvGrpSpPr/>
          <p:nvPr/>
        </p:nvGrpSpPr>
        <p:grpSpPr>
          <a:xfrm>
            <a:off x="875880" y="5823720"/>
            <a:ext cx="1072080" cy="761400"/>
            <a:chOff x="875880" y="5823720"/>
            <a:chExt cx="1072080" cy="761400"/>
          </a:xfrm>
        </p:grpSpPr>
        <p:grpSp>
          <p:nvGrpSpPr>
            <p:cNvPr id="1761" name="Google Shape;600;p66"/>
            <p:cNvGrpSpPr/>
            <p:nvPr/>
          </p:nvGrpSpPr>
          <p:grpSpPr>
            <a:xfrm>
              <a:off x="875880" y="6026040"/>
              <a:ext cx="892800" cy="215280"/>
              <a:chOff x="875880" y="6026040"/>
              <a:chExt cx="892800" cy="215280"/>
            </a:xfrm>
          </p:grpSpPr>
          <p:sp>
            <p:nvSpPr>
              <p:cNvPr id="1762" name="Google Shape;601;p66"/>
              <p:cNvSpPr/>
              <p:nvPr/>
            </p:nvSpPr>
            <p:spPr>
              <a:xfrm>
                <a:off x="875880" y="6026040"/>
                <a:ext cx="105480" cy="214560"/>
              </a:xfrm>
              <a:custGeom>
                <a:avLst/>
                <a:gdLst>
                  <a:gd name="textAreaLeft" fmla="*/ 0 w 105480"/>
                  <a:gd name="textAreaRight" fmla="*/ 109440 w 105480"/>
                  <a:gd name="textAreaTop" fmla="*/ 0 h 214560"/>
                  <a:gd name="textAreaBottom" fmla="*/ 218520 h 21456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3" name="Google Shape;602;p66"/>
              <p:cNvSpPr/>
              <p:nvPr/>
            </p:nvSpPr>
            <p:spPr>
              <a:xfrm>
                <a:off x="1008000" y="6066720"/>
                <a:ext cx="164520" cy="174600"/>
              </a:xfrm>
              <a:custGeom>
                <a:avLst/>
                <a:gdLst>
                  <a:gd name="textAreaLeft" fmla="*/ 0 w 164520"/>
                  <a:gd name="textAreaRight" fmla="*/ 168480 w 164520"/>
                  <a:gd name="textAreaTop" fmla="*/ 0 h 174600"/>
                  <a:gd name="textAreaBottom" fmla="*/ 178560 h 17460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4" name="Google Shape;603;p66"/>
              <p:cNvSpPr/>
              <p:nvPr/>
            </p:nvSpPr>
            <p:spPr>
              <a:xfrm>
                <a:off x="1204560" y="6066720"/>
                <a:ext cx="155520" cy="174600"/>
              </a:xfrm>
              <a:custGeom>
                <a:avLst/>
                <a:gdLst>
                  <a:gd name="textAreaLeft" fmla="*/ 0 w 155520"/>
                  <a:gd name="textAreaRight" fmla="*/ 159480 w 155520"/>
                  <a:gd name="textAreaTop" fmla="*/ 0 h 174600"/>
                  <a:gd name="textAreaBottom" fmla="*/ 178560 h 17460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5" name="Google Shape;604;p66"/>
              <p:cNvSpPr/>
              <p:nvPr/>
            </p:nvSpPr>
            <p:spPr>
              <a:xfrm>
                <a:off x="1395720" y="6066720"/>
                <a:ext cx="153360" cy="171000"/>
              </a:xfrm>
              <a:custGeom>
                <a:avLst/>
                <a:gdLst>
                  <a:gd name="textAreaLeft" fmla="*/ 0 w 153360"/>
                  <a:gd name="textAreaRight" fmla="*/ 157320 w 153360"/>
                  <a:gd name="textAreaTop" fmla="*/ 0 h 171000"/>
                  <a:gd name="textAreaBottom" fmla="*/ 174960 h 17100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6" name="Google Shape;605;p66"/>
              <p:cNvSpPr/>
              <p:nvPr/>
            </p:nvSpPr>
            <p:spPr>
              <a:xfrm>
                <a:off x="1586880" y="6066720"/>
                <a:ext cx="181800" cy="174600"/>
              </a:xfrm>
              <a:custGeom>
                <a:avLst/>
                <a:gdLst>
                  <a:gd name="textAreaLeft" fmla="*/ 0 w 181800"/>
                  <a:gd name="textAreaRight" fmla="*/ 185760 w 181800"/>
                  <a:gd name="textAreaTop" fmla="*/ 0 h 174600"/>
                  <a:gd name="textAreaBottom" fmla="*/ 178560 h 17460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67" name="Google Shape;606;p66"/>
            <p:cNvGrpSpPr/>
            <p:nvPr/>
          </p:nvGrpSpPr>
          <p:grpSpPr>
            <a:xfrm>
              <a:off x="1184760" y="6303600"/>
              <a:ext cx="763200" cy="281520"/>
              <a:chOff x="1184760" y="6303600"/>
              <a:chExt cx="763200" cy="281520"/>
            </a:xfrm>
          </p:grpSpPr>
          <p:sp>
            <p:nvSpPr>
              <p:cNvPr id="1768" name="Google Shape;607;p66"/>
              <p:cNvSpPr/>
              <p:nvPr/>
            </p:nvSpPr>
            <p:spPr>
              <a:xfrm>
                <a:off x="1184760" y="6303600"/>
                <a:ext cx="44640" cy="229680"/>
              </a:xfrm>
              <a:custGeom>
                <a:avLst/>
                <a:gdLst>
                  <a:gd name="textAreaLeft" fmla="*/ 0 w 44640"/>
                  <a:gd name="textAreaRight" fmla="*/ 48600 w 44640"/>
                  <a:gd name="textAreaTop" fmla="*/ 0 h 229680"/>
                  <a:gd name="textAreaBottom" fmla="*/ 233640 h 22968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9" name="Google Shape;608;p66"/>
              <p:cNvSpPr/>
              <p:nvPr/>
            </p:nvSpPr>
            <p:spPr>
              <a:xfrm>
                <a:off x="1270800" y="6362280"/>
                <a:ext cx="181800" cy="174600"/>
              </a:xfrm>
              <a:custGeom>
                <a:avLst/>
                <a:gdLst>
                  <a:gd name="textAreaLeft" fmla="*/ 0 w 181800"/>
                  <a:gd name="textAreaRight" fmla="*/ 185760 w 181800"/>
                  <a:gd name="textAreaTop" fmla="*/ 0 h 174600"/>
                  <a:gd name="textAreaBottom" fmla="*/ 178560 h 17460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0" name="Google Shape;609;p66"/>
              <p:cNvSpPr/>
              <p:nvPr/>
            </p:nvSpPr>
            <p:spPr>
              <a:xfrm>
                <a:off x="1484280" y="6362280"/>
                <a:ext cx="176400" cy="222840"/>
              </a:xfrm>
              <a:custGeom>
                <a:avLst/>
                <a:gdLst>
                  <a:gd name="textAreaLeft" fmla="*/ 0 w 176400"/>
                  <a:gd name="textAreaRight" fmla="*/ 180360 w 176400"/>
                  <a:gd name="textAreaTop" fmla="*/ 0 h 222840"/>
                  <a:gd name="textAreaBottom" fmla="*/ 226800 h 22284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1" name="Google Shape;610;p66"/>
              <p:cNvSpPr/>
              <p:nvPr/>
            </p:nvSpPr>
            <p:spPr>
              <a:xfrm>
                <a:off x="1708920" y="6303600"/>
                <a:ext cx="47160" cy="229680"/>
              </a:xfrm>
              <a:custGeom>
                <a:avLst/>
                <a:gdLst>
                  <a:gd name="textAreaLeft" fmla="*/ 0 w 47160"/>
                  <a:gd name="textAreaRight" fmla="*/ 51120 w 47160"/>
                  <a:gd name="textAreaTop" fmla="*/ 0 h 229680"/>
                  <a:gd name="textAreaBottom" fmla="*/ 233640 h 22968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2" name="Google Shape;611;p66"/>
              <p:cNvSpPr/>
              <p:nvPr/>
            </p:nvSpPr>
            <p:spPr>
              <a:xfrm>
                <a:off x="1794240" y="6363720"/>
                <a:ext cx="153720" cy="172800"/>
              </a:xfrm>
              <a:custGeom>
                <a:avLst/>
                <a:gdLst>
                  <a:gd name="textAreaLeft" fmla="*/ 0 w 153720"/>
                  <a:gd name="textAreaRight" fmla="*/ 157680 w 153720"/>
                  <a:gd name="textAreaTop" fmla="*/ 0 h 172800"/>
                  <a:gd name="textAreaBottom" fmla="*/ 176760 h 17280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73" name="Google Shape;612;p66"/>
            <p:cNvGrpSpPr/>
            <p:nvPr/>
          </p:nvGrpSpPr>
          <p:grpSpPr>
            <a:xfrm>
              <a:off x="939600" y="5823720"/>
              <a:ext cx="442440" cy="107640"/>
              <a:chOff x="939600" y="5823720"/>
              <a:chExt cx="442440" cy="107640"/>
            </a:xfrm>
          </p:grpSpPr>
          <p:sp>
            <p:nvSpPr>
              <p:cNvPr id="1774" name="Google Shape;613;p66"/>
              <p:cNvSpPr/>
              <p:nvPr/>
            </p:nvSpPr>
            <p:spPr>
              <a:xfrm>
                <a:off x="1316160" y="5828040"/>
                <a:ext cx="65880" cy="102960"/>
              </a:xfrm>
              <a:custGeom>
                <a:avLst/>
                <a:gdLst>
                  <a:gd name="textAreaLeft" fmla="*/ 0 w 65880"/>
                  <a:gd name="textAreaRight" fmla="*/ 69840 w 65880"/>
                  <a:gd name="textAreaTop" fmla="*/ 0 h 102960"/>
                  <a:gd name="textAreaBottom" fmla="*/ 106920 h 10296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5" name="Google Shape;614;p66"/>
              <p:cNvSpPr/>
              <p:nvPr/>
            </p:nvSpPr>
            <p:spPr>
              <a:xfrm>
                <a:off x="939600" y="5823720"/>
                <a:ext cx="97200" cy="107640"/>
              </a:xfrm>
              <a:custGeom>
                <a:avLst/>
                <a:gdLst>
                  <a:gd name="textAreaLeft" fmla="*/ 0 w 97200"/>
                  <a:gd name="textAreaRight" fmla="*/ 101160 w 97200"/>
                  <a:gd name="textAreaTop" fmla="*/ 0 h 107640"/>
                  <a:gd name="textAreaBottom" fmla="*/ 111600 h 10764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6" name="Google Shape;615;p66"/>
              <p:cNvSpPr/>
              <p:nvPr/>
            </p:nvSpPr>
            <p:spPr>
              <a:xfrm>
                <a:off x="1037160" y="5839200"/>
                <a:ext cx="94320" cy="88920"/>
              </a:xfrm>
              <a:custGeom>
                <a:avLst/>
                <a:gdLst>
                  <a:gd name="textAreaLeft" fmla="*/ 0 w 94320"/>
                  <a:gd name="textAreaRight" fmla="*/ 98280 w 94320"/>
                  <a:gd name="textAreaTop" fmla="*/ 0 h 88920"/>
                  <a:gd name="textAreaBottom" fmla="*/ 92880 h 8892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7" name="Google Shape;616;p66"/>
              <p:cNvSpPr/>
              <p:nvPr/>
            </p:nvSpPr>
            <p:spPr>
              <a:xfrm>
                <a:off x="1134000" y="5840280"/>
                <a:ext cx="87840" cy="86040"/>
              </a:xfrm>
              <a:custGeom>
                <a:avLst/>
                <a:gdLst>
                  <a:gd name="textAreaLeft" fmla="*/ 0 w 87840"/>
                  <a:gd name="textAreaRight" fmla="*/ 91800 w 87840"/>
                  <a:gd name="textAreaTop" fmla="*/ 0 h 86040"/>
                  <a:gd name="textAreaBottom" fmla="*/ 90000 h 8604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8" name="Google Shape;617;p66"/>
              <p:cNvSpPr/>
              <p:nvPr/>
            </p:nvSpPr>
            <p:spPr>
              <a:xfrm>
                <a:off x="1225080" y="5839560"/>
                <a:ext cx="88560" cy="87840"/>
              </a:xfrm>
              <a:custGeom>
                <a:avLst/>
                <a:gdLst>
                  <a:gd name="textAreaLeft" fmla="*/ 0 w 88560"/>
                  <a:gd name="textAreaRight" fmla="*/ 92520 w 88560"/>
                  <a:gd name="textAreaTop" fmla="*/ 0 h 87840"/>
                  <a:gd name="textAreaBottom" fmla="*/ 91800 h 8784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" name="Google Shape;619;p67"/>
          <p:cNvGrpSpPr/>
          <p:nvPr/>
        </p:nvGrpSpPr>
        <p:grpSpPr>
          <a:xfrm>
            <a:off x="6381360" y="1503720"/>
            <a:ext cx="4286160" cy="3571200"/>
            <a:chOff x="6381360" y="1503720"/>
            <a:chExt cx="4286160" cy="3571200"/>
          </a:xfrm>
        </p:grpSpPr>
        <p:sp>
          <p:nvSpPr>
            <p:cNvPr id="1782" name="Google Shape;620;p67"/>
            <p:cNvSpPr/>
            <p:nvPr/>
          </p:nvSpPr>
          <p:spPr>
            <a:xfrm>
              <a:off x="6738840" y="4721400"/>
              <a:ext cx="3570840" cy="353520"/>
            </a:xfrm>
            <a:custGeom>
              <a:avLst/>
              <a:gdLst>
                <a:gd name="textAreaLeft" fmla="*/ 0 w 3570840"/>
                <a:gd name="textAreaRight" fmla="*/ 3574800 w 357084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3" name="Google Shape;621;p67"/>
            <p:cNvSpPr/>
            <p:nvPr/>
          </p:nvSpPr>
          <p:spPr>
            <a:xfrm>
              <a:off x="10314000" y="2933640"/>
              <a:ext cx="353520" cy="178344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1783440"/>
                <a:gd name="textAreaBottom" fmla="*/ 1787400 h 178344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4" name="Google Shape;622;p67"/>
            <p:cNvSpPr/>
            <p:nvPr/>
          </p:nvSpPr>
          <p:spPr>
            <a:xfrm>
              <a:off x="8168760" y="3291120"/>
              <a:ext cx="889920" cy="1068480"/>
            </a:xfrm>
            <a:custGeom>
              <a:avLst/>
              <a:gdLst>
                <a:gd name="textAreaLeft" fmla="*/ 0 w 889920"/>
                <a:gd name="textAreaRight" fmla="*/ 893880 w 889920"/>
                <a:gd name="textAreaTop" fmla="*/ 0 h 1068480"/>
                <a:gd name="textAreaBottom" fmla="*/ 1072440 h 106848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5" name="Google Shape;623;p67"/>
            <p:cNvSpPr/>
            <p:nvPr/>
          </p:nvSpPr>
          <p:spPr>
            <a:xfrm>
              <a:off x="8883720" y="1861200"/>
              <a:ext cx="353520" cy="35352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6" name="Google Shape;624;p67"/>
            <p:cNvSpPr/>
            <p:nvPr/>
          </p:nvSpPr>
          <p:spPr>
            <a:xfrm>
              <a:off x="9241200" y="1503720"/>
              <a:ext cx="353520" cy="35352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7" name="Google Shape;625;p67"/>
            <p:cNvSpPr/>
            <p:nvPr/>
          </p:nvSpPr>
          <p:spPr>
            <a:xfrm>
              <a:off x="6381360" y="2933640"/>
              <a:ext cx="353520" cy="178344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1783440"/>
                <a:gd name="textAreaBottom" fmla="*/ 1787400 h 178344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8" name="Google Shape;626;p67"/>
            <p:cNvSpPr/>
            <p:nvPr/>
          </p:nvSpPr>
          <p:spPr>
            <a:xfrm>
              <a:off x="6738840" y="2218680"/>
              <a:ext cx="3570840" cy="711000"/>
            </a:xfrm>
            <a:custGeom>
              <a:avLst/>
              <a:gdLst>
                <a:gd name="textAreaLeft" fmla="*/ 0 w 3570840"/>
                <a:gd name="textAreaRight" fmla="*/ 3574800 w 3570840"/>
                <a:gd name="textAreaTop" fmla="*/ 0 h 711000"/>
                <a:gd name="textAreaBottom" fmla="*/ 714960 h 71100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9" name="Google Shape;627;p67"/>
            <p:cNvSpPr/>
            <p:nvPr/>
          </p:nvSpPr>
          <p:spPr>
            <a:xfrm>
              <a:off x="7811280" y="1861200"/>
              <a:ext cx="353520" cy="35352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0" name="Google Shape;628;p67"/>
            <p:cNvSpPr/>
            <p:nvPr/>
          </p:nvSpPr>
          <p:spPr>
            <a:xfrm>
              <a:off x="7453800" y="1503720"/>
              <a:ext cx="353520" cy="35352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91" name="Google Shape;629;p67"/>
          <p:cNvSpPr/>
          <p:nvPr/>
        </p:nvSpPr>
        <p:spPr>
          <a:xfrm>
            <a:off x="824400" y="5846760"/>
            <a:ext cx="1284480" cy="785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Google Shape;630;p67"/>
          <p:cNvSpPr/>
          <p:nvPr/>
        </p:nvSpPr>
        <p:spPr>
          <a:xfrm>
            <a:off x="12072960" y="-628560"/>
            <a:ext cx="353520" cy="78066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Google Shape;631;p67"/>
          <p:cNvSpPr/>
          <p:nvPr/>
        </p:nvSpPr>
        <p:spPr>
          <a:xfrm>
            <a:off x="-91080" y="-476280"/>
            <a:ext cx="777240" cy="7806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4" name="Google Shape;632;p67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5" name="Google Shape;633;p67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Google Shape;634;p67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7" name="Google Shape;635;p67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8" name="Google Shape;636;p67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Google Shape;637;p67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Google Shape;638;p67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Google Shape;639;p67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2" name="Google Shape;640;p67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3" name="Google Shape;641;p67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04" name="Google Shape;642;p67"/>
          <p:cNvGrpSpPr/>
          <p:nvPr/>
        </p:nvGrpSpPr>
        <p:grpSpPr>
          <a:xfrm>
            <a:off x="991080" y="5682960"/>
            <a:ext cx="1149480" cy="816480"/>
            <a:chOff x="991080" y="5682960"/>
            <a:chExt cx="1149480" cy="816480"/>
          </a:xfrm>
        </p:grpSpPr>
        <p:grpSp>
          <p:nvGrpSpPr>
            <p:cNvPr id="1805" name="Google Shape;643;p67"/>
            <p:cNvGrpSpPr/>
            <p:nvPr/>
          </p:nvGrpSpPr>
          <p:grpSpPr>
            <a:xfrm>
              <a:off x="991080" y="5900040"/>
              <a:ext cx="956880" cy="231120"/>
              <a:chOff x="991080" y="5900040"/>
              <a:chExt cx="956880" cy="231120"/>
            </a:xfrm>
          </p:grpSpPr>
          <p:sp>
            <p:nvSpPr>
              <p:cNvPr id="1806" name="Google Shape;644;p67"/>
              <p:cNvSpPr/>
              <p:nvPr/>
            </p:nvSpPr>
            <p:spPr>
              <a:xfrm>
                <a:off x="991080" y="5900040"/>
                <a:ext cx="113400" cy="230040"/>
              </a:xfrm>
              <a:custGeom>
                <a:avLst/>
                <a:gdLst>
                  <a:gd name="textAreaLeft" fmla="*/ 0 w 113400"/>
                  <a:gd name="textAreaRight" fmla="*/ 117360 w 113400"/>
                  <a:gd name="textAreaTop" fmla="*/ 0 h 230040"/>
                  <a:gd name="textAreaBottom" fmla="*/ 234000 h 23004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7" name="Google Shape;645;p67"/>
              <p:cNvSpPr/>
              <p:nvPr/>
            </p:nvSpPr>
            <p:spPr>
              <a:xfrm>
                <a:off x="1132560" y="5943600"/>
                <a:ext cx="176760" cy="187560"/>
              </a:xfrm>
              <a:custGeom>
                <a:avLst/>
                <a:gdLst>
                  <a:gd name="textAreaLeft" fmla="*/ 0 w 176760"/>
                  <a:gd name="textAreaRight" fmla="*/ 180720 w 17676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8" name="Google Shape;646;p67"/>
              <p:cNvSpPr/>
              <p:nvPr/>
            </p:nvSpPr>
            <p:spPr>
              <a:xfrm>
                <a:off x="1343160" y="5943600"/>
                <a:ext cx="167040" cy="187560"/>
              </a:xfrm>
              <a:custGeom>
                <a:avLst/>
                <a:gdLst>
                  <a:gd name="textAreaLeft" fmla="*/ 0 w 167040"/>
                  <a:gd name="textAreaRight" fmla="*/ 171000 w 16704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9" name="Google Shape;647;p67"/>
              <p:cNvSpPr/>
              <p:nvPr/>
            </p:nvSpPr>
            <p:spPr>
              <a:xfrm>
                <a:off x="1548000" y="5943600"/>
                <a:ext cx="164520" cy="183240"/>
              </a:xfrm>
              <a:custGeom>
                <a:avLst/>
                <a:gdLst>
                  <a:gd name="textAreaLeft" fmla="*/ 0 w 164520"/>
                  <a:gd name="textAreaRight" fmla="*/ 168480 w 164520"/>
                  <a:gd name="textAreaTop" fmla="*/ 0 h 183240"/>
                  <a:gd name="textAreaBottom" fmla="*/ 187200 h 18324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0" name="Google Shape;648;p67"/>
              <p:cNvSpPr/>
              <p:nvPr/>
            </p:nvSpPr>
            <p:spPr>
              <a:xfrm>
                <a:off x="1752840" y="5943600"/>
                <a:ext cx="195120" cy="187560"/>
              </a:xfrm>
              <a:custGeom>
                <a:avLst/>
                <a:gdLst>
                  <a:gd name="textAreaLeft" fmla="*/ 0 w 195120"/>
                  <a:gd name="textAreaRight" fmla="*/ 199080 w 19512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11" name="Google Shape;649;p67"/>
            <p:cNvGrpSpPr/>
            <p:nvPr/>
          </p:nvGrpSpPr>
          <p:grpSpPr>
            <a:xfrm>
              <a:off x="1321920" y="6197400"/>
              <a:ext cx="818640" cy="302040"/>
              <a:chOff x="1321920" y="6197400"/>
              <a:chExt cx="818640" cy="302040"/>
            </a:xfrm>
          </p:grpSpPr>
          <p:sp>
            <p:nvSpPr>
              <p:cNvPr id="1812" name="Google Shape;650;p67"/>
              <p:cNvSpPr/>
              <p:nvPr/>
            </p:nvSpPr>
            <p:spPr>
              <a:xfrm>
                <a:off x="1321920" y="6197400"/>
                <a:ext cx="48240" cy="246600"/>
              </a:xfrm>
              <a:custGeom>
                <a:avLst/>
                <a:gdLst>
                  <a:gd name="textAreaLeft" fmla="*/ 0 w 48240"/>
                  <a:gd name="textAreaRight" fmla="*/ 52200 w 48240"/>
                  <a:gd name="textAreaTop" fmla="*/ 0 h 246600"/>
                  <a:gd name="textAreaBottom" fmla="*/ 250560 h 24660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3" name="Google Shape;651;p67"/>
              <p:cNvSpPr/>
              <p:nvPr/>
            </p:nvSpPr>
            <p:spPr>
              <a:xfrm>
                <a:off x="1414440" y="6260760"/>
                <a:ext cx="195120" cy="187560"/>
              </a:xfrm>
              <a:custGeom>
                <a:avLst/>
                <a:gdLst>
                  <a:gd name="textAreaLeft" fmla="*/ 0 w 195120"/>
                  <a:gd name="textAreaRight" fmla="*/ 199080 w 19512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4" name="Google Shape;652;p67"/>
              <p:cNvSpPr/>
              <p:nvPr/>
            </p:nvSpPr>
            <p:spPr>
              <a:xfrm>
                <a:off x="1642680" y="6260400"/>
                <a:ext cx="189360" cy="239040"/>
              </a:xfrm>
              <a:custGeom>
                <a:avLst/>
                <a:gdLst>
                  <a:gd name="textAreaLeft" fmla="*/ 0 w 189360"/>
                  <a:gd name="textAreaRight" fmla="*/ 193320 w 189360"/>
                  <a:gd name="textAreaTop" fmla="*/ 0 h 239040"/>
                  <a:gd name="textAreaBottom" fmla="*/ 243000 h 23904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5" name="Google Shape;653;p67"/>
              <p:cNvSpPr/>
              <p:nvPr/>
            </p:nvSpPr>
            <p:spPr>
              <a:xfrm>
                <a:off x="1883880" y="6197400"/>
                <a:ext cx="51120" cy="246600"/>
              </a:xfrm>
              <a:custGeom>
                <a:avLst/>
                <a:gdLst>
                  <a:gd name="textAreaLeft" fmla="*/ 0 w 51120"/>
                  <a:gd name="textAreaRight" fmla="*/ 55080 w 51120"/>
                  <a:gd name="textAreaTop" fmla="*/ 0 h 246600"/>
                  <a:gd name="textAreaBottom" fmla="*/ 250560 h 24660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6" name="Google Shape;654;p67"/>
              <p:cNvSpPr/>
              <p:nvPr/>
            </p:nvSpPr>
            <p:spPr>
              <a:xfrm>
                <a:off x="1975320" y="6261840"/>
                <a:ext cx="165240" cy="185400"/>
              </a:xfrm>
              <a:custGeom>
                <a:avLst/>
                <a:gdLst>
                  <a:gd name="textAreaLeft" fmla="*/ 0 w 165240"/>
                  <a:gd name="textAreaRight" fmla="*/ 169200 w 165240"/>
                  <a:gd name="textAreaTop" fmla="*/ 0 h 185400"/>
                  <a:gd name="textAreaBottom" fmla="*/ 189360 h 18540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17" name="Google Shape;655;p67"/>
            <p:cNvGrpSpPr/>
            <p:nvPr/>
          </p:nvGrpSpPr>
          <p:grpSpPr>
            <a:xfrm>
              <a:off x="1059120" y="5682960"/>
              <a:ext cx="474840" cy="115920"/>
              <a:chOff x="1059120" y="5682960"/>
              <a:chExt cx="474840" cy="115920"/>
            </a:xfrm>
          </p:grpSpPr>
          <p:sp>
            <p:nvSpPr>
              <p:cNvPr id="1818" name="Google Shape;656;p67"/>
              <p:cNvSpPr/>
              <p:nvPr/>
            </p:nvSpPr>
            <p:spPr>
              <a:xfrm>
                <a:off x="1463040" y="5688000"/>
                <a:ext cx="70920" cy="110520"/>
              </a:xfrm>
              <a:custGeom>
                <a:avLst/>
                <a:gdLst>
                  <a:gd name="textAreaLeft" fmla="*/ 0 w 70920"/>
                  <a:gd name="textAreaRight" fmla="*/ 74880 w 70920"/>
                  <a:gd name="textAreaTop" fmla="*/ 0 h 110520"/>
                  <a:gd name="textAreaBottom" fmla="*/ 114480 h 11052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9" name="Google Shape;657;p67"/>
              <p:cNvSpPr/>
              <p:nvPr/>
            </p:nvSpPr>
            <p:spPr>
              <a:xfrm>
                <a:off x="1059120" y="5682960"/>
                <a:ext cx="104400" cy="115920"/>
              </a:xfrm>
              <a:custGeom>
                <a:avLst/>
                <a:gdLst>
                  <a:gd name="textAreaLeft" fmla="*/ 0 w 104400"/>
                  <a:gd name="textAreaRight" fmla="*/ 108360 w 104400"/>
                  <a:gd name="textAreaTop" fmla="*/ 0 h 115920"/>
                  <a:gd name="textAreaBottom" fmla="*/ 119880 h 11592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0" name="Google Shape;658;p67"/>
              <p:cNvSpPr/>
              <p:nvPr/>
            </p:nvSpPr>
            <p:spPr>
              <a:xfrm>
                <a:off x="1163520" y="5699520"/>
                <a:ext cx="101160" cy="95400"/>
              </a:xfrm>
              <a:custGeom>
                <a:avLst/>
                <a:gdLst>
                  <a:gd name="textAreaLeft" fmla="*/ 0 w 101160"/>
                  <a:gd name="textAreaRight" fmla="*/ 105120 w 101160"/>
                  <a:gd name="textAreaTop" fmla="*/ 0 h 95400"/>
                  <a:gd name="textAreaBottom" fmla="*/ 99360 h 9540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1" name="Google Shape;659;p67"/>
              <p:cNvSpPr/>
              <p:nvPr/>
            </p:nvSpPr>
            <p:spPr>
              <a:xfrm>
                <a:off x="1267560" y="5700600"/>
                <a:ext cx="94680" cy="92520"/>
              </a:xfrm>
              <a:custGeom>
                <a:avLst/>
                <a:gdLst>
                  <a:gd name="textAreaLeft" fmla="*/ 0 w 94680"/>
                  <a:gd name="textAreaRight" fmla="*/ 98640 w 94680"/>
                  <a:gd name="textAreaTop" fmla="*/ 0 h 92520"/>
                  <a:gd name="textAreaBottom" fmla="*/ 96480 h 9252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2" name="Google Shape;660;p67"/>
              <p:cNvSpPr/>
              <p:nvPr/>
            </p:nvSpPr>
            <p:spPr>
              <a:xfrm>
                <a:off x="1365120" y="5700240"/>
                <a:ext cx="95400" cy="94320"/>
              </a:xfrm>
              <a:custGeom>
                <a:avLst/>
                <a:gdLst>
                  <a:gd name="textAreaLeft" fmla="*/ 0 w 95400"/>
                  <a:gd name="textAreaRight" fmla="*/ 99360 w 95400"/>
                  <a:gd name="textAreaTop" fmla="*/ 0 h 94320"/>
                  <a:gd name="textAreaBottom" fmla="*/ 98280 h 9432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23" name="Google Shape;661;p67"/>
          <p:cNvGrpSpPr/>
          <p:nvPr/>
        </p:nvGrpSpPr>
        <p:grpSpPr>
          <a:xfrm>
            <a:off x="8526240" y="1503720"/>
            <a:ext cx="2141280" cy="3571200"/>
            <a:chOff x="8526240" y="1503720"/>
            <a:chExt cx="2141280" cy="3571200"/>
          </a:xfrm>
        </p:grpSpPr>
        <p:sp>
          <p:nvSpPr>
            <p:cNvPr id="1824" name="Google Shape;662;p67"/>
            <p:cNvSpPr/>
            <p:nvPr/>
          </p:nvSpPr>
          <p:spPr>
            <a:xfrm>
              <a:off x="8526240" y="4721400"/>
              <a:ext cx="1783440" cy="353520"/>
            </a:xfrm>
            <a:custGeom>
              <a:avLst/>
              <a:gdLst>
                <a:gd name="textAreaLeft" fmla="*/ 0 w 1783440"/>
                <a:gd name="textAreaRight" fmla="*/ 1787400 w 178344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5" name="Google Shape;663;p67"/>
            <p:cNvSpPr/>
            <p:nvPr/>
          </p:nvSpPr>
          <p:spPr>
            <a:xfrm>
              <a:off x="10314000" y="2933640"/>
              <a:ext cx="353520" cy="178344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1783440"/>
                <a:gd name="textAreaBottom" fmla="*/ 1787400 h 178344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6" name="Google Shape;664;p67"/>
            <p:cNvSpPr/>
            <p:nvPr/>
          </p:nvSpPr>
          <p:spPr>
            <a:xfrm>
              <a:off x="8526240" y="2218680"/>
              <a:ext cx="1783440" cy="711000"/>
            </a:xfrm>
            <a:custGeom>
              <a:avLst/>
              <a:gdLst>
                <a:gd name="textAreaLeft" fmla="*/ 0 w 1783440"/>
                <a:gd name="textAreaRight" fmla="*/ 1787400 w 1783440"/>
                <a:gd name="textAreaTop" fmla="*/ 0 h 711000"/>
                <a:gd name="textAreaBottom" fmla="*/ 714960 h 71100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7" name="Google Shape;665;p67"/>
            <p:cNvSpPr/>
            <p:nvPr/>
          </p:nvSpPr>
          <p:spPr>
            <a:xfrm>
              <a:off x="8526240" y="3470040"/>
              <a:ext cx="532440" cy="711000"/>
            </a:xfrm>
            <a:custGeom>
              <a:avLst/>
              <a:gdLst>
                <a:gd name="textAreaLeft" fmla="*/ 0 w 532440"/>
                <a:gd name="textAreaRight" fmla="*/ 536400 w 532440"/>
                <a:gd name="textAreaTop" fmla="*/ 0 h 711000"/>
                <a:gd name="textAreaBottom" fmla="*/ 714960 h 71100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8" name="Google Shape;666;p67"/>
            <p:cNvSpPr/>
            <p:nvPr/>
          </p:nvSpPr>
          <p:spPr>
            <a:xfrm>
              <a:off x="8883720" y="1861200"/>
              <a:ext cx="353520" cy="35352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9" name="Google Shape;667;p67"/>
            <p:cNvSpPr/>
            <p:nvPr/>
          </p:nvSpPr>
          <p:spPr>
            <a:xfrm>
              <a:off x="9241200" y="1503720"/>
              <a:ext cx="353520" cy="353520"/>
            </a:xfrm>
            <a:custGeom>
              <a:avLst/>
              <a:gdLst>
                <a:gd name="textAreaLeft" fmla="*/ 0 w 353520"/>
                <a:gd name="textAreaRight" fmla="*/ 357480 w 353520"/>
                <a:gd name="textAreaTop" fmla="*/ 0 h 353520"/>
                <a:gd name="textAreaBottom" fmla="*/ 357480 h 3535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476;p64"/>
          <p:cNvSpPr/>
          <p:nvPr/>
        </p:nvSpPr>
        <p:spPr>
          <a:xfrm>
            <a:off x="35420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Google Shape;477;p64"/>
          <p:cNvSpPr/>
          <p:nvPr/>
        </p:nvSpPr>
        <p:spPr>
          <a:xfrm>
            <a:off x="40971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Google Shape;478;p64"/>
          <p:cNvSpPr/>
          <p:nvPr/>
        </p:nvSpPr>
        <p:spPr>
          <a:xfrm>
            <a:off x="460476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Google Shape;479;p64"/>
          <p:cNvSpPr/>
          <p:nvPr/>
        </p:nvSpPr>
        <p:spPr>
          <a:xfrm>
            <a:off x="51192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Google Shape;480;p64"/>
          <p:cNvSpPr/>
          <p:nvPr/>
        </p:nvSpPr>
        <p:spPr>
          <a:xfrm>
            <a:off x="56336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Google Shape;481;p64"/>
          <p:cNvSpPr/>
          <p:nvPr/>
        </p:nvSpPr>
        <p:spPr>
          <a:xfrm>
            <a:off x="67003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Google Shape;482;p64"/>
          <p:cNvSpPr/>
          <p:nvPr/>
        </p:nvSpPr>
        <p:spPr>
          <a:xfrm>
            <a:off x="618912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Google Shape;483;p64"/>
          <p:cNvSpPr/>
          <p:nvPr/>
        </p:nvSpPr>
        <p:spPr>
          <a:xfrm>
            <a:off x="729684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Google Shape;484;p64"/>
          <p:cNvSpPr/>
          <p:nvPr/>
        </p:nvSpPr>
        <p:spPr>
          <a:xfrm>
            <a:off x="785880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Google Shape;485;p64"/>
          <p:cNvSpPr/>
          <p:nvPr/>
        </p:nvSpPr>
        <p:spPr>
          <a:xfrm>
            <a:off x="8401680" y="706104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42" name="Google Shape;486;p64"/>
          <p:cNvGrpSpPr/>
          <p:nvPr/>
        </p:nvGrpSpPr>
        <p:grpSpPr>
          <a:xfrm>
            <a:off x="384840" y="6026040"/>
            <a:ext cx="892440" cy="215280"/>
            <a:chOff x="384840" y="6026040"/>
            <a:chExt cx="892440" cy="215280"/>
          </a:xfrm>
        </p:grpSpPr>
        <p:sp>
          <p:nvSpPr>
            <p:cNvPr id="1843" name="Google Shape;487;p64"/>
            <p:cNvSpPr/>
            <p:nvPr/>
          </p:nvSpPr>
          <p:spPr>
            <a:xfrm>
              <a:off x="384840" y="6026040"/>
              <a:ext cx="105480" cy="214560"/>
            </a:xfrm>
            <a:custGeom>
              <a:avLst/>
              <a:gdLst>
                <a:gd name="textAreaLeft" fmla="*/ 0 w 105480"/>
                <a:gd name="textAreaRight" fmla="*/ 109440 w 105480"/>
                <a:gd name="textAreaTop" fmla="*/ 0 h 214560"/>
                <a:gd name="textAreaBottom" fmla="*/ 218520 h 21456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4" name="Google Shape;488;p64"/>
            <p:cNvSpPr/>
            <p:nvPr/>
          </p:nvSpPr>
          <p:spPr>
            <a:xfrm>
              <a:off x="516960" y="6066720"/>
              <a:ext cx="164520" cy="174600"/>
            </a:xfrm>
            <a:custGeom>
              <a:avLst/>
              <a:gdLst>
                <a:gd name="textAreaLeft" fmla="*/ 0 w 164520"/>
                <a:gd name="textAreaRight" fmla="*/ 168480 w 164520"/>
                <a:gd name="textAreaTop" fmla="*/ 0 h 174600"/>
                <a:gd name="textAreaBottom" fmla="*/ 178560 h 17460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5" name="Google Shape;489;p64"/>
            <p:cNvSpPr/>
            <p:nvPr/>
          </p:nvSpPr>
          <p:spPr>
            <a:xfrm>
              <a:off x="713160" y="6066720"/>
              <a:ext cx="155520" cy="174600"/>
            </a:xfrm>
            <a:custGeom>
              <a:avLst/>
              <a:gdLst>
                <a:gd name="textAreaLeft" fmla="*/ 0 w 155520"/>
                <a:gd name="textAreaRight" fmla="*/ 159480 w 155520"/>
                <a:gd name="textAreaTop" fmla="*/ 0 h 174600"/>
                <a:gd name="textAreaBottom" fmla="*/ 178560 h 17460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6" name="Google Shape;490;p64"/>
            <p:cNvSpPr/>
            <p:nvPr/>
          </p:nvSpPr>
          <p:spPr>
            <a:xfrm>
              <a:off x="904320" y="6066720"/>
              <a:ext cx="153360" cy="171000"/>
            </a:xfrm>
            <a:custGeom>
              <a:avLst/>
              <a:gdLst>
                <a:gd name="textAreaLeft" fmla="*/ 0 w 153360"/>
                <a:gd name="textAreaRight" fmla="*/ 157320 w 153360"/>
                <a:gd name="textAreaTop" fmla="*/ 0 h 171000"/>
                <a:gd name="textAreaBottom" fmla="*/ 174960 h 17100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7" name="Google Shape;491;p64"/>
            <p:cNvSpPr/>
            <p:nvPr/>
          </p:nvSpPr>
          <p:spPr>
            <a:xfrm>
              <a:off x="1095480" y="6066720"/>
              <a:ext cx="181800" cy="174600"/>
            </a:xfrm>
            <a:custGeom>
              <a:avLst/>
              <a:gdLst>
                <a:gd name="textAreaLeft" fmla="*/ 0 w 181800"/>
                <a:gd name="textAreaRight" fmla="*/ 185760 w 181800"/>
                <a:gd name="textAreaTop" fmla="*/ 0 h 174600"/>
                <a:gd name="textAreaBottom" fmla="*/ 178560 h 17460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8" name="Google Shape;492;p64"/>
          <p:cNvGrpSpPr/>
          <p:nvPr/>
        </p:nvGrpSpPr>
        <p:grpSpPr>
          <a:xfrm>
            <a:off x="693720" y="6303600"/>
            <a:ext cx="763200" cy="281520"/>
            <a:chOff x="693720" y="6303600"/>
            <a:chExt cx="763200" cy="281520"/>
          </a:xfrm>
        </p:grpSpPr>
        <p:sp>
          <p:nvSpPr>
            <p:cNvPr id="1849" name="Google Shape;493;p64"/>
            <p:cNvSpPr/>
            <p:nvPr/>
          </p:nvSpPr>
          <p:spPr>
            <a:xfrm>
              <a:off x="693720" y="6303600"/>
              <a:ext cx="44640" cy="229680"/>
            </a:xfrm>
            <a:custGeom>
              <a:avLst/>
              <a:gdLst>
                <a:gd name="textAreaLeft" fmla="*/ 0 w 44640"/>
                <a:gd name="textAreaRight" fmla="*/ 48600 w 44640"/>
                <a:gd name="textAreaTop" fmla="*/ 0 h 229680"/>
                <a:gd name="textAreaBottom" fmla="*/ 233640 h 22968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0" name="Google Shape;494;p64"/>
            <p:cNvSpPr/>
            <p:nvPr/>
          </p:nvSpPr>
          <p:spPr>
            <a:xfrm>
              <a:off x="779760" y="6362280"/>
              <a:ext cx="181800" cy="174600"/>
            </a:xfrm>
            <a:custGeom>
              <a:avLst/>
              <a:gdLst>
                <a:gd name="textAreaLeft" fmla="*/ 0 w 181800"/>
                <a:gd name="textAreaRight" fmla="*/ 185760 w 181800"/>
                <a:gd name="textAreaTop" fmla="*/ 0 h 174600"/>
                <a:gd name="textAreaBottom" fmla="*/ 178560 h 17460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1" name="Google Shape;495;p64"/>
            <p:cNvSpPr/>
            <p:nvPr/>
          </p:nvSpPr>
          <p:spPr>
            <a:xfrm>
              <a:off x="992880" y="6362280"/>
              <a:ext cx="176400" cy="222840"/>
            </a:xfrm>
            <a:custGeom>
              <a:avLst/>
              <a:gdLst>
                <a:gd name="textAreaLeft" fmla="*/ 0 w 176400"/>
                <a:gd name="textAreaRight" fmla="*/ 180360 w 176400"/>
                <a:gd name="textAreaTop" fmla="*/ 0 h 222840"/>
                <a:gd name="textAreaBottom" fmla="*/ 226800 h 22284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2" name="Google Shape;496;p64"/>
            <p:cNvSpPr/>
            <p:nvPr/>
          </p:nvSpPr>
          <p:spPr>
            <a:xfrm>
              <a:off x="1217520" y="6303600"/>
              <a:ext cx="47160" cy="229680"/>
            </a:xfrm>
            <a:custGeom>
              <a:avLst/>
              <a:gdLst>
                <a:gd name="textAreaLeft" fmla="*/ 0 w 47160"/>
                <a:gd name="textAreaRight" fmla="*/ 51120 w 47160"/>
                <a:gd name="textAreaTop" fmla="*/ 0 h 229680"/>
                <a:gd name="textAreaBottom" fmla="*/ 233640 h 22968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3" name="Google Shape;497;p64"/>
            <p:cNvSpPr/>
            <p:nvPr/>
          </p:nvSpPr>
          <p:spPr>
            <a:xfrm>
              <a:off x="1303200" y="6363720"/>
              <a:ext cx="153720" cy="172800"/>
            </a:xfrm>
            <a:custGeom>
              <a:avLst/>
              <a:gdLst>
                <a:gd name="textAreaLeft" fmla="*/ 0 w 153720"/>
                <a:gd name="textAreaRight" fmla="*/ 157680 w 153720"/>
                <a:gd name="textAreaTop" fmla="*/ 0 h 172800"/>
                <a:gd name="textAreaBottom" fmla="*/ 176760 h 17280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54" name="Google Shape;498;p64"/>
          <p:cNvGrpSpPr/>
          <p:nvPr/>
        </p:nvGrpSpPr>
        <p:grpSpPr>
          <a:xfrm>
            <a:off x="448560" y="5823720"/>
            <a:ext cx="442440" cy="107640"/>
            <a:chOff x="448560" y="5823720"/>
            <a:chExt cx="442440" cy="107640"/>
          </a:xfrm>
        </p:grpSpPr>
        <p:sp>
          <p:nvSpPr>
            <p:cNvPr id="1855" name="Google Shape;499;p64"/>
            <p:cNvSpPr/>
            <p:nvPr/>
          </p:nvSpPr>
          <p:spPr>
            <a:xfrm>
              <a:off x="825120" y="5828040"/>
              <a:ext cx="65880" cy="102960"/>
            </a:xfrm>
            <a:custGeom>
              <a:avLst/>
              <a:gdLst>
                <a:gd name="textAreaLeft" fmla="*/ 0 w 65880"/>
                <a:gd name="textAreaRight" fmla="*/ 69840 w 65880"/>
                <a:gd name="textAreaTop" fmla="*/ 0 h 102960"/>
                <a:gd name="textAreaBottom" fmla="*/ 106920 h 10296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6" name="Google Shape;500;p64"/>
            <p:cNvSpPr/>
            <p:nvPr/>
          </p:nvSpPr>
          <p:spPr>
            <a:xfrm>
              <a:off x="448560" y="5823720"/>
              <a:ext cx="97200" cy="107640"/>
            </a:xfrm>
            <a:custGeom>
              <a:avLst/>
              <a:gdLst>
                <a:gd name="textAreaLeft" fmla="*/ 0 w 97200"/>
                <a:gd name="textAreaRight" fmla="*/ 101160 w 97200"/>
                <a:gd name="textAreaTop" fmla="*/ 0 h 107640"/>
                <a:gd name="textAreaBottom" fmla="*/ 111600 h 10764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7" name="Google Shape;501;p64"/>
            <p:cNvSpPr/>
            <p:nvPr/>
          </p:nvSpPr>
          <p:spPr>
            <a:xfrm>
              <a:off x="545760" y="5839200"/>
              <a:ext cx="94320" cy="88920"/>
            </a:xfrm>
            <a:custGeom>
              <a:avLst/>
              <a:gdLst>
                <a:gd name="textAreaLeft" fmla="*/ 0 w 94320"/>
                <a:gd name="textAreaRight" fmla="*/ 98280 w 94320"/>
                <a:gd name="textAreaTop" fmla="*/ 0 h 88920"/>
                <a:gd name="textAreaBottom" fmla="*/ 92880 h 8892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8" name="Google Shape;502;p64"/>
            <p:cNvSpPr/>
            <p:nvPr/>
          </p:nvSpPr>
          <p:spPr>
            <a:xfrm>
              <a:off x="642960" y="5840280"/>
              <a:ext cx="87840" cy="86040"/>
            </a:xfrm>
            <a:custGeom>
              <a:avLst/>
              <a:gdLst>
                <a:gd name="textAreaLeft" fmla="*/ 0 w 87840"/>
                <a:gd name="textAreaRight" fmla="*/ 91800 w 87840"/>
                <a:gd name="textAreaTop" fmla="*/ 0 h 86040"/>
                <a:gd name="textAreaBottom" fmla="*/ 90000 h 8604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9" name="Google Shape;503;p64"/>
            <p:cNvSpPr/>
            <p:nvPr/>
          </p:nvSpPr>
          <p:spPr>
            <a:xfrm>
              <a:off x="733680" y="5839560"/>
              <a:ext cx="88560" cy="87840"/>
            </a:xfrm>
            <a:custGeom>
              <a:avLst/>
              <a:gdLst>
                <a:gd name="textAreaLeft" fmla="*/ 0 w 88560"/>
                <a:gd name="textAreaRight" fmla="*/ 92520 w 88560"/>
                <a:gd name="textAreaTop" fmla="*/ 0 h 87840"/>
                <a:gd name="textAreaBottom" fmla="*/ 91800 h 8784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60" name="Google Shape;504;p64"/>
          <p:cNvSpPr/>
          <p:nvPr/>
        </p:nvSpPr>
        <p:spPr>
          <a:xfrm>
            <a:off x="-254160" y="6756120"/>
            <a:ext cx="12937320" cy="453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61" name="Google Shape;505;p64"/>
          <p:cNvGrpSpPr/>
          <p:nvPr/>
        </p:nvGrpSpPr>
        <p:grpSpPr>
          <a:xfrm>
            <a:off x="3960" y="0"/>
            <a:ext cx="12393360" cy="4205880"/>
            <a:chOff x="3960" y="0"/>
            <a:chExt cx="12393360" cy="4205880"/>
          </a:xfrm>
        </p:grpSpPr>
        <p:pic>
          <p:nvPicPr>
            <p:cNvPr id="1862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3960" y="3960"/>
              <a:ext cx="4482360" cy="42019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63" name="Google Shape;507;p64"/>
            <p:cNvGrpSpPr/>
            <p:nvPr/>
          </p:nvGrpSpPr>
          <p:grpSpPr>
            <a:xfrm>
              <a:off x="2914560" y="0"/>
              <a:ext cx="9482760" cy="2853360"/>
              <a:chOff x="2914560" y="0"/>
              <a:chExt cx="9482760" cy="2853360"/>
            </a:xfrm>
          </p:grpSpPr>
          <p:sp>
            <p:nvSpPr>
              <p:cNvPr id="1864" name="Google Shape;508;p64"/>
              <p:cNvSpPr/>
              <p:nvPr/>
            </p:nvSpPr>
            <p:spPr>
              <a:xfrm>
                <a:off x="3538440" y="0"/>
                <a:ext cx="8858880" cy="58968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5" name="Google Shape;509;p64"/>
              <p:cNvSpPr/>
              <p:nvPr/>
            </p:nvSpPr>
            <p:spPr>
              <a:xfrm>
                <a:off x="2914560" y="152280"/>
                <a:ext cx="1567800" cy="270108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66" name="Google Shape;510;p64"/>
          <p:cNvSpPr/>
          <p:nvPr/>
        </p:nvSpPr>
        <p:spPr>
          <a:xfrm>
            <a:off x="-254160" y="-12600"/>
            <a:ext cx="12937320" cy="633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9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0" name="Google Shape;71;p49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1" name="Google Shape;72;p49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2" name="Google Shape;73;p49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3" name="Google Shape;74;p49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4" name="Google Shape;75;p49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Google Shape;76;p49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Google Shape;77;p49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Google Shape;78;p49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Google Shape;79;p49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Google Shape;80;p49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669;p68"/>
          <p:cNvSpPr/>
          <p:nvPr/>
        </p:nvSpPr>
        <p:spPr>
          <a:xfrm>
            <a:off x="9374760" y="0"/>
            <a:ext cx="3024000" cy="6854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3" name="Google Shape;670;p68"/>
          <p:cNvSpPr/>
          <p:nvPr/>
        </p:nvSpPr>
        <p:spPr>
          <a:xfrm>
            <a:off x="9374760" y="3882960"/>
            <a:ext cx="3024000" cy="29710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4" name="Google Shape;671;p68"/>
          <p:cNvSpPr/>
          <p:nvPr/>
        </p:nvSpPr>
        <p:spPr>
          <a:xfrm>
            <a:off x="-41400" y="0"/>
            <a:ext cx="3024000" cy="6854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5" name="Google Shape;672;p68"/>
          <p:cNvSpPr/>
          <p:nvPr/>
        </p:nvSpPr>
        <p:spPr>
          <a:xfrm>
            <a:off x="-41400" y="0"/>
            <a:ext cx="3024000" cy="29710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6" name="Google Shape;673;p68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7" name="Google Shape;674;p68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Google Shape;675;p68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Google Shape;676;p68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Google Shape;677;p68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1" name="Google Shape;678;p68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Google Shape;679;p68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Google Shape;680;p68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4" name="Google Shape;681;p68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Google Shape;682;p68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6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7" name="Google Shape;684;p68"/>
          <p:cNvSpPr/>
          <p:nvPr/>
        </p:nvSpPr>
        <p:spPr>
          <a:xfrm>
            <a:off x="2666880" y="0"/>
            <a:ext cx="6854040" cy="6854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98" name="Google Shape;685;p68"/>
          <p:cNvGrpSpPr/>
          <p:nvPr/>
        </p:nvGrpSpPr>
        <p:grpSpPr>
          <a:xfrm>
            <a:off x="10058040" y="1268640"/>
            <a:ext cx="1801440" cy="1801440"/>
            <a:chOff x="10058040" y="1268640"/>
            <a:chExt cx="1801440" cy="1801440"/>
          </a:xfrm>
        </p:grpSpPr>
        <p:sp>
          <p:nvSpPr>
            <p:cNvPr id="1899" name="Google Shape;686;p68"/>
            <p:cNvSpPr/>
            <p:nvPr/>
          </p:nvSpPr>
          <p:spPr>
            <a:xfrm>
              <a:off x="1126152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0" name="Google Shape;687;p68"/>
            <p:cNvSpPr/>
            <p:nvPr/>
          </p:nvSpPr>
          <p:spPr>
            <a:xfrm>
              <a:off x="1106100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1" name="Google Shape;688;p68"/>
            <p:cNvSpPr/>
            <p:nvPr/>
          </p:nvSpPr>
          <p:spPr>
            <a:xfrm>
              <a:off x="1086048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2" name="Google Shape;689;p68"/>
            <p:cNvSpPr/>
            <p:nvPr/>
          </p:nvSpPr>
          <p:spPr>
            <a:xfrm>
              <a:off x="1065996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3" name="Google Shape;690;p68"/>
            <p:cNvSpPr/>
            <p:nvPr/>
          </p:nvSpPr>
          <p:spPr>
            <a:xfrm>
              <a:off x="1045944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4" name="Google Shape;691;p68"/>
            <p:cNvSpPr/>
            <p:nvPr/>
          </p:nvSpPr>
          <p:spPr>
            <a:xfrm>
              <a:off x="10258560" y="1469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5" name="Google Shape;692;p68"/>
            <p:cNvSpPr/>
            <p:nvPr/>
          </p:nvSpPr>
          <p:spPr>
            <a:xfrm>
              <a:off x="10058040" y="16700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6" name="Google Shape;693;p68"/>
            <p:cNvSpPr/>
            <p:nvPr/>
          </p:nvSpPr>
          <p:spPr>
            <a:xfrm>
              <a:off x="10058040" y="187056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7" name="Google Shape;694;p68"/>
            <p:cNvSpPr/>
            <p:nvPr/>
          </p:nvSpPr>
          <p:spPr>
            <a:xfrm>
              <a:off x="10058040" y="207108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Google Shape;695;p68"/>
            <p:cNvSpPr/>
            <p:nvPr/>
          </p:nvSpPr>
          <p:spPr>
            <a:xfrm>
              <a:off x="10058040" y="22716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Google Shape;696;p68"/>
            <p:cNvSpPr/>
            <p:nvPr/>
          </p:nvSpPr>
          <p:spPr>
            <a:xfrm>
              <a:off x="10058040" y="24721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0" name="Google Shape;697;p68"/>
            <p:cNvSpPr/>
            <p:nvPr/>
          </p:nvSpPr>
          <p:spPr>
            <a:xfrm>
              <a:off x="10258560" y="26730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1" name="Google Shape;698;p68"/>
            <p:cNvSpPr/>
            <p:nvPr/>
          </p:nvSpPr>
          <p:spPr>
            <a:xfrm>
              <a:off x="1045944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2" name="Google Shape;699;p68"/>
            <p:cNvSpPr/>
            <p:nvPr/>
          </p:nvSpPr>
          <p:spPr>
            <a:xfrm>
              <a:off x="1065996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Google Shape;700;p68"/>
            <p:cNvSpPr/>
            <p:nvPr/>
          </p:nvSpPr>
          <p:spPr>
            <a:xfrm>
              <a:off x="1086048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Google Shape;701;p68"/>
            <p:cNvSpPr/>
            <p:nvPr/>
          </p:nvSpPr>
          <p:spPr>
            <a:xfrm>
              <a:off x="1106100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Google Shape;702;p68"/>
            <p:cNvSpPr/>
            <p:nvPr/>
          </p:nvSpPr>
          <p:spPr>
            <a:xfrm>
              <a:off x="1126152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703;p68"/>
            <p:cNvSpPr/>
            <p:nvPr/>
          </p:nvSpPr>
          <p:spPr>
            <a:xfrm>
              <a:off x="11462400" y="26730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Google Shape;704;p68"/>
            <p:cNvSpPr/>
            <p:nvPr/>
          </p:nvSpPr>
          <p:spPr>
            <a:xfrm>
              <a:off x="11662920" y="24721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8" name="Google Shape;705;p68"/>
            <p:cNvSpPr/>
            <p:nvPr/>
          </p:nvSpPr>
          <p:spPr>
            <a:xfrm>
              <a:off x="11662920" y="22716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9" name="Google Shape;706;p68"/>
            <p:cNvSpPr/>
            <p:nvPr/>
          </p:nvSpPr>
          <p:spPr>
            <a:xfrm>
              <a:off x="11662920" y="207108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0" name="Google Shape;707;p68"/>
            <p:cNvSpPr/>
            <p:nvPr/>
          </p:nvSpPr>
          <p:spPr>
            <a:xfrm>
              <a:off x="11662920" y="187056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1" name="Google Shape;708;p68"/>
            <p:cNvSpPr/>
            <p:nvPr/>
          </p:nvSpPr>
          <p:spPr>
            <a:xfrm>
              <a:off x="11662920" y="16700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2" name="Google Shape;709;p68"/>
            <p:cNvSpPr/>
            <p:nvPr/>
          </p:nvSpPr>
          <p:spPr>
            <a:xfrm>
              <a:off x="11462400" y="1469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3" name="Google Shape;710;p68"/>
          <p:cNvSpPr/>
          <p:nvPr/>
        </p:nvSpPr>
        <p:spPr>
          <a:xfrm>
            <a:off x="492120" y="-227880"/>
            <a:ext cx="2054880" cy="8442360"/>
          </a:xfrm>
          <a:custGeom>
            <a:avLst/>
            <a:gdLst>
              <a:gd name="textAreaLeft" fmla="*/ 0 w 2054880"/>
              <a:gd name="textAreaRight" fmla="*/ 2058840 w 2054880"/>
              <a:gd name="textAreaTop" fmla="*/ 0 h 8442360"/>
              <a:gd name="textAreaBottom" fmla="*/ 8446320 h 844236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4" name="Google Shape;711;p68"/>
          <p:cNvSpPr/>
          <p:nvPr/>
        </p:nvSpPr>
        <p:spPr>
          <a:xfrm>
            <a:off x="3367800" y="-960480"/>
            <a:ext cx="1895040" cy="8690040"/>
          </a:xfrm>
          <a:custGeom>
            <a:avLst/>
            <a:gdLst>
              <a:gd name="textAreaLeft" fmla="*/ 0 w 1895040"/>
              <a:gd name="textAreaRight" fmla="*/ 1899000 w 1895040"/>
              <a:gd name="textAreaTop" fmla="*/ 0 h 8690040"/>
              <a:gd name="textAreaBottom" fmla="*/ 8694000 h 869004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5" name="Google Shape;712;p68"/>
          <p:cNvSpPr/>
          <p:nvPr/>
        </p:nvSpPr>
        <p:spPr>
          <a:xfrm>
            <a:off x="7389360" y="-113760"/>
            <a:ext cx="1931760" cy="7081920"/>
          </a:xfrm>
          <a:custGeom>
            <a:avLst/>
            <a:gdLst>
              <a:gd name="textAreaLeft" fmla="*/ 0 w 1931760"/>
              <a:gd name="textAreaRight" fmla="*/ 1935720 w 1931760"/>
              <a:gd name="textAreaTop" fmla="*/ 0 h 7081920"/>
              <a:gd name="textAreaBottom" fmla="*/ 7085880 h 708192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8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3960" y="0"/>
            <a:ext cx="12188160" cy="685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9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0" name="Google Shape;716;p69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1" name="Google Shape;717;p69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2" name="Google Shape;718;p69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3" name="Google Shape;719;p69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4" name="Google Shape;720;p69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Google Shape;721;p69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6" name="Google Shape;722;p69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7" name="Google Shape;723;p69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8" name="Google Shape;724;p69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9" name="Google Shape;725;p69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2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7560" cy="1018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3" name="Google Shape;728;p70" descr=""/>
          <p:cNvPicPr/>
          <p:nvPr/>
        </p:nvPicPr>
        <p:blipFill>
          <a:blip r:embed="rId3"/>
          <a:stretch/>
        </p:blipFill>
        <p:spPr>
          <a:xfrm flipH="1">
            <a:off x="505440" y="1314000"/>
            <a:ext cx="6077160" cy="47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4" name="Google Shape;729;p70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5" name="Google Shape;730;p70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6" name="Google Shape;731;p70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7" name="Google Shape;732;p70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8" name="Google Shape;733;p70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9" name="Google Shape;734;p70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0" name="Google Shape;735;p70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1" name="Google Shape;736;p70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2" name="Google Shape;737;p70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3" name="Google Shape;738;p70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669;p68"/>
          <p:cNvSpPr/>
          <p:nvPr/>
        </p:nvSpPr>
        <p:spPr>
          <a:xfrm>
            <a:off x="9374760" y="0"/>
            <a:ext cx="3024000" cy="6854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7" name="Google Shape;670;p68"/>
          <p:cNvSpPr/>
          <p:nvPr/>
        </p:nvSpPr>
        <p:spPr>
          <a:xfrm>
            <a:off x="9374760" y="3882960"/>
            <a:ext cx="3024000" cy="29710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Google Shape;671;p68"/>
          <p:cNvSpPr/>
          <p:nvPr/>
        </p:nvSpPr>
        <p:spPr>
          <a:xfrm>
            <a:off x="-41400" y="0"/>
            <a:ext cx="3024000" cy="6854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Google Shape;672;p68"/>
          <p:cNvSpPr/>
          <p:nvPr/>
        </p:nvSpPr>
        <p:spPr>
          <a:xfrm>
            <a:off x="-41400" y="0"/>
            <a:ext cx="3024000" cy="29710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0" name="Google Shape;673;p68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1" name="Google Shape;674;p68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2" name="Google Shape;675;p68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3" name="Google Shape;676;p68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4" name="Google Shape;677;p68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Google Shape;678;p68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Google Shape;679;p68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Google Shape;680;p68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Google Shape;681;p68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Google Shape;682;p68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0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1" name="Google Shape;684;p68"/>
          <p:cNvSpPr/>
          <p:nvPr/>
        </p:nvSpPr>
        <p:spPr>
          <a:xfrm>
            <a:off x="2666880" y="0"/>
            <a:ext cx="6854040" cy="6854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72" name="Google Shape;685;p68"/>
          <p:cNvGrpSpPr/>
          <p:nvPr/>
        </p:nvGrpSpPr>
        <p:grpSpPr>
          <a:xfrm>
            <a:off x="10058040" y="1268640"/>
            <a:ext cx="1801440" cy="1801440"/>
            <a:chOff x="10058040" y="1268640"/>
            <a:chExt cx="1801440" cy="1801440"/>
          </a:xfrm>
        </p:grpSpPr>
        <p:sp>
          <p:nvSpPr>
            <p:cNvPr id="1973" name="Google Shape;686;p68"/>
            <p:cNvSpPr/>
            <p:nvPr/>
          </p:nvSpPr>
          <p:spPr>
            <a:xfrm>
              <a:off x="1126152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4" name="Google Shape;687;p68"/>
            <p:cNvSpPr/>
            <p:nvPr/>
          </p:nvSpPr>
          <p:spPr>
            <a:xfrm>
              <a:off x="1106100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Google Shape;688;p68"/>
            <p:cNvSpPr/>
            <p:nvPr/>
          </p:nvSpPr>
          <p:spPr>
            <a:xfrm>
              <a:off x="1086048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6" name="Google Shape;689;p68"/>
            <p:cNvSpPr/>
            <p:nvPr/>
          </p:nvSpPr>
          <p:spPr>
            <a:xfrm>
              <a:off x="1065996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7" name="Google Shape;690;p68"/>
            <p:cNvSpPr/>
            <p:nvPr/>
          </p:nvSpPr>
          <p:spPr>
            <a:xfrm>
              <a:off x="10459440" y="12686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8" name="Google Shape;691;p68"/>
            <p:cNvSpPr/>
            <p:nvPr/>
          </p:nvSpPr>
          <p:spPr>
            <a:xfrm>
              <a:off x="10258560" y="1469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9" name="Google Shape;692;p68"/>
            <p:cNvSpPr/>
            <p:nvPr/>
          </p:nvSpPr>
          <p:spPr>
            <a:xfrm>
              <a:off x="10058040" y="16700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0" name="Google Shape;693;p68"/>
            <p:cNvSpPr/>
            <p:nvPr/>
          </p:nvSpPr>
          <p:spPr>
            <a:xfrm>
              <a:off x="10058040" y="187056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1" name="Google Shape;694;p68"/>
            <p:cNvSpPr/>
            <p:nvPr/>
          </p:nvSpPr>
          <p:spPr>
            <a:xfrm>
              <a:off x="10058040" y="207108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2" name="Google Shape;695;p68"/>
            <p:cNvSpPr/>
            <p:nvPr/>
          </p:nvSpPr>
          <p:spPr>
            <a:xfrm>
              <a:off x="10058040" y="22716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3" name="Google Shape;696;p68"/>
            <p:cNvSpPr/>
            <p:nvPr/>
          </p:nvSpPr>
          <p:spPr>
            <a:xfrm>
              <a:off x="10058040" y="24721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4" name="Google Shape;697;p68"/>
            <p:cNvSpPr/>
            <p:nvPr/>
          </p:nvSpPr>
          <p:spPr>
            <a:xfrm>
              <a:off x="10258560" y="26730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5" name="Google Shape;698;p68"/>
            <p:cNvSpPr/>
            <p:nvPr/>
          </p:nvSpPr>
          <p:spPr>
            <a:xfrm>
              <a:off x="1045944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6" name="Google Shape;699;p68"/>
            <p:cNvSpPr/>
            <p:nvPr/>
          </p:nvSpPr>
          <p:spPr>
            <a:xfrm>
              <a:off x="1065996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7" name="Google Shape;700;p68"/>
            <p:cNvSpPr/>
            <p:nvPr/>
          </p:nvSpPr>
          <p:spPr>
            <a:xfrm>
              <a:off x="1086048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8" name="Google Shape;701;p68"/>
            <p:cNvSpPr/>
            <p:nvPr/>
          </p:nvSpPr>
          <p:spPr>
            <a:xfrm>
              <a:off x="1106100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9" name="Google Shape;702;p68"/>
            <p:cNvSpPr/>
            <p:nvPr/>
          </p:nvSpPr>
          <p:spPr>
            <a:xfrm>
              <a:off x="11261520" y="2873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0" name="Google Shape;703;p68"/>
            <p:cNvSpPr/>
            <p:nvPr/>
          </p:nvSpPr>
          <p:spPr>
            <a:xfrm>
              <a:off x="11462400" y="26730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1" name="Google Shape;704;p68"/>
            <p:cNvSpPr/>
            <p:nvPr/>
          </p:nvSpPr>
          <p:spPr>
            <a:xfrm>
              <a:off x="11662920" y="24721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2" name="Google Shape;705;p68"/>
            <p:cNvSpPr/>
            <p:nvPr/>
          </p:nvSpPr>
          <p:spPr>
            <a:xfrm>
              <a:off x="11662920" y="227160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3" name="Google Shape;706;p68"/>
            <p:cNvSpPr/>
            <p:nvPr/>
          </p:nvSpPr>
          <p:spPr>
            <a:xfrm>
              <a:off x="11662920" y="207108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4" name="Google Shape;707;p68"/>
            <p:cNvSpPr/>
            <p:nvPr/>
          </p:nvSpPr>
          <p:spPr>
            <a:xfrm>
              <a:off x="11662920" y="187056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5" name="Google Shape;708;p68"/>
            <p:cNvSpPr/>
            <p:nvPr/>
          </p:nvSpPr>
          <p:spPr>
            <a:xfrm>
              <a:off x="11662920" y="167004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6" name="Google Shape;709;p68"/>
            <p:cNvSpPr/>
            <p:nvPr/>
          </p:nvSpPr>
          <p:spPr>
            <a:xfrm>
              <a:off x="11462400" y="1469520"/>
              <a:ext cx="196560" cy="196560"/>
            </a:xfrm>
            <a:custGeom>
              <a:avLst/>
              <a:gdLst>
                <a:gd name="textAreaLeft" fmla="*/ 0 w 196560"/>
                <a:gd name="textAreaRight" fmla="*/ 200520 w 196560"/>
                <a:gd name="textAreaTop" fmla="*/ 0 h 196560"/>
                <a:gd name="textAreaBottom" fmla="*/ 200520 h 1965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7" name="Google Shape;710;p68"/>
          <p:cNvSpPr/>
          <p:nvPr/>
        </p:nvSpPr>
        <p:spPr>
          <a:xfrm>
            <a:off x="492120" y="-227880"/>
            <a:ext cx="2054880" cy="8442360"/>
          </a:xfrm>
          <a:custGeom>
            <a:avLst/>
            <a:gdLst>
              <a:gd name="textAreaLeft" fmla="*/ 0 w 2054880"/>
              <a:gd name="textAreaRight" fmla="*/ 2058840 w 2054880"/>
              <a:gd name="textAreaTop" fmla="*/ 0 h 8442360"/>
              <a:gd name="textAreaBottom" fmla="*/ 8446320 h 844236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8" name="Google Shape;711;p68"/>
          <p:cNvSpPr/>
          <p:nvPr/>
        </p:nvSpPr>
        <p:spPr>
          <a:xfrm>
            <a:off x="3367800" y="-960480"/>
            <a:ext cx="1895040" cy="8690040"/>
          </a:xfrm>
          <a:custGeom>
            <a:avLst/>
            <a:gdLst>
              <a:gd name="textAreaLeft" fmla="*/ 0 w 1895040"/>
              <a:gd name="textAreaRight" fmla="*/ 1899000 w 1895040"/>
              <a:gd name="textAreaTop" fmla="*/ 0 h 8690040"/>
              <a:gd name="textAreaBottom" fmla="*/ 8694000 h 869004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9" name="Google Shape;712;p68"/>
          <p:cNvSpPr/>
          <p:nvPr/>
        </p:nvSpPr>
        <p:spPr>
          <a:xfrm>
            <a:off x="7389360" y="-113760"/>
            <a:ext cx="1931760" cy="7081920"/>
          </a:xfrm>
          <a:custGeom>
            <a:avLst/>
            <a:gdLst>
              <a:gd name="textAreaLeft" fmla="*/ 0 w 1931760"/>
              <a:gd name="textAreaRight" fmla="*/ 1935720 w 1931760"/>
              <a:gd name="textAreaTop" fmla="*/ 0 h 7081920"/>
              <a:gd name="textAreaBottom" fmla="*/ 7085880 h 708192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1866;p91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3" name="Google Shape;1867;p91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4" name="Google Shape;1868;p91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5" name="Google Shape;1869;p91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6" name="Google Shape;1870;p91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7" name="Google Shape;1871;p91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8" name="Google Shape;1872;p91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Google Shape;1873;p91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0" name="Google Shape;1874;p91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1" name="Google Shape;1875;p91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Google Shape;1876;p91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3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0560" cy="55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14" name="Google Shape;1878;p91"/>
          <p:cNvGrpSpPr/>
          <p:nvPr/>
        </p:nvGrpSpPr>
        <p:grpSpPr>
          <a:xfrm>
            <a:off x="1684080" y="792720"/>
            <a:ext cx="1366200" cy="1092240"/>
            <a:chOff x="1684080" y="792720"/>
            <a:chExt cx="1366200" cy="1092240"/>
          </a:xfrm>
        </p:grpSpPr>
        <p:sp>
          <p:nvSpPr>
            <p:cNvPr id="2015" name="Google Shape;1879;p91"/>
            <p:cNvSpPr/>
            <p:nvPr/>
          </p:nvSpPr>
          <p:spPr>
            <a:xfrm>
              <a:off x="2232000" y="7927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6" name="Google Shape;1880;p91"/>
            <p:cNvSpPr/>
            <p:nvPr/>
          </p:nvSpPr>
          <p:spPr>
            <a:xfrm>
              <a:off x="195804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7" name="Google Shape;1881;p91"/>
            <p:cNvSpPr/>
            <p:nvPr/>
          </p:nvSpPr>
          <p:spPr>
            <a:xfrm>
              <a:off x="16840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8" name="Google Shape;1882;p91"/>
            <p:cNvSpPr/>
            <p:nvPr/>
          </p:nvSpPr>
          <p:spPr>
            <a:xfrm>
              <a:off x="16840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9" name="Google Shape;1883;p91"/>
            <p:cNvSpPr/>
            <p:nvPr/>
          </p:nvSpPr>
          <p:spPr>
            <a:xfrm>
              <a:off x="195804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0" name="Google Shape;1884;p91"/>
            <p:cNvSpPr/>
            <p:nvPr/>
          </p:nvSpPr>
          <p:spPr>
            <a:xfrm>
              <a:off x="223200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1" name="Google Shape;1885;p91"/>
            <p:cNvSpPr/>
            <p:nvPr/>
          </p:nvSpPr>
          <p:spPr>
            <a:xfrm>
              <a:off x="250632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2" name="Google Shape;1886;p91"/>
            <p:cNvSpPr/>
            <p:nvPr/>
          </p:nvSpPr>
          <p:spPr>
            <a:xfrm>
              <a:off x="2780280" y="16149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3" name="Google Shape;1887;p91"/>
            <p:cNvSpPr/>
            <p:nvPr/>
          </p:nvSpPr>
          <p:spPr>
            <a:xfrm>
              <a:off x="2780280" y="13410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4" name="Google Shape;1888;p91"/>
            <p:cNvSpPr/>
            <p:nvPr/>
          </p:nvSpPr>
          <p:spPr>
            <a:xfrm>
              <a:off x="2506320" y="106668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5" name="Google Shape;1889;p91"/>
          <p:cNvGrpSpPr/>
          <p:nvPr/>
        </p:nvGrpSpPr>
        <p:grpSpPr>
          <a:xfrm>
            <a:off x="9798120" y="5367240"/>
            <a:ext cx="1394280" cy="727560"/>
            <a:chOff x="9798120" y="5367240"/>
            <a:chExt cx="1394280" cy="727560"/>
          </a:xfrm>
        </p:grpSpPr>
        <p:grpSp>
          <p:nvGrpSpPr>
            <p:cNvPr id="2026" name="Google Shape;1890;p91"/>
            <p:cNvGrpSpPr/>
            <p:nvPr/>
          </p:nvGrpSpPr>
          <p:grpSpPr>
            <a:xfrm>
              <a:off x="9798120" y="5367240"/>
              <a:ext cx="1160640" cy="281160"/>
              <a:chOff x="9798120" y="5367240"/>
              <a:chExt cx="1160640" cy="281160"/>
            </a:xfrm>
          </p:grpSpPr>
          <p:sp>
            <p:nvSpPr>
              <p:cNvPr id="2027" name="Google Shape;1891;p91"/>
              <p:cNvSpPr/>
              <p:nvPr/>
            </p:nvSpPr>
            <p:spPr>
              <a:xfrm>
                <a:off x="9798120" y="5367240"/>
                <a:ext cx="138240" cy="279720"/>
              </a:xfrm>
              <a:custGeom>
                <a:avLst/>
                <a:gdLst>
                  <a:gd name="textAreaLeft" fmla="*/ 0 w 138240"/>
                  <a:gd name="textAreaRight" fmla="*/ 142200 w 138240"/>
                  <a:gd name="textAreaTop" fmla="*/ 0 h 279720"/>
                  <a:gd name="textAreaBottom" fmla="*/ 283680 h 2797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8" name="Google Shape;1892;p91"/>
              <p:cNvSpPr/>
              <p:nvPr/>
            </p:nvSpPr>
            <p:spPr>
              <a:xfrm>
                <a:off x="9969840" y="5420160"/>
                <a:ext cx="214920" cy="228240"/>
              </a:xfrm>
              <a:custGeom>
                <a:avLst/>
                <a:gdLst>
                  <a:gd name="textAreaLeft" fmla="*/ 0 w 214920"/>
                  <a:gd name="textAreaRight" fmla="*/ 218880 w 21492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9" name="Google Shape;1893;p91"/>
              <p:cNvSpPr/>
              <p:nvPr/>
            </p:nvSpPr>
            <p:spPr>
              <a:xfrm>
                <a:off x="10224720" y="5420160"/>
                <a:ext cx="203040" cy="228240"/>
              </a:xfrm>
              <a:custGeom>
                <a:avLst/>
                <a:gdLst>
                  <a:gd name="textAreaLeft" fmla="*/ 0 w 203040"/>
                  <a:gd name="textAreaRight" fmla="*/ 207000 w 2030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0" name="Google Shape;1894;p91"/>
              <p:cNvSpPr/>
              <p:nvPr/>
            </p:nvSpPr>
            <p:spPr>
              <a:xfrm>
                <a:off x="10473120" y="5420160"/>
                <a:ext cx="200160" cy="223200"/>
              </a:xfrm>
              <a:custGeom>
                <a:avLst/>
                <a:gdLst>
                  <a:gd name="textAreaLeft" fmla="*/ 0 w 200160"/>
                  <a:gd name="textAreaRight" fmla="*/ 204120 w 200160"/>
                  <a:gd name="textAreaTop" fmla="*/ 0 h 223200"/>
                  <a:gd name="textAreaBottom" fmla="*/ 227160 h 2232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1" name="Google Shape;1895;p91"/>
              <p:cNvSpPr/>
              <p:nvPr/>
            </p:nvSpPr>
            <p:spPr>
              <a:xfrm>
                <a:off x="10721520" y="542016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32" name="Google Shape;1896;p91"/>
            <p:cNvGrpSpPr/>
            <p:nvPr/>
          </p:nvGrpSpPr>
          <p:grpSpPr>
            <a:xfrm>
              <a:off x="10199160" y="5727600"/>
              <a:ext cx="993240" cy="367200"/>
              <a:chOff x="10199160" y="5727600"/>
              <a:chExt cx="993240" cy="367200"/>
            </a:xfrm>
          </p:grpSpPr>
          <p:sp>
            <p:nvSpPr>
              <p:cNvPr id="2033" name="Google Shape;1897;p91"/>
              <p:cNvSpPr/>
              <p:nvPr/>
            </p:nvSpPr>
            <p:spPr>
              <a:xfrm>
                <a:off x="10199160" y="5727600"/>
                <a:ext cx="59400" cy="299520"/>
              </a:xfrm>
              <a:custGeom>
                <a:avLst/>
                <a:gdLst>
                  <a:gd name="textAreaLeft" fmla="*/ 0 w 59400"/>
                  <a:gd name="textAreaRight" fmla="*/ 63360 w 5940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4" name="Google Shape;1898;p91"/>
              <p:cNvSpPr/>
              <p:nvPr/>
            </p:nvSpPr>
            <p:spPr>
              <a:xfrm>
                <a:off x="10311120" y="580428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5" name="Google Shape;1899;p91"/>
              <p:cNvSpPr/>
              <p:nvPr/>
            </p:nvSpPr>
            <p:spPr>
              <a:xfrm>
                <a:off x="10588320" y="5804280"/>
                <a:ext cx="230040" cy="290520"/>
              </a:xfrm>
              <a:custGeom>
                <a:avLst/>
                <a:gdLst>
                  <a:gd name="textAreaLeft" fmla="*/ 0 w 230040"/>
                  <a:gd name="textAreaRight" fmla="*/ 234000 w 230040"/>
                  <a:gd name="textAreaTop" fmla="*/ 0 h 290520"/>
                  <a:gd name="textAreaBottom" fmla="*/ 294480 h 2905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6" name="Google Shape;1900;p91"/>
              <p:cNvSpPr/>
              <p:nvPr/>
            </p:nvSpPr>
            <p:spPr>
              <a:xfrm>
                <a:off x="10880280" y="5727600"/>
                <a:ext cx="62640" cy="29952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7" name="Google Shape;1901;p91"/>
              <p:cNvSpPr/>
              <p:nvPr/>
            </p:nvSpPr>
            <p:spPr>
              <a:xfrm>
                <a:off x="10991160" y="5806080"/>
                <a:ext cx="201240" cy="225720"/>
              </a:xfrm>
              <a:custGeom>
                <a:avLst/>
                <a:gdLst>
                  <a:gd name="textAreaLeft" fmla="*/ 0 w 201240"/>
                  <a:gd name="textAreaRight" fmla="*/ 205200 w 201240"/>
                  <a:gd name="textAreaTop" fmla="*/ 0 h 225720"/>
                  <a:gd name="textAreaBottom" fmla="*/ 229680 h 2257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38" name="Google Shape;1902;p91"/>
          <p:cNvGrpSpPr/>
          <p:nvPr/>
        </p:nvGrpSpPr>
        <p:grpSpPr>
          <a:xfrm>
            <a:off x="9880920" y="5104080"/>
            <a:ext cx="575640" cy="141120"/>
            <a:chOff x="9880920" y="5104080"/>
            <a:chExt cx="575640" cy="141120"/>
          </a:xfrm>
        </p:grpSpPr>
        <p:sp>
          <p:nvSpPr>
            <p:cNvPr id="2039" name="Google Shape;1903;p91"/>
            <p:cNvSpPr/>
            <p:nvPr/>
          </p:nvSpPr>
          <p:spPr>
            <a:xfrm>
              <a:off x="10369800" y="5109840"/>
              <a:ext cx="86760" cy="134640"/>
            </a:xfrm>
            <a:custGeom>
              <a:avLst/>
              <a:gdLst>
                <a:gd name="textAreaLeft" fmla="*/ 0 w 86760"/>
                <a:gd name="textAreaRight" fmla="*/ 90720 w 86760"/>
                <a:gd name="textAreaTop" fmla="*/ 0 h 134640"/>
                <a:gd name="textAreaBottom" fmla="*/ 138600 h 1346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0" name="Google Shape;1904;p91"/>
            <p:cNvSpPr/>
            <p:nvPr/>
          </p:nvSpPr>
          <p:spPr>
            <a:xfrm>
              <a:off x="9880920" y="5104080"/>
              <a:ext cx="127080" cy="141120"/>
            </a:xfrm>
            <a:custGeom>
              <a:avLst/>
              <a:gdLst>
                <a:gd name="textAreaLeft" fmla="*/ 0 w 127080"/>
                <a:gd name="textAreaRight" fmla="*/ 131040 w 127080"/>
                <a:gd name="textAreaTop" fmla="*/ 0 h 141120"/>
                <a:gd name="textAreaBottom" fmla="*/ 145080 h 1411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Google Shape;1905;p91"/>
            <p:cNvSpPr/>
            <p:nvPr/>
          </p:nvSpPr>
          <p:spPr>
            <a:xfrm>
              <a:off x="10007280" y="5124240"/>
              <a:ext cx="123480" cy="116640"/>
            </a:xfrm>
            <a:custGeom>
              <a:avLst/>
              <a:gdLst>
                <a:gd name="textAreaLeft" fmla="*/ 0 w 123480"/>
                <a:gd name="textAreaRight" fmla="*/ 127440 w 123480"/>
                <a:gd name="textAreaTop" fmla="*/ 0 h 116640"/>
                <a:gd name="textAreaBottom" fmla="*/ 120600 h 1166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Google Shape;1906;p91"/>
            <p:cNvSpPr/>
            <p:nvPr/>
          </p:nvSpPr>
          <p:spPr>
            <a:xfrm>
              <a:off x="10133280" y="5125680"/>
              <a:ext cx="115200" cy="11304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13040"/>
                <a:gd name="textAreaBottom" fmla="*/ 117000 h 1130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Google Shape;1907;p91"/>
            <p:cNvSpPr/>
            <p:nvPr/>
          </p:nvSpPr>
          <p:spPr>
            <a:xfrm>
              <a:off x="10251720" y="5124960"/>
              <a:ext cx="116280" cy="115200"/>
            </a:xfrm>
            <a:custGeom>
              <a:avLst/>
              <a:gdLst>
                <a:gd name="textAreaLeft" fmla="*/ 0 w 116280"/>
                <a:gd name="textAreaRight" fmla="*/ 120240 w 116280"/>
                <a:gd name="textAreaTop" fmla="*/ 0 h 115200"/>
                <a:gd name="textAreaBottom" fmla="*/ 119160 h 1152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44" name="Google Shape;1908;p91"/>
          <p:cNvGrpSpPr/>
          <p:nvPr/>
        </p:nvGrpSpPr>
        <p:grpSpPr>
          <a:xfrm>
            <a:off x="401040" y="198360"/>
            <a:ext cx="4064400" cy="1621080"/>
            <a:chOff x="401040" y="198360"/>
            <a:chExt cx="4064400" cy="1621080"/>
          </a:xfrm>
        </p:grpSpPr>
        <p:sp>
          <p:nvSpPr>
            <p:cNvPr id="2045" name="Google Shape;1909;p91"/>
            <p:cNvSpPr/>
            <p:nvPr/>
          </p:nvSpPr>
          <p:spPr>
            <a:xfrm>
              <a:off x="690480" y="275760"/>
              <a:ext cx="377496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6" name="Google Shape;1910;p91"/>
            <p:cNvGrpSpPr/>
            <p:nvPr/>
          </p:nvGrpSpPr>
          <p:grpSpPr>
            <a:xfrm>
              <a:off x="401040" y="198360"/>
              <a:ext cx="689400" cy="689400"/>
              <a:chOff x="401040" y="198360"/>
              <a:chExt cx="689400" cy="689400"/>
            </a:xfrm>
          </p:grpSpPr>
          <p:sp>
            <p:nvSpPr>
              <p:cNvPr id="2047" name="Google Shape;1911;p91"/>
              <p:cNvSpPr/>
              <p:nvPr/>
            </p:nvSpPr>
            <p:spPr>
              <a:xfrm>
                <a:off x="401040" y="545040"/>
                <a:ext cx="342720" cy="3427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8" name="Google Shape;1912;p91"/>
              <p:cNvSpPr/>
              <p:nvPr/>
            </p:nvSpPr>
            <p:spPr>
              <a:xfrm>
                <a:off x="747720" y="198360"/>
                <a:ext cx="342720" cy="3427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49" name="Google Shape;1913;p91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50" name="Google Shape;1914;p91"/>
          <p:cNvGrpSpPr/>
          <p:nvPr/>
        </p:nvGrpSpPr>
        <p:grpSpPr>
          <a:xfrm>
            <a:off x="832680" y="2888640"/>
            <a:ext cx="3670200" cy="3105360"/>
            <a:chOff x="832680" y="2888640"/>
            <a:chExt cx="3670200" cy="3105360"/>
          </a:xfrm>
        </p:grpSpPr>
        <p:sp>
          <p:nvSpPr>
            <p:cNvPr id="2051" name="Google Shape;1915;p91"/>
            <p:cNvSpPr/>
            <p:nvPr/>
          </p:nvSpPr>
          <p:spPr>
            <a:xfrm>
              <a:off x="832680" y="43020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2" name="Google Shape;1916;p91"/>
            <p:cNvSpPr/>
            <p:nvPr/>
          </p:nvSpPr>
          <p:spPr>
            <a:xfrm>
              <a:off x="3941640" y="373644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3" name="Google Shape;1917;p91"/>
            <p:cNvSpPr/>
            <p:nvPr/>
          </p:nvSpPr>
          <p:spPr>
            <a:xfrm>
              <a:off x="4224240" y="5432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4" name="Google Shape;1918;p91"/>
            <p:cNvSpPr/>
            <p:nvPr/>
          </p:nvSpPr>
          <p:spPr>
            <a:xfrm>
              <a:off x="2528640" y="317124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5" name="Google Shape;1919;p91"/>
            <p:cNvSpPr/>
            <p:nvPr/>
          </p:nvSpPr>
          <p:spPr>
            <a:xfrm>
              <a:off x="1398240" y="288864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6" name="Google Shape;1920;p91"/>
            <p:cNvSpPr/>
            <p:nvPr/>
          </p:nvSpPr>
          <p:spPr>
            <a:xfrm>
              <a:off x="1963440" y="43020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802;p73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8" name="Google Shape;803;p73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Google Shape;804;p73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0" name="Google Shape;805;p73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1" name="Google Shape;806;p73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2" name="Google Shape;807;p73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3" name="Google Shape;808;p73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Google Shape;809;p73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5" name="Google Shape;810;p73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6" name="Google Shape;811;p73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67" name="Google Shape;812;p73"/>
          <p:cNvGrpSpPr/>
          <p:nvPr/>
        </p:nvGrpSpPr>
        <p:grpSpPr>
          <a:xfrm>
            <a:off x="730080" y="3023640"/>
            <a:ext cx="5847480" cy="2524320"/>
            <a:chOff x="730080" y="3023640"/>
            <a:chExt cx="5847480" cy="2524320"/>
          </a:xfrm>
        </p:grpSpPr>
        <p:sp>
          <p:nvSpPr>
            <p:cNvPr id="2068" name="Google Shape;813;p73"/>
            <p:cNvSpPr/>
            <p:nvPr/>
          </p:nvSpPr>
          <p:spPr>
            <a:xfrm>
              <a:off x="1363680" y="3023640"/>
              <a:ext cx="50713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9" name="Google Shape;814;p73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0" name="Google Shape;815;p73"/>
            <p:cNvSpPr/>
            <p:nvPr/>
          </p:nvSpPr>
          <p:spPr>
            <a:xfrm>
              <a:off x="1363680" y="4781520"/>
              <a:ext cx="5213880" cy="7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1" name="Google Shape;816;p73"/>
          <p:cNvGrpSpPr/>
          <p:nvPr/>
        </p:nvGrpSpPr>
        <p:grpSpPr>
          <a:xfrm>
            <a:off x="755280" y="2676960"/>
            <a:ext cx="689400" cy="689400"/>
            <a:chOff x="755280" y="2676960"/>
            <a:chExt cx="689400" cy="689400"/>
          </a:xfrm>
        </p:grpSpPr>
        <p:sp>
          <p:nvSpPr>
            <p:cNvPr id="2072" name="Google Shape;817;p73"/>
            <p:cNvSpPr/>
            <p:nvPr/>
          </p:nvSpPr>
          <p:spPr>
            <a:xfrm>
              <a:off x="755280" y="302364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3" name="Google Shape;818;p73"/>
            <p:cNvSpPr/>
            <p:nvPr/>
          </p:nvSpPr>
          <p:spPr>
            <a:xfrm>
              <a:off x="1101960" y="267696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4" name="Google Shape;819;p73"/>
          <p:cNvGrpSpPr/>
          <p:nvPr/>
        </p:nvGrpSpPr>
        <p:grpSpPr>
          <a:xfrm>
            <a:off x="6068520" y="5098320"/>
            <a:ext cx="689400" cy="689400"/>
            <a:chOff x="6068520" y="5098320"/>
            <a:chExt cx="689400" cy="689400"/>
          </a:xfrm>
        </p:grpSpPr>
        <p:sp>
          <p:nvSpPr>
            <p:cNvPr id="2075" name="Google Shape;820;p73"/>
            <p:cNvSpPr/>
            <p:nvPr/>
          </p:nvSpPr>
          <p:spPr>
            <a:xfrm>
              <a:off x="6068520" y="5445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6" name="Google Shape;821;p73"/>
            <p:cNvSpPr/>
            <p:nvPr/>
          </p:nvSpPr>
          <p:spPr>
            <a:xfrm>
              <a:off x="6415200" y="5098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77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5160" cy="153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8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0520" cy="335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79" name="Google Shape;824;p73"/>
          <p:cNvGrpSpPr/>
          <p:nvPr/>
        </p:nvGrpSpPr>
        <p:grpSpPr>
          <a:xfrm>
            <a:off x="10124640" y="1269360"/>
            <a:ext cx="1466280" cy="765000"/>
            <a:chOff x="10124640" y="1269360"/>
            <a:chExt cx="1466280" cy="765000"/>
          </a:xfrm>
        </p:grpSpPr>
        <p:grpSp>
          <p:nvGrpSpPr>
            <p:cNvPr id="2080" name="Google Shape;825;p73"/>
            <p:cNvGrpSpPr/>
            <p:nvPr/>
          </p:nvGrpSpPr>
          <p:grpSpPr>
            <a:xfrm>
              <a:off x="10124640" y="1269360"/>
              <a:ext cx="1220760" cy="295920"/>
              <a:chOff x="10124640" y="1269360"/>
              <a:chExt cx="1220760" cy="295920"/>
            </a:xfrm>
          </p:grpSpPr>
          <p:sp>
            <p:nvSpPr>
              <p:cNvPr id="2081" name="Google Shape;826;p73"/>
              <p:cNvSpPr/>
              <p:nvPr/>
            </p:nvSpPr>
            <p:spPr>
              <a:xfrm>
                <a:off x="10124640" y="1269360"/>
                <a:ext cx="145800" cy="294480"/>
              </a:xfrm>
              <a:custGeom>
                <a:avLst/>
                <a:gdLst>
                  <a:gd name="textAreaLeft" fmla="*/ 0 w 145800"/>
                  <a:gd name="textAreaRight" fmla="*/ 149760 w 145800"/>
                  <a:gd name="textAreaTop" fmla="*/ 0 h 294480"/>
                  <a:gd name="textAreaBottom" fmla="*/ 298440 h 2944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2" name="Google Shape;827;p73"/>
              <p:cNvSpPr/>
              <p:nvPr/>
            </p:nvSpPr>
            <p:spPr>
              <a:xfrm>
                <a:off x="10305360" y="1324800"/>
                <a:ext cx="226080" cy="240120"/>
              </a:xfrm>
              <a:custGeom>
                <a:avLst/>
                <a:gdLst>
                  <a:gd name="textAreaLeft" fmla="*/ 0 w 226080"/>
                  <a:gd name="textAreaRight" fmla="*/ 230040 w 22608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3" name="Google Shape;828;p73"/>
              <p:cNvSpPr/>
              <p:nvPr/>
            </p:nvSpPr>
            <p:spPr>
              <a:xfrm>
                <a:off x="10573560" y="1325160"/>
                <a:ext cx="213840" cy="240120"/>
              </a:xfrm>
              <a:custGeom>
                <a:avLst/>
                <a:gdLst>
                  <a:gd name="textAreaLeft" fmla="*/ 0 w 213840"/>
                  <a:gd name="textAreaRight" fmla="*/ 217800 w 213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4" name="Google Shape;829;p73"/>
              <p:cNvSpPr/>
              <p:nvPr/>
            </p:nvSpPr>
            <p:spPr>
              <a:xfrm>
                <a:off x="10834560" y="1325160"/>
                <a:ext cx="210960" cy="234720"/>
              </a:xfrm>
              <a:custGeom>
                <a:avLst/>
                <a:gdLst>
                  <a:gd name="textAreaLeft" fmla="*/ 0 w 210960"/>
                  <a:gd name="textAreaRight" fmla="*/ 214920 w 210960"/>
                  <a:gd name="textAreaTop" fmla="*/ 0 h 234720"/>
                  <a:gd name="textAreaBottom" fmla="*/ 238680 h 2347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5" name="Google Shape;830;p73"/>
              <p:cNvSpPr/>
              <p:nvPr/>
            </p:nvSpPr>
            <p:spPr>
              <a:xfrm>
                <a:off x="11095560" y="132516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86" name="Google Shape;831;p73"/>
            <p:cNvGrpSpPr/>
            <p:nvPr/>
          </p:nvGrpSpPr>
          <p:grpSpPr>
            <a:xfrm>
              <a:off x="10546560" y="1648080"/>
              <a:ext cx="1044360" cy="386280"/>
              <a:chOff x="10546560" y="1648080"/>
              <a:chExt cx="1044360" cy="386280"/>
            </a:xfrm>
          </p:grpSpPr>
          <p:sp>
            <p:nvSpPr>
              <p:cNvPr id="2087" name="Google Shape;832;p73"/>
              <p:cNvSpPr/>
              <p:nvPr/>
            </p:nvSpPr>
            <p:spPr>
              <a:xfrm>
                <a:off x="10546560" y="1648080"/>
                <a:ext cx="62640" cy="31536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Google Shape;833;p73"/>
              <p:cNvSpPr/>
              <p:nvPr/>
            </p:nvSpPr>
            <p:spPr>
              <a:xfrm>
                <a:off x="10664280" y="1728720"/>
                <a:ext cx="249840" cy="240120"/>
              </a:xfrm>
              <a:custGeom>
                <a:avLst/>
                <a:gdLst>
                  <a:gd name="textAreaLeft" fmla="*/ 0 w 249840"/>
                  <a:gd name="textAreaRight" fmla="*/ 253800 w 249840"/>
                  <a:gd name="textAreaTop" fmla="*/ 0 h 240120"/>
                  <a:gd name="textAreaBottom" fmla="*/ 244080 h 2401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9" name="Google Shape;834;p73"/>
              <p:cNvSpPr/>
              <p:nvPr/>
            </p:nvSpPr>
            <p:spPr>
              <a:xfrm>
                <a:off x="10955160" y="1728720"/>
                <a:ext cx="242280" cy="305640"/>
              </a:xfrm>
              <a:custGeom>
                <a:avLst/>
                <a:gdLst>
                  <a:gd name="textAreaLeft" fmla="*/ 0 w 242280"/>
                  <a:gd name="textAreaRight" fmla="*/ 246240 w 242280"/>
                  <a:gd name="textAreaTop" fmla="*/ 0 h 305640"/>
                  <a:gd name="textAreaBottom" fmla="*/ 309600 h 3056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0" name="Google Shape;835;p73"/>
              <p:cNvSpPr/>
              <p:nvPr/>
            </p:nvSpPr>
            <p:spPr>
              <a:xfrm>
                <a:off x="11262240" y="1648440"/>
                <a:ext cx="66240" cy="315360"/>
              </a:xfrm>
              <a:custGeom>
                <a:avLst/>
                <a:gdLst>
                  <a:gd name="textAreaLeft" fmla="*/ 0 w 66240"/>
                  <a:gd name="textAreaRight" fmla="*/ 70200 w 66240"/>
                  <a:gd name="textAreaTop" fmla="*/ 0 h 315360"/>
                  <a:gd name="textAreaBottom" fmla="*/ 319320 h 3153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1" name="Google Shape;836;p73"/>
              <p:cNvSpPr/>
              <p:nvPr/>
            </p:nvSpPr>
            <p:spPr>
              <a:xfrm>
                <a:off x="11379240" y="1730520"/>
                <a:ext cx="211680" cy="237600"/>
              </a:xfrm>
              <a:custGeom>
                <a:avLst/>
                <a:gdLst>
                  <a:gd name="textAreaLeft" fmla="*/ 0 w 211680"/>
                  <a:gd name="textAreaRight" fmla="*/ 215640 w 211680"/>
                  <a:gd name="textAreaTop" fmla="*/ 0 h 237600"/>
                  <a:gd name="textAreaBottom" fmla="*/ 241560 h 2376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92" name="Google Shape;837;p73"/>
          <p:cNvGrpSpPr/>
          <p:nvPr/>
        </p:nvGrpSpPr>
        <p:grpSpPr>
          <a:xfrm>
            <a:off x="10207440" y="873000"/>
            <a:ext cx="1172880" cy="294840"/>
            <a:chOff x="10207440" y="873000"/>
            <a:chExt cx="1172880" cy="294840"/>
          </a:xfrm>
        </p:grpSpPr>
        <p:sp>
          <p:nvSpPr>
            <p:cNvPr id="2093" name="Google Shape;838;p73"/>
            <p:cNvSpPr/>
            <p:nvPr/>
          </p:nvSpPr>
          <p:spPr>
            <a:xfrm>
              <a:off x="10207440" y="878040"/>
              <a:ext cx="77760" cy="100080"/>
            </a:xfrm>
            <a:custGeom>
              <a:avLst/>
              <a:gdLst>
                <a:gd name="textAreaLeft" fmla="*/ 0 w 77760"/>
                <a:gd name="textAreaRight" fmla="*/ 81720 w 77760"/>
                <a:gd name="textAreaTop" fmla="*/ 0 h 100080"/>
                <a:gd name="textAreaBottom" fmla="*/ 104040 h 10008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4" name="Google Shape;839;p73"/>
            <p:cNvSpPr/>
            <p:nvPr/>
          </p:nvSpPr>
          <p:spPr>
            <a:xfrm>
              <a:off x="10285560" y="903600"/>
              <a:ext cx="76320" cy="76320"/>
            </a:xfrm>
            <a:custGeom>
              <a:avLst/>
              <a:gdLst>
                <a:gd name="textAreaLeft" fmla="*/ 0 w 76320"/>
                <a:gd name="textAreaRight" fmla="*/ 80280 w 7632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5" name="Google Shape;840;p73"/>
            <p:cNvSpPr/>
            <p:nvPr/>
          </p:nvSpPr>
          <p:spPr>
            <a:xfrm>
              <a:off x="10381680" y="87372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6" name="Google Shape;841;p73"/>
            <p:cNvSpPr/>
            <p:nvPr/>
          </p:nvSpPr>
          <p:spPr>
            <a:xfrm>
              <a:off x="1047924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7" name="Google Shape;842;p73"/>
            <p:cNvSpPr/>
            <p:nvPr/>
          </p:nvSpPr>
          <p:spPr>
            <a:xfrm>
              <a:off x="1056456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8" name="Google Shape;843;p73"/>
            <p:cNvSpPr/>
            <p:nvPr/>
          </p:nvSpPr>
          <p:spPr>
            <a:xfrm>
              <a:off x="1068372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9" name="Google Shape;844;p73"/>
            <p:cNvSpPr/>
            <p:nvPr/>
          </p:nvSpPr>
          <p:spPr>
            <a:xfrm>
              <a:off x="1076940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0" name="Google Shape;845;p73"/>
            <p:cNvSpPr/>
            <p:nvPr/>
          </p:nvSpPr>
          <p:spPr>
            <a:xfrm>
              <a:off x="10888200" y="873000"/>
              <a:ext cx="42480" cy="105120"/>
            </a:xfrm>
            <a:custGeom>
              <a:avLst/>
              <a:gdLst>
                <a:gd name="textAreaLeft" fmla="*/ 0 w 42480"/>
                <a:gd name="textAreaRight" fmla="*/ 46440 w 42480"/>
                <a:gd name="textAreaTop" fmla="*/ 0 h 105120"/>
                <a:gd name="textAreaBottom" fmla="*/ 109080 h 10512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1" name="Google Shape;846;p73"/>
            <p:cNvSpPr/>
            <p:nvPr/>
          </p:nvSpPr>
          <p:spPr>
            <a:xfrm>
              <a:off x="10942920" y="903600"/>
              <a:ext cx="76320" cy="76320"/>
            </a:xfrm>
            <a:custGeom>
              <a:avLst/>
              <a:gdLst>
                <a:gd name="textAreaLeft" fmla="*/ 0 w 76320"/>
                <a:gd name="textAreaRight" fmla="*/ 80280 w 7632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2" name="Google Shape;847;p73"/>
            <p:cNvSpPr/>
            <p:nvPr/>
          </p:nvSpPr>
          <p:spPr>
            <a:xfrm>
              <a:off x="11043720" y="90396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3" name="Google Shape;848;p73"/>
            <p:cNvSpPr/>
            <p:nvPr/>
          </p:nvSpPr>
          <p:spPr>
            <a:xfrm>
              <a:off x="11103840" y="903600"/>
              <a:ext cx="112320" cy="74520"/>
            </a:xfrm>
            <a:custGeom>
              <a:avLst/>
              <a:gdLst>
                <a:gd name="textAreaLeft" fmla="*/ 0 w 112320"/>
                <a:gd name="textAreaRight" fmla="*/ 116280 w 112320"/>
                <a:gd name="textAreaTop" fmla="*/ 0 h 74520"/>
                <a:gd name="textAreaBottom" fmla="*/ 78480 h 7452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4" name="Google Shape;849;p73"/>
            <p:cNvSpPr/>
            <p:nvPr/>
          </p:nvSpPr>
          <p:spPr>
            <a:xfrm>
              <a:off x="11239560" y="90396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5" name="Google Shape;850;p73"/>
            <p:cNvSpPr/>
            <p:nvPr/>
          </p:nvSpPr>
          <p:spPr>
            <a:xfrm>
              <a:off x="11324880" y="903960"/>
              <a:ext cx="55440" cy="75600"/>
            </a:xfrm>
            <a:custGeom>
              <a:avLst/>
              <a:gdLst>
                <a:gd name="textAreaLeft" fmla="*/ 0 w 55440"/>
                <a:gd name="textAreaRight" fmla="*/ 59400 w 5544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6" name="Google Shape;851;p73"/>
            <p:cNvSpPr/>
            <p:nvPr/>
          </p:nvSpPr>
          <p:spPr>
            <a:xfrm>
              <a:off x="10208160" y="103968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7" name="Google Shape;852;p73"/>
            <p:cNvSpPr/>
            <p:nvPr/>
          </p:nvSpPr>
          <p:spPr>
            <a:xfrm>
              <a:off x="1030680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8" name="Google Shape;853;p73"/>
            <p:cNvSpPr/>
            <p:nvPr/>
          </p:nvSpPr>
          <p:spPr>
            <a:xfrm>
              <a:off x="10438200" y="1070280"/>
              <a:ext cx="63360" cy="7560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5600"/>
                <a:gd name="textAreaBottom" fmla="*/ 79560 h 756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9" name="Google Shape;854;p73"/>
            <p:cNvSpPr/>
            <p:nvPr/>
          </p:nvSpPr>
          <p:spPr>
            <a:xfrm>
              <a:off x="10530360" y="1069560"/>
              <a:ext cx="73800" cy="9828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98280"/>
                <a:gd name="textAreaBottom" fmla="*/ 102240 h 9828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0" name="Google Shape;855;p73"/>
            <p:cNvSpPr/>
            <p:nvPr/>
          </p:nvSpPr>
          <p:spPr>
            <a:xfrm>
              <a:off x="10629000" y="106992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1" name="Google Shape;856;p73"/>
            <p:cNvSpPr/>
            <p:nvPr/>
          </p:nvSpPr>
          <p:spPr>
            <a:xfrm>
              <a:off x="1068120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2" name="Google Shape;857;p73"/>
            <p:cNvSpPr/>
            <p:nvPr/>
          </p:nvSpPr>
          <p:spPr>
            <a:xfrm>
              <a:off x="10774080" y="1069560"/>
              <a:ext cx="63360" cy="74520"/>
            </a:xfrm>
            <a:custGeom>
              <a:avLst/>
              <a:gdLst>
                <a:gd name="textAreaLeft" fmla="*/ 0 w 63360"/>
                <a:gd name="textAreaRight" fmla="*/ 67320 w 63360"/>
                <a:gd name="textAreaTop" fmla="*/ 0 h 74520"/>
                <a:gd name="textAreaBottom" fmla="*/ 78480 h 7452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3" name="Google Shape;858;p73"/>
            <p:cNvSpPr/>
            <p:nvPr/>
          </p:nvSpPr>
          <p:spPr>
            <a:xfrm>
              <a:off x="10860840" y="1039680"/>
              <a:ext cx="73800" cy="106200"/>
            </a:xfrm>
            <a:custGeom>
              <a:avLst/>
              <a:gdLst>
                <a:gd name="textAreaLeft" fmla="*/ 0 w 73800"/>
                <a:gd name="textAreaRight" fmla="*/ 77760 w 73800"/>
                <a:gd name="textAreaTop" fmla="*/ 0 h 106200"/>
                <a:gd name="textAreaBottom" fmla="*/ 110160 h 1062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4" name="Google Shape;859;p73"/>
            <p:cNvSpPr/>
            <p:nvPr/>
          </p:nvSpPr>
          <p:spPr>
            <a:xfrm>
              <a:off x="10959480" y="1069920"/>
              <a:ext cx="68760" cy="76320"/>
            </a:xfrm>
            <a:custGeom>
              <a:avLst/>
              <a:gdLst>
                <a:gd name="textAreaLeft" fmla="*/ 0 w 68760"/>
                <a:gd name="textAreaRight" fmla="*/ 72720 w 68760"/>
                <a:gd name="textAreaTop" fmla="*/ 0 h 76320"/>
                <a:gd name="textAreaBottom" fmla="*/ 80280 h 763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5" name="Google Shape;860;p73"/>
            <p:cNvSpPr/>
            <p:nvPr/>
          </p:nvSpPr>
          <p:spPr>
            <a:xfrm>
              <a:off x="11052360" y="1069920"/>
              <a:ext cx="38880" cy="74160"/>
            </a:xfrm>
            <a:custGeom>
              <a:avLst/>
              <a:gdLst>
                <a:gd name="textAreaLeft" fmla="*/ 0 w 38880"/>
                <a:gd name="textAreaRight" fmla="*/ 42840 w 38880"/>
                <a:gd name="textAreaTop" fmla="*/ 0 h 74160"/>
                <a:gd name="textAreaBottom" fmla="*/ 78120 h 741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6" name="Google Shape;861;p73"/>
          <p:cNvGrpSpPr/>
          <p:nvPr/>
        </p:nvGrpSpPr>
        <p:grpSpPr>
          <a:xfrm>
            <a:off x="10113480" y="597240"/>
            <a:ext cx="605520" cy="148680"/>
            <a:chOff x="10113480" y="597240"/>
            <a:chExt cx="605520" cy="148680"/>
          </a:xfrm>
        </p:grpSpPr>
        <p:sp>
          <p:nvSpPr>
            <p:cNvPr id="2117" name="Google Shape;862;p73"/>
            <p:cNvSpPr/>
            <p:nvPr/>
          </p:nvSpPr>
          <p:spPr>
            <a:xfrm>
              <a:off x="10627560" y="603360"/>
              <a:ext cx="91440" cy="141840"/>
            </a:xfrm>
            <a:custGeom>
              <a:avLst/>
              <a:gdLst>
                <a:gd name="textAreaLeft" fmla="*/ 0 w 91440"/>
                <a:gd name="textAreaRight" fmla="*/ 95400 w 91440"/>
                <a:gd name="textAreaTop" fmla="*/ 0 h 141840"/>
                <a:gd name="textAreaBottom" fmla="*/ 145800 h 1418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8" name="Google Shape;863;p73"/>
            <p:cNvSpPr/>
            <p:nvPr/>
          </p:nvSpPr>
          <p:spPr>
            <a:xfrm>
              <a:off x="10113480" y="597240"/>
              <a:ext cx="133920" cy="148680"/>
            </a:xfrm>
            <a:custGeom>
              <a:avLst/>
              <a:gdLst>
                <a:gd name="textAreaLeft" fmla="*/ 0 w 133920"/>
                <a:gd name="textAreaRight" fmla="*/ 137880 w 133920"/>
                <a:gd name="textAreaTop" fmla="*/ 0 h 148680"/>
                <a:gd name="textAreaBottom" fmla="*/ 152640 h 1486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9" name="Google Shape;864;p73"/>
            <p:cNvSpPr/>
            <p:nvPr/>
          </p:nvSpPr>
          <p:spPr>
            <a:xfrm>
              <a:off x="10246320" y="618480"/>
              <a:ext cx="130320" cy="122760"/>
            </a:xfrm>
            <a:custGeom>
              <a:avLst/>
              <a:gdLst>
                <a:gd name="textAreaLeft" fmla="*/ 0 w 130320"/>
                <a:gd name="textAreaRight" fmla="*/ 134280 w 130320"/>
                <a:gd name="textAreaTop" fmla="*/ 0 h 122760"/>
                <a:gd name="textAreaBottom" fmla="*/ 126720 h 1227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0" name="Google Shape;865;p73"/>
            <p:cNvSpPr/>
            <p:nvPr/>
          </p:nvSpPr>
          <p:spPr>
            <a:xfrm>
              <a:off x="10378800" y="619920"/>
              <a:ext cx="121680" cy="119160"/>
            </a:xfrm>
            <a:custGeom>
              <a:avLst/>
              <a:gdLst>
                <a:gd name="textAreaLeft" fmla="*/ 0 w 121680"/>
                <a:gd name="textAreaRight" fmla="*/ 125640 w 121680"/>
                <a:gd name="textAreaTop" fmla="*/ 0 h 119160"/>
                <a:gd name="textAreaBottom" fmla="*/ 123120 h 1191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1" name="Google Shape;866;p73"/>
            <p:cNvSpPr/>
            <p:nvPr/>
          </p:nvSpPr>
          <p:spPr>
            <a:xfrm>
              <a:off x="10503000" y="619200"/>
              <a:ext cx="122760" cy="121320"/>
            </a:xfrm>
            <a:custGeom>
              <a:avLst/>
              <a:gdLst>
                <a:gd name="textAreaLeft" fmla="*/ 0 w 122760"/>
                <a:gd name="textAreaRight" fmla="*/ 126720 w 122760"/>
                <a:gd name="textAreaTop" fmla="*/ 0 h 121320"/>
                <a:gd name="textAreaBottom" fmla="*/ 125280 h 1213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1476;p86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5" name="Google Shape;1477;p86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6" name="Google Shape;1478;p86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7" name="Google Shape;1479;p86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8" name="Google Shape;1480;p86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9" name="Google Shape;1481;p86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0" name="Google Shape;1482;p86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1" name="Google Shape;1483;p86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2" name="Google Shape;1484;p86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3" name="Google Shape;1485;p86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34" name="Google Shape;1486;p86"/>
          <p:cNvGrpSpPr/>
          <p:nvPr/>
        </p:nvGrpSpPr>
        <p:grpSpPr>
          <a:xfrm>
            <a:off x="730080" y="3085200"/>
            <a:ext cx="6569640" cy="2462760"/>
            <a:chOff x="730080" y="3085200"/>
            <a:chExt cx="6569640" cy="2462760"/>
          </a:xfrm>
        </p:grpSpPr>
        <p:sp>
          <p:nvSpPr>
            <p:cNvPr id="2135" name="Google Shape;1487;p86"/>
            <p:cNvSpPr/>
            <p:nvPr/>
          </p:nvSpPr>
          <p:spPr>
            <a:xfrm>
              <a:off x="1363680" y="3424680"/>
              <a:ext cx="593604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6" name="Google Shape;1488;p86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7" name="Google Shape;1489;p86"/>
            <p:cNvSpPr/>
            <p:nvPr/>
          </p:nvSpPr>
          <p:spPr>
            <a:xfrm>
              <a:off x="1363680" y="4781520"/>
              <a:ext cx="5936040" cy="7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38" name="Google Shape;1490;p86"/>
          <p:cNvGrpSpPr/>
          <p:nvPr/>
        </p:nvGrpSpPr>
        <p:grpSpPr>
          <a:xfrm>
            <a:off x="755280" y="2845440"/>
            <a:ext cx="689400" cy="689040"/>
            <a:chOff x="755280" y="2845440"/>
            <a:chExt cx="689400" cy="689040"/>
          </a:xfrm>
        </p:grpSpPr>
        <p:sp>
          <p:nvSpPr>
            <p:cNvPr id="2139" name="Google Shape;1491;p86"/>
            <p:cNvSpPr/>
            <p:nvPr/>
          </p:nvSpPr>
          <p:spPr>
            <a:xfrm>
              <a:off x="755280" y="319176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0" name="Google Shape;1492;p86"/>
            <p:cNvSpPr/>
            <p:nvPr/>
          </p:nvSpPr>
          <p:spPr>
            <a:xfrm>
              <a:off x="1101960" y="284544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1" name="Google Shape;1493;p86"/>
          <p:cNvGrpSpPr/>
          <p:nvPr/>
        </p:nvGrpSpPr>
        <p:grpSpPr>
          <a:xfrm>
            <a:off x="6717960" y="5098320"/>
            <a:ext cx="689400" cy="689400"/>
            <a:chOff x="6717960" y="5098320"/>
            <a:chExt cx="689400" cy="689400"/>
          </a:xfrm>
        </p:grpSpPr>
        <p:sp>
          <p:nvSpPr>
            <p:cNvPr id="2142" name="Google Shape;1494;p86"/>
            <p:cNvSpPr/>
            <p:nvPr/>
          </p:nvSpPr>
          <p:spPr>
            <a:xfrm>
              <a:off x="6717960" y="5445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3" name="Google Shape;1495;p86"/>
            <p:cNvSpPr/>
            <p:nvPr/>
          </p:nvSpPr>
          <p:spPr>
            <a:xfrm>
              <a:off x="7064640" y="5098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44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6480" cy="1626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45" name="Google Shape;1497;p86"/>
          <p:cNvGrpSpPr/>
          <p:nvPr/>
        </p:nvGrpSpPr>
        <p:grpSpPr>
          <a:xfrm>
            <a:off x="10113480" y="597240"/>
            <a:ext cx="1477440" cy="1437120"/>
            <a:chOff x="10113480" y="597240"/>
            <a:chExt cx="1477440" cy="1437120"/>
          </a:xfrm>
        </p:grpSpPr>
        <p:grpSp>
          <p:nvGrpSpPr>
            <p:cNvPr id="2146" name="Google Shape;1498;p86"/>
            <p:cNvGrpSpPr/>
            <p:nvPr/>
          </p:nvGrpSpPr>
          <p:grpSpPr>
            <a:xfrm>
              <a:off x="10124640" y="1269360"/>
              <a:ext cx="1466280" cy="765000"/>
              <a:chOff x="10124640" y="1269360"/>
              <a:chExt cx="1466280" cy="765000"/>
            </a:xfrm>
          </p:grpSpPr>
          <p:grpSp>
            <p:nvGrpSpPr>
              <p:cNvPr id="2147" name="Google Shape;1499;p86"/>
              <p:cNvGrpSpPr/>
              <p:nvPr/>
            </p:nvGrpSpPr>
            <p:grpSpPr>
              <a:xfrm>
                <a:off x="10124640" y="1269360"/>
                <a:ext cx="1220760" cy="295920"/>
                <a:chOff x="10124640" y="1269360"/>
                <a:chExt cx="1220760" cy="295920"/>
              </a:xfrm>
            </p:grpSpPr>
            <p:sp>
              <p:nvSpPr>
                <p:cNvPr id="2148" name="Google Shape;1500;p86"/>
                <p:cNvSpPr/>
                <p:nvPr/>
              </p:nvSpPr>
              <p:spPr>
                <a:xfrm>
                  <a:off x="10124640" y="1269360"/>
                  <a:ext cx="145800" cy="294480"/>
                </a:xfrm>
                <a:custGeom>
                  <a:avLst/>
                  <a:gdLst>
                    <a:gd name="textAreaLeft" fmla="*/ 0 w 145800"/>
                    <a:gd name="textAreaRight" fmla="*/ 149760 w 145800"/>
                    <a:gd name="textAreaTop" fmla="*/ 0 h 294480"/>
                    <a:gd name="textAreaBottom" fmla="*/ 298440 h 2944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9" name="Google Shape;1501;p86"/>
                <p:cNvSpPr/>
                <p:nvPr/>
              </p:nvSpPr>
              <p:spPr>
                <a:xfrm>
                  <a:off x="10305360" y="1324800"/>
                  <a:ext cx="226080" cy="240120"/>
                </a:xfrm>
                <a:custGeom>
                  <a:avLst/>
                  <a:gdLst>
                    <a:gd name="textAreaLeft" fmla="*/ 0 w 226080"/>
                    <a:gd name="textAreaRight" fmla="*/ 230040 w 2260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0" name="Google Shape;1502;p86"/>
                <p:cNvSpPr/>
                <p:nvPr/>
              </p:nvSpPr>
              <p:spPr>
                <a:xfrm>
                  <a:off x="10573560" y="1325160"/>
                  <a:ext cx="213840" cy="240120"/>
                </a:xfrm>
                <a:custGeom>
                  <a:avLst/>
                  <a:gdLst>
                    <a:gd name="textAreaLeft" fmla="*/ 0 w 213840"/>
                    <a:gd name="textAreaRight" fmla="*/ 217800 w 213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1" name="Google Shape;1503;p86"/>
                <p:cNvSpPr/>
                <p:nvPr/>
              </p:nvSpPr>
              <p:spPr>
                <a:xfrm>
                  <a:off x="10834560" y="1325160"/>
                  <a:ext cx="210960" cy="234720"/>
                </a:xfrm>
                <a:custGeom>
                  <a:avLst/>
                  <a:gdLst>
                    <a:gd name="textAreaLeft" fmla="*/ 0 w 210960"/>
                    <a:gd name="textAreaRight" fmla="*/ 214920 w 210960"/>
                    <a:gd name="textAreaTop" fmla="*/ 0 h 234720"/>
                    <a:gd name="textAreaBottom" fmla="*/ 238680 h 2347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2" name="Google Shape;1504;p86"/>
                <p:cNvSpPr/>
                <p:nvPr/>
              </p:nvSpPr>
              <p:spPr>
                <a:xfrm>
                  <a:off x="11095560" y="132516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153" name="Google Shape;1505;p86"/>
              <p:cNvGrpSpPr/>
              <p:nvPr/>
            </p:nvGrpSpPr>
            <p:grpSpPr>
              <a:xfrm>
                <a:off x="10546560" y="1648080"/>
                <a:ext cx="1044360" cy="386280"/>
                <a:chOff x="10546560" y="1648080"/>
                <a:chExt cx="1044360" cy="386280"/>
              </a:xfrm>
            </p:grpSpPr>
            <p:sp>
              <p:nvSpPr>
                <p:cNvPr id="2154" name="Google Shape;1506;p86"/>
                <p:cNvSpPr/>
                <p:nvPr/>
              </p:nvSpPr>
              <p:spPr>
                <a:xfrm>
                  <a:off x="10546560" y="1648080"/>
                  <a:ext cx="62640" cy="31536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5" name="Google Shape;1507;p86"/>
                <p:cNvSpPr/>
                <p:nvPr/>
              </p:nvSpPr>
              <p:spPr>
                <a:xfrm>
                  <a:off x="10664280" y="172872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6" name="Google Shape;1508;p86"/>
                <p:cNvSpPr/>
                <p:nvPr/>
              </p:nvSpPr>
              <p:spPr>
                <a:xfrm>
                  <a:off x="10955160" y="1728720"/>
                  <a:ext cx="242280" cy="305640"/>
                </a:xfrm>
                <a:custGeom>
                  <a:avLst/>
                  <a:gdLst>
                    <a:gd name="textAreaLeft" fmla="*/ 0 w 242280"/>
                    <a:gd name="textAreaRight" fmla="*/ 246240 w 242280"/>
                    <a:gd name="textAreaTop" fmla="*/ 0 h 305640"/>
                    <a:gd name="textAreaBottom" fmla="*/ 309600 h 3056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7" name="Google Shape;1509;p86"/>
                <p:cNvSpPr/>
                <p:nvPr/>
              </p:nvSpPr>
              <p:spPr>
                <a:xfrm>
                  <a:off x="11262240" y="1648440"/>
                  <a:ext cx="66240" cy="315360"/>
                </a:xfrm>
                <a:custGeom>
                  <a:avLst/>
                  <a:gdLst>
                    <a:gd name="textAreaLeft" fmla="*/ 0 w 66240"/>
                    <a:gd name="textAreaRight" fmla="*/ 70200 w 662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8" name="Google Shape;1510;p86"/>
                <p:cNvSpPr/>
                <p:nvPr/>
              </p:nvSpPr>
              <p:spPr>
                <a:xfrm>
                  <a:off x="11379240" y="1730520"/>
                  <a:ext cx="211680" cy="237600"/>
                </a:xfrm>
                <a:custGeom>
                  <a:avLst/>
                  <a:gdLst>
                    <a:gd name="textAreaLeft" fmla="*/ 0 w 211680"/>
                    <a:gd name="textAreaRight" fmla="*/ 215640 w 211680"/>
                    <a:gd name="textAreaTop" fmla="*/ 0 h 237600"/>
                    <a:gd name="textAreaBottom" fmla="*/ 241560 h 2376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59" name="Google Shape;1511;p86"/>
            <p:cNvGrpSpPr/>
            <p:nvPr/>
          </p:nvGrpSpPr>
          <p:grpSpPr>
            <a:xfrm>
              <a:off x="10207440" y="873000"/>
              <a:ext cx="1172880" cy="294840"/>
              <a:chOff x="10207440" y="873000"/>
              <a:chExt cx="1172880" cy="294840"/>
            </a:xfrm>
          </p:grpSpPr>
          <p:sp>
            <p:nvSpPr>
              <p:cNvPr id="2160" name="Google Shape;1512;p86"/>
              <p:cNvSpPr/>
              <p:nvPr/>
            </p:nvSpPr>
            <p:spPr>
              <a:xfrm>
                <a:off x="10207440" y="878040"/>
                <a:ext cx="77760" cy="100080"/>
              </a:xfrm>
              <a:custGeom>
                <a:avLst/>
                <a:gdLst>
                  <a:gd name="textAreaLeft" fmla="*/ 0 w 77760"/>
                  <a:gd name="textAreaRight" fmla="*/ 81720 w 77760"/>
                  <a:gd name="textAreaTop" fmla="*/ 0 h 100080"/>
                  <a:gd name="textAreaBottom" fmla="*/ 104040 h 1000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1" name="Google Shape;1513;p86"/>
              <p:cNvSpPr/>
              <p:nvPr/>
            </p:nvSpPr>
            <p:spPr>
              <a:xfrm>
                <a:off x="1028556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2" name="Google Shape;1514;p86"/>
              <p:cNvSpPr/>
              <p:nvPr/>
            </p:nvSpPr>
            <p:spPr>
              <a:xfrm>
                <a:off x="10381680" y="87372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3" name="Google Shape;1515;p86"/>
              <p:cNvSpPr/>
              <p:nvPr/>
            </p:nvSpPr>
            <p:spPr>
              <a:xfrm>
                <a:off x="1047924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4" name="Google Shape;1516;p86"/>
              <p:cNvSpPr/>
              <p:nvPr/>
            </p:nvSpPr>
            <p:spPr>
              <a:xfrm>
                <a:off x="1056456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5" name="Google Shape;1517;p86"/>
              <p:cNvSpPr/>
              <p:nvPr/>
            </p:nvSpPr>
            <p:spPr>
              <a:xfrm>
                <a:off x="1068372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6" name="Google Shape;1518;p86"/>
              <p:cNvSpPr/>
              <p:nvPr/>
            </p:nvSpPr>
            <p:spPr>
              <a:xfrm>
                <a:off x="1076940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7" name="Google Shape;1519;p86"/>
              <p:cNvSpPr/>
              <p:nvPr/>
            </p:nvSpPr>
            <p:spPr>
              <a:xfrm>
                <a:off x="10888200" y="873000"/>
                <a:ext cx="42480" cy="105120"/>
              </a:xfrm>
              <a:custGeom>
                <a:avLst/>
                <a:gdLst>
                  <a:gd name="textAreaLeft" fmla="*/ 0 w 42480"/>
                  <a:gd name="textAreaRight" fmla="*/ 46440 w 42480"/>
                  <a:gd name="textAreaTop" fmla="*/ 0 h 105120"/>
                  <a:gd name="textAreaBottom" fmla="*/ 109080 h 1051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8" name="Google Shape;1520;p86"/>
              <p:cNvSpPr/>
              <p:nvPr/>
            </p:nvSpPr>
            <p:spPr>
              <a:xfrm>
                <a:off x="1094292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9" name="Google Shape;1521;p86"/>
              <p:cNvSpPr/>
              <p:nvPr/>
            </p:nvSpPr>
            <p:spPr>
              <a:xfrm>
                <a:off x="11043720" y="90396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0" name="Google Shape;1522;p86"/>
              <p:cNvSpPr/>
              <p:nvPr/>
            </p:nvSpPr>
            <p:spPr>
              <a:xfrm>
                <a:off x="11103840" y="903600"/>
                <a:ext cx="112320" cy="74520"/>
              </a:xfrm>
              <a:custGeom>
                <a:avLst/>
                <a:gdLst>
                  <a:gd name="textAreaLeft" fmla="*/ 0 w 112320"/>
                  <a:gd name="textAreaRight" fmla="*/ 116280 w 11232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1" name="Google Shape;1523;p86"/>
              <p:cNvSpPr/>
              <p:nvPr/>
            </p:nvSpPr>
            <p:spPr>
              <a:xfrm>
                <a:off x="1123956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2" name="Google Shape;1524;p86"/>
              <p:cNvSpPr/>
              <p:nvPr/>
            </p:nvSpPr>
            <p:spPr>
              <a:xfrm>
                <a:off x="1132488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3" name="Google Shape;1525;p86"/>
              <p:cNvSpPr/>
              <p:nvPr/>
            </p:nvSpPr>
            <p:spPr>
              <a:xfrm>
                <a:off x="1020816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4" name="Google Shape;1526;p86"/>
              <p:cNvSpPr/>
              <p:nvPr/>
            </p:nvSpPr>
            <p:spPr>
              <a:xfrm>
                <a:off x="103068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5" name="Google Shape;1527;p86"/>
              <p:cNvSpPr/>
              <p:nvPr/>
            </p:nvSpPr>
            <p:spPr>
              <a:xfrm>
                <a:off x="10438200" y="107028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6" name="Google Shape;1528;p86"/>
              <p:cNvSpPr/>
              <p:nvPr/>
            </p:nvSpPr>
            <p:spPr>
              <a:xfrm>
                <a:off x="10530360" y="1069560"/>
                <a:ext cx="73800" cy="9828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98280"/>
                  <a:gd name="textAreaBottom" fmla="*/ 102240 h 982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7" name="Google Shape;1529;p86"/>
              <p:cNvSpPr/>
              <p:nvPr/>
            </p:nvSpPr>
            <p:spPr>
              <a:xfrm>
                <a:off x="1062900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8" name="Google Shape;1530;p86"/>
              <p:cNvSpPr/>
              <p:nvPr/>
            </p:nvSpPr>
            <p:spPr>
              <a:xfrm>
                <a:off x="106812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9" name="Google Shape;1531;p86"/>
              <p:cNvSpPr/>
              <p:nvPr/>
            </p:nvSpPr>
            <p:spPr>
              <a:xfrm>
                <a:off x="10774080" y="1069560"/>
                <a:ext cx="63360" cy="7452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0" name="Google Shape;1532;p86"/>
              <p:cNvSpPr/>
              <p:nvPr/>
            </p:nvSpPr>
            <p:spPr>
              <a:xfrm>
                <a:off x="1086084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1" name="Google Shape;1533;p86"/>
              <p:cNvSpPr/>
              <p:nvPr/>
            </p:nvSpPr>
            <p:spPr>
              <a:xfrm>
                <a:off x="1095948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2" name="Google Shape;1534;p86"/>
              <p:cNvSpPr/>
              <p:nvPr/>
            </p:nvSpPr>
            <p:spPr>
              <a:xfrm>
                <a:off x="1105236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83" name="Google Shape;1535;p86"/>
            <p:cNvGrpSpPr/>
            <p:nvPr/>
          </p:nvGrpSpPr>
          <p:grpSpPr>
            <a:xfrm>
              <a:off x="10113480" y="597240"/>
              <a:ext cx="605520" cy="148680"/>
              <a:chOff x="10113480" y="597240"/>
              <a:chExt cx="605520" cy="148680"/>
            </a:xfrm>
          </p:grpSpPr>
          <p:sp>
            <p:nvSpPr>
              <p:cNvPr id="2184" name="Google Shape;1536;p86"/>
              <p:cNvSpPr/>
              <p:nvPr/>
            </p:nvSpPr>
            <p:spPr>
              <a:xfrm>
                <a:off x="10627560" y="60336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5" name="Google Shape;1537;p86"/>
              <p:cNvSpPr/>
              <p:nvPr/>
            </p:nvSpPr>
            <p:spPr>
              <a:xfrm>
                <a:off x="10113480" y="59724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6" name="Google Shape;1538;p86"/>
              <p:cNvSpPr/>
              <p:nvPr/>
            </p:nvSpPr>
            <p:spPr>
              <a:xfrm>
                <a:off x="10246320" y="618480"/>
                <a:ext cx="130320" cy="122760"/>
              </a:xfrm>
              <a:custGeom>
                <a:avLst/>
                <a:gdLst>
                  <a:gd name="textAreaLeft" fmla="*/ 0 w 130320"/>
                  <a:gd name="textAreaRight" fmla="*/ 134280 w 13032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7" name="Google Shape;1539;p86"/>
              <p:cNvSpPr/>
              <p:nvPr/>
            </p:nvSpPr>
            <p:spPr>
              <a:xfrm>
                <a:off x="10378800" y="619920"/>
                <a:ext cx="121680" cy="119160"/>
              </a:xfrm>
              <a:custGeom>
                <a:avLst/>
                <a:gdLst>
                  <a:gd name="textAreaLeft" fmla="*/ 0 w 121680"/>
                  <a:gd name="textAreaRight" fmla="*/ 125640 w 12168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8" name="Google Shape;1540;p86"/>
              <p:cNvSpPr/>
              <p:nvPr/>
            </p:nvSpPr>
            <p:spPr>
              <a:xfrm>
                <a:off x="10503000" y="619200"/>
                <a:ext cx="122760" cy="121320"/>
              </a:xfrm>
              <a:custGeom>
                <a:avLst/>
                <a:gdLst>
                  <a:gd name="textAreaLeft" fmla="*/ 0 w 122760"/>
                  <a:gd name="textAreaRight" fmla="*/ 126720 w 12276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89" name="Google Shape;1541;p86"/>
          <p:cNvGrpSpPr/>
          <p:nvPr/>
        </p:nvGrpSpPr>
        <p:grpSpPr>
          <a:xfrm>
            <a:off x="770400" y="618480"/>
            <a:ext cx="2593080" cy="375840"/>
            <a:chOff x="770400" y="618480"/>
            <a:chExt cx="2593080" cy="375840"/>
          </a:xfrm>
        </p:grpSpPr>
        <p:sp>
          <p:nvSpPr>
            <p:cNvPr id="2190" name="Google Shape;1542;p86"/>
            <p:cNvSpPr/>
            <p:nvPr/>
          </p:nvSpPr>
          <p:spPr>
            <a:xfrm>
              <a:off x="770400" y="61848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1" name="Google Shape;1543;p86"/>
            <p:cNvSpPr/>
            <p:nvPr/>
          </p:nvSpPr>
          <p:spPr>
            <a:xfrm>
              <a:off x="969120" y="61848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2" name="Google Shape;1544;p86"/>
            <p:cNvSpPr/>
            <p:nvPr/>
          </p:nvSpPr>
          <p:spPr>
            <a:xfrm>
              <a:off x="770400" y="81720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3" name="Google Shape;1545;p86"/>
            <p:cNvSpPr/>
            <p:nvPr/>
          </p:nvSpPr>
          <p:spPr>
            <a:xfrm>
              <a:off x="969120" y="817200"/>
              <a:ext cx="177120" cy="177120"/>
            </a:xfrm>
            <a:custGeom>
              <a:avLst/>
              <a:gdLst>
                <a:gd name="textAreaLeft" fmla="*/ 0 w 177120"/>
                <a:gd name="textAreaRight" fmla="*/ 181080 w 177120"/>
                <a:gd name="textAreaTop" fmla="*/ 0 h 177120"/>
                <a:gd name="textAreaBottom" fmla="*/ 181080 h 1771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94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6720" cy="222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5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840" cy="9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6" name="Google Shape;99;p51"/>
          <p:cNvSpPr/>
          <p:nvPr/>
        </p:nvSpPr>
        <p:spPr>
          <a:xfrm>
            <a:off x="-65160" y="0"/>
            <a:ext cx="2728080" cy="479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7" name="Google Shape;100;p51"/>
          <p:cNvSpPr/>
          <p:nvPr/>
        </p:nvSpPr>
        <p:spPr>
          <a:xfrm flipH="1">
            <a:off x="7616520" y="-2880"/>
            <a:ext cx="4633200" cy="479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8" name="Google Shape;101;p51"/>
          <p:cNvSpPr/>
          <p:nvPr/>
        </p:nvSpPr>
        <p:spPr>
          <a:xfrm>
            <a:off x="2362320" y="0"/>
            <a:ext cx="5653800" cy="479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9" name="Google Shape;102;p51"/>
          <p:cNvSpPr/>
          <p:nvPr/>
        </p:nvSpPr>
        <p:spPr>
          <a:xfrm flipH="1" rot="10800000">
            <a:off x="5630760" y="5933520"/>
            <a:ext cx="6622560" cy="942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0" name="Google Shape;103;p51"/>
          <p:cNvSpPr/>
          <p:nvPr/>
        </p:nvSpPr>
        <p:spPr>
          <a:xfrm rot="10800000">
            <a:off x="-61200" y="5936760"/>
            <a:ext cx="8081280" cy="942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1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2" name="Google Shape;105;p51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3" name="Google Shape;106;p51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4" name="Google Shape;107;p51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5" name="Google Shape;108;p51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6" name="Google Shape;109;p51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7" name="Google Shape;110;p51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8" name="Google Shape;111;p51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9" name="Google Shape;112;p51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0" name="Google Shape;113;p51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1" name="Google Shape;114;p51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4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840" cy="9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5" name="Google Shape;224;p54"/>
          <p:cNvSpPr/>
          <p:nvPr/>
        </p:nvSpPr>
        <p:spPr>
          <a:xfrm>
            <a:off x="-65160" y="0"/>
            <a:ext cx="2728080" cy="208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6" name="Google Shape;225;p54"/>
          <p:cNvSpPr/>
          <p:nvPr/>
        </p:nvSpPr>
        <p:spPr>
          <a:xfrm flipH="1">
            <a:off x="7616520" y="-2880"/>
            <a:ext cx="4633200" cy="208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7" name="Google Shape;226;p54"/>
          <p:cNvSpPr/>
          <p:nvPr/>
        </p:nvSpPr>
        <p:spPr>
          <a:xfrm>
            <a:off x="2362320" y="0"/>
            <a:ext cx="5653800" cy="208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8" name="Google Shape;227;p54"/>
          <p:cNvSpPr/>
          <p:nvPr/>
        </p:nvSpPr>
        <p:spPr>
          <a:xfrm flipH="1" rot="10800000">
            <a:off x="5630760" y="5933520"/>
            <a:ext cx="6622560" cy="942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9" name="Google Shape;228;p54"/>
          <p:cNvSpPr/>
          <p:nvPr/>
        </p:nvSpPr>
        <p:spPr>
          <a:xfrm rot="10800000">
            <a:off x="-61200" y="5936760"/>
            <a:ext cx="8081280" cy="942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0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880" cy="5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1" name="Google Shape;230;p54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2" name="Google Shape;231;p54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3" name="Google Shape;232;p54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4" name="Google Shape;233;p54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5" name="Google Shape;234;p54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6" name="Google Shape;235;p54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7" name="Google Shape;236;p54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8" name="Google Shape;237;p54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9" name="Google Shape;238;p54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0" name="Google Shape;239;p54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788;p72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4" name="Google Shape;789;p72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5" name="Google Shape;790;p72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6" name="Google Shape;791;p72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7" name="Google Shape;792;p72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Google Shape;793;p72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9" name="Google Shape;794;p72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0" name="Google Shape;795;p72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1" name="Google Shape;796;p72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2" name="Google Shape;797;p72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3" name="Google Shape;798;p72"/>
          <p:cNvSpPr/>
          <p:nvPr/>
        </p:nvSpPr>
        <p:spPr>
          <a:xfrm>
            <a:off x="1440" y="0"/>
            <a:ext cx="4737960" cy="6854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4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200" cy="428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5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4840" cy="200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59;p56"/>
          <p:cNvSpPr/>
          <p:nvPr/>
        </p:nvSpPr>
        <p:spPr>
          <a:xfrm>
            <a:off x="-103320" y="-50760"/>
            <a:ext cx="763560" cy="6955560"/>
          </a:xfrm>
          <a:custGeom>
            <a:avLst/>
            <a:gdLst>
              <a:gd name="textAreaLeft" fmla="*/ 0 w 763560"/>
              <a:gd name="textAreaRight" fmla="*/ 767520 w 763560"/>
              <a:gd name="textAreaTop" fmla="*/ 0 h 6955560"/>
              <a:gd name="textAreaBottom" fmla="*/ 6959520 h 695556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9" name="Google Shape;260;p56"/>
          <p:cNvSpPr/>
          <p:nvPr/>
        </p:nvSpPr>
        <p:spPr>
          <a:xfrm>
            <a:off x="664560" y="-50760"/>
            <a:ext cx="3885480" cy="6955560"/>
          </a:xfrm>
          <a:custGeom>
            <a:avLst/>
            <a:gdLst>
              <a:gd name="textAreaLeft" fmla="*/ 0 w 3885480"/>
              <a:gd name="textAreaRight" fmla="*/ 3889440 w 3885480"/>
              <a:gd name="textAreaTop" fmla="*/ 0 h 6955560"/>
              <a:gd name="textAreaBottom" fmla="*/ 6959520 h 695556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0" name="Google Shape;261;p56"/>
          <p:cNvSpPr/>
          <p:nvPr/>
        </p:nvSpPr>
        <p:spPr>
          <a:xfrm>
            <a:off x="3718080" y="37072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1" name="Google Shape;262;p56"/>
          <p:cNvSpPr/>
          <p:nvPr/>
        </p:nvSpPr>
        <p:spPr>
          <a:xfrm>
            <a:off x="4136760" y="37072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2" name="Google Shape;263;p56"/>
          <p:cNvSpPr/>
          <p:nvPr/>
        </p:nvSpPr>
        <p:spPr>
          <a:xfrm>
            <a:off x="4555800" y="37072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3" name="Google Shape;264;p56"/>
          <p:cNvSpPr/>
          <p:nvPr/>
        </p:nvSpPr>
        <p:spPr>
          <a:xfrm rot="10800000">
            <a:off x="4978440" y="3706920"/>
            <a:ext cx="6931440" cy="415080"/>
          </a:xfrm>
          <a:custGeom>
            <a:avLst/>
            <a:gdLst>
              <a:gd name="textAreaLeft" fmla="*/ 0 w 6931440"/>
              <a:gd name="textAreaRight" fmla="*/ 6935400 w 693144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4" name="Google Shape;265;p56"/>
          <p:cNvSpPr/>
          <p:nvPr/>
        </p:nvSpPr>
        <p:spPr>
          <a:xfrm rot="10800000">
            <a:off x="5397480" y="4125960"/>
            <a:ext cx="6405840" cy="415080"/>
          </a:xfrm>
          <a:custGeom>
            <a:avLst/>
            <a:gdLst>
              <a:gd name="textAreaLeft" fmla="*/ 0 w 6405840"/>
              <a:gd name="textAreaRight" fmla="*/ 6409800 w 640584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5" name="Google Shape;266;p56"/>
          <p:cNvSpPr/>
          <p:nvPr/>
        </p:nvSpPr>
        <p:spPr>
          <a:xfrm rot="10800000">
            <a:off x="5816160" y="4548600"/>
            <a:ext cx="5846040" cy="415080"/>
          </a:xfrm>
          <a:custGeom>
            <a:avLst/>
            <a:gdLst>
              <a:gd name="textAreaLeft" fmla="*/ 0 w 5846040"/>
              <a:gd name="textAreaRight" fmla="*/ 5850000 w 584604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6" name="Google Shape;267;p56"/>
          <p:cNvSpPr/>
          <p:nvPr/>
        </p:nvSpPr>
        <p:spPr>
          <a:xfrm rot="10800000">
            <a:off x="5397480" y="4963680"/>
            <a:ext cx="6405840" cy="415080"/>
          </a:xfrm>
          <a:custGeom>
            <a:avLst/>
            <a:gdLst>
              <a:gd name="textAreaLeft" fmla="*/ 0 w 6405840"/>
              <a:gd name="textAreaRight" fmla="*/ 6409800 w 640584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7" name="Google Shape;268;p56"/>
          <p:cNvSpPr/>
          <p:nvPr/>
        </p:nvSpPr>
        <p:spPr>
          <a:xfrm rot="10800000">
            <a:off x="4978440" y="5382360"/>
            <a:ext cx="6748560" cy="415080"/>
          </a:xfrm>
          <a:custGeom>
            <a:avLst/>
            <a:gdLst>
              <a:gd name="textAreaLeft" fmla="*/ 0 w 6748560"/>
              <a:gd name="textAreaRight" fmla="*/ 6752520 w 674856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8" name="Google Shape;269;p56"/>
          <p:cNvSpPr/>
          <p:nvPr/>
        </p:nvSpPr>
        <p:spPr>
          <a:xfrm rot="10800000">
            <a:off x="5397480" y="5801400"/>
            <a:ext cx="6405840" cy="415080"/>
          </a:xfrm>
          <a:custGeom>
            <a:avLst/>
            <a:gdLst>
              <a:gd name="textAreaLeft" fmla="*/ 0 w 6405840"/>
              <a:gd name="textAreaRight" fmla="*/ 6409800 w 640584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9" name="Google Shape;270;p56"/>
          <p:cNvSpPr/>
          <p:nvPr/>
        </p:nvSpPr>
        <p:spPr>
          <a:xfrm>
            <a:off x="3299040" y="412596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0" name="Google Shape;271;p56"/>
          <p:cNvSpPr/>
          <p:nvPr/>
        </p:nvSpPr>
        <p:spPr>
          <a:xfrm>
            <a:off x="3718080" y="412596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1" name="Google Shape;272;p56"/>
          <p:cNvSpPr/>
          <p:nvPr/>
        </p:nvSpPr>
        <p:spPr>
          <a:xfrm>
            <a:off x="4136760" y="412596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2" name="Google Shape;273;p56"/>
          <p:cNvSpPr/>
          <p:nvPr/>
        </p:nvSpPr>
        <p:spPr>
          <a:xfrm>
            <a:off x="4974480" y="412596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3" name="Google Shape;274;p56"/>
          <p:cNvSpPr/>
          <p:nvPr/>
        </p:nvSpPr>
        <p:spPr>
          <a:xfrm>
            <a:off x="2880360" y="45450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4" name="Google Shape;275;p56"/>
          <p:cNvSpPr/>
          <p:nvPr/>
        </p:nvSpPr>
        <p:spPr>
          <a:xfrm>
            <a:off x="3299040" y="45450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5" name="Google Shape;276;p56"/>
          <p:cNvSpPr/>
          <p:nvPr/>
        </p:nvSpPr>
        <p:spPr>
          <a:xfrm>
            <a:off x="3718080" y="45450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6" name="Google Shape;277;p56"/>
          <p:cNvSpPr/>
          <p:nvPr/>
        </p:nvSpPr>
        <p:spPr>
          <a:xfrm>
            <a:off x="4136760" y="45450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7" name="Google Shape;278;p56"/>
          <p:cNvSpPr/>
          <p:nvPr/>
        </p:nvSpPr>
        <p:spPr>
          <a:xfrm>
            <a:off x="5393520" y="45450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8" name="Google Shape;279;p56"/>
          <p:cNvSpPr/>
          <p:nvPr/>
        </p:nvSpPr>
        <p:spPr>
          <a:xfrm>
            <a:off x="2880360" y="49636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9" name="Google Shape;280;p56"/>
          <p:cNvSpPr/>
          <p:nvPr/>
        </p:nvSpPr>
        <p:spPr>
          <a:xfrm>
            <a:off x="3299040" y="49636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0" name="Google Shape;281;p56"/>
          <p:cNvSpPr/>
          <p:nvPr/>
        </p:nvSpPr>
        <p:spPr>
          <a:xfrm>
            <a:off x="3718080" y="49636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1" name="Google Shape;282;p56"/>
          <p:cNvSpPr/>
          <p:nvPr/>
        </p:nvSpPr>
        <p:spPr>
          <a:xfrm>
            <a:off x="4136760" y="49636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2" name="Google Shape;283;p56"/>
          <p:cNvSpPr/>
          <p:nvPr/>
        </p:nvSpPr>
        <p:spPr>
          <a:xfrm>
            <a:off x="4974480" y="496368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3" name="Google Shape;284;p56"/>
          <p:cNvSpPr/>
          <p:nvPr/>
        </p:nvSpPr>
        <p:spPr>
          <a:xfrm>
            <a:off x="3299040" y="538272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4" name="Google Shape;285;p56"/>
          <p:cNvSpPr/>
          <p:nvPr/>
        </p:nvSpPr>
        <p:spPr>
          <a:xfrm>
            <a:off x="3718080" y="538272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5" name="Google Shape;286;p56"/>
          <p:cNvSpPr/>
          <p:nvPr/>
        </p:nvSpPr>
        <p:spPr>
          <a:xfrm>
            <a:off x="4136760" y="538272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6" name="Google Shape;287;p56"/>
          <p:cNvSpPr/>
          <p:nvPr/>
        </p:nvSpPr>
        <p:spPr>
          <a:xfrm>
            <a:off x="4555800" y="538272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7" name="Google Shape;288;p56"/>
          <p:cNvSpPr/>
          <p:nvPr/>
        </p:nvSpPr>
        <p:spPr>
          <a:xfrm>
            <a:off x="3718080" y="58014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8" name="Google Shape;289;p56"/>
          <p:cNvSpPr/>
          <p:nvPr/>
        </p:nvSpPr>
        <p:spPr>
          <a:xfrm>
            <a:off x="4136760" y="58014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9" name="Google Shape;290;p56"/>
          <p:cNvSpPr/>
          <p:nvPr/>
        </p:nvSpPr>
        <p:spPr>
          <a:xfrm>
            <a:off x="4974480" y="5801400"/>
            <a:ext cx="415080" cy="415080"/>
          </a:xfrm>
          <a:custGeom>
            <a:avLst/>
            <a:gdLst>
              <a:gd name="textAreaLeft" fmla="*/ 0 w 415080"/>
              <a:gd name="textAreaRight" fmla="*/ 419040 w 415080"/>
              <a:gd name="textAreaTop" fmla="*/ 0 h 415080"/>
              <a:gd name="textAreaBottom" fmla="*/ 419040 h 4150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0" name="Google Shape;291;p56"/>
          <p:cNvSpPr/>
          <p:nvPr/>
        </p:nvSpPr>
        <p:spPr>
          <a:xfrm rot="16200000">
            <a:off x="3036240" y="4493160"/>
            <a:ext cx="2268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1" name="Google Shape;292;p56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2" name="Google Shape;293;p56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3" name="Google Shape;294;p56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4" name="Google Shape;295;p56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296;p56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297;p56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298;p56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299;p56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Google Shape;300;p56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Google Shape;301;p56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302;p56"/>
          <p:cNvSpPr/>
          <p:nvPr/>
        </p:nvSpPr>
        <p:spPr>
          <a:xfrm rot="10800000">
            <a:off x="11606400" y="-46800"/>
            <a:ext cx="686880" cy="6955560"/>
          </a:xfrm>
          <a:custGeom>
            <a:avLst/>
            <a:gdLst>
              <a:gd name="textAreaLeft" fmla="*/ 0 w 686880"/>
              <a:gd name="textAreaRight" fmla="*/ 690840 w 686880"/>
              <a:gd name="textAreaTop" fmla="*/ 0 h 6955560"/>
              <a:gd name="textAreaBottom" fmla="*/ 6959520 h 695556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2.xml"/><Relationship Id="rId34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49.xml"/><Relationship Id="rId41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30080" y="3085200"/>
            <a:ext cx="5704920" cy="2413080"/>
            <a:chOff x="730080" y="3085200"/>
            <a:chExt cx="5704920" cy="241308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13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49840" y="4065480"/>
              <a:ext cx="24130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89400" cy="689400"/>
            <a:chOff x="755280" y="2794320"/>
            <a:chExt cx="689400" cy="68940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89400" cy="689400"/>
            <a:chOff x="6171480" y="5188680"/>
            <a:chExt cx="689400" cy="68940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2720" cy="3427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7440" cy="1437120"/>
            <a:chOff x="10113480" y="597240"/>
            <a:chExt cx="1477440" cy="143712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6280" cy="765000"/>
              <a:chOff x="10124640" y="1269360"/>
              <a:chExt cx="1466280" cy="76500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0760" cy="295920"/>
                <a:chOff x="10124640" y="1269360"/>
                <a:chExt cx="1220760" cy="29592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5800" cy="294480"/>
                </a:xfrm>
                <a:custGeom>
                  <a:avLst/>
                  <a:gdLst>
                    <a:gd name="textAreaLeft" fmla="*/ 0 w 145800"/>
                    <a:gd name="textAreaRight" fmla="*/ 149760 w 145800"/>
                    <a:gd name="textAreaTop" fmla="*/ 0 h 294480"/>
                    <a:gd name="textAreaBottom" fmla="*/ 298440 h 2944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6080" cy="240120"/>
                </a:xfrm>
                <a:custGeom>
                  <a:avLst/>
                  <a:gdLst>
                    <a:gd name="textAreaLeft" fmla="*/ 0 w 226080"/>
                    <a:gd name="textAreaRight" fmla="*/ 230040 w 22608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3840" cy="240120"/>
                </a:xfrm>
                <a:custGeom>
                  <a:avLst/>
                  <a:gdLst>
                    <a:gd name="textAreaLeft" fmla="*/ 0 w 213840"/>
                    <a:gd name="textAreaRight" fmla="*/ 217800 w 213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0960" cy="234720"/>
                </a:xfrm>
                <a:custGeom>
                  <a:avLst/>
                  <a:gdLst>
                    <a:gd name="textAreaLeft" fmla="*/ 0 w 210960"/>
                    <a:gd name="textAreaRight" fmla="*/ 214920 w 210960"/>
                    <a:gd name="textAreaTop" fmla="*/ 0 h 234720"/>
                    <a:gd name="textAreaBottom" fmla="*/ 238680 h 2347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4360" cy="386280"/>
                <a:chOff x="10546560" y="1648080"/>
                <a:chExt cx="1044360" cy="38628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2640" cy="31536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49840" cy="240120"/>
                </a:xfrm>
                <a:custGeom>
                  <a:avLst/>
                  <a:gdLst>
                    <a:gd name="textAreaLeft" fmla="*/ 0 w 249840"/>
                    <a:gd name="textAreaRight" fmla="*/ 253800 w 249840"/>
                    <a:gd name="textAreaTop" fmla="*/ 0 h 240120"/>
                    <a:gd name="textAreaBottom" fmla="*/ 244080 h 2401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2280" cy="305640"/>
                </a:xfrm>
                <a:custGeom>
                  <a:avLst/>
                  <a:gdLst>
                    <a:gd name="textAreaLeft" fmla="*/ 0 w 242280"/>
                    <a:gd name="textAreaRight" fmla="*/ 246240 w 242280"/>
                    <a:gd name="textAreaTop" fmla="*/ 0 h 305640"/>
                    <a:gd name="textAreaBottom" fmla="*/ 309600 h 3056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6240" cy="315360"/>
                </a:xfrm>
                <a:custGeom>
                  <a:avLst/>
                  <a:gdLst>
                    <a:gd name="textAreaLeft" fmla="*/ 0 w 66240"/>
                    <a:gd name="textAreaRight" fmla="*/ 70200 w 66240"/>
                    <a:gd name="textAreaTop" fmla="*/ 0 h 315360"/>
                    <a:gd name="textAreaBottom" fmla="*/ 319320 h 3153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1680" cy="237600"/>
                </a:xfrm>
                <a:custGeom>
                  <a:avLst/>
                  <a:gdLst>
                    <a:gd name="textAreaLeft" fmla="*/ 0 w 211680"/>
                    <a:gd name="textAreaRight" fmla="*/ 215640 w 211680"/>
                    <a:gd name="textAreaTop" fmla="*/ 0 h 237600"/>
                    <a:gd name="textAreaBottom" fmla="*/ 241560 h 2376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2880" cy="294840"/>
              <a:chOff x="10207440" y="873000"/>
              <a:chExt cx="1172880" cy="29484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7760" cy="100080"/>
              </a:xfrm>
              <a:custGeom>
                <a:avLst/>
                <a:gdLst>
                  <a:gd name="textAreaLeft" fmla="*/ 0 w 77760"/>
                  <a:gd name="textAreaRight" fmla="*/ 81720 w 77760"/>
                  <a:gd name="textAreaTop" fmla="*/ 0 h 100080"/>
                  <a:gd name="textAreaBottom" fmla="*/ 104040 h 1000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2480" cy="105120"/>
              </a:xfrm>
              <a:custGeom>
                <a:avLst/>
                <a:gdLst>
                  <a:gd name="textAreaLeft" fmla="*/ 0 w 42480"/>
                  <a:gd name="textAreaRight" fmla="*/ 46440 w 42480"/>
                  <a:gd name="textAreaTop" fmla="*/ 0 h 105120"/>
                  <a:gd name="textAreaBottom" fmla="*/ 109080 h 1051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6320" cy="76320"/>
              </a:xfrm>
              <a:custGeom>
                <a:avLst/>
                <a:gdLst>
                  <a:gd name="textAreaLeft" fmla="*/ 0 w 76320"/>
                  <a:gd name="textAreaRight" fmla="*/ 80280 w 7632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2320" cy="74520"/>
              </a:xfrm>
              <a:custGeom>
                <a:avLst/>
                <a:gdLst>
                  <a:gd name="textAreaLeft" fmla="*/ 0 w 112320"/>
                  <a:gd name="textAreaRight" fmla="*/ 116280 w 11232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5440" cy="75600"/>
              </a:xfrm>
              <a:custGeom>
                <a:avLst/>
                <a:gdLst>
                  <a:gd name="textAreaLeft" fmla="*/ 0 w 55440"/>
                  <a:gd name="textAreaRight" fmla="*/ 59400 w 5544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3360" cy="7560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5600"/>
                  <a:gd name="textAreaBottom" fmla="*/ 79560 h 756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3800" cy="9828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98280"/>
                  <a:gd name="textAreaBottom" fmla="*/ 102240 h 982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3360" cy="74520"/>
              </a:xfrm>
              <a:custGeom>
                <a:avLst/>
                <a:gdLst>
                  <a:gd name="textAreaLeft" fmla="*/ 0 w 63360"/>
                  <a:gd name="textAreaRight" fmla="*/ 67320 w 63360"/>
                  <a:gd name="textAreaTop" fmla="*/ 0 h 74520"/>
                  <a:gd name="textAreaBottom" fmla="*/ 78480 h 745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3800" cy="106200"/>
              </a:xfrm>
              <a:custGeom>
                <a:avLst/>
                <a:gdLst>
                  <a:gd name="textAreaLeft" fmla="*/ 0 w 73800"/>
                  <a:gd name="textAreaRight" fmla="*/ 77760 w 73800"/>
                  <a:gd name="textAreaTop" fmla="*/ 0 h 106200"/>
                  <a:gd name="textAreaBottom" fmla="*/ 110160 h 1062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68760" cy="76320"/>
              </a:xfrm>
              <a:custGeom>
                <a:avLst/>
                <a:gdLst>
                  <a:gd name="textAreaLeft" fmla="*/ 0 w 68760"/>
                  <a:gd name="textAreaRight" fmla="*/ 72720 w 68760"/>
                  <a:gd name="textAreaTop" fmla="*/ 0 h 76320"/>
                  <a:gd name="textAreaBottom" fmla="*/ 80280 h 763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38880" cy="74160"/>
              </a:xfrm>
              <a:custGeom>
                <a:avLst/>
                <a:gdLst>
                  <a:gd name="textAreaLeft" fmla="*/ 0 w 38880"/>
                  <a:gd name="textAreaRight" fmla="*/ 42840 w 38880"/>
                  <a:gd name="textAreaTop" fmla="*/ 0 h 74160"/>
                  <a:gd name="textAreaBottom" fmla="*/ 78120 h 741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5520" cy="148680"/>
              <a:chOff x="10113480" y="597240"/>
              <a:chExt cx="605520" cy="14868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1440" cy="141840"/>
              </a:xfrm>
              <a:custGeom>
                <a:avLst/>
                <a:gdLst>
                  <a:gd name="textAreaLeft" fmla="*/ 0 w 91440"/>
                  <a:gd name="textAreaRight" fmla="*/ 95400 w 91440"/>
                  <a:gd name="textAreaTop" fmla="*/ 0 h 141840"/>
                  <a:gd name="textAreaBottom" fmla="*/ 145800 h 1418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3920" cy="148680"/>
              </a:xfrm>
              <a:custGeom>
                <a:avLst/>
                <a:gdLst>
                  <a:gd name="textAreaLeft" fmla="*/ 0 w 133920"/>
                  <a:gd name="textAreaRight" fmla="*/ 137880 w 133920"/>
                  <a:gd name="textAreaTop" fmla="*/ 0 h 148680"/>
                  <a:gd name="textAreaBottom" fmla="*/ 152640 h 1486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0320" cy="122760"/>
              </a:xfrm>
              <a:custGeom>
                <a:avLst/>
                <a:gdLst>
                  <a:gd name="textAreaLeft" fmla="*/ 0 w 130320"/>
                  <a:gd name="textAreaRight" fmla="*/ 134280 w 130320"/>
                  <a:gd name="textAreaTop" fmla="*/ 0 h 122760"/>
                  <a:gd name="textAreaBottom" fmla="*/ 126720 h 1227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1680" cy="119160"/>
              </a:xfrm>
              <a:custGeom>
                <a:avLst/>
                <a:gdLst>
                  <a:gd name="textAreaLeft" fmla="*/ 0 w 121680"/>
                  <a:gd name="textAreaRight" fmla="*/ 125640 w 121680"/>
                  <a:gd name="textAreaTop" fmla="*/ 0 h 119160"/>
                  <a:gd name="textAreaBottom" fmla="*/ 123120 h 1191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2760" cy="121320"/>
              </a:xfrm>
              <a:custGeom>
                <a:avLst/>
                <a:gdLst>
                  <a:gd name="textAreaLeft" fmla="*/ 0 w 122760"/>
                  <a:gd name="textAreaRight" fmla="*/ 126720 w 122760"/>
                  <a:gd name="textAreaTop" fmla="*/ 0 h 121320"/>
                  <a:gd name="textAreaBottom" fmla="*/ 125280 h 1213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5640" cy="10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8080" cy="3859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6200" cy="1092240"/>
            <a:chOff x="1734120" y="843120"/>
            <a:chExt cx="1366200" cy="109224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79960" cy="1621080"/>
            <a:chOff x="401040" y="198360"/>
            <a:chExt cx="2379960" cy="162108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05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89400" cy="689400"/>
              <a:chOff x="401040" y="198360"/>
              <a:chExt cx="689400" cy="68940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4280" cy="727560"/>
            <a:chOff x="9761760" y="5367240"/>
            <a:chExt cx="1394280" cy="72756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0640" cy="281160"/>
              <a:chOff x="9761760" y="5367240"/>
              <a:chExt cx="1160640" cy="28116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8240" cy="279720"/>
              </a:xfrm>
              <a:custGeom>
                <a:avLst/>
                <a:gdLst>
                  <a:gd name="textAreaLeft" fmla="*/ 0 w 138240"/>
                  <a:gd name="textAreaRight" fmla="*/ 142200 w 138240"/>
                  <a:gd name="textAreaTop" fmla="*/ 0 h 279720"/>
                  <a:gd name="textAreaBottom" fmla="*/ 283680 h 2797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4920" cy="228240"/>
              </a:xfrm>
              <a:custGeom>
                <a:avLst/>
                <a:gdLst>
                  <a:gd name="textAreaLeft" fmla="*/ 0 w 214920"/>
                  <a:gd name="textAreaRight" fmla="*/ 218880 w 21492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3040" cy="228240"/>
              </a:xfrm>
              <a:custGeom>
                <a:avLst/>
                <a:gdLst>
                  <a:gd name="textAreaLeft" fmla="*/ 0 w 203040"/>
                  <a:gd name="textAreaRight" fmla="*/ 207000 w 2030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0160" cy="223200"/>
              </a:xfrm>
              <a:custGeom>
                <a:avLst/>
                <a:gdLst>
                  <a:gd name="textAreaLeft" fmla="*/ 0 w 200160"/>
                  <a:gd name="textAreaRight" fmla="*/ 204120 w 200160"/>
                  <a:gd name="textAreaTop" fmla="*/ 0 h 223200"/>
                  <a:gd name="textAreaBottom" fmla="*/ 227160 h 2232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3240" cy="367200"/>
              <a:chOff x="10162800" y="5727600"/>
              <a:chExt cx="993240" cy="36720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59400" cy="299520"/>
              </a:xfrm>
              <a:custGeom>
                <a:avLst/>
                <a:gdLst>
                  <a:gd name="textAreaLeft" fmla="*/ 0 w 59400"/>
                  <a:gd name="textAreaRight" fmla="*/ 63360 w 5940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0040" cy="290520"/>
              </a:xfrm>
              <a:custGeom>
                <a:avLst/>
                <a:gdLst>
                  <a:gd name="textAreaLeft" fmla="*/ 0 w 230040"/>
                  <a:gd name="textAreaRight" fmla="*/ 234000 w 230040"/>
                  <a:gd name="textAreaTop" fmla="*/ 0 h 290520"/>
                  <a:gd name="textAreaBottom" fmla="*/ 294480 h 2905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2640" cy="29952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1240" cy="225720"/>
              </a:xfrm>
              <a:custGeom>
                <a:avLst/>
                <a:gdLst>
                  <a:gd name="textAreaLeft" fmla="*/ 0 w 201240"/>
                  <a:gd name="textAreaRight" fmla="*/ 205200 w 201240"/>
                  <a:gd name="textAreaTop" fmla="*/ 0 h 225720"/>
                  <a:gd name="textAreaBottom" fmla="*/ 229680 h 2257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6000" cy="141120"/>
            <a:chOff x="9844560" y="5104080"/>
            <a:chExt cx="576000" cy="14112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6760" cy="134640"/>
            </a:xfrm>
            <a:custGeom>
              <a:avLst/>
              <a:gdLst>
                <a:gd name="textAreaLeft" fmla="*/ 0 w 86760"/>
                <a:gd name="textAreaRight" fmla="*/ 90720 w 86760"/>
                <a:gd name="textAreaTop" fmla="*/ 0 h 134640"/>
                <a:gd name="textAreaBottom" fmla="*/ 138600 h 1346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7080" cy="141120"/>
            </a:xfrm>
            <a:custGeom>
              <a:avLst/>
              <a:gdLst>
                <a:gd name="textAreaLeft" fmla="*/ 0 w 127080"/>
                <a:gd name="textAreaRight" fmla="*/ 131040 w 127080"/>
                <a:gd name="textAreaTop" fmla="*/ 0 h 141120"/>
                <a:gd name="textAreaBottom" fmla="*/ 145080 h 1411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3480" cy="116640"/>
            </a:xfrm>
            <a:custGeom>
              <a:avLst/>
              <a:gdLst>
                <a:gd name="textAreaLeft" fmla="*/ 0 w 123480"/>
                <a:gd name="textAreaRight" fmla="*/ 127440 w 123480"/>
                <a:gd name="textAreaTop" fmla="*/ 0 h 116640"/>
                <a:gd name="textAreaBottom" fmla="*/ 120600 h 1166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5200" cy="11304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13040"/>
                <a:gd name="textAreaBottom" fmla="*/ 117000 h 1130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6280" cy="115200"/>
            </a:xfrm>
            <a:custGeom>
              <a:avLst/>
              <a:gdLst>
                <a:gd name="textAreaLeft" fmla="*/ 0 w 116280"/>
                <a:gd name="textAreaRight" fmla="*/ 120240 w 116280"/>
                <a:gd name="textAreaTop" fmla="*/ 0 h 115200"/>
                <a:gd name="textAreaBottom" fmla="*/ 119160 h 1152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8080" cy="3859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868;p74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443" name="Google Shape;869;p74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Google Shape;870;p74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Google Shape;871;p74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Google Shape;872;p74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Google Shape;873;p74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Google Shape;874;p74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Google Shape;875;p74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876;p74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877;p74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878;p74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879;p74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880;p74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881;p74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882;p74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883;p74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884;p74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59" name="Google Shape;885;p74"/>
          <p:cNvGrpSpPr/>
          <p:nvPr/>
        </p:nvGrpSpPr>
        <p:grpSpPr>
          <a:xfrm>
            <a:off x="-2185920" y="0"/>
            <a:ext cx="928440" cy="6854040"/>
            <a:chOff x="-2185920" y="0"/>
            <a:chExt cx="928440" cy="6854040"/>
          </a:xfrm>
        </p:grpSpPr>
        <p:sp>
          <p:nvSpPr>
            <p:cNvPr id="460" name="Google Shape;886;p74"/>
            <p:cNvSpPr/>
            <p:nvPr/>
          </p:nvSpPr>
          <p:spPr>
            <a:xfrm>
              <a:off x="-2185920" y="0"/>
              <a:ext cx="313560" cy="68540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Google Shape;887;p74"/>
            <p:cNvSpPr/>
            <p:nvPr/>
          </p:nvSpPr>
          <p:spPr>
            <a:xfrm>
              <a:off x="-2185920" y="0"/>
              <a:ext cx="313560" cy="24850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Google Shape;888;p74"/>
            <p:cNvSpPr/>
            <p:nvPr/>
          </p:nvSpPr>
          <p:spPr>
            <a:xfrm>
              <a:off x="-1881720" y="0"/>
              <a:ext cx="313560" cy="68540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Google Shape;889;p74"/>
            <p:cNvSpPr/>
            <p:nvPr/>
          </p:nvSpPr>
          <p:spPr>
            <a:xfrm>
              <a:off x="-1881720" y="4368960"/>
              <a:ext cx="313560" cy="248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Google Shape;890;p74"/>
            <p:cNvSpPr/>
            <p:nvPr/>
          </p:nvSpPr>
          <p:spPr>
            <a:xfrm>
              <a:off x="-1571040" y="0"/>
              <a:ext cx="313560" cy="68540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Google Shape;891;p74"/>
            <p:cNvSpPr/>
            <p:nvPr/>
          </p:nvSpPr>
          <p:spPr>
            <a:xfrm>
              <a:off x="-1571040" y="0"/>
              <a:ext cx="313560" cy="24850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6" name="Google Shape;892;p74"/>
          <p:cNvGrpSpPr/>
          <p:nvPr/>
        </p:nvGrpSpPr>
        <p:grpSpPr>
          <a:xfrm>
            <a:off x="1734120" y="843120"/>
            <a:ext cx="1366200" cy="1092240"/>
            <a:chOff x="1734120" y="843120"/>
            <a:chExt cx="1366200" cy="1092240"/>
          </a:xfrm>
        </p:grpSpPr>
        <p:sp>
          <p:nvSpPr>
            <p:cNvPr id="467" name="Google Shape;893;p74"/>
            <p:cNvSpPr/>
            <p:nvPr/>
          </p:nvSpPr>
          <p:spPr>
            <a:xfrm>
              <a:off x="2282400" y="8431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Google Shape;894;p74"/>
            <p:cNvSpPr/>
            <p:nvPr/>
          </p:nvSpPr>
          <p:spPr>
            <a:xfrm>
              <a:off x="200808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Google Shape;895;p74"/>
            <p:cNvSpPr/>
            <p:nvPr/>
          </p:nvSpPr>
          <p:spPr>
            <a:xfrm>
              <a:off x="17341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Google Shape;896;p74"/>
            <p:cNvSpPr/>
            <p:nvPr/>
          </p:nvSpPr>
          <p:spPr>
            <a:xfrm>
              <a:off x="17341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Google Shape;897;p74"/>
            <p:cNvSpPr/>
            <p:nvPr/>
          </p:nvSpPr>
          <p:spPr>
            <a:xfrm>
              <a:off x="200808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898;p74"/>
            <p:cNvSpPr/>
            <p:nvPr/>
          </p:nvSpPr>
          <p:spPr>
            <a:xfrm>
              <a:off x="228240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899;p74"/>
            <p:cNvSpPr/>
            <p:nvPr/>
          </p:nvSpPr>
          <p:spPr>
            <a:xfrm>
              <a:off x="255636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900;p74"/>
            <p:cNvSpPr/>
            <p:nvPr/>
          </p:nvSpPr>
          <p:spPr>
            <a:xfrm>
              <a:off x="28303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901;p74"/>
            <p:cNvSpPr/>
            <p:nvPr/>
          </p:nvSpPr>
          <p:spPr>
            <a:xfrm>
              <a:off x="28303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902;p74"/>
            <p:cNvSpPr/>
            <p:nvPr/>
          </p:nvSpPr>
          <p:spPr>
            <a:xfrm>
              <a:off x="255636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7" name="Google Shape;903;p74"/>
          <p:cNvGrpSpPr/>
          <p:nvPr/>
        </p:nvGrpSpPr>
        <p:grpSpPr>
          <a:xfrm>
            <a:off x="9798120" y="5367240"/>
            <a:ext cx="1394280" cy="727560"/>
            <a:chOff x="9798120" y="5367240"/>
            <a:chExt cx="1394280" cy="727560"/>
          </a:xfrm>
        </p:grpSpPr>
        <p:grpSp>
          <p:nvGrpSpPr>
            <p:cNvPr id="478" name="Google Shape;904;p74"/>
            <p:cNvGrpSpPr/>
            <p:nvPr/>
          </p:nvGrpSpPr>
          <p:grpSpPr>
            <a:xfrm>
              <a:off x="9798120" y="5367240"/>
              <a:ext cx="1160640" cy="281160"/>
              <a:chOff x="9798120" y="5367240"/>
              <a:chExt cx="1160640" cy="281160"/>
            </a:xfrm>
          </p:grpSpPr>
          <p:sp>
            <p:nvSpPr>
              <p:cNvPr id="479" name="Google Shape;905;p74"/>
              <p:cNvSpPr/>
              <p:nvPr/>
            </p:nvSpPr>
            <p:spPr>
              <a:xfrm>
                <a:off x="9798120" y="5367240"/>
                <a:ext cx="138240" cy="279720"/>
              </a:xfrm>
              <a:custGeom>
                <a:avLst/>
                <a:gdLst>
                  <a:gd name="textAreaLeft" fmla="*/ 0 w 138240"/>
                  <a:gd name="textAreaRight" fmla="*/ 142200 w 138240"/>
                  <a:gd name="textAreaTop" fmla="*/ 0 h 279720"/>
                  <a:gd name="textAreaBottom" fmla="*/ 283680 h 2797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Google Shape;906;p74"/>
              <p:cNvSpPr/>
              <p:nvPr/>
            </p:nvSpPr>
            <p:spPr>
              <a:xfrm>
                <a:off x="9969840" y="5420160"/>
                <a:ext cx="214920" cy="228240"/>
              </a:xfrm>
              <a:custGeom>
                <a:avLst/>
                <a:gdLst>
                  <a:gd name="textAreaLeft" fmla="*/ 0 w 214920"/>
                  <a:gd name="textAreaRight" fmla="*/ 218880 w 21492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Google Shape;907;p74"/>
              <p:cNvSpPr/>
              <p:nvPr/>
            </p:nvSpPr>
            <p:spPr>
              <a:xfrm>
                <a:off x="10224720" y="5420160"/>
                <a:ext cx="203040" cy="228240"/>
              </a:xfrm>
              <a:custGeom>
                <a:avLst/>
                <a:gdLst>
                  <a:gd name="textAreaLeft" fmla="*/ 0 w 203040"/>
                  <a:gd name="textAreaRight" fmla="*/ 207000 w 2030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908;p74"/>
              <p:cNvSpPr/>
              <p:nvPr/>
            </p:nvSpPr>
            <p:spPr>
              <a:xfrm>
                <a:off x="10473120" y="5420160"/>
                <a:ext cx="200160" cy="223200"/>
              </a:xfrm>
              <a:custGeom>
                <a:avLst/>
                <a:gdLst>
                  <a:gd name="textAreaLeft" fmla="*/ 0 w 200160"/>
                  <a:gd name="textAreaRight" fmla="*/ 204120 w 200160"/>
                  <a:gd name="textAreaTop" fmla="*/ 0 h 223200"/>
                  <a:gd name="textAreaBottom" fmla="*/ 227160 h 2232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Google Shape;909;p74"/>
              <p:cNvSpPr/>
              <p:nvPr/>
            </p:nvSpPr>
            <p:spPr>
              <a:xfrm>
                <a:off x="10721520" y="542016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4" name="Google Shape;910;p74"/>
            <p:cNvGrpSpPr/>
            <p:nvPr/>
          </p:nvGrpSpPr>
          <p:grpSpPr>
            <a:xfrm>
              <a:off x="10199160" y="5727600"/>
              <a:ext cx="993240" cy="367200"/>
              <a:chOff x="10199160" y="5727600"/>
              <a:chExt cx="993240" cy="367200"/>
            </a:xfrm>
          </p:grpSpPr>
          <p:sp>
            <p:nvSpPr>
              <p:cNvPr id="485" name="Google Shape;911;p74"/>
              <p:cNvSpPr/>
              <p:nvPr/>
            </p:nvSpPr>
            <p:spPr>
              <a:xfrm>
                <a:off x="10199160" y="5727600"/>
                <a:ext cx="59400" cy="299520"/>
              </a:xfrm>
              <a:custGeom>
                <a:avLst/>
                <a:gdLst>
                  <a:gd name="textAreaLeft" fmla="*/ 0 w 59400"/>
                  <a:gd name="textAreaRight" fmla="*/ 63360 w 5940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912;p74"/>
              <p:cNvSpPr/>
              <p:nvPr/>
            </p:nvSpPr>
            <p:spPr>
              <a:xfrm>
                <a:off x="10311120" y="5804280"/>
                <a:ext cx="237240" cy="228240"/>
              </a:xfrm>
              <a:custGeom>
                <a:avLst/>
                <a:gdLst>
                  <a:gd name="textAreaLeft" fmla="*/ 0 w 237240"/>
                  <a:gd name="textAreaRight" fmla="*/ 241200 w 237240"/>
                  <a:gd name="textAreaTop" fmla="*/ 0 h 228240"/>
                  <a:gd name="textAreaBottom" fmla="*/ 232200 h 2282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913;p74"/>
              <p:cNvSpPr/>
              <p:nvPr/>
            </p:nvSpPr>
            <p:spPr>
              <a:xfrm>
                <a:off x="10588320" y="5804280"/>
                <a:ext cx="230040" cy="290520"/>
              </a:xfrm>
              <a:custGeom>
                <a:avLst/>
                <a:gdLst>
                  <a:gd name="textAreaLeft" fmla="*/ 0 w 230040"/>
                  <a:gd name="textAreaRight" fmla="*/ 234000 w 230040"/>
                  <a:gd name="textAreaTop" fmla="*/ 0 h 290520"/>
                  <a:gd name="textAreaBottom" fmla="*/ 294480 h 2905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Google Shape;914;p74"/>
              <p:cNvSpPr/>
              <p:nvPr/>
            </p:nvSpPr>
            <p:spPr>
              <a:xfrm>
                <a:off x="10880280" y="5727600"/>
                <a:ext cx="62640" cy="299520"/>
              </a:xfrm>
              <a:custGeom>
                <a:avLst/>
                <a:gdLst>
                  <a:gd name="textAreaLeft" fmla="*/ 0 w 62640"/>
                  <a:gd name="textAreaRight" fmla="*/ 66600 w 62640"/>
                  <a:gd name="textAreaTop" fmla="*/ 0 h 299520"/>
                  <a:gd name="textAreaBottom" fmla="*/ 303480 h 2995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Google Shape;915;p74"/>
              <p:cNvSpPr/>
              <p:nvPr/>
            </p:nvSpPr>
            <p:spPr>
              <a:xfrm>
                <a:off x="10991160" y="5806080"/>
                <a:ext cx="201240" cy="225720"/>
              </a:xfrm>
              <a:custGeom>
                <a:avLst/>
                <a:gdLst>
                  <a:gd name="textAreaLeft" fmla="*/ 0 w 201240"/>
                  <a:gd name="textAreaRight" fmla="*/ 205200 w 201240"/>
                  <a:gd name="textAreaTop" fmla="*/ 0 h 225720"/>
                  <a:gd name="textAreaBottom" fmla="*/ 229680 h 2257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0" name="Google Shape;916;p74"/>
          <p:cNvGrpSpPr/>
          <p:nvPr/>
        </p:nvGrpSpPr>
        <p:grpSpPr>
          <a:xfrm>
            <a:off x="9880920" y="5104080"/>
            <a:ext cx="575640" cy="141120"/>
            <a:chOff x="9880920" y="5104080"/>
            <a:chExt cx="575640" cy="141120"/>
          </a:xfrm>
        </p:grpSpPr>
        <p:sp>
          <p:nvSpPr>
            <p:cNvPr id="491" name="Google Shape;917;p74"/>
            <p:cNvSpPr/>
            <p:nvPr/>
          </p:nvSpPr>
          <p:spPr>
            <a:xfrm>
              <a:off x="10369800" y="5109840"/>
              <a:ext cx="86760" cy="134640"/>
            </a:xfrm>
            <a:custGeom>
              <a:avLst/>
              <a:gdLst>
                <a:gd name="textAreaLeft" fmla="*/ 0 w 86760"/>
                <a:gd name="textAreaRight" fmla="*/ 90720 w 86760"/>
                <a:gd name="textAreaTop" fmla="*/ 0 h 134640"/>
                <a:gd name="textAreaBottom" fmla="*/ 138600 h 1346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Google Shape;918;p74"/>
            <p:cNvSpPr/>
            <p:nvPr/>
          </p:nvSpPr>
          <p:spPr>
            <a:xfrm>
              <a:off x="9880920" y="5104080"/>
              <a:ext cx="127080" cy="141120"/>
            </a:xfrm>
            <a:custGeom>
              <a:avLst/>
              <a:gdLst>
                <a:gd name="textAreaLeft" fmla="*/ 0 w 127080"/>
                <a:gd name="textAreaRight" fmla="*/ 131040 w 127080"/>
                <a:gd name="textAreaTop" fmla="*/ 0 h 141120"/>
                <a:gd name="textAreaBottom" fmla="*/ 145080 h 1411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Google Shape;919;p74"/>
            <p:cNvSpPr/>
            <p:nvPr/>
          </p:nvSpPr>
          <p:spPr>
            <a:xfrm>
              <a:off x="10007280" y="5124240"/>
              <a:ext cx="123480" cy="116640"/>
            </a:xfrm>
            <a:custGeom>
              <a:avLst/>
              <a:gdLst>
                <a:gd name="textAreaLeft" fmla="*/ 0 w 123480"/>
                <a:gd name="textAreaRight" fmla="*/ 127440 w 123480"/>
                <a:gd name="textAreaTop" fmla="*/ 0 h 116640"/>
                <a:gd name="textAreaBottom" fmla="*/ 120600 h 1166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Google Shape;920;p74"/>
            <p:cNvSpPr/>
            <p:nvPr/>
          </p:nvSpPr>
          <p:spPr>
            <a:xfrm>
              <a:off x="10133280" y="5125680"/>
              <a:ext cx="115200" cy="113040"/>
            </a:xfrm>
            <a:custGeom>
              <a:avLst/>
              <a:gdLst>
                <a:gd name="textAreaLeft" fmla="*/ 0 w 115200"/>
                <a:gd name="textAreaRight" fmla="*/ 119160 w 115200"/>
                <a:gd name="textAreaTop" fmla="*/ 0 h 113040"/>
                <a:gd name="textAreaBottom" fmla="*/ 117000 h 1130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Google Shape;921;p74"/>
            <p:cNvSpPr/>
            <p:nvPr/>
          </p:nvSpPr>
          <p:spPr>
            <a:xfrm>
              <a:off x="10251720" y="5124960"/>
              <a:ext cx="116280" cy="115200"/>
            </a:xfrm>
            <a:custGeom>
              <a:avLst/>
              <a:gdLst>
                <a:gd name="textAreaLeft" fmla="*/ 0 w 116280"/>
                <a:gd name="textAreaRight" fmla="*/ 120240 w 116280"/>
                <a:gd name="textAreaTop" fmla="*/ 0 h 115200"/>
                <a:gd name="textAreaBottom" fmla="*/ 119160 h 1152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6" name="Google Shape;922;p74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97" name="Google Shape;923;p74"/>
          <p:cNvGrpSpPr/>
          <p:nvPr/>
        </p:nvGrpSpPr>
        <p:grpSpPr>
          <a:xfrm>
            <a:off x="401040" y="198360"/>
            <a:ext cx="6757200" cy="1621080"/>
            <a:chOff x="401040" y="198360"/>
            <a:chExt cx="6757200" cy="1621080"/>
          </a:xfrm>
        </p:grpSpPr>
        <p:sp>
          <p:nvSpPr>
            <p:cNvPr id="498" name="Google Shape;924;p74"/>
            <p:cNvSpPr/>
            <p:nvPr/>
          </p:nvSpPr>
          <p:spPr>
            <a:xfrm>
              <a:off x="690480" y="275760"/>
              <a:ext cx="20905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925;p74"/>
            <p:cNvSpPr/>
            <p:nvPr/>
          </p:nvSpPr>
          <p:spPr>
            <a:xfrm>
              <a:off x="1944360" y="961560"/>
              <a:ext cx="5213880" cy="76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0" name="Google Shape;926;p74"/>
            <p:cNvGrpSpPr/>
            <p:nvPr/>
          </p:nvGrpSpPr>
          <p:grpSpPr>
            <a:xfrm>
              <a:off x="401040" y="198360"/>
              <a:ext cx="689400" cy="689400"/>
              <a:chOff x="401040" y="198360"/>
              <a:chExt cx="689400" cy="689400"/>
            </a:xfrm>
          </p:grpSpPr>
          <p:sp>
            <p:nvSpPr>
              <p:cNvPr id="501" name="Google Shape;927;p74"/>
              <p:cNvSpPr/>
              <p:nvPr/>
            </p:nvSpPr>
            <p:spPr>
              <a:xfrm>
                <a:off x="401040" y="54504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Google Shape;928;p74"/>
              <p:cNvSpPr/>
              <p:nvPr/>
            </p:nvSpPr>
            <p:spPr>
              <a:xfrm>
                <a:off x="747720" y="19836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3" name="Google Shape;929;p74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0520" cy="3355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1170;p81"/>
          <p:cNvGrpSpPr/>
          <p:nvPr/>
        </p:nvGrpSpPr>
        <p:grpSpPr>
          <a:xfrm>
            <a:off x="795240" y="2890800"/>
            <a:ext cx="3670200" cy="3105000"/>
            <a:chOff x="795240" y="2890800"/>
            <a:chExt cx="3670200" cy="3105000"/>
          </a:xfrm>
        </p:grpSpPr>
        <p:sp>
          <p:nvSpPr>
            <p:cNvPr id="506" name="Google Shape;1171;p81"/>
            <p:cNvSpPr/>
            <p:nvPr/>
          </p:nvSpPr>
          <p:spPr>
            <a:xfrm>
              <a:off x="795240" y="4303800"/>
              <a:ext cx="561240" cy="169200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692000"/>
                <a:gd name="textAreaBottom" fmla="*/ 1695960 h 16920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Google Shape;1172;p81"/>
            <p:cNvSpPr/>
            <p:nvPr/>
          </p:nvSpPr>
          <p:spPr>
            <a:xfrm>
              <a:off x="3904200" y="3738600"/>
              <a:ext cx="561240" cy="1126440"/>
            </a:xfrm>
            <a:custGeom>
              <a:avLst/>
              <a:gdLst>
                <a:gd name="textAreaLeft" fmla="*/ 0 w 561240"/>
                <a:gd name="textAreaRight" fmla="*/ 565200 w 5612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Google Shape;1173;p81"/>
            <p:cNvSpPr/>
            <p:nvPr/>
          </p:nvSpPr>
          <p:spPr>
            <a:xfrm>
              <a:off x="4186800" y="543456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Google Shape;1174;p81"/>
            <p:cNvSpPr/>
            <p:nvPr/>
          </p:nvSpPr>
          <p:spPr>
            <a:xfrm>
              <a:off x="2490840" y="3173400"/>
              <a:ext cx="278640" cy="278640"/>
            </a:xfrm>
            <a:custGeom>
              <a:avLst/>
              <a:gdLst>
                <a:gd name="textAreaLeft" fmla="*/ 0 w 278640"/>
                <a:gd name="textAreaRight" fmla="*/ 282600 w 278640"/>
                <a:gd name="textAreaTop" fmla="*/ 0 h 278640"/>
                <a:gd name="textAreaBottom" fmla="*/ 282600 h 2786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Google Shape;1175;p81"/>
            <p:cNvSpPr/>
            <p:nvPr/>
          </p:nvSpPr>
          <p:spPr>
            <a:xfrm>
              <a:off x="1360440" y="2890800"/>
              <a:ext cx="1126440" cy="1126440"/>
            </a:xfrm>
            <a:custGeom>
              <a:avLst/>
              <a:gdLst>
                <a:gd name="textAreaLeft" fmla="*/ 0 w 1126440"/>
                <a:gd name="textAreaRight" fmla="*/ 1130400 w 1126440"/>
                <a:gd name="textAreaTop" fmla="*/ 0 h 1126440"/>
                <a:gd name="textAreaBottom" fmla="*/ 1130400 h 11264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Google Shape;1176;p81"/>
            <p:cNvSpPr/>
            <p:nvPr/>
          </p:nvSpPr>
          <p:spPr>
            <a:xfrm>
              <a:off x="1925640" y="4303800"/>
              <a:ext cx="1409040" cy="1409040"/>
            </a:xfrm>
            <a:custGeom>
              <a:avLst/>
              <a:gdLst>
                <a:gd name="textAreaLeft" fmla="*/ 0 w 1409040"/>
                <a:gd name="textAreaRight" fmla="*/ 1413000 w 1409040"/>
                <a:gd name="textAreaTop" fmla="*/ 0 h 1409040"/>
                <a:gd name="textAreaBottom" fmla="*/ 1413000 h 14090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2" name="Google Shape;1177;p81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1178;p81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1179;p81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1180;p81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1181;p81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1182;p81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1183;p81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1184;p81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1185;p81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1186;p81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22" name="Google Shape;1187;p81"/>
          <p:cNvGrpSpPr/>
          <p:nvPr/>
        </p:nvGrpSpPr>
        <p:grpSpPr>
          <a:xfrm>
            <a:off x="-2185920" y="0"/>
            <a:ext cx="928440" cy="6854040"/>
            <a:chOff x="-2185920" y="0"/>
            <a:chExt cx="928440" cy="6854040"/>
          </a:xfrm>
        </p:grpSpPr>
        <p:sp>
          <p:nvSpPr>
            <p:cNvPr id="523" name="Google Shape;1188;p81"/>
            <p:cNvSpPr/>
            <p:nvPr/>
          </p:nvSpPr>
          <p:spPr>
            <a:xfrm>
              <a:off x="-2185920" y="0"/>
              <a:ext cx="313560" cy="68540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Google Shape;1189;p81"/>
            <p:cNvSpPr/>
            <p:nvPr/>
          </p:nvSpPr>
          <p:spPr>
            <a:xfrm>
              <a:off x="-2185920" y="0"/>
              <a:ext cx="313560" cy="24850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Google Shape;1190;p81"/>
            <p:cNvSpPr/>
            <p:nvPr/>
          </p:nvSpPr>
          <p:spPr>
            <a:xfrm>
              <a:off x="-1881720" y="0"/>
              <a:ext cx="313560" cy="68540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Google Shape;1191;p81"/>
            <p:cNvSpPr/>
            <p:nvPr/>
          </p:nvSpPr>
          <p:spPr>
            <a:xfrm>
              <a:off x="-1881720" y="4368960"/>
              <a:ext cx="313560" cy="248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Google Shape;1192;p81"/>
            <p:cNvSpPr/>
            <p:nvPr/>
          </p:nvSpPr>
          <p:spPr>
            <a:xfrm>
              <a:off x="-1571040" y="0"/>
              <a:ext cx="313560" cy="68540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Google Shape;1193;p81"/>
            <p:cNvSpPr/>
            <p:nvPr/>
          </p:nvSpPr>
          <p:spPr>
            <a:xfrm>
              <a:off x="-1571040" y="0"/>
              <a:ext cx="313560" cy="24850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9" name="Google Shape;1194;p81"/>
          <p:cNvGrpSpPr/>
          <p:nvPr/>
        </p:nvGrpSpPr>
        <p:grpSpPr>
          <a:xfrm>
            <a:off x="1734120" y="843120"/>
            <a:ext cx="1366200" cy="1092240"/>
            <a:chOff x="1734120" y="843120"/>
            <a:chExt cx="1366200" cy="1092240"/>
          </a:xfrm>
        </p:grpSpPr>
        <p:sp>
          <p:nvSpPr>
            <p:cNvPr id="530" name="Google Shape;1195;p81"/>
            <p:cNvSpPr/>
            <p:nvPr/>
          </p:nvSpPr>
          <p:spPr>
            <a:xfrm>
              <a:off x="2282400" y="84312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Google Shape;1196;p81"/>
            <p:cNvSpPr/>
            <p:nvPr/>
          </p:nvSpPr>
          <p:spPr>
            <a:xfrm>
              <a:off x="200808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Google Shape;1197;p81"/>
            <p:cNvSpPr/>
            <p:nvPr/>
          </p:nvSpPr>
          <p:spPr>
            <a:xfrm>
              <a:off x="17341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Google Shape;1198;p81"/>
            <p:cNvSpPr/>
            <p:nvPr/>
          </p:nvSpPr>
          <p:spPr>
            <a:xfrm>
              <a:off x="17341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Google Shape;1199;p81"/>
            <p:cNvSpPr/>
            <p:nvPr/>
          </p:nvSpPr>
          <p:spPr>
            <a:xfrm>
              <a:off x="200808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Google Shape;1200;p81"/>
            <p:cNvSpPr/>
            <p:nvPr/>
          </p:nvSpPr>
          <p:spPr>
            <a:xfrm>
              <a:off x="228240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Google Shape;1201;p81"/>
            <p:cNvSpPr/>
            <p:nvPr/>
          </p:nvSpPr>
          <p:spPr>
            <a:xfrm>
              <a:off x="255636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Google Shape;1202;p81"/>
            <p:cNvSpPr/>
            <p:nvPr/>
          </p:nvSpPr>
          <p:spPr>
            <a:xfrm>
              <a:off x="2830320" y="166536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Google Shape;1203;p81"/>
            <p:cNvSpPr/>
            <p:nvPr/>
          </p:nvSpPr>
          <p:spPr>
            <a:xfrm>
              <a:off x="2830320" y="139140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Google Shape;1204;p81"/>
            <p:cNvSpPr/>
            <p:nvPr/>
          </p:nvSpPr>
          <p:spPr>
            <a:xfrm>
              <a:off x="2556360" y="1117440"/>
              <a:ext cx="270000" cy="270000"/>
            </a:xfrm>
            <a:custGeom>
              <a:avLst/>
              <a:gdLst>
                <a:gd name="textAreaLeft" fmla="*/ 0 w 270000"/>
                <a:gd name="textAreaRight" fmla="*/ 273960 w 270000"/>
                <a:gd name="textAreaTop" fmla="*/ 0 h 270000"/>
                <a:gd name="textAreaBottom" fmla="*/ 273960 h 2700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0" name="Google Shape;1205;p81"/>
          <p:cNvGrpSpPr/>
          <p:nvPr/>
        </p:nvGrpSpPr>
        <p:grpSpPr>
          <a:xfrm>
            <a:off x="9761760" y="5104080"/>
            <a:ext cx="1394280" cy="990720"/>
            <a:chOff x="9761760" y="5104080"/>
            <a:chExt cx="1394280" cy="990720"/>
          </a:xfrm>
        </p:grpSpPr>
        <p:grpSp>
          <p:nvGrpSpPr>
            <p:cNvPr id="541" name="Google Shape;1206;p81"/>
            <p:cNvGrpSpPr/>
            <p:nvPr/>
          </p:nvGrpSpPr>
          <p:grpSpPr>
            <a:xfrm>
              <a:off x="9761760" y="5367240"/>
              <a:ext cx="1394280" cy="727560"/>
              <a:chOff x="9761760" y="5367240"/>
              <a:chExt cx="1394280" cy="727560"/>
            </a:xfrm>
          </p:grpSpPr>
          <p:grpSp>
            <p:nvGrpSpPr>
              <p:cNvPr id="542" name="Google Shape;1207;p81"/>
              <p:cNvGrpSpPr/>
              <p:nvPr/>
            </p:nvGrpSpPr>
            <p:grpSpPr>
              <a:xfrm>
                <a:off x="9761760" y="5367240"/>
                <a:ext cx="1160640" cy="281160"/>
                <a:chOff x="9761760" y="5367240"/>
                <a:chExt cx="1160640" cy="281160"/>
              </a:xfrm>
            </p:grpSpPr>
            <p:sp>
              <p:nvSpPr>
                <p:cNvPr id="543" name="Google Shape;1208;p81"/>
                <p:cNvSpPr/>
                <p:nvPr/>
              </p:nvSpPr>
              <p:spPr>
                <a:xfrm>
                  <a:off x="9761760" y="5367240"/>
                  <a:ext cx="138240" cy="279720"/>
                </a:xfrm>
                <a:custGeom>
                  <a:avLst/>
                  <a:gdLst>
                    <a:gd name="textAreaLeft" fmla="*/ 0 w 138240"/>
                    <a:gd name="textAreaRight" fmla="*/ 142200 w 138240"/>
                    <a:gd name="textAreaTop" fmla="*/ 0 h 279720"/>
                    <a:gd name="textAreaBottom" fmla="*/ 283680 h 27972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" name="Google Shape;1209;p81"/>
                <p:cNvSpPr/>
                <p:nvPr/>
              </p:nvSpPr>
              <p:spPr>
                <a:xfrm>
                  <a:off x="9933480" y="5420160"/>
                  <a:ext cx="214920" cy="228240"/>
                </a:xfrm>
                <a:custGeom>
                  <a:avLst/>
                  <a:gdLst>
                    <a:gd name="textAreaLeft" fmla="*/ 0 w 214920"/>
                    <a:gd name="textAreaRight" fmla="*/ 218880 w 21492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" name="Google Shape;1210;p81"/>
                <p:cNvSpPr/>
                <p:nvPr/>
              </p:nvSpPr>
              <p:spPr>
                <a:xfrm>
                  <a:off x="10188360" y="5420160"/>
                  <a:ext cx="203040" cy="228240"/>
                </a:xfrm>
                <a:custGeom>
                  <a:avLst/>
                  <a:gdLst>
                    <a:gd name="textAreaLeft" fmla="*/ 0 w 203040"/>
                    <a:gd name="textAreaRight" fmla="*/ 207000 w 20304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" name="Google Shape;1211;p81"/>
                <p:cNvSpPr/>
                <p:nvPr/>
              </p:nvSpPr>
              <p:spPr>
                <a:xfrm>
                  <a:off x="10436760" y="5420160"/>
                  <a:ext cx="200160" cy="223200"/>
                </a:xfrm>
                <a:custGeom>
                  <a:avLst/>
                  <a:gdLst>
                    <a:gd name="textAreaLeft" fmla="*/ 0 w 200160"/>
                    <a:gd name="textAreaRight" fmla="*/ 204120 w 200160"/>
                    <a:gd name="textAreaTop" fmla="*/ 0 h 223200"/>
                    <a:gd name="textAreaBottom" fmla="*/ 227160 h 22320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" name="Google Shape;1212;p81"/>
                <p:cNvSpPr/>
                <p:nvPr/>
              </p:nvSpPr>
              <p:spPr>
                <a:xfrm>
                  <a:off x="10685160" y="5420160"/>
                  <a:ext cx="237240" cy="228240"/>
                </a:xfrm>
                <a:custGeom>
                  <a:avLst/>
                  <a:gdLst>
                    <a:gd name="textAreaLeft" fmla="*/ 0 w 237240"/>
                    <a:gd name="textAreaRight" fmla="*/ 241200 w 23724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8" name="Google Shape;1213;p81"/>
              <p:cNvGrpSpPr/>
              <p:nvPr/>
            </p:nvGrpSpPr>
            <p:grpSpPr>
              <a:xfrm>
                <a:off x="10162800" y="5727600"/>
                <a:ext cx="993240" cy="367200"/>
                <a:chOff x="10162800" y="5727600"/>
                <a:chExt cx="993240" cy="367200"/>
              </a:xfrm>
            </p:grpSpPr>
            <p:sp>
              <p:nvSpPr>
                <p:cNvPr id="549" name="Google Shape;1214;p81"/>
                <p:cNvSpPr/>
                <p:nvPr/>
              </p:nvSpPr>
              <p:spPr>
                <a:xfrm>
                  <a:off x="10162800" y="5727600"/>
                  <a:ext cx="59400" cy="299520"/>
                </a:xfrm>
                <a:custGeom>
                  <a:avLst/>
                  <a:gdLst>
                    <a:gd name="textAreaLeft" fmla="*/ 0 w 59400"/>
                    <a:gd name="textAreaRight" fmla="*/ 63360 w 59400"/>
                    <a:gd name="textAreaTop" fmla="*/ 0 h 299520"/>
                    <a:gd name="textAreaBottom" fmla="*/ 303480 h 29952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0" name="Google Shape;1215;p81"/>
                <p:cNvSpPr/>
                <p:nvPr/>
              </p:nvSpPr>
              <p:spPr>
                <a:xfrm>
                  <a:off x="10274760" y="5804280"/>
                  <a:ext cx="237240" cy="228240"/>
                </a:xfrm>
                <a:custGeom>
                  <a:avLst/>
                  <a:gdLst>
                    <a:gd name="textAreaLeft" fmla="*/ 0 w 237240"/>
                    <a:gd name="textAreaRight" fmla="*/ 241200 w 237240"/>
                    <a:gd name="textAreaTop" fmla="*/ 0 h 228240"/>
                    <a:gd name="textAreaBottom" fmla="*/ 232200 h 2282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1" name="Google Shape;1216;p81"/>
                <p:cNvSpPr/>
                <p:nvPr/>
              </p:nvSpPr>
              <p:spPr>
                <a:xfrm>
                  <a:off x="10551960" y="5804280"/>
                  <a:ext cx="230040" cy="290520"/>
                </a:xfrm>
                <a:custGeom>
                  <a:avLst/>
                  <a:gdLst>
                    <a:gd name="textAreaLeft" fmla="*/ 0 w 230040"/>
                    <a:gd name="textAreaRight" fmla="*/ 234000 w 230040"/>
                    <a:gd name="textAreaTop" fmla="*/ 0 h 290520"/>
                    <a:gd name="textAreaBottom" fmla="*/ 294480 h 29052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2" name="Google Shape;1217;p81"/>
                <p:cNvSpPr/>
                <p:nvPr/>
              </p:nvSpPr>
              <p:spPr>
                <a:xfrm>
                  <a:off x="10843920" y="5727600"/>
                  <a:ext cx="62640" cy="299520"/>
                </a:xfrm>
                <a:custGeom>
                  <a:avLst/>
                  <a:gdLst>
                    <a:gd name="textAreaLeft" fmla="*/ 0 w 62640"/>
                    <a:gd name="textAreaRight" fmla="*/ 66600 w 62640"/>
                    <a:gd name="textAreaTop" fmla="*/ 0 h 299520"/>
                    <a:gd name="textAreaBottom" fmla="*/ 303480 h 29952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3" name="Google Shape;1218;p81"/>
                <p:cNvSpPr/>
                <p:nvPr/>
              </p:nvSpPr>
              <p:spPr>
                <a:xfrm>
                  <a:off x="10954800" y="5806080"/>
                  <a:ext cx="201240" cy="225720"/>
                </a:xfrm>
                <a:custGeom>
                  <a:avLst/>
                  <a:gdLst>
                    <a:gd name="textAreaLeft" fmla="*/ 0 w 201240"/>
                    <a:gd name="textAreaRight" fmla="*/ 205200 w 201240"/>
                    <a:gd name="textAreaTop" fmla="*/ 0 h 225720"/>
                    <a:gd name="textAreaBottom" fmla="*/ 229680 h 22572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54" name="Google Shape;1219;p81"/>
            <p:cNvGrpSpPr/>
            <p:nvPr/>
          </p:nvGrpSpPr>
          <p:grpSpPr>
            <a:xfrm>
              <a:off x="9844560" y="5104080"/>
              <a:ext cx="576000" cy="141120"/>
              <a:chOff x="9844560" y="5104080"/>
              <a:chExt cx="576000" cy="141120"/>
            </a:xfrm>
          </p:grpSpPr>
          <p:sp>
            <p:nvSpPr>
              <p:cNvPr id="555" name="Google Shape;1220;p81"/>
              <p:cNvSpPr/>
              <p:nvPr/>
            </p:nvSpPr>
            <p:spPr>
              <a:xfrm>
                <a:off x="10333800" y="5109840"/>
                <a:ext cx="86760" cy="134640"/>
              </a:xfrm>
              <a:custGeom>
                <a:avLst/>
                <a:gdLst>
                  <a:gd name="textAreaLeft" fmla="*/ 0 w 86760"/>
                  <a:gd name="textAreaRight" fmla="*/ 90720 w 86760"/>
                  <a:gd name="textAreaTop" fmla="*/ 0 h 134640"/>
                  <a:gd name="textAreaBottom" fmla="*/ 138600 h 13464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Google Shape;1221;p81"/>
              <p:cNvSpPr/>
              <p:nvPr/>
            </p:nvSpPr>
            <p:spPr>
              <a:xfrm>
                <a:off x="9844560" y="5104080"/>
                <a:ext cx="127080" cy="141120"/>
              </a:xfrm>
              <a:custGeom>
                <a:avLst/>
                <a:gdLst>
                  <a:gd name="textAreaLeft" fmla="*/ 0 w 127080"/>
                  <a:gd name="textAreaRight" fmla="*/ 131040 w 127080"/>
                  <a:gd name="textAreaTop" fmla="*/ 0 h 141120"/>
                  <a:gd name="textAreaBottom" fmla="*/ 145080 h 14112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1222;p81"/>
              <p:cNvSpPr/>
              <p:nvPr/>
            </p:nvSpPr>
            <p:spPr>
              <a:xfrm>
                <a:off x="9970920" y="5124240"/>
                <a:ext cx="123480" cy="116640"/>
              </a:xfrm>
              <a:custGeom>
                <a:avLst/>
                <a:gdLst>
                  <a:gd name="textAreaLeft" fmla="*/ 0 w 123480"/>
                  <a:gd name="textAreaRight" fmla="*/ 127440 w 123480"/>
                  <a:gd name="textAreaTop" fmla="*/ 0 h 116640"/>
                  <a:gd name="textAreaBottom" fmla="*/ 120600 h 11664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1223;p81"/>
              <p:cNvSpPr/>
              <p:nvPr/>
            </p:nvSpPr>
            <p:spPr>
              <a:xfrm>
                <a:off x="10096920" y="5125680"/>
                <a:ext cx="115200" cy="113040"/>
              </a:xfrm>
              <a:custGeom>
                <a:avLst/>
                <a:gdLst>
                  <a:gd name="textAreaLeft" fmla="*/ 0 w 115200"/>
                  <a:gd name="textAreaRight" fmla="*/ 119160 w 115200"/>
                  <a:gd name="textAreaTop" fmla="*/ 0 h 113040"/>
                  <a:gd name="textAreaBottom" fmla="*/ 117000 h 11304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1224;p81"/>
              <p:cNvSpPr/>
              <p:nvPr/>
            </p:nvSpPr>
            <p:spPr>
              <a:xfrm>
                <a:off x="10215360" y="5124960"/>
                <a:ext cx="116280" cy="115200"/>
              </a:xfrm>
              <a:custGeom>
                <a:avLst/>
                <a:gdLst>
                  <a:gd name="textAreaLeft" fmla="*/ 0 w 116280"/>
                  <a:gd name="textAreaRight" fmla="*/ 120240 w 116280"/>
                  <a:gd name="textAreaTop" fmla="*/ 0 h 115200"/>
                  <a:gd name="textAreaBottom" fmla="*/ 119160 h 11520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0" name="Google Shape;1225;p81"/>
          <p:cNvSpPr/>
          <p:nvPr/>
        </p:nvSpPr>
        <p:spPr>
          <a:xfrm>
            <a:off x="8377920" y="13320"/>
            <a:ext cx="3607920" cy="3607920"/>
          </a:xfrm>
          <a:custGeom>
            <a:avLst/>
            <a:gdLst>
              <a:gd name="textAreaLeft" fmla="*/ 0 w 3607920"/>
              <a:gd name="textAreaRight" fmla="*/ 3611880 w 3607920"/>
              <a:gd name="textAreaTop" fmla="*/ 0 h 3607920"/>
              <a:gd name="textAreaBottom" fmla="*/ 3611880 h 36079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61" name="Google Shape;1226;p81"/>
          <p:cNvGrpSpPr/>
          <p:nvPr/>
        </p:nvGrpSpPr>
        <p:grpSpPr>
          <a:xfrm>
            <a:off x="401040" y="198360"/>
            <a:ext cx="2379960" cy="1621080"/>
            <a:chOff x="401040" y="198360"/>
            <a:chExt cx="2379960" cy="1621080"/>
          </a:xfrm>
        </p:grpSpPr>
        <p:sp>
          <p:nvSpPr>
            <p:cNvPr id="562" name="Google Shape;1227;p81"/>
            <p:cNvSpPr/>
            <p:nvPr/>
          </p:nvSpPr>
          <p:spPr>
            <a:xfrm>
              <a:off x="690480" y="275760"/>
              <a:ext cx="2090520" cy="154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3" name="Google Shape;1228;p81"/>
            <p:cNvGrpSpPr/>
            <p:nvPr/>
          </p:nvGrpSpPr>
          <p:grpSpPr>
            <a:xfrm>
              <a:off x="401040" y="198360"/>
              <a:ext cx="689400" cy="689400"/>
              <a:chOff x="401040" y="198360"/>
              <a:chExt cx="689400" cy="689400"/>
            </a:xfrm>
          </p:grpSpPr>
          <p:sp>
            <p:nvSpPr>
              <p:cNvPr id="564" name="Google Shape;1229;p81"/>
              <p:cNvSpPr/>
              <p:nvPr/>
            </p:nvSpPr>
            <p:spPr>
              <a:xfrm>
                <a:off x="401040" y="54504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Google Shape;1230;p81"/>
              <p:cNvSpPr/>
              <p:nvPr/>
            </p:nvSpPr>
            <p:spPr>
              <a:xfrm>
                <a:off x="747720" y="198360"/>
                <a:ext cx="342720" cy="3427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6" name="Google Shape;1231;p81"/>
          <p:cNvSpPr/>
          <p:nvPr/>
        </p:nvSpPr>
        <p:spPr>
          <a:xfrm>
            <a:off x="706680" y="3871800"/>
            <a:ext cx="355500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5200" cy="484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17;p47"/>
          <p:cNvSpPr/>
          <p:nvPr/>
        </p:nvSpPr>
        <p:spPr>
          <a:xfrm>
            <a:off x="-187920" y="-628560"/>
            <a:ext cx="420480" cy="7806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Google Shape;18;p47"/>
          <p:cNvSpPr/>
          <p:nvPr/>
        </p:nvSpPr>
        <p:spPr>
          <a:xfrm rot="10800000">
            <a:off x="7389720" y="-421560"/>
            <a:ext cx="2611440" cy="7806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6" name="Google Shape;19;p47"/>
          <p:cNvSpPr/>
          <p:nvPr/>
        </p:nvSpPr>
        <p:spPr>
          <a:xfrm rot="10800000">
            <a:off x="10005480" y="-421560"/>
            <a:ext cx="2611440" cy="78066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20;p47"/>
          <p:cNvSpPr/>
          <p:nvPr/>
        </p:nvSpPr>
        <p:spPr>
          <a:xfrm>
            <a:off x="29865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21;p47"/>
          <p:cNvSpPr/>
          <p:nvPr/>
        </p:nvSpPr>
        <p:spPr>
          <a:xfrm>
            <a:off x="35420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2;p47"/>
          <p:cNvSpPr/>
          <p:nvPr/>
        </p:nvSpPr>
        <p:spPr>
          <a:xfrm>
            <a:off x="4049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3;p47"/>
          <p:cNvSpPr/>
          <p:nvPr/>
        </p:nvSpPr>
        <p:spPr>
          <a:xfrm>
            <a:off x="456408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4;p47"/>
          <p:cNvSpPr/>
          <p:nvPr/>
        </p:nvSpPr>
        <p:spPr>
          <a:xfrm>
            <a:off x="50781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5;p47"/>
          <p:cNvSpPr/>
          <p:nvPr/>
        </p:nvSpPr>
        <p:spPr>
          <a:xfrm>
            <a:off x="6145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6;p47"/>
          <p:cNvSpPr/>
          <p:nvPr/>
        </p:nvSpPr>
        <p:spPr>
          <a:xfrm>
            <a:off x="563364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7;p47"/>
          <p:cNvSpPr/>
          <p:nvPr/>
        </p:nvSpPr>
        <p:spPr>
          <a:xfrm>
            <a:off x="674136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8;p47"/>
          <p:cNvSpPr/>
          <p:nvPr/>
        </p:nvSpPr>
        <p:spPr>
          <a:xfrm>
            <a:off x="730332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9;p47"/>
          <p:cNvSpPr/>
          <p:nvPr/>
        </p:nvSpPr>
        <p:spPr>
          <a:xfrm>
            <a:off x="7846200" y="7543800"/>
            <a:ext cx="360720" cy="375120"/>
          </a:xfrm>
          <a:custGeom>
            <a:avLst/>
            <a:gdLst>
              <a:gd name="textAreaLeft" fmla="*/ 0 w 360720"/>
              <a:gd name="textAreaRight" fmla="*/ 364680 w 360720"/>
              <a:gd name="textAreaTop" fmla="*/ 0 h 375120"/>
              <a:gd name="textAreaBottom" fmla="*/ 379080 h 3751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4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4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4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640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6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7" name="Google Shape;2210;p 2"/>
          <p:cNvGrpSpPr/>
          <p:nvPr/>
        </p:nvGrpSpPr>
        <p:grpSpPr>
          <a:xfrm>
            <a:off x="480240" y="5682960"/>
            <a:ext cx="1149840" cy="816480"/>
            <a:chOff x="480240" y="5682960"/>
            <a:chExt cx="1149840" cy="816480"/>
          </a:xfrm>
        </p:grpSpPr>
        <p:grpSp>
          <p:nvGrpSpPr>
            <p:cNvPr id="2318" name="Google Shape;2211;p 2"/>
            <p:cNvGrpSpPr/>
            <p:nvPr/>
          </p:nvGrpSpPr>
          <p:grpSpPr>
            <a:xfrm>
              <a:off x="480240" y="5900040"/>
              <a:ext cx="957240" cy="231120"/>
              <a:chOff x="480240" y="5900040"/>
              <a:chExt cx="957240" cy="231120"/>
            </a:xfrm>
          </p:grpSpPr>
          <p:sp>
            <p:nvSpPr>
              <p:cNvPr id="2319" name="Google Shape;2212;p 2"/>
              <p:cNvSpPr/>
              <p:nvPr/>
            </p:nvSpPr>
            <p:spPr>
              <a:xfrm>
                <a:off x="480240" y="5900040"/>
                <a:ext cx="113400" cy="230040"/>
              </a:xfrm>
              <a:custGeom>
                <a:avLst/>
                <a:gdLst>
                  <a:gd name="textAreaLeft" fmla="*/ 0 w 113400"/>
                  <a:gd name="textAreaRight" fmla="*/ 117360 w 113400"/>
                  <a:gd name="textAreaTop" fmla="*/ 0 h 230040"/>
                  <a:gd name="textAreaBottom" fmla="*/ 234000 h 23004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0" name="Google Shape;2213;p 2"/>
              <p:cNvSpPr/>
              <p:nvPr/>
            </p:nvSpPr>
            <p:spPr>
              <a:xfrm>
                <a:off x="622080" y="5943600"/>
                <a:ext cx="176760" cy="187560"/>
              </a:xfrm>
              <a:custGeom>
                <a:avLst/>
                <a:gdLst>
                  <a:gd name="textAreaLeft" fmla="*/ 0 w 176760"/>
                  <a:gd name="textAreaRight" fmla="*/ 180720 w 17676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1" name="Google Shape;2214;p 2"/>
              <p:cNvSpPr/>
              <p:nvPr/>
            </p:nvSpPr>
            <p:spPr>
              <a:xfrm>
                <a:off x="832320" y="5943600"/>
                <a:ext cx="167040" cy="187560"/>
              </a:xfrm>
              <a:custGeom>
                <a:avLst/>
                <a:gdLst>
                  <a:gd name="textAreaLeft" fmla="*/ 0 w 167040"/>
                  <a:gd name="textAreaRight" fmla="*/ 171000 w 16704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5;p 2"/>
              <p:cNvSpPr/>
              <p:nvPr/>
            </p:nvSpPr>
            <p:spPr>
              <a:xfrm>
                <a:off x="1037160" y="5943600"/>
                <a:ext cx="164520" cy="183240"/>
              </a:xfrm>
              <a:custGeom>
                <a:avLst/>
                <a:gdLst>
                  <a:gd name="textAreaLeft" fmla="*/ 0 w 164520"/>
                  <a:gd name="textAreaRight" fmla="*/ 168480 w 164520"/>
                  <a:gd name="textAreaTop" fmla="*/ 0 h 183240"/>
                  <a:gd name="textAreaBottom" fmla="*/ 187200 h 18324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6;p 2"/>
              <p:cNvSpPr/>
              <p:nvPr/>
            </p:nvSpPr>
            <p:spPr>
              <a:xfrm>
                <a:off x="1242360" y="5943600"/>
                <a:ext cx="195120" cy="187560"/>
              </a:xfrm>
              <a:custGeom>
                <a:avLst/>
                <a:gdLst>
                  <a:gd name="textAreaLeft" fmla="*/ 0 w 195120"/>
                  <a:gd name="textAreaRight" fmla="*/ 199080 w 19512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4" name="Google Shape;2217;p 2"/>
            <p:cNvGrpSpPr/>
            <p:nvPr/>
          </p:nvGrpSpPr>
          <p:grpSpPr>
            <a:xfrm>
              <a:off x="811440" y="6197400"/>
              <a:ext cx="818640" cy="302040"/>
              <a:chOff x="811440" y="6197400"/>
              <a:chExt cx="818640" cy="302040"/>
            </a:xfrm>
          </p:grpSpPr>
          <p:sp>
            <p:nvSpPr>
              <p:cNvPr id="2325" name="Google Shape;2218;p 2"/>
              <p:cNvSpPr/>
              <p:nvPr/>
            </p:nvSpPr>
            <p:spPr>
              <a:xfrm>
                <a:off x="811440" y="6197400"/>
                <a:ext cx="48240" cy="246600"/>
              </a:xfrm>
              <a:custGeom>
                <a:avLst/>
                <a:gdLst>
                  <a:gd name="textAreaLeft" fmla="*/ 0 w 48240"/>
                  <a:gd name="textAreaRight" fmla="*/ 52200 w 48240"/>
                  <a:gd name="textAreaTop" fmla="*/ 0 h 246600"/>
                  <a:gd name="textAreaBottom" fmla="*/ 250560 h 24660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6" name="Google Shape;2219;p 2"/>
              <p:cNvSpPr/>
              <p:nvPr/>
            </p:nvSpPr>
            <p:spPr>
              <a:xfrm>
                <a:off x="903600" y="6260760"/>
                <a:ext cx="195120" cy="187560"/>
              </a:xfrm>
              <a:custGeom>
                <a:avLst/>
                <a:gdLst>
                  <a:gd name="textAreaLeft" fmla="*/ 0 w 195120"/>
                  <a:gd name="textAreaRight" fmla="*/ 199080 w 195120"/>
                  <a:gd name="textAreaTop" fmla="*/ 0 h 187560"/>
                  <a:gd name="textAreaBottom" fmla="*/ 191520 h 1875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7" name="Google Shape;2220;p 2"/>
              <p:cNvSpPr/>
              <p:nvPr/>
            </p:nvSpPr>
            <p:spPr>
              <a:xfrm>
                <a:off x="1132200" y="6260400"/>
                <a:ext cx="189360" cy="239040"/>
              </a:xfrm>
              <a:custGeom>
                <a:avLst/>
                <a:gdLst>
                  <a:gd name="textAreaLeft" fmla="*/ 0 w 189360"/>
                  <a:gd name="textAreaRight" fmla="*/ 193320 w 189360"/>
                  <a:gd name="textAreaTop" fmla="*/ 0 h 239040"/>
                  <a:gd name="textAreaBottom" fmla="*/ 243000 h 23904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21;p 2"/>
              <p:cNvSpPr/>
              <p:nvPr/>
            </p:nvSpPr>
            <p:spPr>
              <a:xfrm>
                <a:off x="1373040" y="6197400"/>
                <a:ext cx="51120" cy="246600"/>
              </a:xfrm>
              <a:custGeom>
                <a:avLst/>
                <a:gdLst>
                  <a:gd name="textAreaLeft" fmla="*/ 0 w 51120"/>
                  <a:gd name="textAreaRight" fmla="*/ 55080 w 51120"/>
                  <a:gd name="textAreaTop" fmla="*/ 0 h 246600"/>
                  <a:gd name="textAreaBottom" fmla="*/ 250560 h 24660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2;p 2"/>
              <p:cNvSpPr/>
              <p:nvPr/>
            </p:nvSpPr>
            <p:spPr>
              <a:xfrm>
                <a:off x="1464840" y="6261840"/>
                <a:ext cx="165240" cy="185400"/>
              </a:xfrm>
              <a:custGeom>
                <a:avLst/>
                <a:gdLst>
                  <a:gd name="textAreaLeft" fmla="*/ 0 w 165240"/>
                  <a:gd name="textAreaRight" fmla="*/ 169200 w 165240"/>
                  <a:gd name="textAreaTop" fmla="*/ 0 h 185400"/>
                  <a:gd name="textAreaBottom" fmla="*/ 189360 h 18540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0" name="Google Shape;2223;p 2"/>
            <p:cNvGrpSpPr/>
            <p:nvPr/>
          </p:nvGrpSpPr>
          <p:grpSpPr>
            <a:xfrm>
              <a:off x="548640" y="5682960"/>
              <a:ext cx="474480" cy="115920"/>
              <a:chOff x="548640" y="5682960"/>
              <a:chExt cx="474480" cy="115920"/>
            </a:xfrm>
          </p:grpSpPr>
          <p:sp>
            <p:nvSpPr>
              <p:cNvPr id="2331" name="Google Shape;2224;p 2"/>
              <p:cNvSpPr/>
              <p:nvPr/>
            </p:nvSpPr>
            <p:spPr>
              <a:xfrm>
                <a:off x="952200" y="5688000"/>
                <a:ext cx="70920" cy="110520"/>
              </a:xfrm>
              <a:custGeom>
                <a:avLst/>
                <a:gdLst>
                  <a:gd name="textAreaLeft" fmla="*/ 0 w 70920"/>
                  <a:gd name="textAreaRight" fmla="*/ 74880 w 70920"/>
                  <a:gd name="textAreaTop" fmla="*/ 0 h 110520"/>
                  <a:gd name="textAreaBottom" fmla="*/ 114480 h 11052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2" name="Google Shape;2225;p 2"/>
              <p:cNvSpPr/>
              <p:nvPr/>
            </p:nvSpPr>
            <p:spPr>
              <a:xfrm>
                <a:off x="548640" y="5682960"/>
                <a:ext cx="104400" cy="115920"/>
              </a:xfrm>
              <a:custGeom>
                <a:avLst/>
                <a:gdLst>
                  <a:gd name="textAreaLeft" fmla="*/ 0 w 104400"/>
                  <a:gd name="textAreaRight" fmla="*/ 108360 w 104400"/>
                  <a:gd name="textAreaTop" fmla="*/ 0 h 115920"/>
                  <a:gd name="textAreaBottom" fmla="*/ 119880 h 11592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3" name="Google Shape;2226;p 2"/>
              <p:cNvSpPr/>
              <p:nvPr/>
            </p:nvSpPr>
            <p:spPr>
              <a:xfrm>
                <a:off x="653040" y="5699520"/>
                <a:ext cx="101160" cy="95400"/>
              </a:xfrm>
              <a:custGeom>
                <a:avLst/>
                <a:gdLst>
                  <a:gd name="textAreaLeft" fmla="*/ 0 w 101160"/>
                  <a:gd name="textAreaRight" fmla="*/ 105120 w 101160"/>
                  <a:gd name="textAreaTop" fmla="*/ 0 h 95400"/>
                  <a:gd name="textAreaBottom" fmla="*/ 99360 h 9540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7;p 2"/>
              <p:cNvSpPr/>
              <p:nvPr/>
            </p:nvSpPr>
            <p:spPr>
              <a:xfrm>
                <a:off x="757080" y="5700600"/>
                <a:ext cx="94680" cy="92520"/>
              </a:xfrm>
              <a:custGeom>
                <a:avLst/>
                <a:gdLst>
                  <a:gd name="textAreaLeft" fmla="*/ 0 w 94680"/>
                  <a:gd name="textAreaRight" fmla="*/ 98640 w 94680"/>
                  <a:gd name="textAreaTop" fmla="*/ 0 h 92520"/>
                  <a:gd name="textAreaBottom" fmla="*/ 96480 h 9252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8;p 2"/>
              <p:cNvSpPr/>
              <p:nvPr/>
            </p:nvSpPr>
            <p:spPr>
              <a:xfrm>
                <a:off x="854640" y="5700240"/>
                <a:ext cx="95400" cy="94320"/>
              </a:xfrm>
              <a:custGeom>
                <a:avLst/>
                <a:gdLst>
                  <a:gd name="textAreaLeft" fmla="*/ 0 w 95400"/>
                  <a:gd name="textAreaRight" fmla="*/ 99360 w 95400"/>
                  <a:gd name="textAreaTop" fmla="*/ 0 h 94320"/>
                  <a:gd name="textAreaBottom" fmla="*/ 98280 h 9432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6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7120" cy="44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552;p 1"/>
          <p:cNvSpPr/>
          <p:nvPr/>
        </p:nvSpPr>
        <p:spPr>
          <a:xfrm>
            <a:off x="839160" y="2095200"/>
            <a:ext cx="5427000" cy="19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7760" cy="5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9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3640" cy="33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0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560" cy="23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95;p18"/>
          <p:cNvSpPr/>
          <p:nvPr/>
        </p:nvSpPr>
        <p:spPr>
          <a:xfrm>
            <a:off x="768240" y="2872440"/>
            <a:ext cx="4020840" cy="16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2" name="Google Shape;2396;p18"/>
          <p:cNvGrpSpPr/>
          <p:nvPr/>
        </p:nvGrpSpPr>
        <p:grpSpPr>
          <a:xfrm>
            <a:off x="425520" y="2453400"/>
            <a:ext cx="689400" cy="689400"/>
            <a:chOff x="425520" y="2453400"/>
            <a:chExt cx="689400" cy="689400"/>
          </a:xfrm>
        </p:grpSpPr>
        <p:sp>
          <p:nvSpPr>
            <p:cNvPr id="2343" name="Google Shape;2397;p18"/>
            <p:cNvSpPr/>
            <p:nvPr/>
          </p:nvSpPr>
          <p:spPr>
            <a:xfrm>
              <a:off x="425520" y="2800080"/>
              <a:ext cx="342720" cy="342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4" name="Google Shape;2398;p18"/>
            <p:cNvSpPr/>
            <p:nvPr/>
          </p:nvSpPr>
          <p:spPr>
            <a:xfrm>
              <a:off x="772200" y="2453400"/>
              <a:ext cx="342720" cy="342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5" name="Google Shape;2399;p18"/>
          <p:cNvGrpSpPr/>
          <p:nvPr/>
        </p:nvGrpSpPr>
        <p:grpSpPr>
          <a:xfrm>
            <a:off x="4358160" y="3877920"/>
            <a:ext cx="689400" cy="689400"/>
            <a:chOff x="4358160" y="3877920"/>
            <a:chExt cx="689400" cy="689400"/>
          </a:xfrm>
        </p:grpSpPr>
        <p:sp>
          <p:nvSpPr>
            <p:cNvPr id="2346" name="Google Shape;2400;p18"/>
            <p:cNvSpPr/>
            <p:nvPr/>
          </p:nvSpPr>
          <p:spPr>
            <a:xfrm>
              <a:off x="4358160" y="4224600"/>
              <a:ext cx="342720" cy="342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7" name="Google Shape;2401;p18"/>
            <p:cNvSpPr/>
            <p:nvPr/>
          </p:nvSpPr>
          <p:spPr>
            <a:xfrm>
              <a:off x="4704840" y="3877920"/>
              <a:ext cx="342720" cy="342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48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9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48560" cy="23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120" cy="17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Relembrando - Git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1" name="Google Shape;2483;p 6"/>
          <p:cNvGrpSpPr/>
          <p:nvPr/>
        </p:nvGrpSpPr>
        <p:grpSpPr>
          <a:xfrm>
            <a:off x="358920" y="792360"/>
            <a:ext cx="564120" cy="564120"/>
            <a:chOff x="358920" y="792360"/>
            <a:chExt cx="564120" cy="564120"/>
          </a:xfrm>
        </p:grpSpPr>
        <p:sp>
          <p:nvSpPr>
            <p:cNvPr id="2352" name="Google Shape;2484;p 6"/>
            <p:cNvSpPr/>
            <p:nvPr/>
          </p:nvSpPr>
          <p:spPr>
            <a:xfrm>
              <a:off x="358920" y="1076400"/>
              <a:ext cx="280080" cy="280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3" name="Google Shape;2485;p 6"/>
            <p:cNvSpPr/>
            <p:nvPr/>
          </p:nvSpPr>
          <p:spPr>
            <a:xfrm>
              <a:off x="642960" y="792360"/>
              <a:ext cx="280080" cy="280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4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5" name=""/>
          <p:cNvSpPr/>
          <p:nvPr/>
        </p:nvSpPr>
        <p:spPr>
          <a:xfrm>
            <a:off x="4680000" y="1000440"/>
            <a:ext cx="7196400" cy="13935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Commit?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Branch?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Push?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6" name="" descr=""/>
          <p:cNvPicPr/>
          <p:nvPr/>
        </p:nvPicPr>
        <p:blipFill>
          <a:blip r:embed="rId2"/>
          <a:stretch/>
        </p:blipFill>
        <p:spPr>
          <a:xfrm>
            <a:off x="5832000" y="1764000"/>
            <a:ext cx="6126480" cy="43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7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8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9" name=""/>
          <p:cNvSpPr/>
          <p:nvPr/>
        </p:nvSpPr>
        <p:spPr>
          <a:xfrm>
            <a:off x="5040000" y="540000"/>
            <a:ext cx="683640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0" name="PlaceHolder 8"/>
          <p:cNvSpPr/>
          <p:nvPr/>
        </p:nvSpPr>
        <p:spPr>
          <a:xfrm>
            <a:off x="643320" y="1084320"/>
            <a:ext cx="3417120" cy="17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505;p29"/>
          <p:cNvSpPr/>
          <p:nvPr/>
        </p:nvSpPr>
        <p:spPr>
          <a:xfrm>
            <a:off x="1858320" y="1430640"/>
            <a:ext cx="454860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2" name="Google Shape;2506;p29"/>
          <p:cNvSpPr/>
          <p:nvPr/>
        </p:nvSpPr>
        <p:spPr>
          <a:xfrm>
            <a:off x="1771200" y="2014200"/>
            <a:ext cx="4450320" cy="32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3" name="Google Shape;2507;p29"/>
          <p:cNvGrpSpPr/>
          <p:nvPr/>
        </p:nvGrpSpPr>
        <p:grpSpPr>
          <a:xfrm>
            <a:off x="1413720" y="1054800"/>
            <a:ext cx="689400" cy="689400"/>
            <a:chOff x="1413720" y="1054800"/>
            <a:chExt cx="689400" cy="689400"/>
          </a:xfrm>
        </p:grpSpPr>
        <p:sp>
          <p:nvSpPr>
            <p:cNvPr id="2364" name="Google Shape;2508;p29"/>
            <p:cNvSpPr/>
            <p:nvPr/>
          </p:nvSpPr>
          <p:spPr>
            <a:xfrm>
              <a:off x="1413720" y="1401480"/>
              <a:ext cx="342720" cy="3427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5" name="Google Shape;2509;p29"/>
            <p:cNvSpPr/>
            <p:nvPr/>
          </p:nvSpPr>
          <p:spPr>
            <a:xfrm>
              <a:off x="1760400" y="1054800"/>
              <a:ext cx="342720" cy="3427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6" name="Google Shape;2510;p29"/>
          <p:cNvGrpSpPr/>
          <p:nvPr/>
        </p:nvGrpSpPr>
        <p:grpSpPr>
          <a:xfrm>
            <a:off x="5195160" y="5145120"/>
            <a:ext cx="689400" cy="689400"/>
            <a:chOff x="5195160" y="5145120"/>
            <a:chExt cx="689400" cy="689400"/>
          </a:xfrm>
        </p:grpSpPr>
        <p:sp>
          <p:nvSpPr>
            <p:cNvPr id="2367" name="Google Shape;2511;p29"/>
            <p:cNvSpPr/>
            <p:nvPr/>
          </p:nvSpPr>
          <p:spPr>
            <a:xfrm>
              <a:off x="5195160" y="5491800"/>
              <a:ext cx="342720" cy="3427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8" name="Google Shape;2512;p29"/>
            <p:cNvSpPr/>
            <p:nvPr/>
          </p:nvSpPr>
          <p:spPr>
            <a:xfrm>
              <a:off x="5541840" y="5145120"/>
              <a:ext cx="342720" cy="3427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69" name="Google Shape;2513;p29"/>
          <p:cNvSpPr/>
          <p:nvPr/>
        </p:nvSpPr>
        <p:spPr>
          <a:xfrm>
            <a:off x="6225840" y="4187880"/>
            <a:ext cx="2170080" cy="8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0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560" cy="23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120" cy="17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Github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2" name="Google Shape;2483;p 1"/>
          <p:cNvGrpSpPr/>
          <p:nvPr/>
        </p:nvGrpSpPr>
        <p:grpSpPr>
          <a:xfrm>
            <a:off x="358920" y="792360"/>
            <a:ext cx="564120" cy="564120"/>
            <a:chOff x="358920" y="792360"/>
            <a:chExt cx="564120" cy="564120"/>
          </a:xfrm>
        </p:grpSpPr>
        <p:sp>
          <p:nvSpPr>
            <p:cNvPr id="2373" name="Google Shape;2484;p 1"/>
            <p:cNvSpPr/>
            <p:nvPr/>
          </p:nvSpPr>
          <p:spPr>
            <a:xfrm>
              <a:off x="358920" y="1076400"/>
              <a:ext cx="280080" cy="280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4" name="Google Shape;2485;p 1"/>
            <p:cNvSpPr/>
            <p:nvPr/>
          </p:nvSpPr>
          <p:spPr>
            <a:xfrm>
              <a:off x="642960" y="792360"/>
              <a:ext cx="280080" cy="280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75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6" name=""/>
          <p:cNvSpPr/>
          <p:nvPr/>
        </p:nvSpPr>
        <p:spPr>
          <a:xfrm>
            <a:off x="4680000" y="1000440"/>
            <a:ext cx="7196400" cy="606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Github vs Gitlab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CI/CD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7" name="Google Shape;2585;p 4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8" name="Google Shape;2586;p 4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9" name=""/>
          <p:cNvSpPr/>
          <p:nvPr/>
        </p:nvSpPr>
        <p:spPr>
          <a:xfrm>
            <a:off x="5040000" y="540000"/>
            <a:ext cx="683640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0" name="PlaceHolder 7"/>
          <p:cNvSpPr/>
          <p:nvPr/>
        </p:nvSpPr>
        <p:spPr>
          <a:xfrm>
            <a:off x="643320" y="1084320"/>
            <a:ext cx="3417120" cy="17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1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72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2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3" name=""/>
          <p:cNvSpPr/>
          <p:nvPr/>
        </p:nvSpPr>
        <p:spPr>
          <a:xfrm>
            <a:off x="5040000" y="540000"/>
            <a:ext cx="683640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4" name="PlaceHolder 5"/>
          <p:cNvSpPr/>
          <p:nvPr/>
        </p:nvSpPr>
        <p:spPr>
          <a:xfrm>
            <a:off x="643320" y="1084320"/>
            <a:ext cx="3417120" cy="17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Exercícios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552;p33"/>
          <p:cNvSpPr/>
          <p:nvPr/>
        </p:nvSpPr>
        <p:spPr>
          <a:xfrm>
            <a:off x="839160" y="2095200"/>
            <a:ext cx="5427000" cy="19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6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48560" cy="2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7" name=""/>
          <p:cNvSpPr/>
          <p:nvPr/>
        </p:nvSpPr>
        <p:spPr>
          <a:xfrm>
            <a:off x="4320000" y="1980000"/>
            <a:ext cx="7736400" cy="40046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8" name=""/>
          <p:cNvSpPr/>
          <p:nvPr/>
        </p:nvSpPr>
        <p:spPr>
          <a:xfrm>
            <a:off x="4140000" y="720000"/>
            <a:ext cx="5216400" cy="716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545;p32"/>
          <p:cNvSpPr/>
          <p:nvPr/>
        </p:nvSpPr>
        <p:spPr>
          <a:xfrm>
            <a:off x="6982200" y="1879560"/>
            <a:ext cx="4062960" cy="15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0" name="Google Shape;2546;p32"/>
          <p:cNvSpPr/>
          <p:nvPr/>
        </p:nvSpPr>
        <p:spPr>
          <a:xfrm>
            <a:off x="6982200" y="3731400"/>
            <a:ext cx="457092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1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560" cy="23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2357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2026-03-05T11:10:59Z</dcterms:modified>
  <cp:revision>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