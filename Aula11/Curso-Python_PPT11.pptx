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6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58.xml" ContentType="application/vnd.openxmlformats-officedocument.theme+xml"/>
  <Override PartName="/ppt/notesSlides/_rels/notesSlide10.xml.rels" ContentType="application/vnd.openxmlformats-package.relationships+xml"/>
  <Override PartName="/ppt/notesSlides/_rels/notesSlide15.xml.rels" ContentType="application/vnd.openxmlformats-package.relationships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661" r:id="rId6"/>
    <p:sldMasterId id="2147483663" r:id="rId7"/>
    <p:sldMasterId id="2147483665" r:id="rId8"/>
    <p:sldMasterId id="2147483708" r:id="rId9"/>
    <p:sldMasterId id="2147483710" r:id="rId10"/>
    <p:sldMasterId id="2147483713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10.xml"/><Relationship Id="rId7" Type="http://schemas.openxmlformats.org/officeDocument/2006/relationships/slideMaster" Target="slideMasters/slideMaster11.xml"/><Relationship Id="rId8" Type="http://schemas.openxmlformats.org/officeDocument/2006/relationships/slideMaster" Target="slideMasters/slideMaster12.xml"/><Relationship Id="rId9" Type="http://schemas.openxmlformats.org/officeDocument/2006/relationships/slideMaster" Target="slideMasters/slideMaster54.xml"/><Relationship Id="rId10" Type="http://schemas.openxmlformats.org/officeDocument/2006/relationships/slideMaster" Target="slideMasters/slideMaster55.xml"/><Relationship Id="rId11" Type="http://schemas.openxmlformats.org/officeDocument/2006/relationships/slideMaster" Target="slideMasters/slideMaster56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7E19033-A6E4-4C9B-A962-3BF6CAEC46B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360" cy="3081240"/>
          </a:xfrm>
          <a:prstGeom prst="rect">
            <a:avLst/>
          </a:prstGeom>
          <a:ln w="0">
            <a:noFill/>
          </a:ln>
        </p:spPr>
      </p:sp>
      <p:sp>
        <p:nvSpPr>
          <p:cNvPr id="2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360" cy="35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6760" cy="4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E1B693-AFF5-418F-8B0D-2BE8DEC657E6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BFB7BD-A408-478B-B4E9-3CFB396245E1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1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6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7.png"/><Relationship Id="rId3" Type="http://schemas.openxmlformats.org/officeDocument/2006/relationships/image" Target="../media/image17.png"/><Relationship Id="rId4" Type="http://schemas.openxmlformats.org/officeDocument/2006/relationships/image" Target="../media/image17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8.png"/><Relationship Id="rId3" Type="http://schemas.openxmlformats.org/officeDocument/2006/relationships/image" Target="../media/image3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1.png"/><Relationship Id="rId3" Type="http://schemas.openxmlformats.org/officeDocument/2006/relationships/image" Target="../media/image3.png"/><Relationship Id="rId4" Type="http://schemas.openxmlformats.org/officeDocument/2006/relationships/image" Target="../media/image22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3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4.png"/><Relationship Id="rId3" Type="http://schemas.openxmlformats.org/officeDocument/2006/relationships/image" Target="../media/image7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8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9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0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1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2.png"/><Relationship Id="rId3" Type="http://schemas.openxmlformats.org/officeDocument/2006/relationships/image" Target="../media/image8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3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3.png"/><Relationship Id="rId3" Type="http://schemas.openxmlformats.org/officeDocument/2006/relationships/image" Target="../media/image23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6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2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7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1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<Relationship Id="rId2" Type="http://schemas.openxmlformats.org/officeDocument/2006/relationships/image" Target="../media/image15.png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<Relationship Id="rId2" Type="http://schemas.openxmlformats.org/officeDocument/2006/relationships/image" Target="../media/image18.png"/><Relationship Id="rId3" Type="http://schemas.openxmlformats.org/officeDocument/2006/relationships/image" Target="../media/image3.png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77920" cy="6289920"/>
            <a:chOff x="461520" y="438840"/>
            <a:chExt cx="11077920" cy="628992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1120" cy="4281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3760" cy="2003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5840" cy="32558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5120" cy="1091160"/>
              <a:chOff x="1406520" y="1012320"/>
              <a:chExt cx="1365120" cy="109116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27000" cy="2415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5080" y="-2880"/>
            <a:ext cx="4632120" cy="241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2720" cy="241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77920" cy="6289920"/>
            <a:chOff x="461520" y="438840"/>
            <a:chExt cx="11077920" cy="628992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1120" cy="4281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3760" cy="2003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5840" cy="32558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5120" cy="1091160"/>
              <a:chOff x="1406520" y="1012320"/>
              <a:chExt cx="1365120" cy="109116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5080" y="-2880"/>
            <a:ext cx="4632120" cy="241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2920" y="1264680"/>
            <a:ext cx="6859800" cy="4314600"/>
          </a:xfrm>
          <a:custGeom>
            <a:avLst/>
            <a:gdLst>
              <a:gd name="textAreaLeft" fmla="*/ 0 w 6859800"/>
              <a:gd name="textAreaRight" fmla="*/ 6864840 w 6859800"/>
              <a:gd name="textAreaTop" fmla="*/ 0 h 4314600"/>
              <a:gd name="textAreaBottom" fmla="*/ 4319640 h 431460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0400" cy="244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77920" cy="6289920"/>
            <a:chOff x="461520" y="438840"/>
            <a:chExt cx="11077920" cy="628992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1120" cy="4281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3760" cy="2003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5840" cy="32558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5120" cy="1091160"/>
              <a:chOff x="1406520" y="1012320"/>
              <a:chExt cx="1365120" cy="109116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5080" y="-2880"/>
            <a:ext cx="4632120" cy="2415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2920" y="1264680"/>
            <a:ext cx="6859800" cy="4314600"/>
          </a:xfrm>
          <a:custGeom>
            <a:avLst/>
            <a:gdLst>
              <a:gd name="textAreaLeft" fmla="*/ 0 w 6859800"/>
              <a:gd name="textAreaRight" fmla="*/ 6864840 w 6859800"/>
              <a:gd name="textAreaTop" fmla="*/ 0 h 4314600"/>
              <a:gd name="textAreaBottom" fmla="*/ 4319640 h 431460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0400" cy="234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78280" cy="7114320"/>
            <a:chOff x="822600" y="270000"/>
            <a:chExt cx="11078280" cy="711432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78280" cy="6289920"/>
              <a:chOff x="822600" y="270000"/>
              <a:chExt cx="11078280" cy="628992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1120" cy="4281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3760" cy="2003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5840" cy="3255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5120" cy="1091160"/>
                <a:chOff x="1767960" y="843120"/>
                <a:chExt cx="1365120" cy="109116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3400" cy="1913400"/>
              <a:chOff x="6279120" y="5470920"/>
              <a:chExt cx="1913400" cy="191340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78280" cy="7114320"/>
            <a:chOff x="822600" y="270000"/>
            <a:chExt cx="11078280" cy="711432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78280" cy="6289920"/>
              <a:chOff x="822600" y="270000"/>
              <a:chExt cx="11078280" cy="628992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1120" cy="4281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3760" cy="2003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5840" cy="3255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5120" cy="1091160"/>
                <a:chOff x="1767960" y="843120"/>
                <a:chExt cx="1365120" cy="109116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3400" cy="1913400"/>
              <a:chOff x="6279120" y="5470920"/>
              <a:chExt cx="1913400" cy="191340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8000" y="3337560"/>
            <a:ext cx="3914640" cy="2934720"/>
            <a:chOff x="-18000" y="3337560"/>
            <a:chExt cx="3914640" cy="293472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332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540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1920" y="5623920"/>
              <a:ext cx="321840" cy="3218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8844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184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496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6836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488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140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4800" y="562392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332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3320" y="52974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332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332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332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0852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800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540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192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8844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184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496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140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4800" y="52970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0852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540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192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8844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184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496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6836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4880" y="49708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0852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800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5400" y="4644000"/>
              <a:ext cx="321840" cy="3218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192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8844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184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496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6836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488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140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4800" y="464400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0852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800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540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192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8844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184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496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6836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4880" y="4317480"/>
              <a:ext cx="321840" cy="3218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140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4800" y="431748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0852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540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192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88440" y="3990960"/>
              <a:ext cx="321840" cy="3218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184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496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6836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488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1400" y="39909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540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192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8844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184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496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6836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488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140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4800" y="3664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08520" y="33375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8000" y="33375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5400" y="333756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8000" y="5950440"/>
              <a:ext cx="321840" cy="321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8000" y="5623920"/>
              <a:ext cx="321840" cy="3218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400" y="5934600"/>
            <a:ext cx="6621480" cy="941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0120" y="5937840"/>
            <a:ext cx="8080200" cy="941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67320" y="-57960"/>
            <a:ext cx="3974040" cy="37112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12240" y="52920"/>
            <a:ext cx="2987280" cy="39085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78280" cy="7114320"/>
            <a:chOff x="822600" y="270000"/>
            <a:chExt cx="11078280" cy="711432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78280" cy="6289920"/>
              <a:chOff x="822600" y="270000"/>
              <a:chExt cx="11078280" cy="628992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1120" cy="4281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3760" cy="2003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5840" cy="3255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5120" cy="1091160"/>
                <a:chOff x="1767960" y="843120"/>
                <a:chExt cx="1365120" cy="109116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68920" cy="268920"/>
                </a:xfrm>
                <a:custGeom>
                  <a:avLst/>
                  <a:gdLst>
                    <a:gd name="textAreaLeft" fmla="*/ 0 w 268920"/>
                    <a:gd name="textAreaRight" fmla="*/ 273960 w 268920"/>
                    <a:gd name="textAreaTop" fmla="*/ 0 h 268920"/>
                    <a:gd name="textAreaBottom" fmla="*/ 273960 h 26892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3400" cy="1913400"/>
              <a:chOff x="6279120" y="5470920"/>
              <a:chExt cx="1913400" cy="191340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68920" cy="268920"/>
              </a:xfrm>
              <a:custGeom>
                <a:avLst/>
                <a:gdLst>
                  <a:gd name="textAreaLeft" fmla="*/ 0 w 268920"/>
                  <a:gd name="textAreaRight" fmla="*/ 273960 w 268920"/>
                  <a:gd name="textAreaTop" fmla="*/ 0 h 268920"/>
                  <a:gd name="textAreaBottom" fmla="*/ 273960 h 26892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49960" y="1396080"/>
            <a:ext cx="7272000" cy="4051080"/>
          </a:xfrm>
          <a:custGeom>
            <a:avLst/>
            <a:gdLst>
              <a:gd name="textAreaLeft" fmla="*/ 0 w 7272000"/>
              <a:gd name="textAreaRight" fmla="*/ 7277040 w 7272000"/>
              <a:gd name="textAreaTop" fmla="*/ 0 h 4051080"/>
              <a:gd name="textAreaBottom" fmla="*/ 4056120 h 405108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1760" cy="9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Google Shape;203;p53"/>
          <p:cNvSpPr/>
          <p:nvPr/>
        </p:nvSpPr>
        <p:spPr>
          <a:xfrm>
            <a:off x="-65160" y="0"/>
            <a:ext cx="2727000" cy="4784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Google Shape;204;p53"/>
          <p:cNvSpPr/>
          <p:nvPr/>
        </p:nvSpPr>
        <p:spPr>
          <a:xfrm flipH="1">
            <a:off x="7615080" y="-2880"/>
            <a:ext cx="4632120" cy="4784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205;p53"/>
          <p:cNvSpPr/>
          <p:nvPr/>
        </p:nvSpPr>
        <p:spPr>
          <a:xfrm>
            <a:off x="2362320" y="0"/>
            <a:ext cx="5652720" cy="4784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Google Shape;206;p53"/>
          <p:cNvSpPr/>
          <p:nvPr/>
        </p:nvSpPr>
        <p:spPr>
          <a:xfrm flipH="1" rot="10800000">
            <a:off x="2150280" y="5934600"/>
            <a:ext cx="10101600" cy="941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Google Shape;207;p53"/>
          <p:cNvSpPr/>
          <p:nvPr/>
        </p:nvSpPr>
        <p:spPr>
          <a:xfrm rot="10800000">
            <a:off x="-59760" y="5937840"/>
            <a:ext cx="2422080" cy="941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0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1" name="Google Shape;209;p53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Google Shape;210;p53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Google Shape;211;p53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Google Shape;212;p53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Google Shape;213;p53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Google Shape;214;p53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Google Shape;215;p53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Google Shape;216;p53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Google Shape;217;p53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Google Shape;218;p53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Google Shape;219;p53"/>
          <p:cNvSpPr/>
          <p:nvPr/>
        </p:nvSpPr>
        <p:spPr>
          <a:xfrm>
            <a:off x="2986560" y="6282360"/>
            <a:ext cx="7101720" cy="33084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Google Shape;220;p53"/>
          <p:cNvSpPr/>
          <p:nvPr/>
        </p:nvSpPr>
        <p:spPr>
          <a:xfrm>
            <a:off x="10377360" y="6225480"/>
            <a:ext cx="113976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Google Shape;221;p53"/>
          <p:cNvSpPr/>
          <p:nvPr/>
        </p:nvSpPr>
        <p:spPr>
          <a:xfrm>
            <a:off x="10170000" y="6318000"/>
            <a:ext cx="260280" cy="26028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1760" cy="9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Google Shape;242;p55"/>
          <p:cNvSpPr/>
          <p:nvPr/>
        </p:nvSpPr>
        <p:spPr>
          <a:xfrm>
            <a:off x="-65160" y="6751800"/>
            <a:ext cx="2727000" cy="2077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Google Shape;243;p55"/>
          <p:cNvSpPr/>
          <p:nvPr/>
        </p:nvSpPr>
        <p:spPr>
          <a:xfrm flipH="1">
            <a:off x="7615080" y="6751800"/>
            <a:ext cx="4632120" cy="207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Google Shape;244;p55"/>
          <p:cNvSpPr/>
          <p:nvPr/>
        </p:nvSpPr>
        <p:spPr>
          <a:xfrm>
            <a:off x="2362320" y="6751800"/>
            <a:ext cx="5652720" cy="207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Google Shape;245;p55"/>
          <p:cNvSpPr/>
          <p:nvPr/>
        </p:nvSpPr>
        <p:spPr>
          <a:xfrm flipH="1" rot="10800000">
            <a:off x="5630400" y="3600"/>
            <a:ext cx="6621480" cy="941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Google Shape;246;p55"/>
          <p:cNvSpPr/>
          <p:nvPr/>
        </p:nvSpPr>
        <p:spPr>
          <a:xfrm rot="10800000">
            <a:off x="-60120" y="0"/>
            <a:ext cx="8080200" cy="941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2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3" name="Google Shape;248;p55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Google Shape;249;p55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Google Shape;250;p55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Google Shape;251;p55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Google Shape;252;p55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Google Shape;253;p55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Google Shape;254;p55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Google Shape;255;p55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Google Shape;256;p55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Google Shape;257;p55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932;p75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Google Shape;933;p75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Google Shape;934;p75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Google Shape;935;p75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Google Shape;936;p75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Google Shape;937;p75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Google Shape;938;p75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Google Shape;939;p75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Google Shape;940;p75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Google Shape;941;p75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Google Shape;942;p75"/>
          <p:cNvSpPr/>
          <p:nvPr/>
        </p:nvSpPr>
        <p:spPr>
          <a:xfrm>
            <a:off x="11807280" y="0"/>
            <a:ext cx="379800" cy="6852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6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7" name="Google Shape;944;p75"/>
          <p:cNvSpPr/>
          <p:nvPr/>
        </p:nvSpPr>
        <p:spPr>
          <a:xfrm>
            <a:off x="11422440" y="0"/>
            <a:ext cx="379800" cy="6852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Google Shape;945;p75"/>
          <p:cNvSpPr/>
          <p:nvPr/>
        </p:nvSpPr>
        <p:spPr>
          <a:xfrm>
            <a:off x="11037960" y="0"/>
            <a:ext cx="379800" cy="68529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Google Shape;946;p75"/>
          <p:cNvSpPr/>
          <p:nvPr/>
        </p:nvSpPr>
        <p:spPr>
          <a:xfrm>
            <a:off x="10653120" y="1800"/>
            <a:ext cx="379800" cy="685296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351;p59"/>
          <p:cNvSpPr/>
          <p:nvPr/>
        </p:nvSpPr>
        <p:spPr>
          <a:xfrm>
            <a:off x="4610160" y="4781520"/>
            <a:ext cx="7946640" cy="1114200"/>
          </a:xfrm>
          <a:custGeom>
            <a:avLst/>
            <a:gdLst>
              <a:gd name="textAreaLeft" fmla="*/ 0 w 7946640"/>
              <a:gd name="textAreaRight" fmla="*/ 7951680 w 7946640"/>
              <a:gd name="textAreaTop" fmla="*/ 0 h 1114200"/>
              <a:gd name="textAreaBottom" fmla="*/ 1119240 h 111420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3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39760" cy="87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4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18160" cy="294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5" name="Google Shape;354;p59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Google Shape;355;p59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Google Shape;356;p59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Google Shape;357;p59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Google Shape;358;p59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Google Shape;359;p59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Google Shape;360;p59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Google Shape;361;p59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Google Shape;362;p59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Google Shape;363;p59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5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431;p62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Google Shape;432;p62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Google Shape;433;p62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Google Shape;434;p62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Google Shape;435;p62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Google Shape;436;p62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Google Shape;437;p62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Google Shape;438;p62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Google Shape;439;p62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Google Shape;440;p62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Google Shape;441;p62"/>
          <p:cNvSpPr/>
          <p:nvPr/>
        </p:nvSpPr>
        <p:spPr>
          <a:xfrm>
            <a:off x="1655640" y="-227880"/>
            <a:ext cx="2053800" cy="8441280"/>
          </a:xfrm>
          <a:custGeom>
            <a:avLst/>
            <a:gdLst>
              <a:gd name="textAreaLeft" fmla="*/ 0 w 2053800"/>
              <a:gd name="textAreaRight" fmla="*/ 2058840 w 2053800"/>
              <a:gd name="textAreaTop" fmla="*/ 0 h 8441280"/>
              <a:gd name="textAreaBottom" fmla="*/ 8446320 h 84412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Google Shape;442;p62"/>
          <p:cNvSpPr/>
          <p:nvPr/>
        </p:nvSpPr>
        <p:spPr>
          <a:xfrm>
            <a:off x="6176520" y="-1150200"/>
            <a:ext cx="1893960" cy="8688960"/>
          </a:xfrm>
          <a:custGeom>
            <a:avLst/>
            <a:gdLst>
              <a:gd name="textAreaLeft" fmla="*/ 0 w 1893960"/>
              <a:gd name="textAreaRight" fmla="*/ 1899000 w 1893960"/>
              <a:gd name="textAreaTop" fmla="*/ 0 h 8688960"/>
              <a:gd name="textAreaBottom" fmla="*/ 8694000 h 86889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Google Shape;443;p62"/>
          <p:cNvSpPr/>
          <p:nvPr/>
        </p:nvSpPr>
        <p:spPr>
          <a:xfrm rot="10800000">
            <a:off x="10431000" y="-222840"/>
            <a:ext cx="1930680" cy="7080840"/>
          </a:xfrm>
          <a:custGeom>
            <a:avLst/>
            <a:gdLst>
              <a:gd name="textAreaLeft" fmla="*/ 0 w 1930680"/>
              <a:gd name="textAreaRight" fmla="*/ 1935720 w 1930680"/>
              <a:gd name="textAreaTop" fmla="*/ 0 h 7080840"/>
              <a:gd name="textAreaBottom" fmla="*/ 7085880 h 70808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41" name="Google Shape;444;p62"/>
          <p:cNvGrpSpPr/>
          <p:nvPr/>
        </p:nvGrpSpPr>
        <p:grpSpPr>
          <a:xfrm>
            <a:off x="4374360" y="3701160"/>
            <a:ext cx="1621800" cy="1621800"/>
            <a:chOff x="4374360" y="3701160"/>
            <a:chExt cx="1621800" cy="1621800"/>
          </a:xfrm>
        </p:grpSpPr>
        <p:sp>
          <p:nvSpPr>
            <p:cNvPr id="742" name="Google Shape;445;p62"/>
            <p:cNvSpPr/>
            <p:nvPr/>
          </p:nvSpPr>
          <p:spPr>
            <a:xfrm>
              <a:off x="5024880" y="37011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Google Shape;446;p62"/>
            <p:cNvSpPr/>
            <p:nvPr/>
          </p:nvSpPr>
          <p:spPr>
            <a:xfrm>
              <a:off x="4699800" y="37011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Google Shape;447;p62"/>
            <p:cNvSpPr/>
            <p:nvPr/>
          </p:nvSpPr>
          <p:spPr>
            <a:xfrm>
              <a:off x="4374360" y="40266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Google Shape;448;p62"/>
            <p:cNvSpPr/>
            <p:nvPr/>
          </p:nvSpPr>
          <p:spPr>
            <a:xfrm>
              <a:off x="4374360" y="43520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Google Shape;449;p62"/>
            <p:cNvSpPr/>
            <p:nvPr/>
          </p:nvSpPr>
          <p:spPr>
            <a:xfrm>
              <a:off x="4374360" y="467712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Google Shape;450;p62"/>
            <p:cNvSpPr/>
            <p:nvPr/>
          </p:nvSpPr>
          <p:spPr>
            <a:xfrm>
              <a:off x="4699800" y="500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Google Shape;451;p62"/>
            <p:cNvSpPr/>
            <p:nvPr/>
          </p:nvSpPr>
          <p:spPr>
            <a:xfrm>
              <a:off x="5024880" y="500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Google Shape;452;p62"/>
            <p:cNvSpPr/>
            <p:nvPr/>
          </p:nvSpPr>
          <p:spPr>
            <a:xfrm>
              <a:off x="5350320" y="500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Google Shape;453;p62"/>
            <p:cNvSpPr/>
            <p:nvPr/>
          </p:nvSpPr>
          <p:spPr>
            <a:xfrm>
              <a:off x="5675760" y="467712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Google Shape;454;p62"/>
            <p:cNvSpPr/>
            <p:nvPr/>
          </p:nvSpPr>
          <p:spPr>
            <a:xfrm>
              <a:off x="5675760" y="43520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Google Shape;455;p62"/>
            <p:cNvSpPr/>
            <p:nvPr/>
          </p:nvSpPr>
          <p:spPr>
            <a:xfrm>
              <a:off x="5675760" y="40266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Google Shape;456;p62"/>
            <p:cNvSpPr/>
            <p:nvPr/>
          </p:nvSpPr>
          <p:spPr>
            <a:xfrm>
              <a:off x="5350320" y="37011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754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5" name="Google Shape;458;p62"/>
          <p:cNvSpPr/>
          <p:nvPr/>
        </p:nvSpPr>
        <p:spPr>
          <a:xfrm>
            <a:off x="9837720" y="3995280"/>
            <a:ext cx="2862000" cy="28576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6" name="Google Shape;459;p62" descr=""/>
          <p:cNvPicPr/>
          <p:nvPr/>
        </p:nvPicPr>
        <p:blipFill>
          <a:blip r:embed="rId3"/>
          <a:stretch/>
        </p:blipFill>
        <p:spPr>
          <a:xfrm flipH="1">
            <a:off x="5356440" y="1794960"/>
            <a:ext cx="5711760" cy="38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1234;p82"/>
          <p:cNvGrpSpPr/>
          <p:nvPr/>
        </p:nvGrpSpPr>
        <p:grpSpPr>
          <a:xfrm>
            <a:off x="731160" y="3086280"/>
            <a:ext cx="7654320" cy="2460600"/>
            <a:chOff x="731160" y="3086280"/>
            <a:chExt cx="7654320" cy="2460600"/>
          </a:xfrm>
        </p:grpSpPr>
        <p:sp>
          <p:nvSpPr>
            <p:cNvPr id="760" name="Google Shape;1235;p82"/>
            <p:cNvSpPr/>
            <p:nvPr/>
          </p:nvSpPr>
          <p:spPr>
            <a:xfrm>
              <a:off x="1363680" y="3299400"/>
              <a:ext cx="702180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Google Shape;1236;p82"/>
            <p:cNvSpPr/>
            <p:nvPr/>
          </p:nvSpPr>
          <p:spPr>
            <a:xfrm rot="16200000">
              <a:off x="-248760" y="4066560"/>
              <a:ext cx="2412000" cy="45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Google Shape;1237;p82"/>
            <p:cNvSpPr/>
            <p:nvPr/>
          </p:nvSpPr>
          <p:spPr>
            <a:xfrm>
              <a:off x="1363680" y="4781520"/>
              <a:ext cx="5212800" cy="76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3" name="Google Shape;1238;p82"/>
          <p:cNvGrpSpPr/>
          <p:nvPr/>
        </p:nvGrpSpPr>
        <p:grpSpPr>
          <a:xfrm>
            <a:off x="755280" y="2794320"/>
            <a:ext cx="688320" cy="688320"/>
            <a:chOff x="755280" y="2794320"/>
            <a:chExt cx="688320" cy="688320"/>
          </a:xfrm>
        </p:grpSpPr>
        <p:sp>
          <p:nvSpPr>
            <p:cNvPr id="764" name="Google Shape;1239;p82"/>
            <p:cNvSpPr/>
            <p:nvPr/>
          </p:nvSpPr>
          <p:spPr>
            <a:xfrm>
              <a:off x="755280" y="314100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5" name="Google Shape;1240;p82"/>
            <p:cNvSpPr/>
            <p:nvPr/>
          </p:nvSpPr>
          <p:spPr>
            <a:xfrm>
              <a:off x="1101960" y="279432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6" name="Google Shape;1241;p82"/>
          <p:cNvGrpSpPr/>
          <p:nvPr/>
        </p:nvGrpSpPr>
        <p:grpSpPr>
          <a:xfrm>
            <a:off x="5260680" y="5098320"/>
            <a:ext cx="688320" cy="688320"/>
            <a:chOff x="5260680" y="5098320"/>
            <a:chExt cx="688320" cy="688320"/>
          </a:xfrm>
        </p:grpSpPr>
        <p:sp>
          <p:nvSpPr>
            <p:cNvPr id="767" name="Google Shape;1242;p82"/>
            <p:cNvSpPr/>
            <p:nvPr/>
          </p:nvSpPr>
          <p:spPr>
            <a:xfrm>
              <a:off x="5260680" y="544500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Google Shape;1243;p82"/>
            <p:cNvSpPr/>
            <p:nvPr/>
          </p:nvSpPr>
          <p:spPr>
            <a:xfrm>
              <a:off x="5607360" y="509832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9" name="Google Shape;1244;p82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Google Shape;1245;p82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Google Shape;1246;p82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Google Shape;1247;p82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Google Shape;1248;p82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Google Shape;1249;p82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Google Shape;1250;p82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Google Shape;1251;p82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Google Shape;1252;p82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Google Shape;1253;p82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9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5360" cy="588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80" name="Google Shape;1255;p82"/>
          <p:cNvGrpSpPr/>
          <p:nvPr/>
        </p:nvGrpSpPr>
        <p:grpSpPr>
          <a:xfrm>
            <a:off x="10124640" y="1269360"/>
            <a:ext cx="1465200" cy="763920"/>
            <a:chOff x="10124640" y="1269360"/>
            <a:chExt cx="1465200" cy="763920"/>
          </a:xfrm>
        </p:grpSpPr>
        <p:grpSp>
          <p:nvGrpSpPr>
            <p:cNvPr id="781" name="Google Shape;1256;p82"/>
            <p:cNvGrpSpPr/>
            <p:nvPr/>
          </p:nvGrpSpPr>
          <p:grpSpPr>
            <a:xfrm>
              <a:off x="10124640" y="1269360"/>
              <a:ext cx="1219680" cy="294840"/>
              <a:chOff x="10124640" y="1269360"/>
              <a:chExt cx="1219680" cy="294840"/>
            </a:xfrm>
          </p:grpSpPr>
          <p:sp>
            <p:nvSpPr>
              <p:cNvPr id="782" name="Google Shape;1257;p82"/>
              <p:cNvSpPr/>
              <p:nvPr/>
            </p:nvSpPr>
            <p:spPr>
              <a:xfrm>
                <a:off x="10124640" y="1269360"/>
                <a:ext cx="144720" cy="293400"/>
              </a:xfrm>
              <a:custGeom>
                <a:avLst/>
                <a:gdLst>
                  <a:gd name="textAreaLeft" fmla="*/ 0 w 144720"/>
                  <a:gd name="textAreaRight" fmla="*/ 149760 w 144720"/>
                  <a:gd name="textAreaTop" fmla="*/ 0 h 293400"/>
                  <a:gd name="textAreaBottom" fmla="*/ 298440 h 2934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Google Shape;1258;p82"/>
              <p:cNvSpPr/>
              <p:nvPr/>
            </p:nvSpPr>
            <p:spPr>
              <a:xfrm>
                <a:off x="10305360" y="1324800"/>
                <a:ext cx="225000" cy="239040"/>
              </a:xfrm>
              <a:custGeom>
                <a:avLst/>
                <a:gdLst>
                  <a:gd name="textAreaLeft" fmla="*/ 0 w 225000"/>
                  <a:gd name="textAreaRight" fmla="*/ 230040 w 22500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Google Shape;1259;p82"/>
              <p:cNvSpPr/>
              <p:nvPr/>
            </p:nvSpPr>
            <p:spPr>
              <a:xfrm>
                <a:off x="10573560" y="1325160"/>
                <a:ext cx="212760" cy="239040"/>
              </a:xfrm>
              <a:custGeom>
                <a:avLst/>
                <a:gdLst>
                  <a:gd name="textAreaLeft" fmla="*/ 0 w 212760"/>
                  <a:gd name="textAreaRight" fmla="*/ 217800 w 212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Google Shape;1260;p82"/>
              <p:cNvSpPr/>
              <p:nvPr/>
            </p:nvSpPr>
            <p:spPr>
              <a:xfrm>
                <a:off x="10834560" y="1325160"/>
                <a:ext cx="209880" cy="233640"/>
              </a:xfrm>
              <a:custGeom>
                <a:avLst/>
                <a:gdLst>
                  <a:gd name="textAreaLeft" fmla="*/ 0 w 209880"/>
                  <a:gd name="textAreaRight" fmla="*/ 214920 w 209880"/>
                  <a:gd name="textAreaTop" fmla="*/ 0 h 233640"/>
                  <a:gd name="textAreaBottom" fmla="*/ 238680 h 2336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Google Shape;1261;p82"/>
              <p:cNvSpPr/>
              <p:nvPr/>
            </p:nvSpPr>
            <p:spPr>
              <a:xfrm>
                <a:off x="11095560" y="132516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87" name="Google Shape;1262;p82"/>
            <p:cNvGrpSpPr/>
            <p:nvPr/>
          </p:nvGrpSpPr>
          <p:grpSpPr>
            <a:xfrm>
              <a:off x="10546560" y="1648080"/>
              <a:ext cx="1043280" cy="385200"/>
              <a:chOff x="10546560" y="1648080"/>
              <a:chExt cx="1043280" cy="385200"/>
            </a:xfrm>
          </p:grpSpPr>
          <p:sp>
            <p:nvSpPr>
              <p:cNvPr id="788" name="Google Shape;1263;p82"/>
              <p:cNvSpPr/>
              <p:nvPr/>
            </p:nvSpPr>
            <p:spPr>
              <a:xfrm>
                <a:off x="10546560" y="1648080"/>
                <a:ext cx="61560" cy="31428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Google Shape;1264;p82"/>
              <p:cNvSpPr/>
              <p:nvPr/>
            </p:nvSpPr>
            <p:spPr>
              <a:xfrm>
                <a:off x="10664280" y="172872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Google Shape;1265;p82"/>
              <p:cNvSpPr/>
              <p:nvPr/>
            </p:nvSpPr>
            <p:spPr>
              <a:xfrm>
                <a:off x="10955160" y="1728720"/>
                <a:ext cx="241200" cy="304560"/>
              </a:xfrm>
              <a:custGeom>
                <a:avLst/>
                <a:gdLst>
                  <a:gd name="textAreaLeft" fmla="*/ 0 w 241200"/>
                  <a:gd name="textAreaRight" fmla="*/ 246240 w 241200"/>
                  <a:gd name="textAreaTop" fmla="*/ 0 h 304560"/>
                  <a:gd name="textAreaBottom" fmla="*/ 309600 h 3045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Google Shape;1266;p82"/>
              <p:cNvSpPr/>
              <p:nvPr/>
            </p:nvSpPr>
            <p:spPr>
              <a:xfrm>
                <a:off x="11262240" y="1648440"/>
                <a:ext cx="65160" cy="314280"/>
              </a:xfrm>
              <a:custGeom>
                <a:avLst/>
                <a:gdLst>
                  <a:gd name="textAreaLeft" fmla="*/ 0 w 65160"/>
                  <a:gd name="textAreaRight" fmla="*/ 70200 w 651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Google Shape;1267;p82"/>
              <p:cNvSpPr/>
              <p:nvPr/>
            </p:nvSpPr>
            <p:spPr>
              <a:xfrm>
                <a:off x="11379240" y="1730520"/>
                <a:ext cx="210600" cy="236520"/>
              </a:xfrm>
              <a:custGeom>
                <a:avLst/>
                <a:gdLst>
                  <a:gd name="textAreaLeft" fmla="*/ 0 w 210600"/>
                  <a:gd name="textAreaRight" fmla="*/ 215640 w 210600"/>
                  <a:gd name="textAreaTop" fmla="*/ 0 h 236520"/>
                  <a:gd name="textAreaBottom" fmla="*/ 241560 h 2365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93" name="Google Shape;1268;p82"/>
          <p:cNvGrpSpPr/>
          <p:nvPr/>
        </p:nvGrpSpPr>
        <p:grpSpPr>
          <a:xfrm>
            <a:off x="10207440" y="873000"/>
            <a:ext cx="1171800" cy="293760"/>
            <a:chOff x="10207440" y="873000"/>
            <a:chExt cx="1171800" cy="293760"/>
          </a:xfrm>
        </p:grpSpPr>
        <p:sp>
          <p:nvSpPr>
            <p:cNvPr id="794" name="Google Shape;1269;p82"/>
            <p:cNvSpPr/>
            <p:nvPr/>
          </p:nvSpPr>
          <p:spPr>
            <a:xfrm>
              <a:off x="10207440" y="878040"/>
              <a:ext cx="76680" cy="99000"/>
            </a:xfrm>
            <a:custGeom>
              <a:avLst/>
              <a:gdLst>
                <a:gd name="textAreaLeft" fmla="*/ 0 w 76680"/>
                <a:gd name="textAreaRight" fmla="*/ 81720 w 76680"/>
                <a:gd name="textAreaTop" fmla="*/ 0 h 99000"/>
                <a:gd name="textAreaBottom" fmla="*/ 104040 h 990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Google Shape;1270;p82"/>
            <p:cNvSpPr/>
            <p:nvPr/>
          </p:nvSpPr>
          <p:spPr>
            <a:xfrm>
              <a:off x="10285560" y="903600"/>
              <a:ext cx="75240" cy="75240"/>
            </a:xfrm>
            <a:custGeom>
              <a:avLst/>
              <a:gdLst>
                <a:gd name="textAreaLeft" fmla="*/ 0 w 75240"/>
                <a:gd name="textAreaRight" fmla="*/ 80280 w 7524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Google Shape;1271;p82"/>
            <p:cNvSpPr/>
            <p:nvPr/>
          </p:nvSpPr>
          <p:spPr>
            <a:xfrm>
              <a:off x="10381680" y="87372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Google Shape;1272;p82"/>
            <p:cNvSpPr/>
            <p:nvPr/>
          </p:nvSpPr>
          <p:spPr>
            <a:xfrm>
              <a:off x="1047924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Google Shape;1273;p82"/>
            <p:cNvSpPr/>
            <p:nvPr/>
          </p:nvSpPr>
          <p:spPr>
            <a:xfrm>
              <a:off x="1056456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Google Shape;1274;p82"/>
            <p:cNvSpPr/>
            <p:nvPr/>
          </p:nvSpPr>
          <p:spPr>
            <a:xfrm>
              <a:off x="1068372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Google Shape;1275;p82"/>
            <p:cNvSpPr/>
            <p:nvPr/>
          </p:nvSpPr>
          <p:spPr>
            <a:xfrm>
              <a:off x="1076940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Google Shape;1276;p82"/>
            <p:cNvSpPr/>
            <p:nvPr/>
          </p:nvSpPr>
          <p:spPr>
            <a:xfrm>
              <a:off x="10888200" y="873000"/>
              <a:ext cx="41400" cy="104040"/>
            </a:xfrm>
            <a:custGeom>
              <a:avLst/>
              <a:gdLst>
                <a:gd name="textAreaLeft" fmla="*/ 0 w 41400"/>
                <a:gd name="textAreaRight" fmla="*/ 46440 w 41400"/>
                <a:gd name="textAreaTop" fmla="*/ 0 h 104040"/>
                <a:gd name="textAreaBottom" fmla="*/ 109080 h 1040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Google Shape;1277;p82"/>
            <p:cNvSpPr/>
            <p:nvPr/>
          </p:nvSpPr>
          <p:spPr>
            <a:xfrm>
              <a:off x="10942920" y="903600"/>
              <a:ext cx="75240" cy="75240"/>
            </a:xfrm>
            <a:custGeom>
              <a:avLst/>
              <a:gdLst>
                <a:gd name="textAreaLeft" fmla="*/ 0 w 75240"/>
                <a:gd name="textAreaRight" fmla="*/ 80280 w 7524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Google Shape;1278;p82"/>
            <p:cNvSpPr/>
            <p:nvPr/>
          </p:nvSpPr>
          <p:spPr>
            <a:xfrm>
              <a:off x="11043720" y="90396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Google Shape;1279;p82"/>
            <p:cNvSpPr/>
            <p:nvPr/>
          </p:nvSpPr>
          <p:spPr>
            <a:xfrm>
              <a:off x="11103840" y="903600"/>
              <a:ext cx="111240" cy="73440"/>
            </a:xfrm>
            <a:custGeom>
              <a:avLst/>
              <a:gdLst>
                <a:gd name="textAreaLeft" fmla="*/ 0 w 111240"/>
                <a:gd name="textAreaRight" fmla="*/ 116280 w 111240"/>
                <a:gd name="textAreaTop" fmla="*/ 0 h 73440"/>
                <a:gd name="textAreaBottom" fmla="*/ 78480 h 734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Google Shape;1280;p82"/>
            <p:cNvSpPr/>
            <p:nvPr/>
          </p:nvSpPr>
          <p:spPr>
            <a:xfrm>
              <a:off x="1123956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6" name="Google Shape;1281;p82"/>
            <p:cNvSpPr/>
            <p:nvPr/>
          </p:nvSpPr>
          <p:spPr>
            <a:xfrm>
              <a:off x="1132488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Google Shape;1282;p82"/>
            <p:cNvSpPr/>
            <p:nvPr/>
          </p:nvSpPr>
          <p:spPr>
            <a:xfrm>
              <a:off x="10208160" y="103968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Google Shape;1283;p82"/>
            <p:cNvSpPr/>
            <p:nvPr/>
          </p:nvSpPr>
          <p:spPr>
            <a:xfrm>
              <a:off x="1030680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Google Shape;1284;p82"/>
            <p:cNvSpPr/>
            <p:nvPr/>
          </p:nvSpPr>
          <p:spPr>
            <a:xfrm>
              <a:off x="10438200" y="107028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Google Shape;1285;p82"/>
            <p:cNvSpPr/>
            <p:nvPr/>
          </p:nvSpPr>
          <p:spPr>
            <a:xfrm>
              <a:off x="10530360" y="1069560"/>
              <a:ext cx="72720" cy="9720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97200"/>
                <a:gd name="textAreaBottom" fmla="*/ 102240 h 972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Google Shape;1286;p82"/>
            <p:cNvSpPr/>
            <p:nvPr/>
          </p:nvSpPr>
          <p:spPr>
            <a:xfrm>
              <a:off x="10629000" y="106992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Google Shape;1287;p82"/>
            <p:cNvSpPr/>
            <p:nvPr/>
          </p:nvSpPr>
          <p:spPr>
            <a:xfrm>
              <a:off x="1068120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Google Shape;1288;p82"/>
            <p:cNvSpPr/>
            <p:nvPr/>
          </p:nvSpPr>
          <p:spPr>
            <a:xfrm>
              <a:off x="10774080" y="1069560"/>
              <a:ext cx="62280" cy="7344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3440"/>
                <a:gd name="textAreaBottom" fmla="*/ 78480 h 734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Google Shape;1289;p82"/>
            <p:cNvSpPr/>
            <p:nvPr/>
          </p:nvSpPr>
          <p:spPr>
            <a:xfrm>
              <a:off x="10860840" y="103968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Google Shape;1290;p82"/>
            <p:cNvSpPr/>
            <p:nvPr/>
          </p:nvSpPr>
          <p:spPr>
            <a:xfrm>
              <a:off x="1095948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Google Shape;1291;p82"/>
            <p:cNvSpPr/>
            <p:nvPr/>
          </p:nvSpPr>
          <p:spPr>
            <a:xfrm>
              <a:off x="11052360" y="106992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7" name="Google Shape;1292;p82"/>
          <p:cNvGrpSpPr/>
          <p:nvPr/>
        </p:nvGrpSpPr>
        <p:grpSpPr>
          <a:xfrm>
            <a:off x="10113480" y="597240"/>
            <a:ext cx="604440" cy="147600"/>
            <a:chOff x="10113480" y="597240"/>
            <a:chExt cx="604440" cy="147600"/>
          </a:xfrm>
        </p:grpSpPr>
        <p:sp>
          <p:nvSpPr>
            <p:cNvPr id="818" name="Google Shape;1293;p82"/>
            <p:cNvSpPr/>
            <p:nvPr/>
          </p:nvSpPr>
          <p:spPr>
            <a:xfrm>
              <a:off x="10627560" y="603360"/>
              <a:ext cx="90360" cy="140760"/>
            </a:xfrm>
            <a:custGeom>
              <a:avLst/>
              <a:gdLst>
                <a:gd name="textAreaLeft" fmla="*/ 0 w 90360"/>
                <a:gd name="textAreaRight" fmla="*/ 95400 w 90360"/>
                <a:gd name="textAreaTop" fmla="*/ 0 h 140760"/>
                <a:gd name="textAreaBottom" fmla="*/ 145800 h 1407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Google Shape;1294;p82"/>
            <p:cNvSpPr/>
            <p:nvPr/>
          </p:nvSpPr>
          <p:spPr>
            <a:xfrm>
              <a:off x="10113480" y="597240"/>
              <a:ext cx="132840" cy="147600"/>
            </a:xfrm>
            <a:custGeom>
              <a:avLst/>
              <a:gdLst>
                <a:gd name="textAreaLeft" fmla="*/ 0 w 132840"/>
                <a:gd name="textAreaRight" fmla="*/ 137880 w 132840"/>
                <a:gd name="textAreaTop" fmla="*/ 0 h 147600"/>
                <a:gd name="textAreaBottom" fmla="*/ 152640 h 1476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" name="Google Shape;1295;p82"/>
            <p:cNvSpPr/>
            <p:nvPr/>
          </p:nvSpPr>
          <p:spPr>
            <a:xfrm>
              <a:off x="10246320" y="618480"/>
              <a:ext cx="129240" cy="121680"/>
            </a:xfrm>
            <a:custGeom>
              <a:avLst/>
              <a:gdLst>
                <a:gd name="textAreaLeft" fmla="*/ 0 w 129240"/>
                <a:gd name="textAreaRight" fmla="*/ 134280 w 129240"/>
                <a:gd name="textAreaTop" fmla="*/ 0 h 121680"/>
                <a:gd name="textAreaBottom" fmla="*/ 126720 h 1216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1" name="Google Shape;1296;p82"/>
            <p:cNvSpPr/>
            <p:nvPr/>
          </p:nvSpPr>
          <p:spPr>
            <a:xfrm>
              <a:off x="10378800" y="619920"/>
              <a:ext cx="120600" cy="118080"/>
            </a:xfrm>
            <a:custGeom>
              <a:avLst/>
              <a:gdLst>
                <a:gd name="textAreaLeft" fmla="*/ 0 w 120600"/>
                <a:gd name="textAreaRight" fmla="*/ 125640 w 120600"/>
                <a:gd name="textAreaTop" fmla="*/ 0 h 118080"/>
                <a:gd name="textAreaBottom" fmla="*/ 123120 h 1180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Google Shape;1297;p82"/>
            <p:cNvSpPr/>
            <p:nvPr/>
          </p:nvSpPr>
          <p:spPr>
            <a:xfrm>
              <a:off x="10503000" y="619200"/>
              <a:ext cx="121680" cy="120240"/>
            </a:xfrm>
            <a:custGeom>
              <a:avLst/>
              <a:gdLst>
                <a:gd name="textAreaLeft" fmla="*/ 0 w 121680"/>
                <a:gd name="textAreaRight" fmla="*/ 126720 w 121680"/>
                <a:gd name="textAreaTop" fmla="*/ 0 h 120240"/>
                <a:gd name="textAreaBottom" fmla="*/ 125280 h 1202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23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79240" cy="15516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585;p66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Google Shape;586;p66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Google Shape;587;p66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Google Shape;588;p66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Google Shape;589;p66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Google Shape;590;p66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Google Shape;591;p66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Google Shape;592;p66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Google Shape;593;p66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Google Shape;594;p66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Google Shape;595;p66"/>
          <p:cNvSpPr/>
          <p:nvPr/>
        </p:nvSpPr>
        <p:spPr>
          <a:xfrm rot="10800000">
            <a:off x="-85320" y="12600"/>
            <a:ext cx="605160" cy="6920640"/>
          </a:xfrm>
          <a:custGeom>
            <a:avLst/>
            <a:gdLst>
              <a:gd name="textAreaLeft" fmla="*/ 0 w 605160"/>
              <a:gd name="textAreaRight" fmla="*/ 610200 w 605160"/>
              <a:gd name="textAreaTop" fmla="*/ 0 h 6920640"/>
              <a:gd name="textAreaBottom" fmla="*/ 6925680 h 692064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5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67320" cy="28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6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28120" cy="220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7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0400" cy="3279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38" name="Google Shape;599;p66"/>
          <p:cNvGrpSpPr/>
          <p:nvPr/>
        </p:nvGrpSpPr>
        <p:grpSpPr>
          <a:xfrm>
            <a:off x="875880" y="5823720"/>
            <a:ext cx="1071000" cy="760320"/>
            <a:chOff x="875880" y="5823720"/>
            <a:chExt cx="1071000" cy="760320"/>
          </a:xfrm>
        </p:grpSpPr>
        <p:grpSp>
          <p:nvGrpSpPr>
            <p:cNvPr id="839" name="Google Shape;600;p66"/>
            <p:cNvGrpSpPr/>
            <p:nvPr/>
          </p:nvGrpSpPr>
          <p:grpSpPr>
            <a:xfrm>
              <a:off x="875880" y="6026040"/>
              <a:ext cx="891720" cy="214200"/>
              <a:chOff x="875880" y="6026040"/>
              <a:chExt cx="891720" cy="214200"/>
            </a:xfrm>
          </p:grpSpPr>
          <p:sp>
            <p:nvSpPr>
              <p:cNvPr id="840" name="Google Shape;601;p66"/>
              <p:cNvSpPr/>
              <p:nvPr/>
            </p:nvSpPr>
            <p:spPr>
              <a:xfrm>
                <a:off x="875880" y="6026040"/>
                <a:ext cx="104400" cy="213480"/>
              </a:xfrm>
              <a:custGeom>
                <a:avLst/>
                <a:gdLst>
                  <a:gd name="textAreaLeft" fmla="*/ 0 w 104400"/>
                  <a:gd name="textAreaRight" fmla="*/ 109440 w 104400"/>
                  <a:gd name="textAreaTop" fmla="*/ 0 h 213480"/>
                  <a:gd name="textAreaBottom" fmla="*/ 218520 h 21348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Google Shape;602;p66"/>
              <p:cNvSpPr/>
              <p:nvPr/>
            </p:nvSpPr>
            <p:spPr>
              <a:xfrm>
                <a:off x="1008000" y="6066720"/>
                <a:ext cx="163440" cy="173520"/>
              </a:xfrm>
              <a:custGeom>
                <a:avLst/>
                <a:gdLst>
                  <a:gd name="textAreaLeft" fmla="*/ 0 w 163440"/>
                  <a:gd name="textAreaRight" fmla="*/ 168480 w 163440"/>
                  <a:gd name="textAreaTop" fmla="*/ 0 h 173520"/>
                  <a:gd name="textAreaBottom" fmla="*/ 178560 h 17352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Google Shape;603;p66"/>
              <p:cNvSpPr/>
              <p:nvPr/>
            </p:nvSpPr>
            <p:spPr>
              <a:xfrm>
                <a:off x="1204560" y="6066720"/>
                <a:ext cx="154440" cy="173520"/>
              </a:xfrm>
              <a:custGeom>
                <a:avLst/>
                <a:gdLst>
                  <a:gd name="textAreaLeft" fmla="*/ 0 w 154440"/>
                  <a:gd name="textAreaRight" fmla="*/ 159480 w 154440"/>
                  <a:gd name="textAreaTop" fmla="*/ 0 h 173520"/>
                  <a:gd name="textAreaBottom" fmla="*/ 178560 h 17352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Google Shape;604;p66"/>
              <p:cNvSpPr/>
              <p:nvPr/>
            </p:nvSpPr>
            <p:spPr>
              <a:xfrm>
                <a:off x="1395720" y="6066720"/>
                <a:ext cx="152280" cy="169920"/>
              </a:xfrm>
              <a:custGeom>
                <a:avLst/>
                <a:gdLst>
                  <a:gd name="textAreaLeft" fmla="*/ 0 w 152280"/>
                  <a:gd name="textAreaRight" fmla="*/ 157320 w 152280"/>
                  <a:gd name="textAreaTop" fmla="*/ 0 h 169920"/>
                  <a:gd name="textAreaBottom" fmla="*/ 174960 h 16992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Google Shape;605;p66"/>
              <p:cNvSpPr/>
              <p:nvPr/>
            </p:nvSpPr>
            <p:spPr>
              <a:xfrm>
                <a:off x="1586880" y="6066720"/>
                <a:ext cx="180720" cy="173520"/>
              </a:xfrm>
              <a:custGeom>
                <a:avLst/>
                <a:gdLst>
                  <a:gd name="textAreaLeft" fmla="*/ 0 w 180720"/>
                  <a:gd name="textAreaRight" fmla="*/ 185760 w 180720"/>
                  <a:gd name="textAreaTop" fmla="*/ 0 h 173520"/>
                  <a:gd name="textAreaBottom" fmla="*/ 178560 h 17352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45" name="Google Shape;606;p66"/>
            <p:cNvGrpSpPr/>
            <p:nvPr/>
          </p:nvGrpSpPr>
          <p:grpSpPr>
            <a:xfrm>
              <a:off x="1184760" y="6303600"/>
              <a:ext cx="762120" cy="280440"/>
              <a:chOff x="1184760" y="6303600"/>
              <a:chExt cx="762120" cy="280440"/>
            </a:xfrm>
          </p:grpSpPr>
          <p:sp>
            <p:nvSpPr>
              <p:cNvPr id="846" name="Google Shape;607;p66"/>
              <p:cNvSpPr/>
              <p:nvPr/>
            </p:nvSpPr>
            <p:spPr>
              <a:xfrm>
                <a:off x="1184760" y="6303600"/>
                <a:ext cx="43560" cy="228600"/>
              </a:xfrm>
              <a:custGeom>
                <a:avLst/>
                <a:gdLst>
                  <a:gd name="textAreaLeft" fmla="*/ 0 w 43560"/>
                  <a:gd name="textAreaRight" fmla="*/ 48600 w 43560"/>
                  <a:gd name="textAreaTop" fmla="*/ 0 h 228600"/>
                  <a:gd name="textAreaBottom" fmla="*/ 233640 h 22860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Google Shape;608;p66"/>
              <p:cNvSpPr/>
              <p:nvPr/>
            </p:nvSpPr>
            <p:spPr>
              <a:xfrm>
                <a:off x="1270800" y="6362280"/>
                <a:ext cx="180720" cy="173520"/>
              </a:xfrm>
              <a:custGeom>
                <a:avLst/>
                <a:gdLst>
                  <a:gd name="textAreaLeft" fmla="*/ 0 w 180720"/>
                  <a:gd name="textAreaRight" fmla="*/ 185760 w 180720"/>
                  <a:gd name="textAreaTop" fmla="*/ 0 h 173520"/>
                  <a:gd name="textAreaBottom" fmla="*/ 178560 h 17352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8" name="Google Shape;609;p66"/>
              <p:cNvSpPr/>
              <p:nvPr/>
            </p:nvSpPr>
            <p:spPr>
              <a:xfrm>
                <a:off x="1484280" y="6362280"/>
                <a:ext cx="175320" cy="221760"/>
              </a:xfrm>
              <a:custGeom>
                <a:avLst/>
                <a:gdLst>
                  <a:gd name="textAreaLeft" fmla="*/ 0 w 175320"/>
                  <a:gd name="textAreaRight" fmla="*/ 180360 w 175320"/>
                  <a:gd name="textAreaTop" fmla="*/ 0 h 221760"/>
                  <a:gd name="textAreaBottom" fmla="*/ 226800 h 22176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Google Shape;610;p66"/>
              <p:cNvSpPr/>
              <p:nvPr/>
            </p:nvSpPr>
            <p:spPr>
              <a:xfrm>
                <a:off x="1708920" y="6303600"/>
                <a:ext cx="46080" cy="228600"/>
              </a:xfrm>
              <a:custGeom>
                <a:avLst/>
                <a:gdLst>
                  <a:gd name="textAreaLeft" fmla="*/ 0 w 46080"/>
                  <a:gd name="textAreaRight" fmla="*/ 51120 w 46080"/>
                  <a:gd name="textAreaTop" fmla="*/ 0 h 228600"/>
                  <a:gd name="textAreaBottom" fmla="*/ 233640 h 22860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Google Shape;611;p66"/>
              <p:cNvSpPr/>
              <p:nvPr/>
            </p:nvSpPr>
            <p:spPr>
              <a:xfrm>
                <a:off x="1794240" y="6363720"/>
                <a:ext cx="152640" cy="171720"/>
              </a:xfrm>
              <a:custGeom>
                <a:avLst/>
                <a:gdLst>
                  <a:gd name="textAreaLeft" fmla="*/ 0 w 152640"/>
                  <a:gd name="textAreaRight" fmla="*/ 157680 w 152640"/>
                  <a:gd name="textAreaTop" fmla="*/ 0 h 171720"/>
                  <a:gd name="textAreaBottom" fmla="*/ 176760 h 17172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51" name="Google Shape;612;p66"/>
            <p:cNvGrpSpPr/>
            <p:nvPr/>
          </p:nvGrpSpPr>
          <p:grpSpPr>
            <a:xfrm>
              <a:off x="939600" y="5823720"/>
              <a:ext cx="441360" cy="106560"/>
              <a:chOff x="939600" y="5823720"/>
              <a:chExt cx="441360" cy="106560"/>
            </a:xfrm>
          </p:grpSpPr>
          <p:sp>
            <p:nvSpPr>
              <p:cNvPr id="852" name="Google Shape;613;p66"/>
              <p:cNvSpPr/>
              <p:nvPr/>
            </p:nvSpPr>
            <p:spPr>
              <a:xfrm>
                <a:off x="1316160" y="5828040"/>
                <a:ext cx="64800" cy="101880"/>
              </a:xfrm>
              <a:custGeom>
                <a:avLst/>
                <a:gdLst>
                  <a:gd name="textAreaLeft" fmla="*/ 0 w 64800"/>
                  <a:gd name="textAreaRight" fmla="*/ 69840 w 64800"/>
                  <a:gd name="textAreaTop" fmla="*/ 0 h 101880"/>
                  <a:gd name="textAreaBottom" fmla="*/ 106920 h 10188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Google Shape;614;p66"/>
              <p:cNvSpPr/>
              <p:nvPr/>
            </p:nvSpPr>
            <p:spPr>
              <a:xfrm>
                <a:off x="939600" y="5823720"/>
                <a:ext cx="96120" cy="106560"/>
              </a:xfrm>
              <a:custGeom>
                <a:avLst/>
                <a:gdLst>
                  <a:gd name="textAreaLeft" fmla="*/ 0 w 96120"/>
                  <a:gd name="textAreaRight" fmla="*/ 101160 w 96120"/>
                  <a:gd name="textAreaTop" fmla="*/ 0 h 106560"/>
                  <a:gd name="textAreaBottom" fmla="*/ 111600 h 10656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Google Shape;615;p66"/>
              <p:cNvSpPr/>
              <p:nvPr/>
            </p:nvSpPr>
            <p:spPr>
              <a:xfrm>
                <a:off x="1037160" y="5839200"/>
                <a:ext cx="93240" cy="87840"/>
              </a:xfrm>
              <a:custGeom>
                <a:avLst/>
                <a:gdLst>
                  <a:gd name="textAreaLeft" fmla="*/ 0 w 93240"/>
                  <a:gd name="textAreaRight" fmla="*/ 98280 w 93240"/>
                  <a:gd name="textAreaTop" fmla="*/ 0 h 87840"/>
                  <a:gd name="textAreaBottom" fmla="*/ 92880 h 8784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Google Shape;616;p66"/>
              <p:cNvSpPr/>
              <p:nvPr/>
            </p:nvSpPr>
            <p:spPr>
              <a:xfrm>
                <a:off x="1134000" y="5840280"/>
                <a:ext cx="86760" cy="84960"/>
              </a:xfrm>
              <a:custGeom>
                <a:avLst/>
                <a:gdLst>
                  <a:gd name="textAreaLeft" fmla="*/ 0 w 86760"/>
                  <a:gd name="textAreaRight" fmla="*/ 91800 w 86760"/>
                  <a:gd name="textAreaTop" fmla="*/ 0 h 84960"/>
                  <a:gd name="textAreaBottom" fmla="*/ 90000 h 8496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" name="Google Shape;617;p66"/>
              <p:cNvSpPr/>
              <p:nvPr/>
            </p:nvSpPr>
            <p:spPr>
              <a:xfrm>
                <a:off x="1225080" y="5839560"/>
                <a:ext cx="87480" cy="86760"/>
              </a:xfrm>
              <a:custGeom>
                <a:avLst/>
                <a:gdLst>
                  <a:gd name="textAreaLeft" fmla="*/ 0 w 87480"/>
                  <a:gd name="textAreaRight" fmla="*/ 92520 w 87480"/>
                  <a:gd name="textAreaTop" fmla="*/ 0 h 86760"/>
                  <a:gd name="textAreaBottom" fmla="*/ 91800 h 8676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9" name="Google Shape;619;p67"/>
          <p:cNvGrpSpPr/>
          <p:nvPr/>
        </p:nvGrpSpPr>
        <p:grpSpPr>
          <a:xfrm>
            <a:off x="6381360" y="1503720"/>
            <a:ext cx="4285080" cy="3570120"/>
            <a:chOff x="6381360" y="1503720"/>
            <a:chExt cx="4285080" cy="3570120"/>
          </a:xfrm>
        </p:grpSpPr>
        <p:sp>
          <p:nvSpPr>
            <p:cNvPr id="860" name="Google Shape;620;p67"/>
            <p:cNvSpPr/>
            <p:nvPr/>
          </p:nvSpPr>
          <p:spPr>
            <a:xfrm>
              <a:off x="6738840" y="4721400"/>
              <a:ext cx="3569760" cy="352440"/>
            </a:xfrm>
            <a:custGeom>
              <a:avLst/>
              <a:gdLst>
                <a:gd name="textAreaLeft" fmla="*/ 0 w 3569760"/>
                <a:gd name="textAreaRight" fmla="*/ 3574800 w 3569760"/>
                <a:gd name="textAreaTop" fmla="*/ 0 h 352440"/>
                <a:gd name="textAreaBottom" fmla="*/ 357480 h 35244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" name="Google Shape;621;p67"/>
            <p:cNvSpPr/>
            <p:nvPr/>
          </p:nvSpPr>
          <p:spPr>
            <a:xfrm>
              <a:off x="10314000" y="2933640"/>
              <a:ext cx="352440" cy="178236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1782360"/>
                <a:gd name="textAreaBottom" fmla="*/ 1787400 h 17823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Google Shape;622;p67"/>
            <p:cNvSpPr/>
            <p:nvPr/>
          </p:nvSpPr>
          <p:spPr>
            <a:xfrm>
              <a:off x="8168760" y="3291120"/>
              <a:ext cx="888840" cy="1067400"/>
            </a:xfrm>
            <a:custGeom>
              <a:avLst/>
              <a:gdLst>
                <a:gd name="textAreaLeft" fmla="*/ 0 w 888840"/>
                <a:gd name="textAreaRight" fmla="*/ 893880 w 888840"/>
                <a:gd name="textAreaTop" fmla="*/ 0 h 1067400"/>
                <a:gd name="textAreaBottom" fmla="*/ 1072440 h 106740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Google Shape;623;p67"/>
            <p:cNvSpPr/>
            <p:nvPr/>
          </p:nvSpPr>
          <p:spPr>
            <a:xfrm>
              <a:off x="8883720" y="1861200"/>
              <a:ext cx="352440" cy="35244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352440"/>
                <a:gd name="textAreaBottom" fmla="*/ 357480 h 3524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Google Shape;624;p67"/>
            <p:cNvSpPr/>
            <p:nvPr/>
          </p:nvSpPr>
          <p:spPr>
            <a:xfrm>
              <a:off x="9241200" y="1503720"/>
              <a:ext cx="352440" cy="35244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352440"/>
                <a:gd name="textAreaBottom" fmla="*/ 357480 h 3524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Google Shape;625;p67"/>
            <p:cNvSpPr/>
            <p:nvPr/>
          </p:nvSpPr>
          <p:spPr>
            <a:xfrm>
              <a:off x="6381360" y="2933640"/>
              <a:ext cx="352440" cy="178236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1782360"/>
                <a:gd name="textAreaBottom" fmla="*/ 1787400 h 17823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Google Shape;626;p67"/>
            <p:cNvSpPr/>
            <p:nvPr/>
          </p:nvSpPr>
          <p:spPr>
            <a:xfrm>
              <a:off x="6738840" y="2218680"/>
              <a:ext cx="3569760" cy="709920"/>
            </a:xfrm>
            <a:custGeom>
              <a:avLst/>
              <a:gdLst>
                <a:gd name="textAreaLeft" fmla="*/ 0 w 3569760"/>
                <a:gd name="textAreaRight" fmla="*/ 3574800 w 3569760"/>
                <a:gd name="textAreaTop" fmla="*/ 0 h 709920"/>
                <a:gd name="textAreaBottom" fmla="*/ 714960 h 70992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Google Shape;627;p67"/>
            <p:cNvSpPr/>
            <p:nvPr/>
          </p:nvSpPr>
          <p:spPr>
            <a:xfrm>
              <a:off x="7811280" y="1861200"/>
              <a:ext cx="352440" cy="35244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352440"/>
                <a:gd name="textAreaBottom" fmla="*/ 357480 h 3524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Google Shape;628;p67"/>
            <p:cNvSpPr/>
            <p:nvPr/>
          </p:nvSpPr>
          <p:spPr>
            <a:xfrm>
              <a:off x="7453800" y="1503720"/>
              <a:ext cx="352440" cy="35244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352440"/>
                <a:gd name="textAreaBottom" fmla="*/ 357480 h 3524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9" name="Google Shape;629;p67"/>
          <p:cNvSpPr/>
          <p:nvPr/>
        </p:nvSpPr>
        <p:spPr>
          <a:xfrm>
            <a:off x="824400" y="5846760"/>
            <a:ext cx="1283400" cy="784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Google Shape;630;p67"/>
          <p:cNvSpPr/>
          <p:nvPr/>
        </p:nvSpPr>
        <p:spPr>
          <a:xfrm>
            <a:off x="12072960" y="-628560"/>
            <a:ext cx="352440" cy="78055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Google Shape;631;p67"/>
          <p:cNvSpPr/>
          <p:nvPr/>
        </p:nvSpPr>
        <p:spPr>
          <a:xfrm>
            <a:off x="-91080" y="-476280"/>
            <a:ext cx="776160" cy="7805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Google Shape;632;p67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Google Shape;633;p67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Google Shape;634;p67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Google Shape;635;p67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Google Shape;636;p67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Google Shape;637;p67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Google Shape;638;p67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Google Shape;639;p67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Google Shape;640;p67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Google Shape;641;p67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82" name="Google Shape;642;p67"/>
          <p:cNvGrpSpPr/>
          <p:nvPr/>
        </p:nvGrpSpPr>
        <p:grpSpPr>
          <a:xfrm>
            <a:off x="991080" y="5682960"/>
            <a:ext cx="1148400" cy="815400"/>
            <a:chOff x="991080" y="5682960"/>
            <a:chExt cx="1148400" cy="815400"/>
          </a:xfrm>
        </p:grpSpPr>
        <p:grpSp>
          <p:nvGrpSpPr>
            <p:cNvPr id="883" name="Google Shape;643;p67"/>
            <p:cNvGrpSpPr/>
            <p:nvPr/>
          </p:nvGrpSpPr>
          <p:grpSpPr>
            <a:xfrm>
              <a:off x="991080" y="5900040"/>
              <a:ext cx="955800" cy="230040"/>
              <a:chOff x="991080" y="5900040"/>
              <a:chExt cx="955800" cy="230040"/>
            </a:xfrm>
          </p:grpSpPr>
          <p:sp>
            <p:nvSpPr>
              <p:cNvPr id="884" name="Google Shape;644;p67"/>
              <p:cNvSpPr/>
              <p:nvPr/>
            </p:nvSpPr>
            <p:spPr>
              <a:xfrm>
                <a:off x="991080" y="5900040"/>
                <a:ext cx="112320" cy="228960"/>
              </a:xfrm>
              <a:custGeom>
                <a:avLst/>
                <a:gdLst>
                  <a:gd name="textAreaLeft" fmla="*/ 0 w 112320"/>
                  <a:gd name="textAreaRight" fmla="*/ 117360 w 112320"/>
                  <a:gd name="textAreaTop" fmla="*/ 0 h 228960"/>
                  <a:gd name="textAreaBottom" fmla="*/ 234000 h 22896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Google Shape;645;p67"/>
              <p:cNvSpPr/>
              <p:nvPr/>
            </p:nvSpPr>
            <p:spPr>
              <a:xfrm>
                <a:off x="1132560" y="5943600"/>
                <a:ext cx="175680" cy="186480"/>
              </a:xfrm>
              <a:custGeom>
                <a:avLst/>
                <a:gdLst>
                  <a:gd name="textAreaLeft" fmla="*/ 0 w 175680"/>
                  <a:gd name="textAreaRight" fmla="*/ 180720 w 175680"/>
                  <a:gd name="textAreaTop" fmla="*/ 0 h 186480"/>
                  <a:gd name="textAreaBottom" fmla="*/ 191520 h 18648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Google Shape;646;p67"/>
              <p:cNvSpPr/>
              <p:nvPr/>
            </p:nvSpPr>
            <p:spPr>
              <a:xfrm>
                <a:off x="1343160" y="5943600"/>
                <a:ext cx="165960" cy="186480"/>
              </a:xfrm>
              <a:custGeom>
                <a:avLst/>
                <a:gdLst>
                  <a:gd name="textAreaLeft" fmla="*/ 0 w 165960"/>
                  <a:gd name="textAreaRight" fmla="*/ 171000 w 165960"/>
                  <a:gd name="textAreaTop" fmla="*/ 0 h 186480"/>
                  <a:gd name="textAreaBottom" fmla="*/ 191520 h 18648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Google Shape;647;p67"/>
              <p:cNvSpPr/>
              <p:nvPr/>
            </p:nvSpPr>
            <p:spPr>
              <a:xfrm>
                <a:off x="1548000" y="5943600"/>
                <a:ext cx="163440" cy="182160"/>
              </a:xfrm>
              <a:custGeom>
                <a:avLst/>
                <a:gdLst>
                  <a:gd name="textAreaLeft" fmla="*/ 0 w 163440"/>
                  <a:gd name="textAreaRight" fmla="*/ 168480 w 163440"/>
                  <a:gd name="textAreaTop" fmla="*/ 0 h 182160"/>
                  <a:gd name="textAreaBottom" fmla="*/ 187200 h 18216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Google Shape;648;p67"/>
              <p:cNvSpPr/>
              <p:nvPr/>
            </p:nvSpPr>
            <p:spPr>
              <a:xfrm>
                <a:off x="1752840" y="5943600"/>
                <a:ext cx="194040" cy="186480"/>
              </a:xfrm>
              <a:custGeom>
                <a:avLst/>
                <a:gdLst>
                  <a:gd name="textAreaLeft" fmla="*/ 0 w 194040"/>
                  <a:gd name="textAreaRight" fmla="*/ 199080 w 194040"/>
                  <a:gd name="textAreaTop" fmla="*/ 0 h 186480"/>
                  <a:gd name="textAreaBottom" fmla="*/ 191520 h 1864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89" name="Google Shape;649;p67"/>
            <p:cNvGrpSpPr/>
            <p:nvPr/>
          </p:nvGrpSpPr>
          <p:grpSpPr>
            <a:xfrm>
              <a:off x="1321920" y="6197400"/>
              <a:ext cx="817560" cy="300960"/>
              <a:chOff x="1321920" y="6197400"/>
              <a:chExt cx="817560" cy="300960"/>
            </a:xfrm>
          </p:grpSpPr>
          <p:sp>
            <p:nvSpPr>
              <p:cNvPr id="890" name="Google Shape;650;p67"/>
              <p:cNvSpPr/>
              <p:nvPr/>
            </p:nvSpPr>
            <p:spPr>
              <a:xfrm>
                <a:off x="1321920" y="6197400"/>
                <a:ext cx="47160" cy="245520"/>
              </a:xfrm>
              <a:custGeom>
                <a:avLst/>
                <a:gdLst>
                  <a:gd name="textAreaLeft" fmla="*/ 0 w 47160"/>
                  <a:gd name="textAreaRight" fmla="*/ 52200 w 47160"/>
                  <a:gd name="textAreaTop" fmla="*/ 0 h 245520"/>
                  <a:gd name="textAreaBottom" fmla="*/ 250560 h 24552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Google Shape;651;p67"/>
              <p:cNvSpPr/>
              <p:nvPr/>
            </p:nvSpPr>
            <p:spPr>
              <a:xfrm>
                <a:off x="1414440" y="6260760"/>
                <a:ext cx="194040" cy="186480"/>
              </a:xfrm>
              <a:custGeom>
                <a:avLst/>
                <a:gdLst>
                  <a:gd name="textAreaLeft" fmla="*/ 0 w 194040"/>
                  <a:gd name="textAreaRight" fmla="*/ 199080 w 194040"/>
                  <a:gd name="textAreaTop" fmla="*/ 0 h 186480"/>
                  <a:gd name="textAreaBottom" fmla="*/ 191520 h 1864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Google Shape;652;p67"/>
              <p:cNvSpPr/>
              <p:nvPr/>
            </p:nvSpPr>
            <p:spPr>
              <a:xfrm>
                <a:off x="1642680" y="6260400"/>
                <a:ext cx="188280" cy="237960"/>
              </a:xfrm>
              <a:custGeom>
                <a:avLst/>
                <a:gdLst>
                  <a:gd name="textAreaLeft" fmla="*/ 0 w 188280"/>
                  <a:gd name="textAreaRight" fmla="*/ 193320 w 188280"/>
                  <a:gd name="textAreaTop" fmla="*/ 0 h 237960"/>
                  <a:gd name="textAreaBottom" fmla="*/ 243000 h 23796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Google Shape;653;p67"/>
              <p:cNvSpPr/>
              <p:nvPr/>
            </p:nvSpPr>
            <p:spPr>
              <a:xfrm>
                <a:off x="1883880" y="6197400"/>
                <a:ext cx="50040" cy="245520"/>
              </a:xfrm>
              <a:custGeom>
                <a:avLst/>
                <a:gdLst>
                  <a:gd name="textAreaLeft" fmla="*/ 0 w 50040"/>
                  <a:gd name="textAreaRight" fmla="*/ 55080 w 50040"/>
                  <a:gd name="textAreaTop" fmla="*/ 0 h 245520"/>
                  <a:gd name="textAreaBottom" fmla="*/ 250560 h 24552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Google Shape;654;p67"/>
              <p:cNvSpPr/>
              <p:nvPr/>
            </p:nvSpPr>
            <p:spPr>
              <a:xfrm>
                <a:off x="1975320" y="6261840"/>
                <a:ext cx="164160" cy="184320"/>
              </a:xfrm>
              <a:custGeom>
                <a:avLst/>
                <a:gdLst>
                  <a:gd name="textAreaLeft" fmla="*/ 0 w 164160"/>
                  <a:gd name="textAreaRight" fmla="*/ 169200 w 164160"/>
                  <a:gd name="textAreaTop" fmla="*/ 0 h 184320"/>
                  <a:gd name="textAreaBottom" fmla="*/ 189360 h 18432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5" name="Google Shape;655;p67"/>
            <p:cNvGrpSpPr/>
            <p:nvPr/>
          </p:nvGrpSpPr>
          <p:grpSpPr>
            <a:xfrm>
              <a:off x="1059120" y="5682960"/>
              <a:ext cx="473760" cy="114840"/>
              <a:chOff x="1059120" y="5682960"/>
              <a:chExt cx="473760" cy="114840"/>
            </a:xfrm>
          </p:grpSpPr>
          <p:sp>
            <p:nvSpPr>
              <p:cNvPr id="896" name="Google Shape;656;p67"/>
              <p:cNvSpPr/>
              <p:nvPr/>
            </p:nvSpPr>
            <p:spPr>
              <a:xfrm>
                <a:off x="1463040" y="5688000"/>
                <a:ext cx="69840" cy="109440"/>
              </a:xfrm>
              <a:custGeom>
                <a:avLst/>
                <a:gdLst>
                  <a:gd name="textAreaLeft" fmla="*/ 0 w 69840"/>
                  <a:gd name="textAreaRight" fmla="*/ 74880 w 69840"/>
                  <a:gd name="textAreaTop" fmla="*/ 0 h 109440"/>
                  <a:gd name="textAreaBottom" fmla="*/ 114480 h 10944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Google Shape;657;p67"/>
              <p:cNvSpPr/>
              <p:nvPr/>
            </p:nvSpPr>
            <p:spPr>
              <a:xfrm>
                <a:off x="1059120" y="5682960"/>
                <a:ext cx="103320" cy="114840"/>
              </a:xfrm>
              <a:custGeom>
                <a:avLst/>
                <a:gdLst>
                  <a:gd name="textAreaLeft" fmla="*/ 0 w 103320"/>
                  <a:gd name="textAreaRight" fmla="*/ 108360 w 103320"/>
                  <a:gd name="textAreaTop" fmla="*/ 0 h 114840"/>
                  <a:gd name="textAreaBottom" fmla="*/ 119880 h 11484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Google Shape;658;p67"/>
              <p:cNvSpPr/>
              <p:nvPr/>
            </p:nvSpPr>
            <p:spPr>
              <a:xfrm>
                <a:off x="1163520" y="5699520"/>
                <a:ext cx="100080" cy="94320"/>
              </a:xfrm>
              <a:custGeom>
                <a:avLst/>
                <a:gdLst>
                  <a:gd name="textAreaLeft" fmla="*/ 0 w 100080"/>
                  <a:gd name="textAreaRight" fmla="*/ 105120 w 100080"/>
                  <a:gd name="textAreaTop" fmla="*/ 0 h 94320"/>
                  <a:gd name="textAreaBottom" fmla="*/ 99360 h 9432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Google Shape;659;p67"/>
              <p:cNvSpPr/>
              <p:nvPr/>
            </p:nvSpPr>
            <p:spPr>
              <a:xfrm>
                <a:off x="1267560" y="5700600"/>
                <a:ext cx="93600" cy="91440"/>
              </a:xfrm>
              <a:custGeom>
                <a:avLst/>
                <a:gdLst>
                  <a:gd name="textAreaLeft" fmla="*/ 0 w 93600"/>
                  <a:gd name="textAreaRight" fmla="*/ 98640 w 93600"/>
                  <a:gd name="textAreaTop" fmla="*/ 0 h 91440"/>
                  <a:gd name="textAreaBottom" fmla="*/ 96480 h 9144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Google Shape;660;p67"/>
              <p:cNvSpPr/>
              <p:nvPr/>
            </p:nvSpPr>
            <p:spPr>
              <a:xfrm>
                <a:off x="1365120" y="5700240"/>
                <a:ext cx="94320" cy="93240"/>
              </a:xfrm>
              <a:custGeom>
                <a:avLst/>
                <a:gdLst>
                  <a:gd name="textAreaLeft" fmla="*/ 0 w 94320"/>
                  <a:gd name="textAreaRight" fmla="*/ 99360 w 94320"/>
                  <a:gd name="textAreaTop" fmla="*/ 0 h 93240"/>
                  <a:gd name="textAreaBottom" fmla="*/ 98280 h 9324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01" name="Google Shape;661;p67"/>
          <p:cNvGrpSpPr/>
          <p:nvPr/>
        </p:nvGrpSpPr>
        <p:grpSpPr>
          <a:xfrm>
            <a:off x="8526240" y="1503720"/>
            <a:ext cx="2140200" cy="3570120"/>
            <a:chOff x="8526240" y="1503720"/>
            <a:chExt cx="2140200" cy="3570120"/>
          </a:xfrm>
        </p:grpSpPr>
        <p:sp>
          <p:nvSpPr>
            <p:cNvPr id="902" name="Google Shape;662;p67"/>
            <p:cNvSpPr/>
            <p:nvPr/>
          </p:nvSpPr>
          <p:spPr>
            <a:xfrm>
              <a:off x="8526240" y="4721400"/>
              <a:ext cx="1782360" cy="352440"/>
            </a:xfrm>
            <a:custGeom>
              <a:avLst/>
              <a:gdLst>
                <a:gd name="textAreaLeft" fmla="*/ 0 w 1782360"/>
                <a:gd name="textAreaRight" fmla="*/ 1787400 w 1782360"/>
                <a:gd name="textAreaTop" fmla="*/ 0 h 352440"/>
                <a:gd name="textAreaBottom" fmla="*/ 357480 h 35244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3" name="Google Shape;663;p67"/>
            <p:cNvSpPr/>
            <p:nvPr/>
          </p:nvSpPr>
          <p:spPr>
            <a:xfrm>
              <a:off x="10314000" y="2933640"/>
              <a:ext cx="352440" cy="178236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1782360"/>
                <a:gd name="textAreaBottom" fmla="*/ 1787400 h 178236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Google Shape;664;p67"/>
            <p:cNvSpPr/>
            <p:nvPr/>
          </p:nvSpPr>
          <p:spPr>
            <a:xfrm>
              <a:off x="8526240" y="2218680"/>
              <a:ext cx="1782360" cy="709920"/>
            </a:xfrm>
            <a:custGeom>
              <a:avLst/>
              <a:gdLst>
                <a:gd name="textAreaLeft" fmla="*/ 0 w 1782360"/>
                <a:gd name="textAreaRight" fmla="*/ 1787400 w 1782360"/>
                <a:gd name="textAreaTop" fmla="*/ 0 h 709920"/>
                <a:gd name="textAreaBottom" fmla="*/ 714960 h 70992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Google Shape;665;p67"/>
            <p:cNvSpPr/>
            <p:nvPr/>
          </p:nvSpPr>
          <p:spPr>
            <a:xfrm>
              <a:off x="8526240" y="3470040"/>
              <a:ext cx="531360" cy="709920"/>
            </a:xfrm>
            <a:custGeom>
              <a:avLst/>
              <a:gdLst>
                <a:gd name="textAreaLeft" fmla="*/ 0 w 531360"/>
                <a:gd name="textAreaRight" fmla="*/ 536400 w 531360"/>
                <a:gd name="textAreaTop" fmla="*/ 0 h 709920"/>
                <a:gd name="textAreaBottom" fmla="*/ 714960 h 70992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6" name="Google Shape;666;p67"/>
            <p:cNvSpPr/>
            <p:nvPr/>
          </p:nvSpPr>
          <p:spPr>
            <a:xfrm>
              <a:off x="8883720" y="1861200"/>
              <a:ext cx="352440" cy="35244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352440"/>
                <a:gd name="textAreaBottom" fmla="*/ 357480 h 3524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Google Shape;667;p67"/>
            <p:cNvSpPr/>
            <p:nvPr/>
          </p:nvSpPr>
          <p:spPr>
            <a:xfrm>
              <a:off x="9241200" y="1503720"/>
              <a:ext cx="352440" cy="352440"/>
            </a:xfrm>
            <a:custGeom>
              <a:avLst/>
              <a:gdLst>
                <a:gd name="textAreaLeft" fmla="*/ 0 w 352440"/>
                <a:gd name="textAreaRight" fmla="*/ 357480 w 352440"/>
                <a:gd name="textAreaTop" fmla="*/ 0 h 352440"/>
                <a:gd name="textAreaBottom" fmla="*/ 357480 h 35244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476;p64"/>
          <p:cNvSpPr/>
          <p:nvPr/>
        </p:nvSpPr>
        <p:spPr>
          <a:xfrm>
            <a:off x="35420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Google Shape;477;p64"/>
          <p:cNvSpPr/>
          <p:nvPr/>
        </p:nvSpPr>
        <p:spPr>
          <a:xfrm>
            <a:off x="40971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Google Shape;478;p64"/>
          <p:cNvSpPr/>
          <p:nvPr/>
        </p:nvSpPr>
        <p:spPr>
          <a:xfrm>
            <a:off x="46047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Google Shape;479;p64"/>
          <p:cNvSpPr/>
          <p:nvPr/>
        </p:nvSpPr>
        <p:spPr>
          <a:xfrm>
            <a:off x="51192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Google Shape;480;p64"/>
          <p:cNvSpPr/>
          <p:nvPr/>
        </p:nvSpPr>
        <p:spPr>
          <a:xfrm>
            <a:off x="56336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Google Shape;481;p64"/>
          <p:cNvSpPr/>
          <p:nvPr/>
        </p:nvSpPr>
        <p:spPr>
          <a:xfrm>
            <a:off x="67003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Google Shape;482;p64"/>
          <p:cNvSpPr/>
          <p:nvPr/>
        </p:nvSpPr>
        <p:spPr>
          <a:xfrm>
            <a:off x="61891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Google Shape;483;p64"/>
          <p:cNvSpPr/>
          <p:nvPr/>
        </p:nvSpPr>
        <p:spPr>
          <a:xfrm>
            <a:off x="72968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Google Shape;484;p64"/>
          <p:cNvSpPr/>
          <p:nvPr/>
        </p:nvSpPr>
        <p:spPr>
          <a:xfrm>
            <a:off x="78588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Google Shape;485;p64"/>
          <p:cNvSpPr/>
          <p:nvPr/>
        </p:nvSpPr>
        <p:spPr>
          <a:xfrm>
            <a:off x="840168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20" name="Google Shape;486;p64"/>
          <p:cNvGrpSpPr/>
          <p:nvPr/>
        </p:nvGrpSpPr>
        <p:grpSpPr>
          <a:xfrm>
            <a:off x="384840" y="6026040"/>
            <a:ext cx="891360" cy="214200"/>
            <a:chOff x="384840" y="6026040"/>
            <a:chExt cx="891360" cy="214200"/>
          </a:xfrm>
        </p:grpSpPr>
        <p:sp>
          <p:nvSpPr>
            <p:cNvPr id="921" name="Google Shape;487;p64"/>
            <p:cNvSpPr/>
            <p:nvPr/>
          </p:nvSpPr>
          <p:spPr>
            <a:xfrm>
              <a:off x="384840" y="6026040"/>
              <a:ext cx="104400" cy="213480"/>
            </a:xfrm>
            <a:custGeom>
              <a:avLst/>
              <a:gdLst>
                <a:gd name="textAreaLeft" fmla="*/ 0 w 104400"/>
                <a:gd name="textAreaRight" fmla="*/ 109440 w 104400"/>
                <a:gd name="textAreaTop" fmla="*/ 0 h 213480"/>
                <a:gd name="textAreaBottom" fmla="*/ 218520 h 21348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Google Shape;488;p64"/>
            <p:cNvSpPr/>
            <p:nvPr/>
          </p:nvSpPr>
          <p:spPr>
            <a:xfrm>
              <a:off x="516960" y="6066720"/>
              <a:ext cx="163440" cy="173520"/>
            </a:xfrm>
            <a:custGeom>
              <a:avLst/>
              <a:gdLst>
                <a:gd name="textAreaLeft" fmla="*/ 0 w 163440"/>
                <a:gd name="textAreaRight" fmla="*/ 168480 w 163440"/>
                <a:gd name="textAreaTop" fmla="*/ 0 h 173520"/>
                <a:gd name="textAreaBottom" fmla="*/ 178560 h 17352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Google Shape;489;p64"/>
            <p:cNvSpPr/>
            <p:nvPr/>
          </p:nvSpPr>
          <p:spPr>
            <a:xfrm>
              <a:off x="713160" y="6066720"/>
              <a:ext cx="154440" cy="173520"/>
            </a:xfrm>
            <a:custGeom>
              <a:avLst/>
              <a:gdLst>
                <a:gd name="textAreaLeft" fmla="*/ 0 w 154440"/>
                <a:gd name="textAreaRight" fmla="*/ 159480 w 154440"/>
                <a:gd name="textAreaTop" fmla="*/ 0 h 173520"/>
                <a:gd name="textAreaBottom" fmla="*/ 178560 h 17352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" name="Google Shape;490;p64"/>
            <p:cNvSpPr/>
            <p:nvPr/>
          </p:nvSpPr>
          <p:spPr>
            <a:xfrm>
              <a:off x="904320" y="6066720"/>
              <a:ext cx="152280" cy="169920"/>
            </a:xfrm>
            <a:custGeom>
              <a:avLst/>
              <a:gdLst>
                <a:gd name="textAreaLeft" fmla="*/ 0 w 152280"/>
                <a:gd name="textAreaRight" fmla="*/ 157320 w 152280"/>
                <a:gd name="textAreaTop" fmla="*/ 0 h 169920"/>
                <a:gd name="textAreaBottom" fmla="*/ 174960 h 16992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" name="Google Shape;491;p64"/>
            <p:cNvSpPr/>
            <p:nvPr/>
          </p:nvSpPr>
          <p:spPr>
            <a:xfrm>
              <a:off x="1095480" y="6066720"/>
              <a:ext cx="180720" cy="173520"/>
            </a:xfrm>
            <a:custGeom>
              <a:avLst/>
              <a:gdLst>
                <a:gd name="textAreaLeft" fmla="*/ 0 w 180720"/>
                <a:gd name="textAreaRight" fmla="*/ 185760 w 180720"/>
                <a:gd name="textAreaTop" fmla="*/ 0 h 173520"/>
                <a:gd name="textAreaBottom" fmla="*/ 178560 h 17352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6" name="Google Shape;492;p64"/>
          <p:cNvGrpSpPr/>
          <p:nvPr/>
        </p:nvGrpSpPr>
        <p:grpSpPr>
          <a:xfrm>
            <a:off x="693720" y="6303600"/>
            <a:ext cx="762120" cy="280440"/>
            <a:chOff x="693720" y="6303600"/>
            <a:chExt cx="762120" cy="280440"/>
          </a:xfrm>
        </p:grpSpPr>
        <p:sp>
          <p:nvSpPr>
            <p:cNvPr id="927" name="Google Shape;493;p64"/>
            <p:cNvSpPr/>
            <p:nvPr/>
          </p:nvSpPr>
          <p:spPr>
            <a:xfrm>
              <a:off x="693720" y="6303600"/>
              <a:ext cx="43560" cy="228600"/>
            </a:xfrm>
            <a:custGeom>
              <a:avLst/>
              <a:gdLst>
                <a:gd name="textAreaLeft" fmla="*/ 0 w 43560"/>
                <a:gd name="textAreaRight" fmla="*/ 48600 w 43560"/>
                <a:gd name="textAreaTop" fmla="*/ 0 h 228600"/>
                <a:gd name="textAreaBottom" fmla="*/ 233640 h 22860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Google Shape;494;p64"/>
            <p:cNvSpPr/>
            <p:nvPr/>
          </p:nvSpPr>
          <p:spPr>
            <a:xfrm>
              <a:off x="779760" y="6362280"/>
              <a:ext cx="180720" cy="173520"/>
            </a:xfrm>
            <a:custGeom>
              <a:avLst/>
              <a:gdLst>
                <a:gd name="textAreaLeft" fmla="*/ 0 w 180720"/>
                <a:gd name="textAreaRight" fmla="*/ 185760 w 180720"/>
                <a:gd name="textAreaTop" fmla="*/ 0 h 173520"/>
                <a:gd name="textAreaBottom" fmla="*/ 178560 h 17352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Google Shape;495;p64"/>
            <p:cNvSpPr/>
            <p:nvPr/>
          </p:nvSpPr>
          <p:spPr>
            <a:xfrm>
              <a:off x="992880" y="6362280"/>
              <a:ext cx="175320" cy="221760"/>
            </a:xfrm>
            <a:custGeom>
              <a:avLst/>
              <a:gdLst>
                <a:gd name="textAreaLeft" fmla="*/ 0 w 175320"/>
                <a:gd name="textAreaRight" fmla="*/ 180360 w 175320"/>
                <a:gd name="textAreaTop" fmla="*/ 0 h 221760"/>
                <a:gd name="textAreaBottom" fmla="*/ 226800 h 22176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0" name="Google Shape;496;p64"/>
            <p:cNvSpPr/>
            <p:nvPr/>
          </p:nvSpPr>
          <p:spPr>
            <a:xfrm>
              <a:off x="1217520" y="6303600"/>
              <a:ext cx="46080" cy="228600"/>
            </a:xfrm>
            <a:custGeom>
              <a:avLst/>
              <a:gdLst>
                <a:gd name="textAreaLeft" fmla="*/ 0 w 46080"/>
                <a:gd name="textAreaRight" fmla="*/ 51120 w 46080"/>
                <a:gd name="textAreaTop" fmla="*/ 0 h 228600"/>
                <a:gd name="textAreaBottom" fmla="*/ 233640 h 22860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Google Shape;497;p64"/>
            <p:cNvSpPr/>
            <p:nvPr/>
          </p:nvSpPr>
          <p:spPr>
            <a:xfrm>
              <a:off x="1303200" y="6363720"/>
              <a:ext cx="152640" cy="171720"/>
            </a:xfrm>
            <a:custGeom>
              <a:avLst/>
              <a:gdLst>
                <a:gd name="textAreaLeft" fmla="*/ 0 w 152640"/>
                <a:gd name="textAreaRight" fmla="*/ 157680 w 152640"/>
                <a:gd name="textAreaTop" fmla="*/ 0 h 171720"/>
                <a:gd name="textAreaBottom" fmla="*/ 176760 h 17172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2" name="Google Shape;498;p64"/>
          <p:cNvGrpSpPr/>
          <p:nvPr/>
        </p:nvGrpSpPr>
        <p:grpSpPr>
          <a:xfrm>
            <a:off x="448560" y="5823720"/>
            <a:ext cx="441360" cy="106560"/>
            <a:chOff x="448560" y="5823720"/>
            <a:chExt cx="441360" cy="106560"/>
          </a:xfrm>
        </p:grpSpPr>
        <p:sp>
          <p:nvSpPr>
            <p:cNvPr id="933" name="Google Shape;499;p64"/>
            <p:cNvSpPr/>
            <p:nvPr/>
          </p:nvSpPr>
          <p:spPr>
            <a:xfrm>
              <a:off x="825120" y="5828040"/>
              <a:ext cx="64800" cy="101880"/>
            </a:xfrm>
            <a:custGeom>
              <a:avLst/>
              <a:gdLst>
                <a:gd name="textAreaLeft" fmla="*/ 0 w 64800"/>
                <a:gd name="textAreaRight" fmla="*/ 69840 w 64800"/>
                <a:gd name="textAreaTop" fmla="*/ 0 h 101880"/>
                <a:gd name="textAreaBottom" fmla="*/ 106920 h 10188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Google Shape;500;p64"/>
            <p:cNvSpPr/>
            <p:nvPr/>
          </p:nvSpPr>
          <p:spPr>
            <a:xfrm>
              <a:off x="448560" y="5823720"/>
              <a:ext cx="96120" cy="106560"/>
            </a:xfrm>
            <a:custGeom>
              <a:avLst/>
              <a:gdLst>
                <a:gd name="textAreaLeft" fmla="*/ 0 w 96120"/>
                <a:gd name="textAreaRight" fmla="*/ 101160 w 96120"/>
                <a:gd name="textAreaTop" fmla="*/ 0 h 106560"/>
                <a:gd name="textAreaBottom" fmla="*/ 111600 h 10656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5" name="Google Shape;501;p64"/>
            <p:cNvSpPr/>
            <p:nvPr/>
          </p:nvSpPr>
          <p:spPr>
            <a:xfrm>
              <a:off x="545760" y="5839200"/>
              <a:ext cx="93240" cy="87840"/>
            </a:xfrm>
            <a:custGeom>
              <a:avLst/>
              <a:gdLst>
                <a:gd name="textAreaLeft" fmla="*/ 0 w 93240"/>
                <a:gd name="textAreaRight" fmla="*/ 98280 w 93240"/>
                <a:gd name="textAreaTop" fmla="*/ 0 h 87840"/>
                <a:gd name="textAreaBottom" fmla="*/ 92880 h 8784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6" name="Google Shape;502;p64"/>
            <p:cNvSpPr/>
            <p:nvPr/>
          </p:nvSpPr>
          <p:spPr>
            <a:xfrm>
              <a:off x="642960" y="5840280"/>
              <a:ext cx="86760" cy="84960"/>
            </a:xfrm>
            <a:custGeom>
              <a:avLst/>
              <a:gdLst>
                <a:gd name="textAreaLeft" fmla="*/ 0 w 86760"/>
                <a:gd name="textAreaRight" fmla="*/ 91800 w 86760"/>
                <a:gd name="textAreaTop" fmla="*/ 0 h 84960"/>
                <a:gd name="textAreaBottom" fmla="*/ 90000 h 8496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Google Shape;503;p64"/>
            <p:cNvSpPr/>
            <p:nvPr/>
          </p:nvSpPr>
          <p:spPr>
            <a:xfrm>
              <a:off x="733680" y="5839560"/>
              <a:ext cx="87480" cy="86760"/>
            </a:xfrm>
            <a:custGeom>
              <a:avLst/>
              <a:gdLst>
                <a:gd name="textAreaLeft" fmla="*/ 0 w 87480"/>
                <a:gd name="textAreaRight" fmla="*/ 92520 w 87480"/>
                <a:gd name="textAreaTop" fmla="*/ 0 h 86760"/>
                <a:gd name="textAreaBottom" fmla="*/ 91800 h 8676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8" name="Google Shape;504;p64"/>
          <p:cNvSpPr/>
          <p:nvPr/>
        </p:nvSpPr>
        <p:spPr>
          <a:xfrm>
            <a:off x="-254160" y="6756120"/>
            <a:ext cx="12936240" cy="452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39" name="Google Shape;505;p64"/>
          <p:cNvGrpSpPr/>
          <p:nvPr/>
        </p:nvGrpSpPr>
        <p:grpSpPr>
          <a:xfrm>
            <a:off x="5040" y="0"/>
            <a:ext cx="12391200" cy="4205880"/>
            <a:chOff x="5040" y="0"/>
            <a:chExt cx="12391200" cy="4205880"/>
          </a:xfrm>
        </p:grpSpPr>
        <p:pic>
          <p:nvPicPr>
            <p:cNvPr id="940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5040" y="5040"/>
              <a:ext cx="4481280" cy="42008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41" name="Google Shape;507;p64"/>
            <p:cNvGrpSpPr/>
            <p:nvPr/>
          </p:nvGrpSpPr>
          <p:grpSpPr>
            <a:xfrm>
              <a:off x="2914560" y="0"/>
              <a:ext cx="9481680" cy="2852280"/>
              <a:chOff x="2914560" y="0"/>
              <a:chExt cx="9481680" cy="2852280"/>
            </a:xfrm>
          </p:grpSpPr>
          <p:sp>
            <p:nvSpPr>
              <p:cNvPr id="942" name="Google Shape;508;p64"/>
              <p:cNvSpPr/>
              <p:nvPr/>
            </p:nvSpPr>
            <p:spPr>
              <a:xfrm>
                <a:off x="3538440" y="0"/>
                <a:ext cx="8857800" cy="58860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Google Shape;509;p64"/>
              <p:cNvSpPr/>
              <p:nvPr/>
            </p:nvSpPr>
            <p:spPr>
              <a:xfrm>
                <a:off x="2914560" y="152280"/>
                <a:ext cx="1566720" cy="270000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44" name="Google Shape;510;p64"/>
          <p:cNvSpPr/>
          <p:nvPr/>
        </p:nvSpPr>
        <p:spPr>
          <a:xfrm>
            <a:off x="-254160" y="-12600"/>
            <a:ext cx="12936240" cy="632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87080" cy="685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8" name="Google Shape;71;p49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Google Shape;72;p49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Google Shape;73;p49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Google Shape;74;p49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Google Shape;75;p49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Google Shape;76;p49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Google Shape;77;p49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Google Shape;78;p49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Google Shape;79;p49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Google Shape;80;p49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461;p63"/>
          <p:cNvSpPr/>
          <p:nvPr/>
        </p:nvSpPr>
        <p:spPr>
          <a:xfrm rot="10800000">
            <a:off x="6480" y="5040"/>
            <a:ext cx="3535560" cy="6852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Google Shape;462;p63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Google Shape;463;p63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Google Shape;464;p63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Google Shape;465;p63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Google Shape;466;p63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Google Shape;467;p63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Google Shape;468;p63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Google Shape;469;p63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Google Shape;470;p63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Google Shape;471;p63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1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3760" cy="200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2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58280" cy="135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3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5040" cy="12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669;p68"/>
          <p:cNvSpPr/>
          <p:nvPr/>
        </p:nvSpPr>
        <p:spPr>
          <a:xfrm>
            <a:off x="9374760" y="0"/>
            <a:ext cx="3022920" cy="6852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Google Shape;670;p68"/>
          <p:cNvSpPr/>
          <p:nvPr/>
        </p:nvSpPr>
        <p:spPr>
          <a:xfrm>
            <a:off x="9374760" y="3882960"/>
            <a:ext cx="3022920" cy="2970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Google Shape;671;p68"/>
          <p:cNvSpPr/>
          <p:nvPr/>
        </p:nvSpPr>
        <p:spPr>
          <a:xfrm>
            <a:off x="-41400" y="0"/>
            <a:ext cx="3022920" cy="6852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Google Shape;672;p68"/>
          <p:cNvSpPr/>
          <p:nvPr/>
        </p:nvSpPr>
        <p:spPr>
          <a:xfrm>
            <a:off x="-41400" y="0"/>
            <a:ext cx="3022920" cy="29700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Google Shape;673;p68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Google Shape;674;p68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Google Shape;675;p68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Google Shape;676;p68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Google Shape;677;p68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Google Shape;678;p68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Google Shape;679;p68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Google Shape;680;p68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Google Shape;681;p68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Google Shape;682;p68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0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1" name="Google Shape;684;p68"/>
          <p:cNvSpPr/>
          <p:nvPr/>
        </p:nvSpPr>
        <p:spPr>
          <a:xfrm>
            <a:off x="2666880" y="0"/>
            <a:ext cx="6852960" cy="6852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92" name="Google Shape;685;p68"/>
          <p:cNvGrpSpPr/>
          <p:nvPr/>
        </p:nvGrpSpPr>
        <p:grpSpPr>
          <a:xfrm>
            <a:off x="10058040" y="1268640"/>
            <a:ext cx="1800360" cy="1800360"/>
            <a:chOff x="10058040" y="1268640"/>
            <a:chExt cx="1800360" cy="1800360"/>
          </a:xfrm>
        </p:grpSpPr>
        <p:sp>
          <p:nvSpPr>
            <p:cNvPr id="993" name="Google Shape;686;p68"/>
            <p:cNvSpPr/>
            <p:nvPr/>
          </p:nvSpPr>
          <p:spPr>
            <a:xfrm>
              <a:off x="1126152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4" name="Google Shape;687;p68"/>
            <p:cNvSpPr/>
            <p:nvPr/>
          </p:nvSpPr>
          <p:spPr>
            <a:xfrm>
              <a:off x="1106100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5" name="Google Shape;688;p68"/>
            <p:cNvSpPr/>
            <p:nvPr/>
          </p:nvSpPr>
          <p:spPr>
            <a:xfrm>
              <a:off x="1086048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Google Shape;689;p68"/>
            <p:cNvSpPr/>
            <p:nvPr/>
          </p:nvSpPr>
          <p:spPr>
            <a:xfrm>
              <a:off x="1065996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Google Shape;690;p68"/>
            <p:cNvSpPr/>
            <p:nvPr/>
          </p:nvSpPr>
          <p:spPr>
            <a:xfrm>
              <a:off x="1045944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Google Shape;691;p68"/>
            <p:cNvSpPr/>
            <p:nvPr/>
          </p:nvSpPr>
          <p:spPr>
            <a:xfrm>
              <a:off x="10258560" y="1469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Google Shape;692;p68"/>
            <p:cNvSpPr/>
            <p:nvPr/>
          </p:nvSpPr>
          <p:spPr>
            <a:xfrm>
              <a:off x="10058040" y="16700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Google Shape;693;p68"/>
            <p:cNvSpPr/>
            <p:nvPr/>
          </p:nvSpPr>
          <p:spPr>
            <a:xfrm>
              <a:off x="10058040" y="187056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Google Shape;694;p68"/>
            <p:cNvSpPr/>
            <p:nvPr/>
          </p:nvSpPr>
          <p:spPr>
            <a:xfrm>
              <a:off x="10058040" y="207108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2" name="Google Shape;695;p68"/>
            <p:cNvSpPr/>
            <p:nvPr/>
          </p:nvSpPr>
          <p:spPr>
            <a:xfrm>
              <a:off x="10058040" y="227160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3" name="Google Shape;696;p68"/>
            <p:cNvSpPr/>
            <p:nvPr/>
          </p:nvSpPr>
          <p:spPr>
            <a:xfrm>
              <a:off x="10058040" y="24721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4" name="Google Shape;697;p68"/>
            <p:cNvSpPr/>
            <p:nvPr/>
          </p:nvSpPr>
          <p:spPr>
            <a:xfrm>
              <a:off x="10258560" y="267300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Google Shape;698;p68"/>
            <p:cNvSpPr/>
            <p:nvPr/>
          </p:nvSpPr>
          <p:spPr>
            <a:xfrm>
              <a:off x="1045944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Google Shape;699;p68"/>
            <p:cNvSpPr/>
            <p:nvPr/>
          </p:nvSpPr>
          <p:spPr>
            <a:xfrm>
              <a:off x="1065996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Google Shape;700;p68"/>
            <p:cNvSpPr/>
            <p:nvPr/>
          </p:nvSpPr>
          <p:spPr>
            <a:xfrm>
              <a:off x="1086048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Google Shape;701;p68"/>
            <p:cNvSpPr/>
            <p:nvPr/>
          </p:nvSpPr>
          <p:spPr>
            <a:xfrm>
              <a:off x="1106100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Google Shape;702;p68"/>
            <p:cNvSpPr/>
            <p:nvPr/>
          </p:nvSpPr>
          <p:spPr>
            <a:xfrm>
              <a:off x="1126152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Google Shape;703;p68"/>
            <p:cNvSpPr/>
            <p:nvPr/>
          </p:nvSpPr>
          <p:spPr>
            <a:xfrm>
              <a:off x="11462400" y="267300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1" name="Google Shape;704;p68"/>
            <p:cNvSpPr/>
            <p:nvPr/>
          </p:nvSpPr>
          <p:spPr>
            <a:xfrm>
              <a:off x="11662920" y="24721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2" name="Google Shape;705;p68"/>
            <p:cNvSpPr/>
            <p:nvPr/>
          </p:nvSpPr>
          <p:spPr>
            <a:xfrm>
              <a:off x="11662920" y="227160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" name="Google Shape;706;p68"/>
            <p:cNvSpPr/>
            <p:nvPr/>
          </p:nvSpPr>
          <p:spPr>
            <a:xfrm>
              <a:off x="11662920" y="207108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Google Shape;707;p68"/>
            <p:cNvSpPr/>
            <p:nvPr/>
          </p:nvSpPr>
          <p:spPr>
            <a:xfrm>
              <a:off x="11662920" y="187056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" name="Google Shape;708;p68"/>
            <p:cNvSpPr/>
            <p:nvPr/>
          </p:nvSpPr>
          <p:spPr>
            <a:xfrm>
              <a:off x="11662920" y="16700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6" name="Google Shape;709;p68"/>
            <p:cNvSpPr/>
            <p:nvPr/>
          </p:nvSpPr>
          <p:spPr>
            <a:xfrm>
              <a:off x="11462400" y="1469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7" name="Google Shape;710;p68"/>
          <p:cNvSpPr/>
          <p:nvPr/>
        </p:nvSpPr>
        <p:spPr>
          <a:xfrm>
            <a:off x="492120" y="-227880"/>
            <a:ext cx="2053800" cy="8441280"/>
          </a:xfrm>
          <a:custGeom>
            <a:avLst/>
            <a:gdLst>
              <a:gd name="textAreaLeft" fmla="*/ 0 w 2053800"/>
              <a:gd name="textAreaRight" fmla="*/ 2058840 w 2053800"/>
              <a:gd name="textAreaTop" fmla="*/ 0 h 8441280"/>
              <a:gd name="textAreaBottom" fmla="*/ 8446320 h 84412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Google Shape;711;p68"/>
          <p:cNvSpPr/>
          <p:nvPr/>
        </p:nvSpPr>
        <p:spPr>
          <a:xfrm>
            <a:off x="3367800" y="-960480"/>
            <a:ext cx="1893960" cy="8688960"/>
          </a:xfrm>
          <a:custGeom>
            <a:avLst/>
            <a:gdLst>
              <a:gd name="textAreaLeft" fmla="*/ 0 w 1893960"/>
              <a:gd name="textAreaRight" fmla="*/ 1899000 w 1893960"/>
              <a:gd name="textAreaTop" fmla="*/ 0 h 8688960"/>
              <a:gd name="textAreaBottom" fmla="*/ 8694000 h 86889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Google Shape;712;p68"/>
          <p:cNvSpPr/>
          <p:nvPr/>
        </p:nvSpPr>
        <p:spPr>
          <a:xfrm>
            <a:off x="7389360" y="-113760"/>
            <a:ext cx="1930680" cy="7080840"/>
          </a:xfrm>
          <a:custGeom>
            <a:avLst/>
            <a:gdLst>
              <a:gd name="textAreaLeft" fmla="*/ 0 w 1930680"/>
              <a:gd name="textAreaRight" fmla="*/ 1935720 w 1930680"/>
              <a:gd name="textAreaTop" fmla="*/ 0 h 7080840"/>
              <a:gd name="textAreaBottom" fmla="*/ 7085880 h 70808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5040" y="0"/>
            <a:ext cx="12187080" cy="685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3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4" name="Google Shape;716;p69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Google Shape;717;p69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Google Shape;718;p69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Google Shape;719;p69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Google Shape;720;p69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Google Shape;721;p69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Google Shape;722;p69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Google Shape;723;p69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Google Shape;724;p69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Google Shape;725;p69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6480" cy="1018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7" name="Google Shape;728;p70" descr=""/>
          <p:cNvPicPr/>
          <p:nvPr/>
        </p:nvPicPr>
        <p:blipFill>
          <a:blip r:embed="rId3"/>
          <a:stretch/>
        </p:blipFill>
        <p:spPr>
          <a:xfrm flipH="1">
            <a:off x="506520" y="1314000"/>
            <a:ext cx="6076080" cy="478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8" name="Google Shape;729;p70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Google Shape;730;p70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Google Shape;731;p70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Google Shape;732;p70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Google Shape;733;p70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Google Shape;734;p70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Google Shape;735;p70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Google Shape;736;p70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Google Shape;737;p70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Google Shape;738;p70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87080" cy="685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1" name="Google Shape;83;p50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2" name="Google Shape;84;p50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Google Shape;85;p50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Google Shape;86;p50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Google Shape;87;p50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Google Shape;88;p50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Google Shape;89;p50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Google Shape;90;p50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Google Shape;91;p50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Google Shape;92;p50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1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2" name="Google Shape;94;p50"/>
          <p:cNvSpPr/>
          <p:nvPr/>
        </p:nvSpPr>
        <p:spPr>
          <a:xfrm>
            <a:off x="9651960" y="2103120"/>
            <a:ext cx="2283480" cy="4729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3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6280" cy="47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4" name="Google Shape;96;p50"/>
          <p:cNvSpPr/>
          <p:nvPr/>
        </p:nvSpPr>
        <p:spPr>
          <a:xfrm>
            <a:off x="6783120" y="2185200"/>
            <a:ext cx="454752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669;p68"/>
          <p:cNvSpPr/>
          <p:nvPr/>
        </p:nvSpPr>
        <p:spPr>
          <a:xfrm>
            <a:off x="9374760" y="0"/>
            <a:ext cx="3022920" cy="6852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Google Shape;670;p68"/>
          <p:cNvSpPr/>
          <p:nvPr/>
        </p:nvSpPr>
        <p:spPr>
          <a:xfrm>
            <a:off x="9374760" y="3882960"/>
            <a:ext cx="3022920" cy="2970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9" name="Google Shape;671;p68"/>
          <p:cNvSpPr/>
          <p:nvPr/>
        </p:nvSpPr>
        <p:spPr>
          <a:xfrm>
            <a:off x="-41400" y="0"/>
            <a:ext cx="3022920" cy="6852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0" name="Google Shape;672;p68"/>
          <p:cNvSpPr/>
          <p:nvPr/>
        </p:nvSpPr>
        <p:spPr>
          <a:xfrm>
            <a:off x="-41400" y="0"/>
            <a:ext cx="3022920" cy="29700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Google Shape;673;p68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Google Shape;674;p68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Google Shape;675;p68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4" name="Google Shape;676;p68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Google Shape;677;p68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Google Shape;678;p68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Google Shape;679;p68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Google Shape;680;p68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Google Shape;681;p68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Google Shape;682;p68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1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2" name="Google Shape;684;p68"/>
          <p:cNvSpPr/>
          <p:nvPr/>
        </p:nvSpPr>
        <p:spPr>
          <a:xfrm>
            <a:off x="2666880" y="0"/>
            <a:ext cx="6852960" cy="6852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83" name="Google Shape;685;p68"/>
          <p:cNvGrpSpPr/>
          <p:nvPr/>
        </p:nvGrpSpPr>
        <p:grpSpPr>
          <a:xfrm>
            <a:off x="10058040" y="1268640"/>
            <a:ext cx="1800360" cy="1800360"/>
            <a:chOff x="10058040" y="1268640"/>
            <a:chExt cx="1800360" cy="1800360"/>
          </a:xfrm>
        </p:grpSpPr>
        <p:sp>
          <p:nvSpPr>
            <p:cNvPr id="1084" name="Google Shape;686;p68"/>
            <p:cNvSpPr/>
            <p:nvPr/>
          </p:nvSpPr>
          <p:spPr>
            <a:xfrm>
              <a:off x="1126152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Google Shape;687;p68"/>
            <p:cNvSpPr/>
            <p:nvPr/>
          </p:nvSpPr>
          <p:spPr>
            <a:xfrm>
              <a:off x="1106100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Google Shape;688;p68"/>
            <p:cNvSpPr/>
            <p:nvPr/>
          </p:nvSpPr>
          <p:spPr>
            <a:xfrm>
              <a:off x="1086048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Google Shape;689;p68"/>
            <p:cNvSpPr/>
            <p:nvPr/>
          </p:nvSpPr>
          <p:spPr>
            <a:xfrm>
              <a:off x="1065996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Google Shape;690;p68"/>
            <p:cNvSpPr/>
            <p:nvPr/>
          </p:nvSpPr>
          <p:spPr>
            <a:xfrm>
              <a:off x="10459440" y="12686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Google Shape;691;p68"/>
            <p:cNvSpPr/>
            <p:nvPr/>
          </p:nvSpPr>
          <p:spPr>
            <a:xfrm>
              <a:off x="10258560" y="1469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Google Shape;692;p68"/>
            <p:cNvSpPr/>
            <p:nvPr/>
          </p:nvSpPr>
          <p:spPr>
            <a:xfrm>
              <a:off x="10058040" y="16700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1" name="Google Shape;693;p68"/>
            <p:cNvSpPr/>
            <p:nvPr/>
          </p:nvSpPr>
          <p:spPr>
            <a:xfrm>
              <a:off x="10058040" y="187056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2" name="Google Shape;694;p68"/>
            <p:cNvSpPr/>
            <p:nvPr/>
          </p:nvSpPr>
          <p:spPr>
            <a:xfrm>
              <a:off x="10058040" y="207108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3" name="Google Shape;695;p68"/>
            <p:cNvSpPr/>
            <p:nvPr/>
          </p:nvSpPr>
          <p:spPr>
            <a:xfrm>
              <a:off x="10058040" y="227160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4" name="Google Shape;696;p68"/>
            <p:cNvSpPr/>
            <p:nvPr/>
          </p:nvSpPr>
          <p:spPr>
            <a:xfrm>
              <a:off x="10058040" y="24721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5" name="Google Shape;697;p68"/>
            <p:cNvSpPr/>
            <p:nvPr/>
          </p:nvSpPr>
          <p:spPr>
            <a:xfrm>
              <a:off x="10258560" y="267300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Google Shape;698;p68"/>
            <p:cNvSpPr/>
            <p:nvPr/>
          </p:nvSpPr>
          <p:spPr>
            <a:xfrm>
              <a:off x="1045944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Google Shape;699;p68"/>
            <p:cNvSpPr/>
            <p:nvPr/>
          </p:nvSpPr>
          <p:spPr>
            <a:xfrm>
              <a:off x="1065996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8" name="Google Shape;700;p68"/>
            <p:cNvSpPr/>
            <p:nvPr/>
          </p:nvSpPr>
          <p:spPr>
            <a:xfrm>
              <a:off x="1086048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9" name="Google Shape;701;p68"/>
            <p:cNvSpPr/>
            <p:nvPr/>
          </p:nvSpPr>
          <p:spPr>
            <a:xfrm>
              <a:off x="1106100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Google Shape;702;p68"/>
            <p:cNvSpPr/>
            <p:nvPr/>
          </p:nvSpPr>
          <p:spPr>
            <a:xfrm>
              <a:off x="11261520" y="2873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Google Shape;703;p68"/>
            <p:cNvSpPr/>
            <p:nvPr/>
          </p:nvSpPr>
          <p:spPr>
            <a:xfrm>
              <a:off x="11462400" y="267300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" name="Google Shape;704;p68"/>
            <p:cNvSpPr/>
            <p:nvPr/>
          </p:nvSpPr>
          <p:spPr>
            <a:xfrm>
              <a:off x="11662920" y="24721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3" name="Google Shape;705;p68"/>
            <p:cNvSpPr/>
            <p:nvPr/>
          </p:nvSpPr>
          <p:spPr>
            <a:xfrm>
              <a:off x="11662920" y="227160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" name="Google Shape;706;p68"/>
            <p:cNvSpPr/>
            <p:nvPr/>
          </p:nvSpPr>
          <p:spPr>
            <a:xfrm>
              <a:off x="11662920" y="207108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" name="Google Shape;707;p68"/>
            <p:cNvSpPr/>
            <p:nvPr/>
          </p:nvSpPr>
          <p:spPr>
            <a:xfrm>
              <a:off x="11662920" y="187056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Google Shape;708;p68"/>
            <p:cNvSpPr/>
            <p:nvPr/>
          </p:nvSpPr>
          <p:spPr>
            <a:xfrm>
              <a:off x="11662920" y="167004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Google Shape;709;p68"/>
            <p:cNvSpPr/>
            <p:nvPr/>
          </p:nvSpPr>
          <p:spPr>
            <a:xfrm>
              <a:off x="11462400" y="1469520"/>
              <a:ext cx="195480" cy="195480"/>
            </a:xfrm>
            <a:custGeom>
              <a:avLst/>
              <a:gdLst>
                <a:gd name="textAreaLeft" fmla="*/ 0 w 195480"/>
                <a:gd name="textAreaRight" fmla="*/ 200520 w 195480"/>
                <a:gd name="textAreaTop" fmla="*/ 0 h 195480"/>
                <a:gd name="textAreaBottom" fmla="*/ 200520 h 19548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8" name="Google Shape;710;p68"/>
          <p:cNvSpPr/>
          <p:nvPr/>
        </p:nvSpPr>
        <p:spPr>
          <a:xfrm>
            <a:off x="492120" y="-227880"/>
            <a:ext cx="2053800" cy="8441280"/>
          </a:xfrm>
          <a:custGeom>
            <a:avLst/>
            <a:gdLst>
              <a:gd name="textAreaLeft" fmla="*/ 0 w 2053800"/>
              <a:gd name="textAreaRight" fmla="*/ 2058840 w 2053800"/>
              <a:gd name="textAreaTop" fmla="*/ 0 h 8441280"/>
              <a:gd name="textAreaBottom" fmla="*/ 8446320 h 844128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Google Shape;711;p68"/>
          <p:cNvSpPr/>
          <p:nvPr/>
        </p:nvSpPr>
        <p:spPr>
          <a:xfrm>
            <a:off x="3367800" y="-960480"/>
            <a:ext cx="1893960" cy="8688960"/>
          </a:xfrm>
          <a:custGeom>
            <a:avLst/>
            <a:gdLst>
              <a:gd name="textAreaLeft" fmla="*/ 0 w 1893960"/>
              <a:gd name="textAreaRight" fmla="*/ 1899000 w 1893960"/>
              <a:gd name="textAreaTop" fmla="*/ 0 h 8688960"/>
              <a:gd name="textAreaBottom" fmla="*/ 8694000 h 868896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Google Shape;712;p68"/>
          <p:cNvSpPr/>
          <p:nvPr/>
        </p:nvSpPr>
        <p:spPr>
          <a:xfrm>
            <a:off x="7389360" y="-113760"/>
            <a:ext cx="1930680" cy="7080840"/>
          </a:xfrm>
          <a:custGeom>
            <a:avLst/>
            <a:gdLst>
              <a:gd name="textAreaLeft" fmla="*/ 0 w 1930680"/>
              <a:gd name="textAreaRight" fmla="*/ 1935720 w 1930680"/>
              <a:gd name="textAreaTop" fmla="*/ 0 h 7080840"/>
              <a:gd name="textAreaBottom" fmla="*/ 7085880 h 708084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866;p91"/>
          <p:cNvSpPr/>
          <p:nvPr/>
        </p:nvSpPr>
        <p:spPr>
          <a:xfrm>
            <a:off x="8377920" y="13320"/>
            <a:ext cx="3606840" cy="3606840"/>
          </a:xfrm>
          <a:custGeom>
            <a:avLst/>
            <a:gdLst>
              <a:gd name="textAreaLeft" fmla="*/ 0 w 3606840"/>
              <a:gd name="textAreaRight" fmla="*/ 3611880 w 3606840"/>
              <a:gd name="textAreaTop" fmla="*/ 0 h 3606840"/>
              <a:gd name="textAreaBottom" fmla="*/ 3611880 h 36068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4" name="Google Shape;1867;p91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Google Shape;1868;p91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Google Shape;1869;p91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Google Shape;1870;p91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8" name="Google Shape;1871;p91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Google Shape;1872;p91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Google Shape;1873;p91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Google Shape;1874;p91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Google Shape;1875;p91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Google Shape;1876;p91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4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39480" cy="558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25" name="Google Shape;1878;p91"/>
          <p:cNvGrpSpPr/>
          <p:nvPr/>
        </p:nvGrpSpPr>
        <p:grpSpPr>
          <a:xfrm>
            <a:off x="1684080" y="792720"/>
            <a:ext cx="1365120" cy="1091160"/>
            <a:chOff x="1684080" y="792720"/>
            <a:chExt cx="1365120" cy="1091160"/>
          </a:xfrm>
        </p:grpSpPr>
        <p:sp>
          <p:nvSpPr>
            <p:cNvPr id="1126" name="Google Shape;1879;p91"/>
            <p:cNvSpPr/>
            <p:nvPr/>
          </p:nvSpPr>
          <p:spPr>
            <a:xfrm>
              <a:off x="2232000" y="79272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Google Shape;1880;p91"/>
            <p:cNvSpPr/>
            <p:nvPr/>
          </p:nvSpPr>
          <p:spPr>
            <a:xfrm>
              <a:off x="1958040" y="106668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Google Shape;1881;p91"/>
            <p:cNvSpPr/>
            <p:nvPr/>
          </p:nvSpPr>
          <p:spPr>
            <a:xfrm>
              <a:off x="1684080" y="13410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Google Shape;1882;p91"/>
            <p:cNvSpPr/>
            <p:nvPr/>
          </p:nvSpPr>
          <p:spPr>
            <a:xfrm>
              <a:off x="168408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Google Shape;1883;p91"/>
            <p:cNvSpPr/>
            <p:nvPr/>
          </p:nvSpPr>
          <p:spPr>
            <a:xfrm>
              <a:off x="195804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Google Shape;1884;p91"/>
            <p:cNvSpPr/>
            <p:nvPr/>
          </p:nvSpPr>
          <p:spPr>
            <a:xfrm>
              <a:off x="223200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Google Shape;1885;p91"/>
            <p:cNvSpPr/>
            <p:nvPr/>
          </p:nvSpPr>
          <p:spPr>
            <a:xfrm>
              <a:off x="250632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Google Shape;1886;p91"/>
            <p:cNvSpPr/>
            <p:nvPr/>
          </p:nvSpPr>
          <p:spPr>
            <a:xfrm>
              <a:off x="278028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4" name="Google Shape;1887;p91"/>
            <p:cNvSpPr/>
            <p:nvPr/>
          </p:nvSpPr>
          <p:spPr>
            <a:xfrm>
              <a:off x="2780280" y="13410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5" name="Google Shape;1888;p91"/>
            <p:cNvSpPr/>
            <p:nvPr/>
          </p:nvSpPr>
          <p:spPr>
            <a:xfrm>
              <a:off x="2506320" y="106668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6" name="Google Shape;1889;p91"/>
          <p:cNvGrpSpPr/>
          <p:nvPr/>
        </p:nvGrpSpPr>
        <p:grpSpPr>
          <a:xfrm>
            <a:off x="9798120" y="5367240"/>
            <a:ext cx="1393200" cy="726480"/>
            <a:chOff x="9798120" y="5367240"/>
            <a:chExt cx="1393200" cy="726480"/>
          </a:xfrm>
        </p:grpSpPr>
        <p:grpSp>
          <p:nvGrpSpPr>
            <p:cNvPr id="1137" name="Google Shape;1890;p91"/>
            <p:cNvGrpSpPr/>
            <p:nvPr/>
          </p:nvGrpSpPr>
          <p:grpSpPr>
            <a:xfrm>
              <a:off x="9798120" y="5367240"/>
              <a:ext cx="1159560" cy="280080"/>
              <a:chOff x="9798120" y="5367240"/>
              <a:chExt cx="1159560" cy="280080"/>
            </a:xfrm>
          </p:grpSpPr>
          <p:sp>
            <p:nvSpPr>
              <p:cNvPr id="1138" name="Google Shape;1891;p91"/>
              <p:cNvSpPr/>
              <p:nvPr/>
            </p:nvSpPr>
            <p:spPr>
              <a:xfrm>
                <a:off x="9798120" y="5367240"/>
                <a:ext cx="137160" cy="278640"/>
              </a:xfrm>
              <a:custGeom>
                <a:avLst/>
                <a:gdLst>
                  <a:gd name="textAreaLeft" fmla="*/ 0 w 137160"/>
                  <a:gd name="textAreaRight" fmla="*/ 142200 w 137160"/>
                  <a:gd name="textAreaTop" fmla="*/ 0 h 278640"/>
                  <a:gd name="textAreaBottom" fmla="*/ 283680 h 2786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9" name="Google Shape;1892;p91"/>
              <p:cNvSpPr/>
              <p:nvPr/>
            </p:nvSpPr>
            <p:spPr>
              <a:xfrm>
                <a:off x="9969840" y="5420160"/>
                <a:ext cx="213840" cy="227160"/>
              </a:xfrm>
              <a:custGeom>
                <a:avLst/>
                <a:gdLst>
                  <a:gd name="textAreaLeft" fmla="*/ 0 w 213840"/>
                  <a:gd name="textAreaRight" fmla="*/ 218880 w 21384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Google Shape;1893;p91"/>
              <p:cNvSpPr/>
              <p:nvPr/>
            </p:nvSpPr>
            <p:spPr>
              <a:xfrm>
                <a:off x="10224720" y="5420160"/>
                <a:ext cx="201960" cy="227160"/>
              </a:xfrm>
              <a:custGeom>
                <a:avLst/>
                <a:gdLst>
                  <a:gd name="textAreaLeft" fmla="*/ 0 w 201960"/>
                  <a:gd name="textAreaRight" fmla="*/ 207000 w 2019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Google Shape;1894;p91"/>
              <p:cNvSpPr/>
              <p:nvPr/>
            </p:nvSpPr>
            <p:spPr>
              <a:xfrm>
                <a:off x="10473120" y="5420160"/>
                <a:ext cx="199080" cy="222120"/>
              </a:xfrm>
              <a:custGeom>
                <a:avLst/>
                <a:gdLst>
                  <a:gd name="textAreaLeft" fmla="*/ 0 w 199080"/>
                  <a:gd name="textAreaRight" fmla="*/ 204120 w 199080"/>
                  <a:gd name="textAreaTop" fmla="*/ 0 h 222120"/>
                  <a:gd name="textAreaBottom" fmla="*/ 227160 h 2221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Google Shape;1895;p91"/>
              <p:cNvSpPr/>
              <p:nvPr/>
            </p:nvSpPr>
            <p:spPr>
              <a:xfrm>
                <a:off x="10721520" y="542016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43" name="Google Shape;1896;p91"/>
            <p:cNvGrpSpPr/>
            <p:nvPr/>
          </p:nvGrpSpPr>
          <p:grpSpPr>
            <a:xfrm>
              <a:off x="10199160" y="5727600"/>
              <a:ext cx="992160" cy="366120"/>
              <a:chOff x="10199160" y="5727600"/>
              <a:chExt cx="992160" cy="366120"/>
            </a:xfrm>
          </p:grpSpPr>
          <p:sp>
            <p:nvSpPr>
              <p:cNvPr id="1144" name="Google Shape;1897;p91"/>
              <p:cNvSpPr/>
              <p:nvPr/>
            </p:nvSpPr>
            <p:spPr>
              <a:xfrm>
                <a:off x="10199160" y="5727600"/>
                <a:ext cx="58320" cy="298440"/>
              </a:xfrm>
              <a:custGeom>
                <a:avLst/>
                <a:gdLst>
                  <a:gd name="textAreaLeft" fmla="*/ 0 w 58320"/>
                  <a:gd name="textAreaRight" fmla="*/ 63360 w 5832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Google Shape;1898;p91"/>
              <p:cNvSpPr/>
              <p:nvPr/>
            </p:nvSpPr>
            <p:spPr>
              <a:xfrm>
                <a:off x="10311120" y="580428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Google Shape;1899;p91"/>
              <p:cNvSpPr/>
              <p:nvPr/>
            </p:nvSpPr>
            <p:spPr>
              <a:xfrm>
                <a:off x="10588320" y="5804280"/>
                <a:ext cx="228960" cy="289440"/>
              </a:xfrm>
              <a:custGeom>
                <a:avLst/>
                <a:gdLst>
                  <a:gd name="textAreaLeft" fmla="*/ 0 w 228960"/>
                  <a:gd name="textAreaRight" fmla="*/ 234000 w 228960"/>
                  <a:gd name="textAreaTop" fmla="*/ 0 h 289440"/>
                  <a:gd name="textAreaBottom" fmla="*/ 294480 h 2894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Google Shape;1900;p91"/>
              <p:cNvSpPr/>
              <p:nvPr/>
            </p:nvSpPr>
            <p:spPr>
              <a:xfrm>
                <a:off x="10880280" y="5727600"/>
                <a:ext cx="61560" cy="29844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Google Shape;1901;p91"/>
              <p:cNvSpPr/>
              <p:nvPr/>
            </p:nvSpPr>
            <p:spPr>
              <a:xfrm>
                <a:off x="10991160" y="5806080"/>
                <a:ext cx="200160" cy="224640"/>
              </a:xfrm>
              <a:custGeom>
                <a:avLst/>
                <a:gdLst>
                  <a:gd name="textAreaLeft" fmla="*/ 0 w 200160"/>
                  <a:gd name="textAreaRight" fmla="*/ 205200 w 200160"/>
                  <a:gd name="textAreaTop" fmla="*/ 0 h 224640"/>
                  <a:gd name="textAreaBottom" fmla="*/ 229680 h 2246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49" name="Google Shape;1902;p91"/>
          <p:cNvGrpSpPr/>
          <p:nvPr/>
        </p:nvGrpSpPr>
        <p:grpSpPr>
          <a:xfrm>
            <a:off x="9880920" y="5104080"/>
            <a:ext cx="574560" cy="140040"/>
            <a:chOff x="9880920" y="5104080"/>
            <a:chExt cx="574560" cy="140040"/>
          </a:xfrm>
        </p:grpSpPr>
        <p:sp>
          <p:nvSpPr>
            <p:cNvPr id="1150" name="Google Shape;1903;p91"/>
            <p:cNvSpPr/>
            <p:nvPr/>
          </p:nvSpPr>
          <p:spPr>
            <a:xfrm>
              <a:off x="10369800" y="5109840"/>
              <a:ext cx="85680" cy="133560"/>
            </a:xfrm>
            <a:custGeom>
              <a:avLst/>
              <a:gdLst>
                <a:gd name="textAreaLeft" fmla="*/ 0 w 85680"/>
                <a:gd name="textAreaRight" fmla="*/ 90720 w 85680"/>
                <a:gd name="textAreaTop" fmla="*/ 0 h 133560"/>
                <a:gd name="textAreaBottom" fmla="*/ 138600 h 1335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Google Shape;1904;p91"/>
            <p:cNvSpPr/>
            <p:nvPr/>
          </p:nvSpPr>
          <p:spPr>
            <a:xfrm>
              <a:off x="9880920" y="5104080"/>
              <a:ext cx="126000" cy="140040"/>
            </a:xfrm>
            <a:custGeom>
              <a:avLst/>
              <a:gdLst>
                <a:gd name="textAreaLeft" fmla="*/ 0 w 126000"/>
                <a:gd name="textAreaRight" fmla="*/ 131040 w 126000"/>
                <a:gd name="textAreaTop" fmla="*/ 0 h 140040"/>
                <a:gd name="textAreaBottom" fmla="*/ 145080 h 1400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2" name="Google Shape;1905;p91"/>
            <p:cNvSpPr/>
            <p:nvPr/>
          </p:nvSpPr>
          <p:spPr>
            <a:xfrm>
              <a:off x="10007280" y="5124240"/>
              <a:ext cx="122400" cy="115560"/>
            </a:xfrm>
            <a:custGeom>
              <a:avLst/>
              <a:gdLst>
                <a:gd name="textAreaLeft" fmla="*/ 0 w 122400"/>
                <a:gd name="textAreaRight" fmla="*/ 127440 w 122400"/>
                <a:gd name="textAreaTop" fmla="*/ 0 h 115560"/>
                <a:gd name="textAreaBottom" fmla="*/ 120600 h 1155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3" name="Google Shape;1906;p91"/>
            <p:cNvSpPr/>
            <p:nvPr/>
          </p:nvSpPr>
          <p:spPr>
            <a:xfrm>
              <a:off x="10133280" y="5125680"/>
              <a:ext cx="114120" cy="111960"/>
            </a:xfrm>
            <a:custGeom>
              <a:avLst/>
              <a:gdLst>
                <a:gd name="textAreaLeft" fmla="*/ 0 w 114120"/>
                <a:gd name="textAreaRight" fmla="*/ 119160 w 114120"/>
                <a:gd name="textAreaTop" fmla="*/ 0 h 111960"/>
                <a:gd name="textAreaBottom" fmla="*/ 117000 h 1119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Google Shape;1907;p91"/>
            <p:cNvSpPr/>
            <p:nvPr/>
          </p:nvSpPr>
          <p:spPr>
            <a:xfrm>
              <a:off x="10251720" y="5124960"/>
              <a:ext cx="115200" cy="114120"/>
            </a:xfrm>
            <a:custGeom>
              <a:avLst/>
              <a:gdLst>
                <a:gd name="textAreaLeft" fmla="*/ 0 w 115200"/>
                <a:gd name="textAreaRight" fmla="*/ 120240 w 115200"/>
                <a:gd name="textAreaTop" fmla="*/ 0 h 114120"/>
                <a:gd name="textAreaBottom" fmla="*/ 119160 h 1141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55" name="Google Shape;1908;p91"/>
          <p:cNvGrpSpPr/>
          <p:nvPr/>
        </p:nvGrpSpPr>
        <p:grpSpPr>
          <a:xfrm>
            <a:off x="401040" y="198360"/>
            <a:ext cx="4063320" cy="1620000"/>
            <a:chOff x="401040" y="198360"/>
            <a:chExt cx="4063320" cy="1620000"/>
          </a:xfrm>
        </p:grpSpPr>
        <p:sp>
          <p:nvSpPr>
            <p:cNvPr id="1156" name="Google Shape;1909;p91"/>
            <p:cNvSpPr/>
            <p:nvPr/>
          </p:nvSpPr>
          <p:spPr>
            <a:xfrm>
              <a:off x="690480" y="275760"/>
              <a:ext cx="377388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7" name="Google Shape;1910;p91"/>
            <p:cNvGrpSpPr/>
            <p:nvPr/>
          </p:nvGrpSpPr>
          <p:grpSpPr>
            <a:xfrm>
              <a:off x="401040" y="198360"/>
              <a:ext cx="688320" cy="688320"/>
              <a:chOff x="401040" y="198360"/>
              <a:chExt cx="688320" cy="688320"/>
            </a:xfrm>
          </p:grpSpPr>
          <p:sp>
            <p:nvSpPr>
              <p:cNvPr id="1158" name="Google Shape;1911;p91"/>
              <p:cNvSpPr/>
              <p:nvPr/>
            </p:nvSpPr>
            <p:spPr>
              <a:xfrm>
                <a:off x="401040" y="545040"/>
                <a:ext cx="341640" cy="3416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9" name="Google Shape;1912;p91"/>
              <p:cNvSpPr/>
              <p:nvPr/>
            </p:nvSpPr>
            <p:spPr>
              <a:xfrm>
                <a:off x="747720" y="198360"/>
                <a:ext cx="341640" cy="3416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60" name="Google Shape;1913;p91"/>
          <p:cNvSpPr/>
          <p:nvPr/>
        </p:nvSpPr>
        <p:spPr>
          <a:xfrm>
            <a:off x="706680" y="3871800"/>
            <a:ext cx="3553920" cy="16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61" name="Google Shape;1914;p91"/>
          <p:cNvGrpSpPr/>
          <p:nvPr/>
        </p:nvGrpSpPr>
        <p:grpSpPr>
          <a:xfrm>
            <a:off x="832680" y="2888640"/>
            <a:ext cx="3669120" cy="3104280"/>
            <a:chOff x="832680" y="2888640"/>
            <a:chExt cx="3669120" cy="3104280"/>
          </a:xfrm>
        </p:grpSpPr>
        <p:sp>
          <p:nvSpPr>
            <p:cNvPr id="1162" name="Google Shape;1915;p91"/>
            <p:cNvSpPr/>
            <p:nvPr/>
          </p:nvSpPr>
          <p:spPr>
            <a:xfrm>
              <a:off x="832680" y="4302000"/>
              <a:ext cx="560160" cy="169092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690920"/>
                <a:gd name="textAreaBottom" fmla="*/ 1695960 h 16909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Google Shape;1916;p91"/>
            <p:cNvSpPr/>
            <p:nvPr/>
          </p:nvSpPr>
          <p:spPr>
            <a:xfrm>
              <a:off x="3941640" y="3736440"/>
              <a:ext cx="560160" cy="112536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Google Shape;1917;p91"/>
            <p:cNvSpPr/>
            <p:nvPr/>
          </p:nvSpPr>
          <p:spPr>
            <a:xfrm>
              <a:off x="4224240" y="543240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Google Shape;1918;p91"/>
            <p:cNvSpPr/>
            <p:nvPr/>
          </p:nvSpPr>
          <p:spPr>
            <a:xfrm>
              <a:off x="2528640" y="317124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Google Shape;1919;p91"/>
            <p:cNvSpPr/>
            <p:nvPr/>
          </p:nvSpPr>
          <p:spPr>
            <a:xfrm>
              <a:off x="1398240" y="2888640"/>
              <a:ext cx="1125360" cy="1125360"/>
            </a:xfrm>
            <a:custGeom>
              <a:avLst/>
              <a:gdLst>
                <a:gd name="textAreaLeft" fmla="*/ 0 w 1125360"/>
                <a:gd name="textAreaRight" fmla="*/ 1130400 w 11253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Google Shape;1920;p91"/>
            <p:cNvSpPr/>
            <p:nvPr/>
          </p:nvSpPr>
          <p:spPr>
            <a:xfrm>
              <a:off x="1963440" y="4302000"/>
              <a:ext cx="1407960" cy="1407960"/>
            </a:xfrm>
            <a:custGeom>
              <a:avLst/>
              <a:gdLst>
                <a:gd name="textAreaLeft" fmla="*/ 0 w 1407960"/>
                <a:gd name="textAreaRight" fmla="*/ 1413000 w 1407960"/>
                <a:gd name="textAreaTop" fmla="*/ 0 h 1407960"/>
                <a:gd name="textAreaBottom" fmla="*/ 1413000 h 14079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802;p73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9" name="Google Shape;803;p73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0" name="Google Shape;804;p73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1" name="Google Shape;805;p73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Google Shape;806;p73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Google Shape;807;p73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Google Shape;808;p73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Google Shape;809;p73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Google Shape;810;p73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Google Shape;811;p73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78" name="Google Shape;812;p73"/>
          <p:cNvGrpSpPr/>
          <p:nvPr/>
        </p:nvGrpSpPr>
        <p:grpSpPr>
          <a:xfrm>
            <a:off x="731160" y="3023640"/>
            <a:ext cx="5845320" cy="2523240"/>
            <a:chOff x="731160" y="3023640"/>
            <a:chExt cx="5845320" cy="2523240"/>
          </a:xfrm>
        </p:grpSpPr>
        <p:sp>
          <p:nvSpPr>
            <p:cNvPr id="1179" name="Google Shape;813;p73"/>
            <p:cNvSpPr/>
            <p:nvPr/>
          </p:nvSpPr>
          <p:spPr>
            <a:xfrm>
              <a:off x="1363680" y="3023640"/>
              <a:ext cx="507024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0" name="Google Shape;814;p73"/>
            <p:cNvSpPr/>
            <p:nvPr/>
          </p:nvSpPr>
          <p:spPr>
            <a:xfrm rot="16200000">
              <a:off x="-248760" y="4066560"/>
              <a:ext cx="2412000" cy="45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Google Shape;815;p73"/>
            <p:cNvSpPr/>
            <p:nvPr/>
          </p:nvSpPr>
          <p:spPr>
            <a:xfrm>
              <a:off x="1363680" y="4781520"/>
              <a:ext cx="5212800" cy="76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2" name="Google Shape;816;p73"/>
          <p:cNvGrpSpPr/>
          <p:nvPr/>
        </p:nvGrpSpPr>
        <p:grpSpPr>
          <a:xfrm>
            <a:off x="755280" y="2676960"/>
            <a:ext cx="688320" cy="688320"/>
            <a:chOff x="755280" y="2676960"/>
            <a:chExt cx="688320" cy="688320"/>
          </a:xfrm>
        </p:grpSpPr>
        <p:sp>
          <p:nvSpPr>
            <p:cNvPr id="1183" name="Google Shape;817;p73"/>
            <p:cNvSpPr/>
            <p:nvPr/>
          </p:nvSpPr>
          <p:spPr>
            <a:xfrm>
              <a:off x="755280" y="302364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Google Shape;818;p73"/>
            <p:cNvSpPr/>
            <p:nvPr/>
          </p:nvSpPr>
          <p:spPr>
            <a:xfrm>
              <a:off x="1101960" y="267696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5" name="Google Shape;819;p73"/>
          <p:cNvGrpSpPr/>
          <p:nvPr/>
        </p:nvGrpSpPr>
        <p:grpSpPr>
          <a:xfrm>
            <a:off x="6068520" y="5098320"/>
            <a:ext cx="688320" cy="688320"/>
            <a:chOff x="6068520" y="5098320"/>
            <a:chExt cx="688320" cy="688320"/>
          </a:xfrm>
        </p:grpSpPr>
        <p:sp>
          <p:nvSpPr>
            <p:cNvPr id="1186" name="Google Shape;820;p73"/>
            <p:cNvSpPr/>
            <p:nvPr/>
          </p:nvSpPr>
          <p:spPr>
            <a:xfrm>
              <a:off x="6068520" y="544500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Google Shape;821;p73"/>
            <p:cNvSpPr/>
            <p:nvPr/>
          </p:nvSpPr>
          <p:spPr>
            <a:xfrm>
              <a:off x="6415200" y="509832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88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4080" cy="152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9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09440" cy="334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90" name="Google Shape;824;p73"/>
          <p:cNvGrpSpPr/>
          <p:nvPr/>
        </p:nvGrpSpPr>
        <p:grpSpPr>
          <a:xfrm>
            <a:off x="10124640" y="1269360"/>
            <a:ext cx="1465200" cy="763920"/>
            <a:chOff x="10124640" y="1269360"/>
            <a:chExt cx="1465200" cy="763920"/>
          </a:xfrm>
        </p:grpSpPr>
        <p:grpSp>
          <p:nvGrpSpPr>
            <p:cNvPr id="1191" name="Google Shape;825;p73"/>
            <p:cNvGrpSpPr/>
            <p:nvPr/>
          </p:nvGrpSpPr>
          <p:grpSpPr>
            <a:xfrm>
              <a:off x="10124640" y="1269360"/>
              <a:ext cx="1219680" cy="294840"/>
              <a:chOff x="10124640" y="1269360"/>
              <a:chExt cx="1219680" cy="294840"/>
            </a:xfrm>
          </p:grpSpPr>
          <p:sp>
            <p:nvSpPr>
              <p:cNvPr id="1192" name="Google Shape;826;p73"/>
              <p:cNvSpPr/>
              <p:nvPr/>
            </p:nvSpPr>
            <p:spPr>
              <a:xfrm>
                <a:off x="10124640" y="1269360"/>
                <a:ext cx="144720" cy="293400"/>
              </a:xfrm>
              <a:custGeom>
                <a:avLst/>
                <a:gdLst>
                  <a:gd name="textAreaLeft" fmla="*/ 0 w 144720"/>
                  <a:gd name="textAreaRight" fmla="*/ 149760 w 144720"/>
                  <a:gd name="textAreaTop" fmla="*/ 0 h 293400"/>
                  <a:gd name="textAreaBottom" fmla="*/ 298440 h 2934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Google Shape;827;p73"/>
              <p:cNvSpPr/>
              <p:nvPr/>
            </p:nvSpPr>
            <p:spPr>
              <a:xfrm>
                <a:off x="10305360" y="1324800"/>
                <a:ext cx="225000" cy="239040"/>
              </a:xfrm>
              <a:custGeom>
                <a:avLst/>
                <a:gdLst>
                  <a:gd name="textAreaLeft" fmla="*/ 0 w 225000"/>
                  <a:gd name="textAreaRight" fmla="*/ 230040 w 22500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" name="Google Shape;828;p73"/>
              <p:cNvSpPr/>
              <p:nvPr/>
            </p:nvSpPr>
            <p:spPr>
              <a:xfrm>
                <a:off x="10573560" y="1325160"/>
                <a:ext cx="212760" cy="239040"/>
              </a:xfrm>
              <a:custGeom>
                <a:avLst/>
                <a:gdLst>
                  <a:gd name="textAreaLeft" fmla="*/ 0 w 212760"/>
                  <a:gd name="textAreaRight" fmla="*/ 217800 w 212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Google Shape;829;p73"/>
              <p:cNvSpPr/>
              <p:nvPr/>
            </p:nvSpPr>
            <p:spPr>
              <a:xfrm>
                <a:off x="10834560" y="1325160"/>
                <a:ext cx="209880" cy="233640"/>
              </a:xfrm>
              <a:custGeom>
                <a:avLst/>
                <a:gdLst>
                  <a:gd name="textAreaLeft" fmla="*/ 0 w 209880"/>
                  <a:gd name="textAreaRight" fmla="*/ 214920 w 209880"/>
                  <a:gd name="textAreaTop" fmla="*/ 0 h 233640"/>
                  <a:gd name="textAreaBottom" fmla="*/ 238680 h 2336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6" name="Google Shape;830;p73"/>
              <p:cNvSpPr/>
              <p:nvPr/>
            </p:nvSpPr>
            <p:spPr>
              <a:xfrm>
                <a:off x="11095560" y="132516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97" name="Google Shape;831;p73"/>
            <p:cNvGrpSpPr/>
            <p:nvPr/>
          </p:nvGrpSpPr>
          <p:grpSpPr>
            <a:xfrm>
              <a:off x="10546560" y="1648080"/>
              <a:ext cx="1043280" cy="385200"/>
              <a:chOff x="10546560" y="1648080"/>
              <a:chExt cx="1043280" cy="385200"/>
            </a:xfrm>
          </p:grpSpPr>
          <p:sp>
            <p:nvSpPr>
              <p:cNvPr id="1198" name="Google Shape;832;p73"/>
              <p:cNvSpPr/>
              <p:nvPr/>
            </p:nvSpPr>
            <p:spPr>
              <a:xfrm>
                <a:off x="10546560" y="1648080"/>
                <a:ext cx="61560" cy="31428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Google Shape;833;p73"/>
              <p:cNvSpPr/>
              <p:nvPr/>
            </p:nvSpPr>
            <p:spPr>
              <a:xfrm>
                <a:off x="10664280" y="172872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0" name="Google Shape;834;p73"/>
              <p:cNvSpPr/>
              <p:nvPr/>
            </p:nvSpPr>
            <p:spPr>
              <a:xfrm>
                <a:off x="10955160" y="1728720"/>
                <a:ext cx="241200" cy="304560"/>
              </a:xfrm>
              <a:custGeom>
                <a:avLst/>
                <a:gdLst>
                  <a:gd name="textAreaLeft" fmla="*/ 0 w 241200"/>
                  <a:gd name="textAreaRight" fmla="*/ 246240 w 241200"/>
                  <a:gd name="textAreaTop" fmla="*/ 0 h 304560"/>
                  <a:gd name="textAreaBottom" fmla="*/ 309600 h 3045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1" name="Google Shape;835;p73"/>
              <p:cNvSpPr/>
              <p:nvPr/>
            </p:nvSpPr>
            <p:spPr>
              <a:xfrm>
                <a:off x="11262240" y="1648440"/>
                <a:ext cx="65160" cy="314280"/>
              </a:xfrm>
              <a:custGeom>
                <a:avLst/>
                <a:gdLst>
                  <a:gd name="textAreaLeft" fmla="*/ 0 w 65160"/>
                  <a:gd name="textAreaRight" fmla="*/ 70200 w 651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" name="Google Shape;836;p73"/>
              <p:cNvSpPr/>
              <p:nvPr/>
            </p:nvSpPr>
            <p:spPr>
              <a:xfrm>
                <a:off x="11379240" y="1730520"/>
                <a:ext cx="210600" cy="236520"/>
              </a:xfrm>
              <a:custGeom>
                <a:avLst/>
                <a:gdLst>
                  <a:gd name="textAreaLeft" fmla="*/ 0 w 210600"/>
                  <a:gd name="textAreaRight" fmla="*/ 215640 w 210600"/>
                  <a:gd name="textAreaTop" fmla="*/ 0 h 236520"/>
                  <a:gd name="textAreaBottom" fmla="*/ 241560 h 2365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03" name="Google Shape;837;p73"/>
          <p:cNvGrpSpPr/>
          <p:nvPr/>
        </p:nvGrpSpPr>
        <p:grpSpPr>
          <a:xfrm>
            <a:off x="10207440" y="873000"/>
            <a:ext cx="1171800" cy="293760"/>
            <a:chOff x="10207440" y="873000"/>
            <a:chExt cx="1171800" cy="293760"/>
          </a:xfrm>
        </p:grpSpPr>
        <p:sp>
          <p:nvSpPr>
            <p:cNvPr id="1204" name="Google Shape;838;p73"/>
            <p:cNvSpPr/>
            <p:nvPr/>
          </p:nvSpPr>
          <p:spPr>
            <a:xfrm>
              <a:off x="10207440" y="878040"/>
              <a:ext cx="76680" cy="99000"/>
            </a:xfrm>
            <a:custGeom>
              <a:avLst/>
              <a:gdLst>
                <a:gd name="textAreaLeft" fmla="*/ 0 w 76680"/>
                <a:gd name="textAreaRight" fmla="*/ 81720 w 76680"/>
                <a:gd name="textAreaTop" fmla="*/ 0 h 99000"/>
                <a:gd name="textAreaBottom" fmla="*/ 104040 h 990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5" name="Google Shape;839;p73"/>
            <p:cNvSpPr/>
            <p:nvPr/>
          </p:nvSpPr>
          <p:spPr>
            <a:xfrm>
              <a:off x="10285560" y="903600"/>
              <a:ext cx="75240" cy="75240"/>
            </a:xfrm>
            <a:custGeom>
              <a:avLst/>
              <a:gdLst>
                <a:gd name="textAreaLeft" fmla="*/ 0 w 75240"/>
                <a:gd name="textAreaRight" fmla="*/ 80280 w 7524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6" name="Google Shape;840;p73"/>
            <p:cNvSpPr/>
            <p:nvPr/>
          </p:nvSpPr>
          <p:spPr>
            <a:xfrm>
              <a:off x="10381680" y="87372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Google Shape;841;p73"/>
            <p:cNvSpPr/>
            <p:nvPr/>
          </p:nvSpPr>
          <p:spPr>
            <a:xfrm>
              <a:off x="1047924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Google Shape;842;p73"/>
            <p:cNvSpPr/>
            <p:nvPr/>
          </p:nvSpPr>
          <p:spPr>
            <a:xfrm>
              <a:off x="1056456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" name="Google Shape;843;p73"/>
            <p:cNvSpPr/>
            <p:nvPr/>
          </p:nvSpPr>
          <p:spPr>
            <a:xfrm>
              <a:off x="1068372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" name="Google Shape;844;p73"/>
            <p:cNvSpPr/>
            <p:nvPr/>
          </p:nvSpPr>
          <p:spPr>
            <a:xfrm>
              <a:off x="1076940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Google Shape;845;p73"/>
            <p:cNvSpPr/>
            <p:nvPr/>
          </p:nvSpPr>
          <p:spPr>
            <a:xfrm>
              <a:off x="10888200" y="873000"/>
              <a:ext cx="41400" cy="104040"/>
            </a:xfrm>
            <a:custGeom>
              <a:avLst/>
              <a:gdLst>
                <a:gd name="textAreaLeft" fmla="*/ 0 w 41400"/>
                <a:gd name="textAreaRight" fmla="*/ 46440 w 41400"/>
                <a:gd name="textAreaTop" fmla="*/ 0 h 104040"/>
                <a:gd name="textAreaBottom" fmla="*/ 109080 h 1040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" name="Google Shape;846;p73"/>
            <p:cNvSpPr/>
            <p:nvPr/>
          </p:nvSpPr>
          <p:spPr>
            <a:xfrm>
              <a:off x="10942920" y="903600"/>
              <a:ext cx="75240" cy="75240"/>
            </a:xfrm>
            <a:custGeom>
              <a:avLst/>
              <a:gdLst>
                <a:gd name="textAreaLeft" fmla="*/ 0 w 75240"/>
                <a:gd name="textAreaRight" fmla="*/ 80280 w 7524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" name="Google Shape;847;p73"/>
            <p:cNvSpPr/>
            <p:nvPr/>
          </p:nvSpPr>
          <p:spPr>
            <a:xfrm>
              <a:off x="11043720" y="90396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Google Shape;848;p73"/>
            <p:cNvSpPr/>
            <p:nvPr/>
          </p:nvSpPr>
          <p:spPr>
            <a:xfrm>
              <a:off x="11103840" y="903600"/>
              <a:ext cx="111240" cy="73440"/>
            </a:xfrm>
            <a:custGeom>
              <a:avLst/>
              <a:gdLst>
                <a:gd name="textAreaLeft" fmla="*/ 0 w 111240"/>
                <a:gd name="textAreaRight" fmla="*/ 116280 w 111240"/>
                <a:gd name="textAreaTop" fmla="*/ 0 h 73440"/>
                <a:gd name="textAreaBottom" fmla="*/ 78480 h 734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Google Shape;849;p73"/>
            <p:cNvSpPr/>
            <p:nvPr/>
          </p:nvSpPr>
          <p:spPr>
            <a:xfrm>
              <a:off x="1123956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6" name="Google Shape;850;p73"/>
            <p:cNvSpPr/>
            <p:nvPr/>
          </p:nvSpPr>
          <p:spPr>
            <a:xfrm>
              <a:off x="1132488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7" name="Google Shape;851;p73"/>
            <p:cNvSpPr/>
            <p:nvPr/>
          </p:nvSpPr>
          <p:spPr>
            <a:xfrm>
              <a:off x="10208160" y="103968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8" name="Google Shape;852;p73"/>
            <p:cNvSpPr/>
            <p:nvPr/>
          </p:nvSpPr>
          <p:spPr>
            <a:xfrm>
              <a:off x="1030680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Google Shape;853;p73"/>
            <p:cNvSpPr/>
            <p:nvPr/>
          </p:nvSpPr>
          <p:spPr>
            <a:xfrm>
              <a:off x="10438200" y="107028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Google Shape;854;p73"/>
            <p:cNvSpPr/>
            <p:nvPr/>
          </p:nvSpPr>
          <p:spPr>
            <a:xfrm>
              <a:off x="10530360" y="1069560"/>
              <a:ext cx="72720" cy="9720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97200"/>
                <a:gd name="textAreaBottom" fmla="*/ 102240 h 972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1" name="Google Shape;855;p73"/>
            <p:cNvSpPr/>
            <p:nvPr/>
          </p:nvSpPr>
          <p:spPr>
            <a:xfrm>
              <a:off x="10629000" y="106992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2" name="Google Shape;856;p73"/>
            <p:cNvSpPr/>
            <p:nvPr/>
          </p:nvSpPr>
          <p:spPr>
            <a:xfrm>
              <a:off x="1068120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3" name="Google Shape;857;p73"/>
            <p:cNvSpPr/>
            <p:nvPr/>
          </p:nvSpPr>
          <p:spPr>
            <a:xfrm>
              <a:off x="10774080" y="1069560"/>
              <a:ext cx="62280" cy="7344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3440"/>
                <a:gd name="textAreaBottom" fmla="*/ 78480 h 734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Google Shape;858;p73"/>
            <p:cNvSpPr/>
            <p:nvPr/>
          </p:nvSpPr>
          <p:spPr>
            <a:xfrm>
              <a:off x="10860840" y="103968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Google Shape;859;p73"/>
            <p:cNvSpPr/>
            <p:nvPr/>
          </p:nvSpPr>
          <p:spPr>
            <a:xfrm>
              <a:off x="1095948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6" name="Google Shape;860;p73"/>
            <p:cNvSpPr/>
            <p:nvPr/>
          </p:nvSpPr>
          <p:spPr>
            <a:xfrm>
              <a:off x="11052360" y="106992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27" name="Google Shape;861;p73"/>
          <p:cNvGrpSpPr/>
          <p:nvPr/>
        </p:nvGrpSpPr>
        <p:grpSpPr>
          <a:xfrm>
            <a:off x="10113480" y="597240"/>
            <a:ext cx="604440" cy="147600"/>
            <a:chOff x="10113480" y="597240"/>
            <a:chExt cx="604440" cy="147600"/>
          </a:xfrm>
        </p:grpSpPr>
        <p:sp>
          <p:nvSpPr>
            <p:cNvPr id="1228" name="Google Shape;862;p73"/>
            <p:cNvSpPr/>
            <p:nvPr/>
          </p:nvSpPr>
          <p:spPr>
            <a:xfrm>
              <a:off x="10627560" y="603360"/>
              <a:ext cx="90360" cy="140760"/>
            </a:xfrm>
            <a:custGeom>
              <a:avLst/>
              <a:gdLst>
                <a:gd name="textAreaLeft" fmla="*/ 0 w 90360"/>
                <a:gd name="textAreaRight" fmla="*/ 95400 w 90360"/>
                <a:gd name="textAreaTop" fmla="*/ 0 h 140760"/>
                <a:gd name="textAreaBottom" fmla="*/ 145800 h 1407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9" name="Google Shape;863;p73"/>
            <p:cNvSpPr/>
            <p:nvPr/>
          </p:nvSpPr>
          <p:spPr>
            <a:xfrm>
              <a:off x="10113480" y="597240"/>
              <a:ext cx="132840" cy="147600"/>
            </a:xfrm>
            <a:custGeom>
              <a:avLst/>
              <a:gdLst>
                <a:gd name="textAreaLeft" fmla="*/ 0 w 132840"/>
                <a:gd name="textAreaRight" fmla="*/ 137880 w 132840"/>
                <a:gd name="textAreaTop" fmla="*/ 0 h 147600"/>
                <a:gd name="textAreaBottom" fmla="*/ 152640 h 1476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Google Shape;864;p73"/>
            <p:cNvSpPr/>
            <p:nvPr/>
          </p:nvSpPr>
          <p:spPr>
            <a:xfrm>
              <a:off x="10246320" y="618480"/>
              <a:ext cx="129240" cy="121680"/>
            </a:xfrm>
            <a:custGeom>
              <a:avLst/>
              <a:gdLst>
                <a:gd name="textAreaLeft" fmla="*/ 0 w 129240"/>
                <a:gd name="textAreaRight" fmla="*/ 134280 w 129240"/>
                <a:gd name="textAreaTop" fmla="*/ 0 h 121680"/>
                <a:gd name="textAreaBottom" fmla="*/ 126720 h 1216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1" name="Google Shape;865;p73"/>
            <p:cNvSpPr/>
            <p:nvPr/>
          </p:nvSpPr>
          <p:spPr>
            <a:xfrm>
              <a:off x="10378800" y="619920"/>
              <a:ext cx="120600" cy="118080"/>
            </a:xfrm>
            <a:custGeom>
              <a:avLst/>
              <a:gdLst>
                <a:gd name="textAreaLeft" fmla="*/ 0 w 120600"/>
                <a:gd name="textAreaRight" fmla="*/ 125640 w 120600"/>
                <a:gd name="textAreaTop" fmla="*/ 0 h 118080"/>
                <a:gd name="textAreaBottom" fmla="*/ 123120 h 1180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2" name="Google Shape;866;p73"/>
            <p:cNvSpPr/>
            <p:nvPr/>
          </p:nvSpPr>
          <p:spPr>
            <a:xfrm>
              <a:off x="10503000" y="619200"/>
              <a:ext cx="121680" cy="120240"/>
            </a:xfrm>
            <a:custGeom>
              <a:avLst/>
              <a:gdLst>
                <a:gd name="textAreaLeft" fmla="*/ 0 w 121680"/>
                <a:gd name="textAreaRight" fmla="*/ 126720 w 121680"/>
                <a:gd name="textAreaTop" fmla="*/ 0 h 120240"/>
                <a:gd name="textAreaBottom" fmla="*/ 125280 h 1202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922;p92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6" name="Google Shape;1923;p92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7" name="Google Shape;1924;p92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8" name="Google Shape;1925;p92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9" name="Google Shape;1926;p92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Google Shape;1927;p92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Google Shape;1928;p92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Google Shape;1929;p92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Google Shape;1930;p92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Google Shape;1931;p92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45" name="Google Shape;1932;p92"/>
          <p:cNvGrpSpPr/>
          <p:nvPr/>
        </p:nvGrpSpPr>
        <p:grpSpPr>
          <a:xfrm>
            <a:off x="731160" y="3086280"/>
            <a:ext cx="5702760" cy="2414520"/>
            <a:chOff x="731160" y="3086280"/>
            <a:chExt cx="5702760" cy="2414520"/>
          </a:xfrm>
        </p:grpSpPr>
        <p:sp>
          <p:nvSpPr>
            <p:cNvPr id="1246" name="Google Shape;1933;p92"/>
            <p:cNvSpPr/>
            <p:nvPr/>
          </p:nvSpPr>
          <p:spPr>
            <a:xfrm>
              <a:off x="1363680" y="3958200"/>
              <a:ext cx="507024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7" name="Google Shape;1934;p92"/>
            <p:cNvSpPr/>
            <p:nvPr/>
          </p:nvSpPr>
          <p:spPr>
            <a:xfrm rot="16200000">
              <a:off x="-248760" y="4066560"/>
              <a:ext cx="2412000" cy="45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8" name="Google Shape;1935;p92"/>
          <p:cNvGrpSpPr/>
          <p:nvPr/>
        </p:nvGrpSpPr>
        <p:grpSpPr>
          <a:xfrm>
            <a:off x="755280" y="2927520"/>
            <a:ext cx="688320" cy="688320"/>
            <a:chOff x="755280" y="2927520"/>
            <a:chExt cx="688320" cy="688320"/>
          </a:xfrm>
        </p:grpSpPr>
        <p:sp>
          <p:nvSpPr>
            <p:cNvPr id="1249" name="Google Shape;1936;p92"/>
            <p:cNvSpPr/>
            <p:nvPr/>
          </p:nvSpPr>
          <p:spPr>
            <a:xfrm>
              <a:off x="755280" y="3274200"/>
              <a:ext cx="341640" cy="3416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0" name="Google Shape;1937;p92"/>
            <p:cNvSpPr/>
            <p:nvPr/>
          </p:nvSpPr>
          <p:spPr>
            <a:xfrm>
              <a:off x="1101960" y="2927520"/>
              <a:ext cx="341640" cy="3416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1" name="Google Shape;1938;p92"/>
          <p:cNvGrpSpPr/>
          <p:nvPr/>
        </p:nvGrpSpPr>
        <p:grpSpPr>
          <a:xfrm>
            <a:off x="4235400" y="5098320"/>
            <a:ext cx="688320" cy="688320"/>
            <a:chOff x="4235400" y="5098320"/>
            <a:chExt cx="688320" cy="688320"/>
          </a:xfrm>
        </p:grpSpPr>
        <p:sp>
          <p:nvSpPr>
            <p:cNvPr id="1252" name="Google Shape;1939;p92"/>
            <p:cNvSpPr/>
            <p:nvPr/>
          </p:nvSpPr>
          <p:spPr>
            <a:xfrm>
              <a:off x="4235400" y="5445000"/>
              <a:ext cx="341640" cy="3416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Google Shape;1940;p92"/>
            <p:cNvSpPr/>
            <p:nvPr/>
          </p:nvSpPr>
          <p:spPr>
            <a:xfrm>
              <a:off x="4582080" y="5098320"/>
              <a:ext cx="341640" cy="34164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54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3680" cy="154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5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1760" cy="612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56" name="Google Shape;1943;p92"/>
          <p:cNvGrpSpPr/>
          <p:nvPr/>
        </p:nvGrpSpPr>
        <p:grpSpPr>
          <a:xfrm>
            <a:off x="10113480" y="597240"/>
            <a:ext cx="1476360" cy="1436040"/>
            <a:chOff x="10113480" y="597240"/>
            <a:chExt cx="1476360" cy="1436040"/>
          </a:xfrm>
        </p:grpSpPr>
        <p:grpSp>
          <p:nvGrpSpPr>
            <p:cNvPr id="1257" name="Google Shape;1944;p92"/>
            <p:cNvGrpSpPr/>
            <p:nvPr/>
          </p:nvGrpSpPr>
          <p:grpSpPr>
            <a:xfrm>
              <a:off x="10124640" y="1269360"/>
              <a:ext cx="1465200" cy="763920"/>
              <a:chOff x="10124640" y="1269360"/>
              <a:chExt cx="1465200" cy="763920"/>
            </a:xfrm>
          </p:grpSpPr>
          <p:grpSp>
            <p:nvGrpSpPr>
              <p:cNvPr id="1258" name="Google Shape;1945;p92"/>
              <p:cNvGrpSpPr/>
              <p:nvPr/>
            </p:nvGrpSpPr>
            <p:grpSpPr>
              <a:xfrm>
                <a:off x="10124640" y="1269360"/>
                <a:ext cx="1219680" cy="294840"/>
                <a:chOff x="10124640" y="1269360"/>
                <a:chExt cx="1219680" cy="294840"/>
              </a:xfrm>
            </p:grpSpPr>
            <p:sp>
              <p:nvSpPr>
                <p:cNvPr id="1259" name="Google Shape;1946;p92"/>
                <p:cNvSpPr/>
                <p:nvPr/>
              </p:nvSpPr>
              <p:spPr>
                <a:xfrm>
                  <a:off x="10124640" y="1269360"/>
                  <a:ext cx="144720" cy="293400"/>
                </a:xfrm>
                <a:custGeom>
                  <a:avLst/>
                  <a:gdLst>
                    <a:gd name="textAreaLeft" fmla="*/ 0 w 144720"/>
                    <a:gd name="textAreaRight" fmla="*/ 149760 w 144720"/>
                    <a:gd name="textAreaTop" fmla="*/ 0 h 293400"/>
                    <a:gd name="textAreaBottom" fmla="*/ 298440 h 2934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0" name="Google Shape;1947;p92"/>
                <p:cNvSpPr/>
                <p:nvPr/>
              </p:nvSpPr>
              <p:spPr>
                <a:xfrm>
                  <a:off x="10305360" y="1324800"/>
                  <a:ext cx="225000" cy="239040"/>
                </a:xfrm>
                <a:custGeom>
                  <a:avLst/>
                  <a:gdLst>
                    <a:gd name="textAreaLeft" fmla="*/ 0 w 225000"/>
                    <a:gd name="textAreaRight" fmla="*/ 230040 w 22500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1" name="Google Shape;1948;p92"/>
                <p:cNvSpPr/>
                <p:nvPr/>
              </p:nvSpPr>
              <p:spPr>
                <a:xfrm>
                  <a:off x="10573560" y="1325160"/>
                  <a:ext cx="212760" cy="239040"/>
                </a:xfrm>
                <a:custGeom>
                  <a:avLst/>
                  <a:gdLst>
                    <a:gd name="textAreaLeft" fmla="*/ 0 w 212760"/>
                    <a:gd name="textAreaRight" fmla="*/ 217800 w 212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2" name="Google Shape;1949;p92"/>
                <p:cNvSpPr/>
                <p:nvPr/>
              </p:nvSpPr>
              <p:spPr>
                <a:xfrm>
                  <a:off x="10834560" y="1325160"/>
                  <a:ext cx="209880" cy="233640"/>
                </a:xfrm>
                <a:custGeom>
                  <a:avLst/>
                  <a:gdLst>
                    <a:gd name="textAreaLeft" fmla="*/ 0 w 209880"/>
                    <a:gd name="textAreaRight" fmla="*/ 214920 w 209880"/>
                    <a:gd name="textAreaTop" fmla="*/ 0 h 233640"/>
                    <a:gd name="textAreaBottom" fmla="*/ 238680 h 2336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3" name="Google Shape;1950;p92"/>
                <p:cNvSpPr/>
                <p:nvPr/>
              </p:nvSpPr>
              <p:spPr>
                <a:xfrm>
                  <a:off x="11095560" y="1325160"/>
                  <a:ext cx="248760" cy="239040"/>
                </a:xfrm>
                <a:custGeom>
                  <a:avLst/>
                  <a:gdLst>
                    <a:gd name="textAreaLeft" fmla="*/ 0 w 248760"/>
                    <a:gd name="textAreaRight" fmla="*/ 253800 w 248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264" name="Google Shape;1951;p92"/>
              <p:cNvGrpSpPr/>
              <p:nvPr/>
            </p:nvGrpSpPr>
            <p:grpSpPr>
              <a:xfrm>
                <a:off x="10546560" y="1648080"/>
                <a:ext cx="1043280" cy="385200"/>
                <a:chOff x="10546560" y="1648080"/>
                <a:chExt cx="1043280" cy="385200"/>
              </a:xfrm>
            </p:grpSpPr>
            <p:sp>
              <p:nvSpPr>
                <p:cNvPr id="1265" name="Google Shape;1952;p92"/>
                <p:cNvSpPr/>
                <p:nvPr/>
              </p:nvSpPr>
              <p:spPr>
                <a:xfrm>
                  <a:off x="10546560" y="1648080"/>
                  <a:ext cx="61560" cy="314280"/>
                </a:xfrm>
                <a:custGeom>
                  <a:avLst/>
                  <a:gdLst>
                    <a:gd name="textAreaLeft" fmla="*/ 0 w 61560"/>
                    <a:gd name="textAreaRight" fmla="*/ 66600 w 61560"/>
                    <a:gd name="textAreaTop" fmla="*/ 0 h 314280"/>
                    <a:gd name="textAreaBottom" fmla="*/ 319320 h 3142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6" name="Google Shape;1953;p92"/>
                <p:cNvSpPr/>
                <p:nvPr/>
              </p:nvSpPr>
              <p:spPr>
                <a:xfrm>
                  <a:off x="10664280" y="1728720"/>
                  <a:ext cx="248760" cy="239040"/>
                </a:xfrm>
                <a:custGeom>
                  <a:avLst/>
                  <a:gdLst>
                    <a:gd name="textAreaLeft" fmla="*/ 0 w 248760"/>
                    <a:gd name="textAreaRight" fmla="*/ 253800 w 248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7" name="Google Shape;1954;p92"/>
                <p:cNvSpPr/>
                <p:nvPr/>
              </p:nvSpPr>
              <p:spPr>
                <a:xfrm>
                  <a:off x="10955160" y="1728720"/>
                  <a:ext cx="241200" cy="304560"/>
                </a:xfrm>
                <a:custGeom>
                  <a:avLst/>
                  <a:gdLst>
                    <a:gd name="textAreaLeft" fmla="*/ 0 w 241200"/>
                    <a:gd name="textAreaRight" fmla="*/ 246240 w 241200"/>
                    <a:gd name="textAreaTop" fmla="*/ 0 h 304560"/>
                    <a:gd name="textAreaBottom" fmla="*/ 309600 h 3045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8" name="Google Shape;1955;p92"/>
                <p:cNvSpPr/>
                <p:nvPr/>
              </p:nvSpPr>
              <p:spPr>
                <a:xfrm>
                  <a:off x="11262240" y="1648440"/>
                  <a:ext cx="65160" cy="314280"/>
                </a:xfrm>
                <a:custGeom>
                  <a:avLst/>
                  <a:gdLst>
                    <a:gd name="textAreaLeft" fmla="*/ 0 w 65160"/>
                    <a:gd name="textAreaRight" fmla="*/ 70200 w 65160"/>
                    <a:gd name="textAreaTop" fmla="*/ 0 h 314280"/>
                    <a:gd name="textAreaBottom" fmla="*/ 319320 h 3142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9" name="Google Shape;1956;p92"/>
                <p:cNvSpPr/>
                <p:nvPr/>
              </p:nvSpPr>
              <p:spPr>
                <a:xfrm>
                  <a:off x="11379240" y="1730520"/>
                  <a:ext cx="210600" cy="236520"/>
                </a:xfrm>
                <a:custGeom>
                  <a:avLst/>
                  <a:gdLst>
                    <a:gd name="textAreaLeft" fmla="*/ 0 w 210600"/>
                    <a:gd name="textAreaRight" fmla="*/ 215640 w 210600"/>
                    <a:gd name="textAreaTop" fmla="*/ 0 h 236520"/>
                    <a:gd name="textAreaBottom" fmla="*/ 241560 h 2365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70" name="Google Shape;1957;p92"/>
            <p:cNvGrpSpPr/>
            <p:nvPr/>
          </p:nvGrpSpPr>
          <p:grpSpPr>
            <a:xfrm>
              <a:off x="10207440" y="873000"/>
              <a:ext cx="1171800" cy="293760"/>
              <a:chOff x="10207440" y="873000"/>
              <a:chExt cx="1171800" cy="293760"/>
            </a:xfrm>
          </p:grpSpPr>
          <p:sp>
            <p:nvSpPr>
              <p:cNvPr id="1271" name="Google Shape;1958;p92"/>
              <p:cNvSpPr/>
              <p:nvPr/>
            </p:nvSpPr>
            <p:spPr>
              <a:xfrm>
                <a:off x="10207440" y="878040"/>
                <a:ext cx="76680" cy="99000"/>
              </a:xfrm>
              <a:custGeom>
                <a:avLst/>
                <a:gdLst>
                  <a:gd name="textAreaLeft" fmla="*/ 0 w 76680"/>
                  <a:gd name="textAreaRight" fmla="*/ 81720 w 76680"/>
                  <a:gd name="textAreaTop" fmla="*/ 0 h 99000"/>
                  <a:gd name="textAreaBottom" fmla="*/ 104040 h 990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Google Shape;1959;p92"/>
              <p:cNvSpPr/>
              <p:nvPr/>
            </p:nvSpPr>
            <p:spPr>
              <a:xfrm>
                <a:off x="1028556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3" name="Google Shape;1960;p92"/>
              <p:cNvSpPr/>
              <p:nvPr/>
            </p:nvSpPr>
            <p:spPr>
              <a:xfrm>
                <a:off x="10381680" y="87372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4" name="Google Shape;1961;p92"/>
              <p:cNvSpPr/>
              <p:nvPr/>
            </p:nvSpPr>
            <p:spPr>
              <a:xfrm>
                <a:off x="1047924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5" name="Google Shape;1962;p92"/>
              <p:cNvSpPr/>
              <p:nvPr/>
            </p:nvSpPr>
            <p:spPr>
              <a:xfrm>
                <a:off x="1056456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Google Shape;1963;p92"/>
              <p:cNvSpPr/>
              <p:nvPr/>
            </p:nvSpPr>
            <p:spPr>
              <a:xfrm>
                <a:off x="1068372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7" name="Google Shape;1964;p92"/>
              <p:cNvSpPr/>
              <p:nvPr/>
            </p:nvSpPr>
            <p:spPr>
              <a:xfrm>
                <a:off x="1076940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8" name="Google Shape;1965;p92"/>
              <p:cNvSpPr/>
              <p:nvPr/>
            </p:nvSpPr>
            <p:spPr>
              <a:xfrm>
                <a:off x="10888200" y="873000"/>
                <a:ext cx="41400" cy="104040"/>
              </a:xfrm>
              <a:custGeom>
                <a:avLst/>
                <a:gdLst>
                  <a:gd name="textAreaLeft" fmla="*/ 0 w 41400"/>
                  <a:gd name="textAreaRight" fmla="*/ 46440 w 41400"/>
                  <a:gd name="textAreaTop" fmla="*/ 0 h 104040"/>
                  <a:gd name="textAreaBottom" fmla="*/ 109080 h 1040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9" name="Google Shape;1966;p92"/>
              <p:cNvSpPr/>
              <p:nvPr/>
            </p:nvSpPr>
            <p:spPr>
              <a:xfrm>
                <a:off x="1094292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0" name="Google Shape;1967;p92"/>
              <p:cNvSpPr/>
              <p:nvPr/>
            </p:nvSpPr>
            <p:spPr>
              <a:xfrm>
                <a:off x="11043720" y="90396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1" name="Google Shape;1968;p92"/>
              <p:cNvSpPr/>
              <p:nvPr/>
            </p:nvSpPr>
            <p:spPr>
              <a:xfrm>
                <a:off x="11103840" y="903600"/>
                <a:ext cx="111240" cy="73440"/>
              </a:xfrm>
              <a:custGeom>
                <a:avLst/>
                <a:gdLst>
                  <a:gd name="textAreaLeft" fmla="*/ 0 w 111240"/>
                  <a:gd name="textAreaRight" fmla="*/ 116280 w 11124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2" name="Google Shape;1969;p92"/>
              <p:cNvSpPr/>
              <p:nvPr/>
            </p:nvSpPr>
            <p:spPr>
              <a:xfrm>
                <a:off x="1123956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3" name="Google Shape;1970;p92"/>
              <p:cNvSpPr/>
              <p:nvPr/>
            </p:nvSpPr>
            <p:spPr>
              <a:xfrm>
                <a:off x="1132488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4" name="Google Shape;1971;p92"/>
              <p:cNvSpPr/>
              <p:nvPr/>
            </p:nvSpPr>
            <p:spPr>
              <a:xfrm>
                <a:off x="1020816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Google Shape;1972;p92"/>
              <p:cNvSpPr/>
              <p:nvPr/>
            </p:nvSpPr>
            <p:spPr>
              <a:xfrm>
                <a:off x="103068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Google Shape;1973;p92"/>
              <p:cNvSpPr/>
              <p:nvPr/>
            </p:nvSpPr>
            <p:spPr>
              <a:xfrm>
                <a:off x="10438200" y="107028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Google Shape;1974;p92"/>
              <p:cNvSpPr/>
              <p:nvPr/>
            </p:nvSpPr>
            <p:spPr>
              <a:xfrm>
                <a:off x="10530360" y="1069560"/>
                <a:ext cx="72720" cy="9720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97200"/>
                  <a:gd name="textAreaBottom" fmla="*/ 102240 h 972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Google Shape;1975;p92"/>
              <p:cNvSpPr/>
              <p:nvPr/>
            </p:nvSpPr>
            <p:spPr>
              <a:xfrm>
                <a:off x="1062900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Google Shape;1976;p92"/>
              <p:cNvSpPr/>
              <p:nvPr/>
            </p:nvSpPr>
            <p:spPr>
              <a:xfrm>
                <a:off x="106812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Google Shape;1977;p92"/>
              <p:cNvSpPr/>
              <p:nvPr/>
            </p:nvSpPr>
            <p:spPr>
              <a:xfrm>
                <a:off x="10774080" y="1069560"/>
                <a:ext cx="62280" cy="7344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1" name="Google Shape;1978;p92"/>
              <p:cNvSpPr/>
              <p:nvPr/>
            </p:nvSpPr>
            <p:spPr>
              <a:xfrm>
                <a:off x="1086084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2" name="Google Shape;1979;p92"/>
              <p:cNvSpPr/>
              <p:nvPr/>
            </p:nvSpPr>
            <p:spPr>
              <a:xfrm>
                <a:off x="1095948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3" name="Google Shape;1980;p92"/>
              <p:cNvSpPr/>
              <p:nvPr/>
            </p:nvSpPr>
            <p:spPr>
              <a:xfrm>
                <a:off x="1105236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94" name="Google Shape;1981;p92"/>
            <p:cNvGrpSpPr/>
            <p:nvPr/>
          </p:nvGrpSpPr>
          <p:grpSpPr>
            <a:xfrm>
              <a:off x="10113480" y="597240"/>
              <a:ext cx="604440" cy="147600"/>
              <a:chOff x="10113480" y="597240"/>
              <a:chExt cx="604440" cy="147600"/>
            </a:xfrm>
          </p:grpSpPr>
          <p:sp>
            <p:nvSpPr>
              <p:cNvPr id="1295" name="Google Shape;1982;p92"/>
              <p:cNvSpPr/>
              <p:nvPr/>
            </p:nvSpPr>
            <p:spPr>
              <a:xfrm>
                <a:off x="10627560" y="603360"/>
                <a:ext cx="90360" cy="140760"/>
              </a:xfrm>
              <a:custGeom>
                <a:avLst/>
                <a:gdLst>
                  <a:gd name="textAreaLeft" fmla="*/ 0 w 90360"/>
                  <a:gd name="textAreaRight" fmla="*/ 95400 w 90360"/>
                  <a:gd name="textAreaTop" fmla="*/ 0 h 140760"/>
                  <a:gd name="textAreaBottom" fmla="*/ 145800 h 1407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Google Shape;1983;p92"/>
              <p:cNvSpPr/>
              <p:nvPr/>
            </p:nvSpPr>
            <p:spPr>
              <a:xfrm>
                <a:off x="10113480" y="597240"/>
                <a:ext cx="132840" cy="147600"/>
              </a:xfrm>
              <a:custGeom>
                <a:avLst/>
                <a:gdLst>
                  <a:gd name="textAreaLeft" fmla="*/ 0 w 132840"/>
                  <a:gd name="textAreaRight" fmla="*/ 137880 w 132840"/>
                  <a:gd name="textAreaTop" fmla="*/ 0 h 147600"/>
                  <a:gd name="textAreaBottom" fmla="*/ 152640 h 1476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7" name="Google Shape;1984;p92"/>
              <p:cNvSpPr/>
              <p:nvPr/>
            </p:nvSpPr>
            <p:spPr>
              <a:xfrm>
                <a:off x="10246320" y="618480"/>
                <a:ext cx="129240" cy="121680"/>
              </a:xfrm>
              <a:custGeom>
                <a:avLst/>
                <a:gdLst>
                  <a:gd name="textAreaLeft" fmla="*/ 0 w 129240"/>
                  <a:gd name="textAreaRight" fmla="*/ 134280 w 129240"/>
                  <a:gd name="textAreaTop" fmla="*/ 0 h 121680"/>
                  <a:gd name="textAreaBottom" fmla="*/ 126720 h 1216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8" name="Google Shape;1985;p92"/>
              <p:cNvSpPr/>
              <p:nvPr/>
            </p:nvSpPr>
            <p:spPr>
              <a:xfrm>
                <a:off x="10378800" y="619920"/>
                <a:ext cx="120600" cy="118080"/>
              </a:xfrm>
              <a:custGeom>
                <a:avLst/>
                <a:gdLst>
                  <a:gd name="textAreaLeft" fmla="*/ 0 w 120600"/>
                  <a:gd name="textAreaRight" fmla="*/ 125640 w 120600"/>
                  <a:gd name="textAreaTop" fmla="*/ 0 h 118080"/>
                  <a:gd name="textAreaBottom" fmla="*/ 123120 h 1180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Google Shape;1986;p92"/>
              <p:cNvSpPr/>
              <p:nvPr/>
            </p:nvSpPr>
            <p:spPr>
              <a:xfrm>
                <a:off x="10503000" y="619200"/>
                <a:ext cx="121680" cy="120240"/>
              </a:xfrm>
              <a:custGeom>
                <a:avLst/>
                <a:gdLst>
                  <a:gd name="textAreaLeft" fmla="*/ 0 w 121680"/>
                  <a:gd name="textAreaRight" fmla="*/ 126720 w 121680"/>
                  <a:gd name="textAreaTop" fmla="*/ 0 h 120240"/>
                  <a:gd name="textAreaBottom" fmla="*/ 125280 h 1202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476;p86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Google Shape;1477;p86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Google Shape;1478;p86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Google Shape;1479;p86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Google Shape;1480;p86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Google Shape;1481;p86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Google Shape;1482;p86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Google Shape;1483;p86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Google Shape;1484;p86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Google Shape;1485;p86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10" name="Google Shape;1486;p86"/>
          <p:cNvGrpSpPr/>
          <p:nvPr/>
        </p:nvGrpSpPr>
        <p:grpSpPr>
          <a:xfrm>
            <a:off x="731160" y="3086280"/>
            <a:ext cx="6567480" cy="2460600"/>
            <a:chOff x="731160" y="3086280"/>
            <a:chExt cx="6567480" cy="2460600"/>
          </a:xfrm>
        </p:grpSpPr>
        <p:sp>
          <p:nvSpPr>
            <p:cNvPr id="1311" name="Google Shape;1487;p86"/>
            <p:cNvSpPr/>
            <p:nvPr/>
          </p:nvSpPr>
          <p:spPr>
            <a:xfrm>
              <a:off x="1363680" y="3424680"/>
              <a:ext cx="593496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2" name="Google Shape;1488;p86"/>
            <p:cNvSpPr/>
            <p:nvPr/>
          </p:nvSpPr>
          <p:spPr>
            <a:xfrm rot="16200000">
              <a:off x="-248760" y="4066560"/>
              <a:ext cx="2412000" cy="45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3" name="Google Shape;1489;p86"/>
            <p:cNvSpPr/>
            <p:nvPr/>
          </p:nvSpPr>
          <p:spPr>
            <a:xfrm>
              <a:off x="1363680" y="4781520"/>
              <a:ext cx="5934960" cy="76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14" name="Google Shape;1490;p86"/>
          <p:cNvGrpSpPr/>
          <p:nvPr/>
        </p:nvGrpSpPr>
        <p:grpSpPr>
          <a:xfrm>
            <a:off x="755280" y="2845440"/>
            <a:ext cx="688320" cy="687960"/>
            <a:chOff x="755280" y="2845440"/>
            <a:chExt cx="688320" cy="687960"/>
          </a:xfrm>
        </p:grpSpPr>
        <p:sp>
          <p:nvSpPr>
            <p:cNvPr id="1315" name="Google Shape;1491;p86"/>
            <p:cNvSpPr/>
            <p:nvPr/>
          </p:nvSpPr>
          <p:spPr>
            <a:xfrm>
              <a:off x="755280" y="319176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6" name="Google Shape;1492;p86"/>
            <p:cNvSpPr/>
            <p:nvPr/>
          </p:nvSpPr>
          <p:spPr>
            <a:xfrm>
              <a:off x="1101960" y="284544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17" name="Google Shape;1493;p86"/>
          <p:cNvGrpSpPr/>
          <p:nvPr/>
        </p:nvGrpSpPr>
        <p:grpSpPr>
          <a:xfrm>
            <a:off x="6717960" y="5098320"/>
            <a:ext cx="688320" cy="688320"/>
            <a:chOff x="6717960" y="5098320"/>
            <a:chExt cx="688320" cy="688320"/>
          </a:xfrm>
        </p:grpSpPr>
        <p:sp>
          <p:nvSpPr>
            <p:cNvPr id="1318" name="Google Shape;1494;p86"/>
            <p:cNvSpPr/>
            <p:nvPr/>
          </p:nvSpPr>
          <p:spPr>
            <a:xfrm>
              <a:off x="6717960" y="544500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9" name="Google Shape;1495;p86"/>
            <p:cNvSpPr/>
            <p:nvPr/>
          </p:nvSpPr>
          <p:spPr>
            <a:xfrm>
              <a:off x="7064640" y="509832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20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5400" cy="1625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21" name="Google Shape;1497;p86"/>
          <p:cNvGrpSpPr/>
          <p:nvPr/>
        </p:nvGrpSpPr>
        <p:grpSpPr>
          <a:xfrm>
            <a:off x="10113480" y="597240"/>
            <a:ext cx="1476360" cy="1436040"/>
            <a:chOff x="10113480" y="597240"/>
            <a:chExt cx="1476360" cy="1436040"/>
          </a:xfrm>
        </p:grpSpPr>
        <p:grpSp>
          <p:nvGrpSpPr>
            <p:cNvPr id="1322" name="Google Shape;1498;p86"/>
            <p:cNvGrpSpPr/>
            <p:nvPr/>
          </p:nvGrpSpPr>
          <p:grpSpPr>
            <a:xfrm>
              <a:off x="10124640" y="1269360"/>
              <a:ext cx="1465200" cy="763920"/>
              <a:chOff x="10124640" y="1269360"/>
              <a:chExt cx="1465200" cy="763920"/>
            </a:xfrm>
          </p:grpSpPr>
          <p:grpSp>
            <p:nvGrpSpPr>
              <p:cNvPr id="1323" name="Google Shape;1499;p86"/>
              <p:cNvGrpSpPr/>
              <p:nvPr/>
            </p:nvGrpSpPr>
            <p:grpSpPr>
              <a:xfrm>
                <a:off x="10124640" y="1269360"/>
                <a:ext cx="1219680" cy="294840"/>
                <a:chOff x="10124640" y="1269360"/>
                <a:chExt cx="1219680" cy="294840"/>
              </a:xfrm>
            </p:grpSpPr>
            <p:sp>
              <p:nvSpPr>
                <p:cNvPr id="1324" name="Google Shape;1500;p86"/>
                <p:cNvSpPr/>
                <p:nvPr/>
              </p:nvSpPr>
              <p:spPr>
                <a:xfrm>
                  <a:off x="10124640" y="1269360"/>
                  <a:ext cx="144720" cy="293400"/>
                </a:xfrm>
                <a:custGeom>
                  <a:avLst/>
                  <a:gdLst>
                    <a:gd name="textAreaLeft" fmla="*/ 0 w 144720"/>
                    <a:gd name="textAreaRight" fmla="*/ 149760 w 144720"/>
                    <a:gd name="textAreaTop" fmla="*/ 0 h 293400"/>
                    <a:gd name="textAreaBottom" fmla="*/ 298440 h 2934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5" name="Google Shape;1501;p86"/>
                <p:cNvSpPr/>
                <p:nvPr/>
              </p:nvSpPr>
              <p:spPr>
                <a:xfrm>
                  <a:off x="10305360" y="1324800"/>
                  <a:ext cx="225000" cy="239040"/>
                </a:xfrm>
                <a:custGeom>
                  <a:avLst/>
                  <a:gdLst>
                    <a:gd name="textAreaLeft" fmla="*/ 0 w 225000"/>
                    <a:gd name="textAreaRight" fmla="*/ 230040 w 22500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6" name="Google Shape;1502;p86"/>
                <p:cNvSpPr/>
                <p:nvPr/>
              </p:nvSpPr>
              <p:spPr>
                <a:xfrm>
                  <a:off x="10573560" y="1325160"/>
                  <a:ext cx="212760" cy="239040"/>
                </a:xfrm>
                <a:custGeom>
                  <a:avLst/>
                  <a:gdLst>
                    <a:gd name="textAreaLeft" fmla="*/ 0 w 212760"/>
                    <a:gd name="textAreaRight" fmla="*/ 217800 w 212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7" name="Google Shape;1503;p86"/>
                <p:cNvSpPr/>
                <p:nvPr/>
              </p:nvSpPr>
              <p:spPr>
                <a:xfrm>
                  <a:off x="10834560" y="1325160"/>
                  <a:ext cx="209880" cy="233640"/>
                </a:xfrm>
                <a:custGeom>
                  <a:avLst/>
                  <a:gdLst>
                    <a:gd name="textAreaLeft" fmla="*/ 0 w 209880"/>
                    <a:gd name="textAreaRight" fmla="*/ 214920 w 209880"/>
                    <a:gd name="textAreaTop" fmla="*/ 0 h 233640"/>
                    <a:gd name="textAreaBottom" fmla="*/ 238680 h 2336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8" name="Google Shape;1504;p86"/>
                <p:cNvSpPr/>
                <p:nvPr/>
              </p:nvSpPr>
              <p:spPr>
                <a:xfrm>
                  <a:off x="11095560" y="1325160"/>
                  <a:ext cx="248760" cy="239040"/>
                </a:xfrm>
                <a:custGeom>
                  <a:avLst/>
                  <a:gdLst>
                    <a:gd name="textAreaLeft" fmla="*/ 0 w 248760"/>
                    <a:gd name="textAreaRight" fmla="*/ 253800 w 248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329" name="Google Shape;1505;p86"/>
              <p:cNvGrpSpPr/>
              <p:nvPr/>
            </p:nvGrpSpPr>
            <p:grpSpPr>
              <a:xfrm>
                <a:off x="10546560" y="1648080"/>
                <a:ext cx="1043280" cy="385200"/>
                <a:chOff x="10546560" y="1648080"/>
                <a:chExt cx="1043280" cy="385200"/>
              </a:xfrm>
            </p:grpSpPr>
            <p:sp>
              <p:nvSpPr>
                <p:cNvPr id="1330" name="Google Shape;1506;p86"/>
                <p:cNvSpPr/>
                <p:nvPr/>
              </p:nvSpPr>
              <p:spPr>
                <a:xfrm>
                  <a:off x="10546560" y="1648080"/>
                  <a:ext cx="61560" cy="314280"/>
                </a:xfrm>
                <a:custGeom>
                  <a:avLst/>
                  <a:gdLst>
                    <a:gd name="textAreaLeft" fmla="*/ 0 w 61560"/>
                    <a:gd name="textAreaRight" fmla="*/ 66600 w 61560"/>
                    <a:gd name="textAreaTop" fmla="*/ 0 h 314280"/>
                    <a:gd name="textAreaBottom" fmla="*/ 319320 h 3142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1" name="Google Shape;1507;p86"/>
                <p:cNvSpPr/>
                <p:nvPr/>
              </p:nvSpPr>
              <p:spPr>
                <a:xfrm>
                  <a:off x="10664280" y="1728720"/>
                  <a:ext cx="248760" cy="239040"/>
                </a:xfrm>
                <a:custGeom>
                  <a:avLst/>
                  <a:gdLst>
                    <a:gd name="textAreaLeft" fmla="*/ 0 w 248760"/>
                    <a:gd name="textAreaRight" fmla="*/ 253800 w 248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2" name="Google Shape;1508;p86"/>
                <p:cNvSpPr/>
                <p:nvPr/>
              </p:nvSpPr>
              <p:spPr>
                <a:xfrm>
                  <a:off x="10955160" y="1728720"/>
                  <a:ext cx="241200" cy="304560"/>
                </a:xfrm>
                <a:custGeom>
                  <a:avLst/>
                  <a:gdLst>
                    <a:gd name="textAreaLeft" fmla="*/ 0 w 241200"/>
                    <a:gd name="textAreaRight" fmla="*/ 246240 w 241200"/>
                    <a:gd name="textAreaTop" fmla="*/ 0 h 304560"/>
                    <a:gd name="textAreaBottom" fmla="*/ 309600 h 3045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3" name="Google Shape;1509;p86"/>
                <p:cNvSpPr/>
                <p:nvPr/>
              </p:nvSpPr>
              <p:spPr>
                <a:xfrm>
                  <a:off x="11262240" y="1648440"/>
                  <a:ext cx="65160" cy="314280"/>
                </a:xfrm>
                <a:custGeom>
                  <a:avLst/>
                  <a:gdLst>
                    <a:gd name="textAreaLeft" fmla="*/ 0 w 65160"/>
                    <a:gd name="textAreaRight" fmla="*/ 70200 w 65160"/>
                    <a:gd name="textAreaTop" fmla="*/ 0 h 314280"/>
                    <a:gd name="textAreaBottom" fmla="*/ 319320 h 3142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4" name="Google Shape;1510;p86"/>
                <p:cNvSpPr/>
                <p:nvPr/>
              </p:nvSpPr>
              <p:spPr>
                <a:xfrm>
                  <a:off x="11379240" y="1730520"/>
                  <a:ext cx="210600" cy="236520"/>
                </a:xfrm>
                <a:custGeom>
                  <a:avLst/>
                  <a:gdLst>
                    <a:gd name="textAreaLeft" fmla="*/ 0 w 210600"/>
                    <a:gd name="textAreaRight" fmla="*/ 215640 w 210600"/>
                    <a:gd name="textAreaTop" fmla="*/ 0 h 236520"/>
                    <a:gd name="textAreaBottom" fmla="*/ 241560 h 2365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35" name="Google Shape;1511;p86"/>
            <p:cNvGrpSpPr/>
            <p:nvPr/>
          </p:nvGrpSpPr>
          <p:grpSpPr>
            <a:xfrm>
              <a:off x="10207440" y="873000"/>
              <a:ext cx="1171800" cy="293760"/>
              <a:chOff x="10207440" y="873000"/>
              <a:chExt cx="1171800" cy="293760"/>
            </a:xfrm>
          </p:grpSpPr>
          <p:sp>
            <p:nvSpPr>
              <p:cNvPr id="1336" name="Google Shape;1512;p86"/>
              <p:cNvSpPr/>
              <p:nvPr/>
            </p:nvSpPr>
            <p:spPr>
              <a:xfrm>
                <a:off x="10207440" y="878040"/>
                <a:ext cx="76680" cy="99000"/>
              </a:xfrm>
              <a:custGeom>
                <a:avLst/>
                <a:gdLst>
                  <a:gd name="textAreaLeft" fmla="*/ 0 w 76680"/>
                  <a:gd name="textAreaRight" fmla="*/ 81720 w 76680"/>
                  <a:gd name="textAreaTop" fmla="*/ 0 h 99000"/>
                  <a:gd name="textAreaBottom" fmla="*/ 104040 h 990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7" name="Google Shape;1513;p86"/>
              <p:cNvSpPr/>
              <p:nvPr/>
            </p:nvSpPr>
            <p:spPr>
              <a:xfrm>
                <a:off x="1028556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8" name="Google Shape;1514;p86"/>
              <p:cNvSpPr/>
              <p:nvPr/>
            </p:nvSpPr>
            <p:spPr>
              <a:xfrm>
                <a:off x="10381680" y="87372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9" name="Google Shape;1515;p86"/>
              <p:cNvSpPr/>
              <p:nvPr/>
            </p:nvSpPr>
            <p:spPr>
              <a:xfrm>
                <a:off x="1047924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0" name="Google Shape;1516;p86"/>
              <p:cNvSpPr/>
              <p:nvPr/>
            </p:nvSpPr>
            <p:spPr>
              <a:xfrm>
                <a:off x="1056456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1" name="Google Shape;1517;p86"/>
              <p:cNvSpPr/>
              <p:nvPr/>
            </p:nvSpPr>
            <p:spPr>
              <a:xfrm>
                <a:off x="1068372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2" name="Google Shape;1518;p86"/>
              <p:cNvSpPr/>
              <p:nvPr/>
            </p:nvSpPr>
            <p:spPr>
              <a:xfrm>
                <a:off x="1076940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3" name="Google Shape;1519;p86"/>
              <p:cNvSpPr/>
              <p:nvPr/>
            </p:nvSpPr>
            <p:spPr>
              <a:xfrm>
                <a:off x="10888200" y="873000"/>
                <a:ext cx="41400" cy="104040"/>
              </a:xfrm>
              <a:custGeom>
                <a:avLst/>
                <a:gdLst>
                  <a:gd name="textAreaLeft" fmla="*/ 0 w 41400"/>
                  <a:gd name="textAreaRight" fmla="*/ 46440 w 41400"/>
                  <a:gd name="textAreaTop" fmla="*/ 0 h 104040"/>
                  <a:gd name="textAreaBottom" fmla="*/ 109080 h 1040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4" name="Google Shape;1520;p86"/>
              <p:cNvSpPr/>
              <p:nvPr/>
            </p:nvSpPr>
            <p:spPr>
              <a:xfrm>
                <a:off x="1094292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5" name="Google Shape;1521;p86"/>
              <p:cNvSpPr/>
              <p:nvPr/>
            </p:nvSpPr>
            <p:spPr>
              <a:xfrm>
                <a:off x="11043720" y="90396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6" name="Google Shape;1522;p86"/>
              <p:cNvSpPr/>
              <p:nvPr/>
            </p:nvSpPr>
            <p:spPr>
              <a:xfrm>
                <a:off x="11103840" y="903600"/>
                <a:ext cx="111240" cy="73440"/>
              </a:xfrm>
              <a:custGeom>
                <a:avLst/>
                <a:gdLst>
                  <a:gd name="textAreaLeft" fmla="*/ 0 w 111240"/>
                  <a:gd name="textAreaRight" fmla="*/ 116280 w 11124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7" name="Google Shape;1523;p86"/>
              <p:cNvSpPr/>
              <p:nvPr/>
            </p:nvSpPr>
            <p:spPr>
              <a:xfrm>
                <a:off x="1123956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8" name="Google Shape;1524;p86"/>
              <p:cNvSpPr/>
              <p:nvPr/>
            </p:nvSpPr>
            <p:spPr>
              <a:xfrm>
                <a:off x="1132488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9" name="Google Shape;1525;p86"/>
              <p:cNvSpPr/>
              <p:nvPr/>
            </p:nvSpPr>
            <p:spPr>
              <a:xfrm>
                <a:off x="1020816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0" name="Google Shape;1526;p86"/>
              <p:cNvSpPr/>
              <p:nvPr/>
            </p:nvSpPr>
            <p:spPr>
              <a:xfrm>
                <a:off x="103068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1" name="Google Shape;1527;p86"/>
              <p:cNvSpPr/>
              <p:nvPr/>
            </p:nvSpPr>
            <p:spPr>
              <a:xfrm>
                <a:off x="10438200" y="107028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2" name="Google Shape;1528;p86"/>
              <p:cNvSpPr/>
              <p:nvPr/>
            </p:nvSpPr>
            <p:spPr>
              <a:xfrm>
                <a:off x="10530360" y="1069560"/>
                <a:ext cx="72720" cy="9720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97200"/>
                  <a:gd name="textAreaBottom" fmla="*/ 102240 h 972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3" name="Google Shape;1529;p86"/>
              <p:cNvSpPr/>
              <p:nvPr/>
            </p:nvSpPr>
            <p:spPr>
              <a:xfrm>
                <a:off x="1062900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4" name="Google Shape;1530;p86"/>
              <p:cNvSpPr/>
              <p:nvPr/>
            </p:nvSpPr>
            <p:spPr>
              <a:xfrm>
                <a:off x="106812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5" name="Google Shape;1531;p86"/>
              <p:cNvSpPr/>
              <p:nvPr/>
            </p:nvSpPr>
            <p:spPr>
              <a:xfrm>
                <a:off x="10774080" y="1069560"/>
                <a:ext cx="62280" cy="7344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6" name="Google Shape;1532;p86"/>
              <p:cNvSpPr/>
              <p:nvPr/>
            </p:nvSpPr>
            <p:spPr>
              <a:xfrm>
                <a:off x="1086084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7" name="Google Shape;1533;p86"/>
              <p:cNvSpPr/>
              <p:nvPr/>
            </p:nvSpPr>
            <p:spPr>
              <a:xfrm>
                <a:off x="1095948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8" name="Google Shape;1534;p86"/>
              <p:cNvSpPr/>
              <p:nvPr/>
            </p:nvSpPr>
            <p:spPr>
              <a:xfrm>
                <a:off x="1105236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59" name="Google Shape;1535;p86"/>
            <p:cNvGrpSpPr/>
            <p:nvPr/>
          </p:nvGrpSpPr>
          <p:grpSpPr>
            <a:xfrm>
              <a:off x="10113480" y="597240"/>
              <a:ext cx="604440" cy="147600"/>
              <a:chOff x="10113480" y="597240"/>
              <a:chExt cx="604440" cy="147600"/>
            </a:xfrm>
          </p:grpSpPr>
          <p:sp>
            <p:nvSpPr>
              <p:cNvPr id="1360" name="Google Shape;1536;p86"/>
              <p:cNvSpPr/>
              <p:nvPr/>
            </p:nvSpPr>
            <p:spPr>
              <a:xfrm>
                <a:off x="10627560" y="603360"/>
                <a:ext cx="90360" cy="140760"/>
              </a:xfrm>
              <a:custGeom>
                <a:avLst/>
                <a:gdLst>
                  <a:gd name="textAreaLeft" fmla="*/ 0 w 90360"/>
                  <a:gd name="textAreaRight" fmla="*/ 95400 w 90360"/>
                  <a:gd name="textAreaTop" fmla="*/ 0 h 140760"/>
                  <a:gd name="textAreaBottom" fmla="*/ 145800 h 1407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1" name="Google Shape;1537;p86"/>
              <p:cNvSpPr/>
              <p:nvPr/>
            </p:nvSpPr>
            <p:spPr>
              <a:xfrm>
                <a:off x="10113480" y="597240"/>
                <a:ext cx="132840" cy="147600"/>
              </a:xfrm>
              <a:custGeom>
                <a:avLst/>
                <a:gdLst>
                  <a:gd name="textAreaLeft" fmla="*/ 0 w 132840"/>
                  <a:gd name="textAreaRight" fmla="*/ 137880 w 132840"/>
                  <a:gd name="textAreaTop" fmla="*/ 0 h 147600"/>
                  <a:gd name="textAreaBottom" fmla="*/ 152640 h 1476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2" name="Google Shape;1538;p86"/>
              <p:cNvSpPr/>
              <p:nvPr/>
            </p:nvSpPr>
            <p:spPr>
              <a:xfrm>
                <a:off x="10246320" y="618480"/>
                <a:ext cx="129240" cy="121680"/>
              </a:xfrm>
              <a:custGeom>
                <a:avLst/>
                <a:gdLst>
                  <a:gd name="textAreaLeft" fmla="*/ 0 w 129240"/>
                  <a:gd name="textAreaRight" fmla="*/ 134280 w 129240"/>
                  <a:gd name="textAreaTop" fmla="*/ 0 h 121680"/>
                  <a:gd name="textAreaBottom" fmla="*/ 126720 h 1216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3" name="Google Shape;1539;p86"/>
              <p:cNvSpPr/>
              <p:nvPr/>
            </p:nvSpPr>
            <p:spPr>
              <a:xfrm>
                <a:off x="10378800" y="619920"/>
                <a:ext cx="120600" cy="118080"/>
              </a:xfrm>
              <a:custGeom>
                <a:avLst/>
                <a:gdLst>
                  <a:gd name="textAreaLeft" fmla="*/ 0 w 120600"/>
                  <a:gd name="textAreaRight" fmla="*/ 125640 w 120600"/>
                  <a:gd name="textAreaTop" fmla="*/ 0 h 118080"/>
                  <a:gd name="textAreaBottom" fmla="*/ 123120 h 1180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4" name="Google Shape;1540;p86"/>
              <p:cNvSpPr/>
              <p:nvPr/>
            </p:nvSpPr>
            <p:spPr>
              <a:xfrm>
                <a:off x="10503000" y="619200"/>
                <a:ext cx="121680" cy="120240"/>
              </a:xfrm>
              <a:custGeom>
                <a:avLst/>
                <a:gdLst>
                  <a:gd name="textAreaLeft" fmla="*/ 0 w 121680"/>
                  <a:gd name="textAreaRight" fmla="*/ 126720 w 121680"/>
                  <a:gd name="textAreaTop" fmla="*/ 0 h 120240"/>
                  <a:gd name="textAreaBottom" fmla="*/ 125280 h 1202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65" name="Google Shape;1541;p86"/>
          <p:cNvGrpSpPr/>
          <p:nvPr/>
        </p:nvGrpSpPr>
        <p:grpSpPr>
          <a:xfrm>
            <a:off x="770400" y="618480"/>
            <a:ext cx="2592000" cy="374760"/>
            <a:chOff x="770400" y="618480"/>
            <a:chExt cx="2592000" cy="374760"/>
          </a:xfrm>
        </p:grpSpPr>
        <p:sp>
          <p:nvSpPr>
            <p:cNvPr id="1366" name="Google Shape;1542;p86"/>
            <p:cNvSpPr/>
            <p:nvPr/>
          </p:nvSpPr>
          <p:spPr>
            <a:xfrm>
              <a:off x="770400" y="618480"/>
              <a:ext cx="176040" cy="176040"/>
            </a:xfrm>
            <a:custGeom>
              <a:avLst/>
              <a:gdLst>
                <a:gd name="textAreaLeft" fmla="*/ 0 w 176040"/>
                <a:gd name="textAreaRight" fmla="*/ 181080 w 176040"/>
                <a:gd name="textAreaTop" fmla="*/ 0 h 176040"/>
                <a:gd name="textAreaBottom" fmla="*/ 181080 h 1760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7" name="Google Shape;1543;p86"/>
            <p:cNvSpPr/>
            <p:nvPr/>
          </p:nvSpPr>
          <p:spPr>
            <a:xfrm>
              <a:off x="969120" y="618480"/>
              <a:ext cx="176040" cy="176040"/>
            </a:xfrm>
            <a:custGeom>
              <a:avLst/>
              <a:gdLst>
                <a:gd name="textAreaLeft" fmla="*/ 0 w 176040"/>
                <a:gd name="textAreaRight" fmla="*/ 181080 w 176040"/>
                <a:gd name="textAreaTop" fmla="*/ 0 h 176040"/>
                <a:gd name="textAreaBottom" fmla="*/ 181080 h 1760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Google Shape;1544;p86"/>
            <p:cNvSpPr/>
            <p:nvPr/>
          </p:nvSpPr>
          <p:spPr>
            <a:xfrm>
              <a:off x="770400" y="817200"/>
              <a:ext cx="176040" cy="176040"/>
            </a:xfrm>
            <a:custGeom>
              <a:avLst/>
              <a:gdLst>
                <a:gd name="textAreaLeft" fmla="*/ 0 w 176040"/>
                <a:gd name="textAreaRight" fmla="*/ 181080 w 176040"/>
                <a:gd name="textAreaTop" fmla="*/ 0 h 176040"/>
                <a:gd name="textAreaBottom" fmla="*/ 181080 h 1760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Google Shape;1545;p86"/>
            <p:cNvSpPr/>
            <p:nvPr/>
          </p:nvSpPr>
          <p:spPr>
            <a:xfrm>
              <a:off x="969120" y="817200"/>
              <a:ext cx="176040" cy="176040"/>
            </a:xfrm>
            <a:custGeom>
              <a:avLst/>
              <a:gdLst>
                <a:gd name="textAreaLeft" fmla="*/ 0 w 176040"/>
                <a:gd name="textAreaRight" fmla="*/ 181080 w 176040"/>
                <a:gd name="textAreaTop" fmla="*/ 0 h 176040"/>
                <a:gd name="textAreaBottom" fmla="*/ 181080 h 1760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70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5640" cy="2210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1760" cy="9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2" name="Google Shape;99;p51"/>
          <p:cNvSpPr/>
          <p:nvPr/>
        </p:nvSpPr>
        <p:spPr>
          <a:xfrm>
            <a:off x="-65160" y="0"/>
            <a:ext cx="2727000" cy="4784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Google Shape;100;p51"/>
          <p:cNvSpPr/>
          <p:nvPr/>
        </p:nvSpPr>
        <p:spPr>
          <a:xfrm flipH="1">
            <a:off x="7615080" y="-2880"/>
            <a:ext cx="4632120" cy="4784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4" name="Google Shape;101;p51"/>
          <p:cNvSpPr/>
          <p:nvPr/>
        </p:nvSpPr>
        <p:spPr>
          <a:xfrm>
            <a:off x="2362320" y="0"/>
            <a:ext cx="5652720" cy="4784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5" name="Google Shape;102;p51"/>
          <p:cNvSpPr/>
          <p:nvPr/>
        </p:nvSpPr>
        <p:spPr>
          <a:xfrm flipH="1" rot="10800000">
            <a:off x="5630400" y="5934600"/>
            <a:ext cx="6621480" cy="941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6" name="Google Shape;103;p51"/>
          <p:cNvSpPr/>
          <p:nvPr/>
        </p:nvSpPr>
        <p:spPr>
          <a:xfrm rot="10800000">
            <a:off x="-60120" y="5937840"/>
            <a:ext cx="8080200" cy="941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7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8" name="Google Shape;105;p51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9" name="Google Shape;106;p51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0" name="Google Shape;107;p51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1" name="Google Shape;108;p51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2" name="Google Shape;109;p51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Google Shape;110;p51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Google Shape;111;p51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Google Shape;112;p51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Google Shape;113;p51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Google Shape;114;p51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788;p72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1" name="Google Shape;789;p72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2" name="Google Shape;790;p72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3" name="Google Shape;791;p72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4" name="Google Shape;792;p72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Google Shape;793;p72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Google Shape;794;p72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Google Shape;795;p72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Google Shape;796;p72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Google Shape;797;p72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Google Shape;798;p72"/>
          <p:cNvSpPr/>
          <p:nvPr/>
        </p:nvSpPr>
        <p:spPr>
          <a:xfrm>
            <a:off x="1440" y="0"/>
            <a:ext cx="4736880" cy="6852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1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1120" cy="428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2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3760" cy="20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1760" cy="9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6" name="Google Shape;224;p54"/>
          <p:cNvSpPr/>
          <p:nvPr/>
        </p:nvSpPr>
        <p:spPr>
          <a:xfrm>
            <a:off x="-65160" y="0"/>
            <a:ext cx="2727000" cy="2077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Google Shape;225;p54"/>
          <p:cNvSpPr/>
          <p:nvPr/>
        </p:nvSpPr>
        <p:spPr>
          <a:xfrm flipH="1">
            <a:off x="7615080" y="-2880"/>
            <a:ext cx="4632120" cy="2077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8" name="Google Shape;226;p54"/>
          <p:cNvSpPr/>
          <p:nvPr/>
        </p:nvSpPr>
        <p:spPr>
          <a:xfrm>
            <a:off x="2362320" y="0"/>
            <a:ext cx="5652720" cy="2077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Google Shape;227;p54"/>
          <p:cNvSpPr/>
          <p:nvPr/>
        </p:nvSpPr>
        <p:spPr>
          <a:xfrm flipH="1" rot="10800000">
            <a:off x="5630400" y="5934600"/>
            <a:ext cx="6621480" cy="941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0" name="Google Shape;228;p54"/>
          <p:cNvSpPr/>
          <p:nvPr/>
        </p:nvSpPr>
        <p:spPr>
          <a:xfrm rot="10800000">
            <a:off x="-60120" y="5937840"/>
            <a:ext cx="8080200" cy="941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1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2" name="Google Shape;230;p54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3" name="Google Shape;231;p54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4" name="Google Shape;232;p54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5" name="Google Shape;233;p54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6" name="Google Shape;234;p54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Google Shape;235;p54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Google Shape;236;p54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Google Shape;237;p54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Google Shape;238;p54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Google Shape;239;p54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788;p72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5" name="Google Shape;789;p72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6" name="Google Shape;790;p72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7" name="Google Shape;791;p72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8" name="Google Shape;792;p72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Google Shape;793;p72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Google Shape;794;p72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Google Shape;795;p72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Google Shape;796;p72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Google Shape;797;p72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4" name="Google Shape;798;p72"/>
          <p:cNvSpPr/>
          <p:nvPr/>
        </p:nvSpPr>
        <p:spPr>
          <a:xfrm>
            <a:off x="1440" y="0"/>
            <a:ext cx="4736880" cy="6852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5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1120" cy="428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6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3760" cy="200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259;p56"/>
          <p:cNvSpPr/>
          <p:nvPr/>
        </p:nvSpPr>
        <p:spPr>
          <a:xfrm>
            <a:off x="-103320" y="-50760"/>
            <a:ext cx="762480" cy="6954480"/>
          </a:xfrm>
          <a:custGeom>
            <a:avLst/>
            <a:gdLst>
              <a:gd name="textAreaLeft" fmla="*/ 0 w 762480"/>
              <a:gd name="textAreaRight" fmla="*/ 767520 w 762480"/>
              <a:gd name="textAreaTop" fmla="*/ 0 h 6954480"/>
              <a:gd name="textAreaBottom" fmla="*/ 6959520 h 695448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Google Shape;260;p56"/>
          <p:cNvSpPr/>
          <p:nvPr/>
        </p:nvSpPr>
        <p:spPr>
          <a:xfrm>
            <a:off x="664560" y="-50760"/>
            <a:ext cx="3884400" cy="6954480"/>
          </a:xfrm>
          <a:custGeom>
            <a:avLst/>
            <a:gdLst>
              <a:gd name="textAreaLeft" fmla="*/ 0 w 3884400"/>
              <a:gd name="textAreaRight" fmla="*/ 3889440 w 3884400"/>
              <a:gd name="textAreaTop" fmla="*/ 0 h 6954480"/>
              <a:gd name="textAreaBottom" fmla="*/ 6959520 h 695448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1" name="Google Shape;261;p56"/>
          <p:cNvSpPr/>
          <p:nvPr/>
        </p:nvSpPr>
        <p:spPr>
          <a:xfrm>
            <a:off x="3718080" y="370728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2" name="Google Shape;262;p56"/>
          <p:cNvSpPr/>
          <p:nvPr/>
        </p:nvSpPr>
        <p:spPr>
          <a:xfrm>
            <a:off x="4136760" y="370728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Google Shape;263;p56"/>
          <p:cNvSpPr/>
          <p:nvPr/>
        </p:nvSpPr>
        <p:spPr>
          <a:xfrm>
            <a:off x="4555800" y="370728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4" name="Google Shape;264;p56"/>
          <p:cNvSpPr/>
          <p:nvPr/>
        </p:nvSpPr>
        <p:spPr>
          <a:xfrm rot="10800000">
            <a:off x="4979520" y="3706920"/>
            <a:ext cx="6930360" cy="414000"/>
          </a:xfrm>
          <a:custGeom>
            <a:avLst/>
            <a:gdLst>
              <a:gd name="textAreaLeft" fmla="*/ 0 w 6930360"/>
              <a:gd name="textAreaRight" fmla="*/ 6935400 w 693036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5" name="Google Shape;265;p56"/>
          <p:cNvSpPr/>
          <p:nvPr/>
        </p:nvSpPr>
        <p:spPr>
          <a:xfrm rot="10800000">
            <a:off x="5398560" y="4125960"/>
            <a:ext cx="6404760" cy="414000"/>
          </a:xfrm>
          <a:custGeom>
            <a:avLst/>
            <a:gdLst>
              <a:gd name="textAreaLeft" fmla="*/ 0 w 6404760"/>
              <a:gd name="textAreaRight" fmla="*/ 6409800 w 640476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6" name="Google Shape;266;p56"/>
          <p:cNvSpPr/>
          <p:nvPr/>
        </p:nvSpPr>
        <p:spPr>
          <a:xfrm rot="10800000">
            <a:off x="5817240" y="4549680"/>
            <a:ext cx="5844960" cy="414000"/>
          </a:xfrm>
          <a:custGeom>
            <a:avLst/>
            <a:gdLst>
              <a:gd name="textAreaLeft" fmla="*/ 0 w 5844960"/>
              <a:gd name="textAreaRight" fmla="*/ 5850000 w 584496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7" name="Google Shape;267;p56"/>
          <p:cNvSpPr/>
          <p:nvPr/>
        </p:nvSpPr>
        <p:spPr>
          <a:xfrm rot="10800000">
            <a:off x="5398560" y="4963680"/>
            <a:ext cx="6404760" cy="414000"/>
          </a:xfrm>
          <a:custGeom>
            <a:avLst/>
            <a:gdLst>
              <a:gd name="textAreaLeft" fmla="*/ 0 w 6404760"/>
              <a:gd name="textAreaRight" fmla="*/ 6409800 w 640476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8" name="Google Shape;268;p56"/>
          <p:cNvSpPr/>
          <p:nvPr/>
        </p:nvSpPr>
        <p:spPr>
          <a:xfrm rot="10800000">
            <a:off x="4979520" y="5382360"/>
            <a:ext cx="6747480" cy="414000"/>
          </a:xfrm>
          <a:custGeom>
            <a:avLst/>
            <a:gdLst>
              <a:gd name="textAreaLeft" fmla="*/ 0 w 6747480"/>
              <a:gd name="textAreaRight" fmla="*/ 6752520 w 674748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9" name="Google Shape;269;p56"/>
          <p:cNvSpPr/>
          <p:nvPr/>
        </p:nvSpPr>
        <p:spPr>
          <a:xfrm rot="10800000">
            <a:off x="5398560" y="5801400"/>
            <a:ext cx="6404760" cy="414000"/>
          </a:xfrm>
          <a:custGeom>
            <a:avLst/>
            <a:gdLst>
              <a:gd name="textAreaLeft" fmla="*/ 0 w 6404760"/>
              <a:gd name="textAreaRight" fmla="*/ 6409800 w 640476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0" name="Google Shape;270;p56"/>
          <p:cNvSpPr/>
          <p:nvPr/>
        </p:nvSpPr>
        <p:spPr>
          <a:xfrm>
            <a:off x="3299040" y="412596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1" name="Google Shape;271;p56"/>
          <p:cNvSpPr/>
          <p:nvPr/>
        </p:nvSpPr>
        <p:spPr>
          <a:xfrm>
            <a:off x="3718080" y="412596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2" name="Google Shape;272;p56"/>
          <p:cNvSpPr/>
          <p:nvPr/>
        </p:nvSpPr>
        <p:spPr>
          <a:xfrm>
            <a:off x="4136760" y="412596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3" name="Google Shape;273;p56"/>
          <p:cNvSpPr/>
          <p:nvPr/>
        </p:nvSpPr>
        <p:spPr>
          <a:xfrm>
            <a:off x="4974480" y="412596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4" name="Google Shape;274;p56"/>
          <p:cNvSpPr/>
          <p:nvPr/>
        </p:nvSpPr>
        <p:spPr>
          <a:xfrm>
            <a:off x="2880360" y="454500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5" name="Google Shape;275;p56"/>
          <p:cNvSpPr/>
          <p:nvPr/>
        </p:nvSpPr>
        <p:spPr>
          <a:xfrm>
            <a:off x="3299040" y="454500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6" name="Google Shape;276;p56"/>
          <p:cNvSpPr/>
          <p:nvPr/>
        </p:nvSpPr>
        <p:spPr>
          <a:xfrm>
            <a:off x="3718080" y="454500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7" name="Google Shape;277;p56"/>
          <p:cNvSpPr/>
          <p:nvPr/>
        </p:nvSpPr>
        <p:spPr>
          <a:xfrm>
            <a:off x="4136760" y="454500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8" name="Google Shape;278;p56"/>
          <p:cNvSpPr/>
          <p:nvPr/>
        </p:nvSpPr>
        <p:spPr>
          <a:xfrm>
            <a:off x="5393520" y="454500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9" name="Google Shape;279;p56"/>
          <p:cNvSpPr/>
          <p:nvPr/>
        </p:nvSpPr>
        <p:spPr>
          <a:xfrm>
            <a:off x="2880360" y="496368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0" name="Google Shape;280;p56"/>
          <p:cNvSpPr/>
          <p:nvPr/>
        </p:nvSpPr>
        <p:spPr>
          <a:xfrm>
            <a:off x="3299040" y="496368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1" name="Google Shape;281;p56"/>
          <p:cNvSpPr/>
          <p:nvPr/>
        </p:nvSpPr>
        <p:spPr>
          <a:xfrm>
            <a:off x="3718080" y="496368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2" name="Google Shape;282;p56"/>
          <p:cNvSpPr/>
          <p:nvPr/>
        </p:nvSpPr>
        <p:spPr>
          <a:xfrm>
            <a:off x="4136760" y="496368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3" name="Google Shape;283;p56"/>
          <p:cNvSpPr/>
          <p:nvPr/>
        </p:nvSpPr>
        <p:spPr>
          <a:xfrm>
            <a:off x="4974480" y="496368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4" name="Google Shape;284;p56"/>
          <p:cNvSpPr/>
          <p:nvPr/>
        </p:nvSpPr>
        <p:spPr>
          <a:xfrm>
            <a:off x="3299040" y="538272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5" name="Google Shape;285;p56"/>
          <p:cNvSpPr/>
          <p:nvPr/>
        </p:nvSpPr>
        <p:spPr>
          <a:xfrm>
            <a:off x="3718080" y="538272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6" name="Google Shape;286;p56"/>
          <p:cNvSpPr/>
          <p:nvPr/>
        </p:nvSpPr>
        <p:spPr>
          <a:xfrm>
            <a:off x="4136760" y="538272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7" name="Google Shape;287;p56"/>
          <p:cNvSpPr/>
          <p:nvPr/>
        </p:nvSpPr>
        <p:spPr>
          <a:xfrm>
            <a:off x="4555800" y="538272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8" name="Google Shape;288;p56"/>
          <p:cNvSpPr/>
          <p:nvPr/>
        </p:nvSpPr>
        <p:spPr>
          <a:xfrm>
            <a:off x="3718080" y="580140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9" name="Google Shape;289;p56"/>
          <p:cNvSpPr/>
          <p:nvPr/>
        </p:nvSpPr>
        <p:spPr>
          <a:xfrm>
            <a:off x="4136760" y="580140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0" name="Google Shape;290;p56"/>
          <p:cNvSpPr/>
          <p:nvPr/>
        </p:nvSpPr>
        <p:spPr>
          <a:xfrm>
            <a:off x="4974480" y="5801400"/>
            <a:ext cx="414000" cy="414000"/>
          </a:xfrm>
          <a:custGeom>
            <a:avLst/>
            <a:gdLst>
              <a:gd name="textAreaLeft" fmla="*/ 0 w 414000"/>
              <a:gd name="textAreaRight" fmla="*/ 419040 w 414000"/>
              <a:gd name="textAreaTop" fmla="*/ 0 h 414000"/>
              <a:gd name="textAreaBottom" fmla="*/ 419040 h 41400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1" name="Google Shape;291;p56"/>
          <p:cNvSpPr/>
          <p:nvPr/>
        </p:nvSpPr>
        <p:spPr>
          <a:xfrm rot="16200000">
            <a:off x="3036240" y="4494240"/>
            <a:ext cx="2266920" cy="70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2" name="Google Shape;292;p56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3" name="Google Shape;293;p56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4" name="Google Shape;294;p56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5" name="Google Shape;295;p56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6" name="Google Shape;296;p56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Google Shape;297;p56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Google Shape;298;p56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Google Shape;299;p56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Google Shape;300;p56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Google Shape;301;p56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2" name="Google Shape;302;p56"/>
          <p:cNvSpPr/>
          <p:nvPr/>
        </p:nvSpPr>
        <p:spPr>
          <a:xfrm rot="10800000">
            <a:off x="11607480" y="-45720"/>
            <a:ext cx="685800" cy="6954480"/>
          </a:xfrm>
          <a:custGeom>
            <a:avLst/>
            <a:gdLst>
              <a:gd name="textAreaLeft" fmla="*/ 0 w 685800"/>
              <a:gd name="textAreaRight" fmla="*/ 690840 w 685800"/>
              <a:gd name="textAreaTop" fmla="*/ 0 h 6954480"/>
              <a:gd name="textAreaBottom" fmla="*/ 6959520 h 695448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5" name="Google Shape;1300;p83"/>
          <p:cNvGrpSpPr/>
          <p:nvPr/>
        </p:nvGrpSpPr>
        <p:grpSpPr>
          <a:xfrm>
            <a:off x="795240" y="2890800"/>
            <a:ext cx="3669120" cy="3103920"/>
            <a:chOff x="795240" y="2890800"/>
            <a:chExt cx="3669120" cy="3103920"/>
          </a:xfrm>
        </p:grpSpPr>
        <p:sp>
          <p:nvSpPr>
            <p:cNvPr id="1486" name="Google Shape;1301;p83"/>
            <p:cNvSpPr/>
            <p:nvPr/>
          </p:nvSpPr>
          <p:spPr>
            <a:xfrm>
              <a:off x="795240" y="4303800"/>
              <a:ext cx="560160" cy="169092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690920"/>
                <a:gd name="textAreaBottom" fmla="*/ 1695960 h 16909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7" name="Google Shape;1302;p83"/>
            <p:cNvSpPr/>
            <p:nvPr/>
          </p:nvSpPr>
          <p:spPr>
            <a:xfrm>
              <a:off x="3904200" y="3738600"/>
              <a:ext cx="560160" cy="112536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8" name="Google Shape;1303;p83"/>
            <p:cNvSpPr/>
            <p:nvPr/>
          </p:nvSpPr>
          <p:spPr>
            <a:xfrm>
              <a:off x="4186800" y="543456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9" name="Google Shape;1304;p83"/>
            <p:cNvSpPr/>
            <p:nvPr/>
          </p:nvSpPr>
          <p:spPr>
            <a:xfrm>
              <a:off x="2490840" y="317340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0" name="Google Shape;1305;p83"/>
            <p:cNvSpPr/>
            <p:nvPr/>
          </p:nvSpPr>
          <p:spPr>
            <a:xfrm>
              <a:off x="1360440" y="2890800"/>
              <a:ext cx="1125360" cy="1125360"/>
            </a:xfrm>
            <a:custGeom>
              <a:avLst/>
              <a:gdLst>
                <a:gd name="textAreaLeft" fmla="*/ 0 w 1125360"/>
                <a:gd name="textAreaRight" fmla="*/ 1130400 w 11253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1" name="Google Shape;1306;p83"/>
            <p:cNvSpPr/>
            <p:nvPr/>
          </p:nvSpPr>
          <p:spPr>
            <a:xfrm>
              <a:off x="1925640" y="4303800"/>
              <a:ext cx="1407960" cy="1407960"/>
            </a:xfrm>
            <a:custGeom>
              <a:avLst/>
              <a:gdLst>
                <a:gd name="textAreaLeft" fmla="*/ 0 w 1407960"/>
                <a:gd name="textAreaRight" fmla="*/ 1413000 w 1407960"/>
                <a:gd name="textAreaTop" fmla="*/ 0 h 1407960"/>
                <a:gd name="textAreaBottom" fmla="*/ 1413000 h 14079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2" name="Google Shape;1307;p83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3" name="Google Shape;1308;p83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4" name="Google Shape;1309;p83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5" name="Google Shape;1310;p83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6" name="Google Shape;1311;p83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Google Shape;1312;p83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Google Shape;1313;p83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Google Shape;1314;p83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Google Shape;1315;p83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Google Shape;1316;p83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02" name="Google Shape;1317;p83"/>
          <p:cNvGrpSpPr/>
          <p:nvPr/>
        </p:nvGrpSpPr>
        <p:grpSpPr>
          <a:xfrm>
            <a:off x="-2185920" y="0"/>
            <a:ext cx="927360" cy="6852960"/>
            <a:chOff x="-2185920" y="0"/>
            <a:chExt cx="927360" cy="6852960"/>
          </a:xfrm>
        </p:grpSpPr>
        <p:sp>
          <p:nvSpPr>
            <p:cNvPr id="1503" name="Google Shape;1318;p83"/>
            <p:cNvSpPr/>
            <p:nvPr/>
          </p:nvSpPr>
          <p:spPr>
            <a:xfrm>
              <a:off x="-2185920" y="0"/>
              <a:ext cx="312480" cy="68529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4" name="Google Shape;1319;p83"/>
            <p:cNvSpPr/>
            <p:nvPr/>
          </p:nvSpPr>
          <p:spPr>
            <a:xfrm>
              <a:off x="-2185920" y="0"/>
              <a:ext cx="312480" cy="24840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5" name="Google Shape;1320;p83"/>
            <p:cNvSpPr/>
            <p:nvPr/>
          </p:nvSpPr>
          <p:spPr>
            <a:xfrm>
              <a:off x="-1881720" y="0"/>
              <a:ext cx="312480" cy="68529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6" name="Google Shape;1321;p83"/>
            <p:cNvSpPr/>
            <p:nvPr/>
          </p:nvSpPr>
          <p:spPr>
            <a:xfrm>
              <a:off x="-1881720" y="4368960"/>
              <a:ext cx="312480" cy="248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7" name="Google Shape;1322;p83"/>
            <p:cNvSpPr/>
            <p:nvPr/>
          </p:nvSpPr>
          <p:spPr>
            <a:xfrm>
              <a:off x="-1571040" y="0"/>
              <a:ext cx="312480" cy="68529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8" name="Google Shape;1323;p83"/>
            <p:cNvSpPr/>
            <p:nvPr/>
          </p:nvSpPr>
          <p:spPr>
            <a:xfrm>
              <a:off x="-1571040" y="0"/>
              <a:ext cx="312480" cy="24840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9" name="Google Shape;1324;p83"/>
          <p:cNvGrpSpPr/>
          <p:nvPr/>
        </p:nvGrpSpPr>
        <p:grpSpPr>
          <a:xfrm>
            <a:off x="9761760" y="5104080"/>
            <a:ext cx="1393200" cy="989640"/>
            <a:chOff x="9761760" y="5104080"/>
            <a:chExt cx="1393200" cy="989640"/>
          </a:xfrm>
        </p:grpSpPr>
        <p:grpSp>
          <p:nvGrpSpPr>
            <p:cNvPr id="1510" name="Google Shape;1325;p83"/>
            <p:cNvGrpSpPr/>
            <p:nvPr/>
          </p:nvGrpSpPr>
          <p:grpSpPr>
            <a:xfrm>
              <a:off x="9761760" y="5367240"/>
              <a:ext cx="1393200" cy="726480"/>
              <a:chOff x="9761760" y="5367240"/>
              <a:chExt cx="1393200" cy="726480"/>
            </a:xfrm>
          </p:grpSpPr>
          <p:grpSp>
            <p:nvGrpSpPr>
              <p:cNvPr id="1511" name="Google Shape;1326;p83"/>
              <p:cNvGrpSpPr/>
              <p:nvPr/>
            </p:nvGrpSpPr>
            <p:grpSpPr>
              <a:xfrm>
                <a:off x="9761760" y="5367240"/>
                <a:ext cx="1159560" cy="280080"/>
                <a:chOff x="9761760" y="5367240"/>
                <a:chExt cx="1159560" cy="280080"/>
              </a:xfrm>
            </p:grpSpPr>
            <p:sp>
              <p:nvSpPr>
                <p:cNvPr id="1512" name="Google Shape;1327;p83"/>
                <p:cNvSpPr/>
                <p:nvPr/>
              </p:nvSpPr>
              <p:spPr>
                <a:xfrm>
                  <a:off x="9761760" y="5367240"/>
                  <a:ext cx="137160" cy="278640"/>
                </a:xfrm>
                <a:custGeom>
                  <a:avLst/>
                  <a:gdLst>
                    <a:gd name="textAreaLeft" fmla="*/ 0 w 137160"/>
                    <a:gd name="textAreaRight" fmla="*/ 142200 w 137160"/>
                    <a:gd name="textAreaTop" fmla="*/ 0 h 278640"/>
                    <a:gd name="textAreaBottom" fmla="*/ 283680 h 27864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3" name="Google Shape;1328;p83"/>
                <p:cNvSpPr/>
                <p:nvPr/>
              </p:nvSpPr>
              <p:spPr>
                <a:xfrm>
                  <a:off x="9933480" y="5420160"/>
                  <a:ext cx="213840" cy="227160"/>
                </a:xfrm>
                <a:custGeom>
                  <a:avLst/>
                  <a:gdLst>
                    <a:gd name="textAreaLeft" fmla="*/ 0 w 213840"/>
                    <a:gd name="textAreaRight" fmla="*/ 218880 w 213840"/>
                    <a:gd name="textAreaTop" fmla="*/ 0 h 227160"/>
                    <a:gd name="textAreaBottom" fmla="*/ 232200 h 22716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4" name="Google Shape;1329;p83"/>
                <p:cNvSpPr/>
                <p:nvPr/>
              </p:nvSpPr>
              <p:spPr>
                <a:xfrm>
                  <a:off x="10188360" y="5420160"/>
                  <a:ext cx="201960" cy="227160"/>
                </a:xfrm>
                <a:custGeom>
                  <a:avLst/>
                  <a:gdLst>
                    <a:gd name="textAreaLeft" fmla="*/ 0 w 201960"/>
                    <a:gd name="textAreaRight" fmla="*/ 207000 w 201960"/>
                    <a:gd name="textAreaTop" fmla="*/ 0 h 227160"/>
                    <a:gd name="textAreaBottom" fmla="*/ 232200 h 22716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5" name="Google Shape;1330;p83"/>
                <p:cNvSpPr/>
                <p:nvPr/>
              </p:nvSpPr>
              <p:spPr>
                <a:xfrm>
                  <a:off x="10436760" y="5420160"/>
                  <a:ext cx="199080" cy="222120"/>
                </a:xfrm>
                <a:custGeom>
                  <a:avLst/>
                  <a:gdLst>
                    <a:gd name="textAreaLeft" fmla="*/ 0 w 199080"/>
                    <a:gd name="textAreaRight" fmla="*/ 204120 w 199080"/>
                    <a:gd name="textAreaTop" fmla="*/ 0 h 222120"/>
                    <a:gd name="textAreaBottom" fmla="*/ 227160 h 22212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6" name="Google Shape;1331;p83"/>
                <p:cNvSpPr/>
                <p:nvPr/>
              </p:nvSpPr>
              <p:spPr>
                <a:xfrm>
                  <a:off x="10685160" y="5420160"/>
                  <a:ext cx="236160" cy="227160"/>
                </a:xfrm>
                <a:custGeom>
                  <a:avLst/>
                  <a:gdLst>
                    <a:gd name="textAreaLeft" fmla="*/ 0 w 236160"/>
                    <a:gd name="textAreaRight" fmla="*/ 241200 w 236160"/>
                    <a:gd name="textAreaTop" fmla="*/ 0 h 227160"/>
                    <a:gd name="textAreaBottom" fmla="*/ 232200 h 2271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17" name="Google Shape;1332;p83"/>
              <p:cNvGrpSpPr/>
              <p:nvPr/>
            </p:nvGrpSpPr>
            <p:grpSpPr>
              <a:xfrm>
                <a:off x="10162800" y="5727600"/>
                <a:ext cx="992160" cy="366120"/>
                <a:chOff x="10162800" y="5727600"/>
                <a:chExt cx="992160" cy="366120"/>
              </a:xfrm>
            </p:grpSpPr>
            <p:sp>
              <p:nvSpPr>
                <p:cNvPr id="1518" name="Google Shape;1333;p83"/>
                <p:cNvSpPr/>
                <p:nvPr/>
              </p:nvSpPr>
              <p:spPr>
                <a:xfrm>
                  <a:off x="10162800" y="5727600"/>
                  <a:ext cx="58320" cy="298440"/>
                </a:xfrm>
                <a:custGeom>
                  <a:avLst/>
                  <a:gdLst>
                    <a:gd name="textAreaLeft" fmla="*/ 0 w 58320"/>
                    <a:gd name="textAreaRight" fmla="*/ 63360 w 58320"/>
                    <a:gd name="textAreaTop" fmla="*/ 0 h 298440"/>
                    <a:gd name="textAreaBottom" fmla="*/ 303480 h 29844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9" name="Google Shape;1334;p83"/>
                <p:cNvSpPr/>
                <p:nvPr/>
              </p:nvSpPr>
              <p:spPr>
                <a:xfrm>
                  <a:off x="10274760" y="5804280"/>
                  <a:ext cx="236160" cy="227160"/>
                </a:xfrm>
                <a:custGeom>
                  <a:avLst/>
                  <a:gdLst>
                    <a:gd name="textAreaLeft" fmla="*/ 0 w 236160"/>
                    <a:gd name="textAreaRight" fmla="*/ 241200 w 236160"/>
                    <a:gd name="textAreaTop" fmla="*/ 0 h 227160"/>
                    <a:gd name="textAreaBottom" fmla="*/ 232200 h 2271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0" name="Google Shape;1335;p83"/>
                <p:cNvSpPr/>
                <p:nvPr/>
              </p:nvSpPr>
              <p:spPr>
                <a:xfrm>
                  <a:off x="10551960" y="5804280"/>
                  <a:ext cx="228960" cy="289440"/>
                </a:xfrm>
                <a:custGeom>
                  <a:avLst/>
                  <a:gdLst>
                    <a:gd name="textAreaLeft" fmla="*/ 0 w 228960"/>
                    <a:gd name="textAreaRight" fmla="*/ 234000 w 228960"/>
                    <a:gd name="textAreaTop" fmla="*/ 0 h 289440"/>
                    <a:gd name="textAreaBottom" fmla="*/ 294480 h 28944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1" name="Google Shape;1336;p83"/>
                <p:cNvSpPr/>
                <p:nvPr/>
              </p:nvSpPr>
              <p:spPr>
                <a:xfrm>
                  <a:off x="10843920" y="5727600"/>
                  <a:ext cx="61560" cy="298440"/>
                </a:xfrm>
                <a:custGeom>
                  <a:avLst/>
                  <a:gdLst>
                    <a:gd name="textAreaLeft" fmla="*/ 0 w 61560"/>
                    <a:gd name="textAreaRight" fmla="*/ 66600 w 61560"/>
                    <a:gd name="textAreaTop" fmla="*/ 0 h 298440"/>
                    <a:gd name="textAreaBottom" fmla="*/ 303480 h 29844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2" name="Google Shape;1337;p83"/>
                <p:cNvSpPr/>
                <p:nvPr/>
              </p:nvSpPr>
              <p:spPr>
                <a:xfrm>
                  <a:off x="10954800" y="5806080"/>
                  <a:ext cx="200160" cy="224640"/>
                </a:xfrm>
                <a:custGeom>
                  <a:avLst/>
                  <a:gdLst>
                    <a:gd name="textAreaLeft" fmla="*/ 0 w 200160"/>
                    <a:gd name="textAreaRight" fmla="*/ 205200 w 200160"/>
                    <a:gd name="textAreaTop" fmla="*/ 0 h 224640"/>
                    <a:gd name="textAreaBottom" fmla="*/ 229680 h 22464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23" name="Google Shape;1338;p83"/>
            <p:cNvGrpSpPr/>
            <p:nvPr/>
          </p:nvGrpSpPr>
          <p:grpSpPr>
            <a:xfrm>
              <a:off x="9844560" y="5104080"/>
              <a:ext cx="574920" cy="140040"/>
              <a:chOff x="9844560" y="5104080"/>
              <a:chExt cx="574920" cy="140040"/>
            </a:xfrm>
          </p:grpSpPr>
          <p:sp>
            <p:nvSpPr>
              <p:cNvPr id="1524" name="Google Shape;1339;p83"/>
              <p:cNvSpPr/>
              <p:nvPr/>
            </p:nvSpPr>
            <p:spPr>
              <a:xfrm>
                <a:off x="10333800" y="5109840"/>
                <a:ext cx="85680" cy="133560"/>
              </a:xfrm>
              <a:custGeom>
                <a:avLst/>
                <a:gdLst>
                  <a:gd name="textAreaLeft" fmla="*/ 0 w 85680"/>
                  <a:gd name="textAreaRight" fmla="*/ 90720 w 85680"/>
                  <a:gd name="textAreaTop" fmla="*/ 0 h 133560"/>
                  <a:gd name="textAreaBottom" fmla="*/ 138600 h 13356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5" name="Google Shape;1340;p83"/>
              <p:cNvSpPr/>
              <p:nvPr/>
            </p:nvSpPr>
            <p:spPr>
              <a:xfrm>
                <a:off x="9844560" y="5104080"/>
                <a:ext cx="126000" cy="140040"/>
              </a:xfrm>
              <a:custGeom>
                <a:avLst/>
                <a:gdLst>
                  <a:gd name="textAreaLeft" fmla="*/ 0 w 126000"/>
                  <a:gd name="textAreaRight" fmla="*/ 131040 w 126000"/>
                  <a:gd name="textAreaTop" fmla="*/ 0 h 140040"/>
                  <a:gd name="textAreaBottom" fmla="*/ 145080 h 14004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6" name="Google Shape;1341;p83"/>
              <p:cNvSpPr/>
              <p:nvPr/>
            </p:nvSpPr>
            <p:spPr>
              <a:xfrm>
                <a:off x="9970920" y="5124240"/>
                <a:ext cx="122400" cy="115560"/>
              </a:xfrm>
              <a:custGeom>
                <a:avLst/>
                <a:gdLst>
                  <a:gd name="textAreaLeft" fmla="*/ 0 w 122400"/>
                  <a:gd name="textAreaRight" fmla="*/ 127440 w 122400"/>
                  <a:gd name="textAreaTop" fmla="*/ 0 h 115560"/>
                  <a:gd name="textAreaBottom" fmla="*/ 120600 h 11556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7" name="Google Shape;1342;p83"/>
              <p:cNvSpPr/>
              <p:nvPr/>
            </p:nvSpPr>
            <p:spPr>
              <a:xfrm>
                <a:off x="10096920" y="5125680"/>
                <a:ext cx="114120" cy="111960"/>
              </a:xfrm>
              <a:custGeom>
                <a:avLst/>
                <a:gdLst>
                  <a:gd name="textAreaLeft" fmla="*/ 0 w 114120"/>
                  <a:gd name="textAreaRight" fmla="*/ 119160 w 114120"/>
                  <a:gd name="textAreaTop" fmla="*/ 0 h 111960"/>
                  <a:gd name="textAreaBottom" fmla="*/ 117000 h 11196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8" name="Google Shape;1343;p83"/>
              <p:cNvSpPr/>
              <p:nvPr/>
            </p:nvSpPr>
            <p:spPr>
              <a:xfrm>
                <a:off x="10215360" y="5124960"/>
                <a:ext cx="115200" cy="114120"/>
              </a:xfrm>
              <a:custGeom>
                <a:avLst/>
                <a:gdLst>
                  <a:gd name="textAreaLeft" fmla="*/ 0 w 115200"/>
                  <a:gd name="textAreaRight" fmla="*/ 120240 w 115200"/>
                  <a:gd name="textAreaTop" fmla="*/ 0 h 114120"/>
                  <a:gd name="textAreaBottom" fmla="*/ 119160 h 11412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29" name="Google Shape;1344;p83"/>
          <p:cNvSpPr/>
          <p:nvPr/>
        </p:nvSpPr>
        <p:spPr>
          <a:xfrm>
            <a:off x="8377920" y="13320"/>
            <a:ext cx="3606840" cy="3606840"/>
          </a:xfrm>
          <a:custGeom>
            <a:avLst/>
            <a:gdLst>
              <a:gd name="textAreaLeft" fmla="*/ 0 w 3606840"/>
              <a:gd name="textAreaRight" fmla="*/ 3611880 w 3606840"/>
              <a:gd name="textAreaTop" fmla="*/ 0 h 3606840"/>
              <a:gd name="textAreaBottom" fmla="*/ 3611880 h 36068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0" name="Google Shape;1345;p83"/>
          <p:cNvSpPr/>
          <p:nvPr/>
        </p:nvSpPr>
        <p:spPr>
          <a:xfrm>
            <a:off x="706680" y="3871800"/>
            <a:ext cx="3553920" cy="16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1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4120" cy="483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32" name="Google Shape;1347;p83"/>
          <p:cNvGrpSpPr/>
          <p:nvPr/>
        </p:nvGrpSpPr>
        <p:grpSpPr>
          <a:xfrm>
            <a:off x="401040" y="198360"/>
            <a:ext cx="6897240" cy="1620000"/>
            <a:chOff x="401040" y="198360"/>
            <a:chExt cx="6897240" cy="1620000"/>
          </a:xfrm>
        </p:grpSpPr>
        <p:sp>
          <p:nvSpPr>
            <p:cNvPr id="1533" name="Google Shape;1348;p83"/>
            <p:cNvSpPr/>
            <p:nvPr/>
          </p:nvSpPr>
          <p:spPr>
            <a:xfrm>
              <a:off x="690480" y="275760"/>
              <a:ext cx="320868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4" name="Google Shape;1349;p83"/>
            <p:cNvSpPr/>
            <p:nvPr/>
          </p:nvSpPr>
          <p:spPr>
            <a:xfrm>
              <a:off x="2085480" y="838080"/>
              <a:ext cx="5212800" cy="76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35" name="Google Shape;1350;p83"/>
            <p:cNvGrpSpPr/>
            <p:nvPr/>
          </p:nvGrpSpPr>
          <p:grpSpPr>
            <a:xfrm>
              <a:off x="401040" y="198360"/>
              <a:ext cx="688320" cy="688320"/>
              <a:chOff x="401040" y="198360"/>
              <a:chExt cx="688320" cy="688320"/>
            </a:xfrm>
          </p:grpSpPr>
          <p:sp>
            <p:nvSpPr>
              <p:cNvPr id="1536" name="Google Shape;1351;p83"/>
              <p:cNvSpPr/>
              <p:nvPr/>
            </p:nvSpPr>
            <p:spPr>
              <a:xfrm>
                <a:off x="401040" y="545040"/>
                <a:ext cx="341640" cy="3416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7" name="Google Shape;1352;p83"/>
              <p:cNvSpPr/>
              <p:nvPr/>
            </p:nvSpPr>
            <p:spPr>
              <a:xfrm>
                <a:off x="747720" y="198360"/>
                <a:ext cx="341640" cy="3416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304;p57"/>
          <p:cNvSpPr/>
          <p:nvPr/>
        </p:nvSpPr>
        <p:spPr>
          <a:xfrm>
            <a:off x="-183240" y="-89640"/>
            <a:ext cx="2742120" cy="7058880"/>
          </a:xfrm>
          <a:custGeom>
            <a:avLst/>
            <a:gdLst>
              <a:gd name="textAreaLeft" fmla="*/ 0 w 2742120"/>
              <a:gd name="textAreaRight" fmla="*/ 2747160 w 2742120"/>
              <a:gd name="textAreaTop" fmla="*/ 0 h 7058880"/>
              <a:gd name="textAreaBottom" fmla="*/ 7063920 h 705888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9" name="Google Shape;305;p57"/>
          <p:cNvSpPr/>
          <p:nvPr/>
        </p:nvSpPr>
        <p:spPr>
          <a:xfrm>
            <a:off x="-183240" y="2396160"/>
            <a:ext cx="2742120" cy="4573440"/>
          </a:xfrm>
          <a:custGeom>
            <a:avLst/>
            <a:gdLst>
              <a:gd name="textAreaLeft" fmla="*/ 0 w 2742120"/>
              <a:gd name="textAreaRight" fmla="*/ 2747160 w 2742120"/>
              <a:gd name="textAreaTop" fmla="*/ 0 h 4573440"/>
              <a:gd name="textAreaBottom" fmla="*/ 4578480 h 457344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0" name="Google Shape;306;p57"/>
          <p:cNvSpPr/>
          <p:nvPr/>
        </p:nvSpPr>
        <p:spPr>
          <a:xfrm>
            <a:off x="88920" y="-102960"/>
            <a:ext cx="9534240" cy="7058880"/>
          </a:xfrm>
          <a:custGeom>
            <a:avLst/>
            <a:gdLst>
              <a:gd name="textAreaLeft" fmla="*/ 0 w 9534240"/>
              <a:gd name="textAreaRight" fmla="*/ 9539280 w 9534240"/>
              <a:gd name="textAreaTop" fmla="*/ 0 h 7058880"/>
              <a:gd name="textAreaBottom" fmla="*/ 7063920 h 705888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1" name="Google Shape;307;p57"/>
          <p:cNvSpPr/>
          <p:nvPr/>
        </p:nvSpPr>
        <p:spPr>
          <a:xfrm rot="10800000">
            <a:off x="9632880" y="-84240"/>
            <a:ext cx="2742120" cy="7058880"/>
          </a:xfrm>
          <a:custGeom>
            <a:avLst/>
            <a:gdLst>
              <a:gd name="textAreaLeft" fmla="*/ 0 w 2742120"/>
              <a:gd name="textAreaRight" fmla="*/ 2747160 w 2742120"/>
              <a:gd name="textAreaTop" fmla="*/ 0 h 7058880"/>
              <a:gd name="textAreaBottom" fmla="*/ 7063920 h 705888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2" name="Google Shape;308;p57"/>
          <p:cNvSpPr/>
          <p:nvPr/>
        </p:nvSpPr>
        <p:spPr>
          <a:xfrm rot="10800000">
            <a:off x="9632880" y="-84600"/>
            <a:ext cx="2742120" cy="4573080"/>
          </a:xfrm>
          <a:custGeom>
            <a:avLst/>
            <a:gdLst>
              <a:gd name="textAreaLeft" fmla="*/ 0 w 2742120"/>
              <a:gd name="textAreaRight" fmla="*/ 2747160 w 2742120"/>
              <a:gd name="textAreaTop" fmla="*/ 0 h 4573080"/>
              <a:gd name="textAreaBottom" fmla="*/ 4578120 h 457308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3" name="Google Shape;309;p57"/>
          <p:cNvSpPr/>
          <p:nvPr/>
        </p:nvSpPr>
        <p:spPr>
          <a:xfrm>
            <a:off x="8813880" y="1191240"/>
            <a:ext cx="1761120" cy="1761120"/>
          </a:xfrm>
          <a:custGeom>
            <a:avLst/>
            <a:gdLst>
              <a:gd name="textAreaLeft" fmla="*/ 0 w 1761120"/>
              <a:gd name="textAreaRight" fmla="*/ 1766160 w 1761120"/>
              <a:gd name="textAreaTop" fmla="*/ 0 h 1761120"/>
              <a:gd name="textAreaBottom" fmla="*/ 1766160 h 176112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Google Shape;310;p57"/>
          <p:cNvSpPr/>
          <p:nvPr/>
        </p:nvSpPr>
        <p:spPr>
          <a:xfrm>
            <a:off x="10736280" y="-116280"/>
            <a:ext cx="1257480" cy="7058880"/>
          </a:xfrm>
          <a:custGeom>
            <a:avLst/>
            <a:gdLst>
              <a:gd name="textAreaLeft" fmla="*/ 0 w 1257480"/>
              <a:gd name="textAreaRight" fmla="*/ 1262520 w 1257480"/>
              <a:gd name="textAreaTop" fmla="*/ 0 h 7058880"/>
              <a:gd name="textAreaBottom" fmla="*/ 7063920 h 705888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Google Shape;311;p57"/>
          <p:cNvSpPr/>
          <p:nvPr/>
        </p:nvSpPr>
        <p:spPr>
          <a:xfrm>
            <a:off x="7870680" y="-89640"/>
            <a:ext cx="3125880" cy="7032240"/>
          </a:xfrm>
          <a:custGeom>
            <a:avLst/>
            <a:gdLst>
              <a:gd name="textAreaLeft" fmla="*/ 0 w 3125880"/>
              <a:gd name="textAreaRight" fmla="*/ 3130920 w 3125880"/>
              <a:gd name="textAreaTop" fmla="*/ 0 h 7032240"/>
              <a:gd name="textAreaBottom" fmla="*/ 7037280 h 703224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Google Shape;312;p57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7" name="Google Shape;313;p57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8" name="Google Shape;314;p57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9" name="Google Shape;315;p57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0" name="Google Shape;316;p57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Google Shape;317;p57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Google Shape;318;p57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Google Shape;319;p57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Google Shape;320;p57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Google Shape;321;p57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31;p48"/>
          <p:cNvSpPr/>
          <p:nvPr/>
        </p:nvSpPr>
        <p:spPr>
          <a:xfrm>
            <a:off x="-187920" y="-628560"/>
            <a:ext cx="341640" cy="78055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9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6160" cy="420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0" name="Google Shape;33;p48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1" name="Google Shape;34;p48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2" name="Google Shape;35;p48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3" name="Google Shape;36;p48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4" name="Google Shape;37;p48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Google Shape;38;p48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Google Shape;39;p48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Google Shape;40;p48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Google Shape;41;p48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Google Shape;42;p48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70" name="Google Shape;43;p48"/>
          <p:cNvGrpSpPr/>
          <p:nvPr/>
        </p:nvGrpSpPr>
        <p:grpSpPr>
          <a:xfrm>
            <a:off x="10113480" y="597240"/>
            <a:ext cx="604440" cy="147600"/>
            <a:chOff x="10113480" y="597240"/>
            <a:chExt cx="604440" cy="147600"/>
          </a:xfrm>
        </p:grpSpPr>
        <p:sp>
          <p:nvSpPr>
            <p:cNvPr id="1571" name="Google Shape;44;p48"/>
            <p:cNvSpPr/>
            <p:nvPr/>
          </p:nvSpPr>
          <p:spPr>
            <a:xfrm>
              <a:off x="10627560" y="603360"/>
              <a:ext cx="90360" cy="140760"/>
            </a:xfrm>
            <a:custGeom>
              <a:avLst/>
              <a:gdLst>
                <a:gd name="textAreaLeft" fmla="*/ 0 w 90360"/>
                <a:gd name="textAreaRight" fmla="*/ 95400 w 90360"/>
                <a:gd name="textAreaTop" fmla="*/ 0 h 140760"/>
                <a:gd name="textAreaBottom" fmla="*/ 145800 h 1407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2" name="Google Shape;45;p48"/>
            <p:cNvSpPr/>
            <p:nvPr/>
          </p:nvSpPr>
          <p:spPr>
            <a:xfrm>
              <a:off x="10113480" y="597240"/>
              <a:ext cx="132840" cy="147600"/>
            </a:xfrm>
            <a:custGeom>
              <a:avLst/>
              <a:gdLst>
                <a:gd name="textAreaLeft" fmla="*/ 0 w 132840"/>
                <a:gd name="textAreaRight" fmla="*/ 137880 w 132840"/>
                <a:gd name="textAreaTop" fmla="*/ 0 h 147600"/>
                <a:gd name="textAreaBottom" fmla="*/ 152640 h 1476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3" name="Google Shape;46;p48"/>
            <p:cNvSpPr/>
            <p:nvPr/>
          </p:nvSpPr>
          <p:spPr>
            <a:xfrm>
              <a:off x="10246320" y="618480"/>
              <a:ext cx="129240" cy="121680"/>
            </a:xfrm>
            <a:custGeom>
              <a:avLst/>
              <a:gdLst>
                <a:gd name="textAreaLeft" fmla="*/ 0 w 129240"/>
                <a:gd name="textAreaRight" fmla="*/ 134280 w 129240"/>
                <a:gd name="textAreaTop" fmla="*/ 0 h 121680"/>
                <a:gd name="textAreaBottom" fmla="*/ 126720 h 1216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4" name="Google Shape;47;p48"/>
            <p:cNvSpPr/>
            <p:nvPr/>
          </p:nvSpPr>
          <p:spPr>
            <a:xfrm>
              <a:off x="10378800" y="619920"/>
              <a:ext cx="120600" cy="118080"/>
            </a:xfrm>
            <a:custGeom>
              <a:avLst/>
              <a:gdLst>
                <a:gd name="textAreaLeft" fmla="*/ 0 w 120600"/>
                <a:gd name="textAreaRight" fmla="*/ 125640 w 120600"/>
                <a:gd name="textAreaTop" fmla="*/ 0 h 118080"/>
                <a:gd name="textAreaBottom" fmla="*/ 123120 h 1180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5" name="Google Shape;48;p48"/>
            <p:cNvSpPr/>
            <p:nvPr/>
          </p:nvSpPr>
          <p:spPr>
            <a:xfrm>
              <a:off x="10503000" y="619200"/>
              <a:ext cx="121680" cy="120240"/>
            </a:xfrm>
            <a:custGeom>
              <a:avLst/>
              <a:gdLst>
                <a:gd name="textAreaLeft" fmla="*/ 0 w 121680"/>
                <a:gd name="textAreaRight" fmla="*/ 126720 w 121680"/>
                <a:gd name="textAreaTop" fmla="*/ 0 h 120240"/>
                <a:gd name="textAreaBottom" fmla="*/ 125280 h 1202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6" name="Google Shape;49;p48"/>
          <p:cNvGrpSpPr/>
          <p:nvPr/>
        </p:nvGrpSpPr>
        <p:grpSpPr>
          <a:xfrm>
            <a:off x="10033920" y="603360"/>
            <a:ext cx="1464480" cy="1040400"/>
            <a:chOff x="10033920" y="603360"/>
            <a:chExt cx="1464480" cy="1040400"/>
          </a:xfrm>
        </p:grpSpPr>
        <p:grpSp>
          <p:nvGrpSpPr>
            <p:cNvPr id="1577" name="Google Shape;50;p48"/>
            <p:cNvGrpSpPr/>
            <p:nvPr/>
          </p:nvGrpSpPr>
          <p:grpSpPr>
            <a:xfrm>
              <a:off x="10033920" y="880200"/>
              <a:ext cx="1464480" cy="763560"/>
              <a:chOff x="10033920" y="880200"/>
              <a:chExt cx="1464480" cy="763560"/>
            </a:xfrm>
          </p:grpSpPr>
          <p:grpSp>
            <p:nvGrpSpPr>
              <p:cNvPr id="1578" name="Google Shape;51;p48"/>
              <p:cNvGrpSpPr/>
              <p:nvPr/>
            </p:nvGrpSpPr>
            <p:grpSpPr>
              <a:xfrm>
                <a:off x="10033920" y="880200"/>
                <a:ext cx="1218600" cy="294480"/>
                <a:chOff x="10033920" y="880200"/>
                <a:chExt cx="1218600" cy="294480"/>
              </a:xfrm>
            </p:grpSpPr>
            <p:sp>
              <p:nvSpPr>
                <p:cNvPr id="1579" name="Google Shape;52;p48"/>
                <p:cNvSpPr/>
                <p:nvPr/>
              </p:nvSpPr>
              <p:spPr>
                <a:xfrm>
                  <a:off x="10033920" y="880200"/>
                  <a:ext cx="144360" cy="293040"/>
                </a:xfrm>
                <a:custGeom>
                  <a:avLst/>
                  <a:gdLst>
                    <a:gd name="textAreaLeft" fmla="*/ 0 w 144360"/>
                    <a:gd name="textAreaRight" fmla="*/ 149400 w 144360"/>
                    <a:gd name="textAreaTop" fmla="*/ 0 h 293040"/>
                    <a:gd name="textAreaBottom" fmla="*/ 298080 h 29304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0" name="Google Shape;53;p48"/>
                <p:cNvSpPr/>
                <p:nvPr/>
              </p:nvSpPr>
              <p:spPr>
                <a:xfrm>
                  <a:off x="10214280" y="935640"/>
                  <a:ext cx="225000" cy="239040"/>
                </a:xfrm>
                <a:custGeom>
                  <a:avLst/>
                  <a:gdLst>
                    <a:gd name="textAreaLeft" fmla="*/ 0 w 225000"/>
                    <a:gd name="textAreaRight" fmla="*/ 230040 w 22500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1" name="Google Shape;54;p48"/>
                <p:cNvSpPr/>
                <p:nvPr/>
              </p:nvSpPr>
              <p:spPr>
                <a:xfrm>
                  <a:off x="10482120" y="935640"/>
                  <a:ext cx="212760" cy="239040"/>
                </a:xfrm>
                <a:custGeom>
                  <a:avLst/>
                  <a:gdLst>
                    <a:gd name="textAreaLeft" fmla="*/ 0 w 212760"/>
                    <a:gd name="textAreaRight" fmla="*/ 217800 w 212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2" name="Google Shape;55;p48"/>
                <p:cNvSpPr/>
                <p:nvPr/>
              </p:nvSpPr>
              <p:spPr>
                <a:xfrm>
                  <a:off x="10743120" y="935640"/>
                  <a:ext cx="209520" cy="233640"/>
                </a:xfrm>
                <a:custGeom>
                  <a:avLst/>
                  <a:gdLst>
                    <a:gd name="textAreaLeft" fmla="*/ 0 w 209520"/>
                    <a:gd name="textAreaRight" fmla="*/ 214560 w 209520"/>
                    <a:gd name="textAreaTop" fmla="*/ 0 h 233640"/>
                    <a:gd name="textAreaBottom" fmla="*/ 238680 h 23364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3" name="Google Shape;56;p48"/>
                <p:cNvSpPr/>
                <p:nvPr/>
              </p:nvSpPr>
              <p:spPr>
                <a:xfrm>
                  <a:off x="11004120" y="935640"/>
                  <a:ext cx="248400" cy="239040"/>
                </a:xfrm>
                <a:custGeom>
                  <a:avLst/>
                  <a:gdLst>
                    <a:gd name="textAreaLeft" fmla="*/ 0 w 248400"/>
                    <a:gd name="textAreaRight" fmla="*/ 253440 w 24840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84" name="Google Shape;57;p48"/>
              <p:cNvGrpSpPr/>
              <p:nvPr/>
            </p:nvGrpSpPr>
            <p:grpSpPr>
              <a:xfrm>
                <a:off x="10455480" y="1258560"/>
                <a:ext cx="1042920" cy="385200"/>
                <a:chOff x="10455480" y="1258560"/>
                <a:chExt cx="1042920" cy="385200"/>
              </a:xfrm>
            </p:grpSpPr>
            <p:sp>
              <p:nvSpPr>
                <p:cNvPr id="1585" name="Google Shape;58;p48"/>
                <p:cNvSpPr/>
                <p:nvPr/>
              </p:nvSpPr>
              <p:spPr>
                <a:xfrm>
                  <a:off x="10455480" y="1258920"/>
                  <a:ext cx="61560" cy="313920"/>
                </a:xfrm>
                <a:custGeom>
                  <a:avLst/>
                  <a:gdLst>
                    <a:gd name="textAreaLeft" fmla="*/ 0 w 61560"/>
                    <a:gd name="textAreaRight" fmla="*/ 66600 w 61560"/>
                    <a:gd name="textAreaTop" fmla="*/ 0 h 313920"/>
                    <a:gd name="textAreaBottom" fmla="*/ 318960 h 31392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6" name="Google Shape;59;p48"/>
                <p:cNvSpPr/>
                <p:nvPr/>
              </p:nvSpPr>
              <p:spPr>
                <a:xfrm>
                  <a:off x="10572840" y="1339200"/>
                  <a:ext cx="248400" cy="239040"/>
                </a:xfrm>
                <a:custGeom>
                  <a:avLst/>
                  <a:gdLst>
                    <a:gd name="textAreaLeft" fmla="*/ 0 w 248400"/>
                    <a:gd name="textAreaRight" fmla="*/ 253440 w 24840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7" name="Google Shape;60;p48"/>
                <p:cNvSpPr/>
                <p:nvPr/>
              </p:nvSpPr>
              <p:spPr>
                <a:xfrm>
                  <a:off x="10864080" y="1339200"/>
                  <a:ext cx="241200" cy="304560"/>
                </a:xfrm>
                <a:custGeom>
                  <a:avLst/>
                  <a:gdLst>
                    <a:gd name="textAreaLeft" fmla="*/ 0 w 241200"/>
                    <a:gd name="textAreaRight" fmla="*/ 246240 w 241200"/>
                    <a:gd name="textAreaTop" fmla="*/ 0 h 304560"/>
                    <a:gd name="textAreaBottom" fmla="*/ 309600 h 30456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8" name="Google Shape;61;p48"/>
                <p:cNvSpPr/>
                <p:nvPr/>
              </p:nvSpPr>
              <p:spPr>
                <a:xfrm>
                  <a:off x="11170800" y="1258560"/>
                  <a:ext cx="64800" cy="313920"/>
                </a:xfrm>
                <a:custGeom>
                  <a:avLst/>
                  <a:gdLst>
                    <a:gd name="textAreaLeft" fmla="*/ 0 w 64800"/>
                    <a:gd name="textAreaRight" fmla="*/ 69840 w 64800"/>
                    <a:gd name="textAreaTop" fmla="*/ 0 h 313920"/>
                    <a:gd name="textAreaBottom" fmla="*/ 318960 h 31392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9" name="Google Shape;62;p48"/>
                <p:cNvSpPr/>
                <p:nvPr/>
              </p:nvSpPr>
              <p:spPr>
                <a:xfrm>
                  <a:off x="11287800" y="1341000"/>
                  <a:ext cx="210600" cy="236160"/>
                </a:xfrm>
                <a:custGeom>
                  <a:avLst/>
                  <a:gdLst>
                    <a:gd name="textAreaLeft" fmla="*/ 0 w 210600"/>
                    <a:gd name="textAreaRight" fmla="*/ 215640 w 210600"/>
                    <a:gd name="textAreaTop" fmla="*/ 0 h 236160"/>
                    <a:gd name="textAreaBottom" fmla="*/ 241200 h 23616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90" name="Google Shape;63;p48"/>
            <p:cNvGrpSpPr/>
            <p:nvPr/>
          </p:nvGrpSpPr>
          <p:grpSpPr>
            <a:xfrm>
              <a:off x="10120680" y="603360"/>
              <a:ext cx="604440" cy="147600"/>
              <a:chOff x="10120680" y="603360"/>
              <a:chExt cx="604440" cy="147600"/>
            </a:xfrm>
          </p:grpSpPr>
          <p:sp>
            <p:nvSpPr>
              <p:cNvPr id="1591" name="Google Shape;64;p48"/>
              <p:cNvSpPr/>
              <p:nvPr/>
            </p:nvSpPr>
            <p:spPr>
              <a:xfrm>
                <a:off x="10634760" y="609480"/>
                <a:ext cx="90360" cy="140760"/>
              </a:xfrm>
              <a:custGeom>
                <a:avLst/>
                <a:gdLst>
                  <a:gd name="textAreaLeft" fmla="*/ 0 w 90360"/>
                  <a:gd name="textAreaRight" fmla="*/ 95400 w 90360"/>
                  <a:gd name="textAreaTop" fmla="*/ 0 h 140760"/>
                  <a:gd name="textAreaBottom" fmla="*/ 145800 h 14076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2" name="Google Shape;65;p48"/>
              <p:cNvSpPr/>
              <p:nvPr/>
            </p:nvSpPr>
            <p:spPr>
              <a:xfrm>
                <a:off x="10120680" y="603360"/>
                <a:ext cx="132840" cy="147600"/>
              </a:xfrm>
              <a:custGeom>
                <a:avLst/>
                <a:gdLst>
                  <a:gd name="textAreaLeft" fmla="*/ 0 w 132840"/>
                  <a:gd name="textAreaRight" fmla="*/ 137880 w 132840"/>
                  <a:gd name="textAreaTop" fmla="*/ 0 h 147600"/>
                  <a:gd name="textAreaBottom" fmla="*/ 152640 h 14760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3" name="Google Shape;66;p48"/>
              <p:cNvSpPr/>
              <p:nvPr/>
            </p:nvSpPr>
            <p:spPr>
              <a:xfrm>
                <a:off x="10253880" y="624600"/>
                <a:ext cx="128880" cy="121680"/>
              </a:xfrm>
              <a:custGeom>
                <a:avLst/>
                <a:gdLst>
                  <a:gd name="textAreaLeft" fmla="*/ 0 w 128880"/>
                  <a:gd name="textAreaRight" fmla="*/ 133920 w 128880"/>
                  <a:gd name="textAreaTop" fmla="*/ 0 h 121680"/>
                  <a:gd name="textAreaBottom" fmla="*/ 126720 h 12168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4" name="Google Shape;67;p48"/>
              <p:cNvSpPr/>
              <p:nvPr/>
            </p:nvSpPr>
            <p:spPr>
              <a:xfrm>
                <a:off x="10386000" y="626040"/>
                <a:ext cx="120240" cy="118080"/>
              </a:xfrm>
              <a:custGeom>
                <a:avLst/>
                <a:gdLst>
                  <a:gd name="textAreaLeft" fmla="*/ 0 w 120240"/>
                  <a:gd name="textAreaRight" fmla="*/ 125280 w 120240"/>
                  <a:gd name="textAreaTop" fmla="*/ 0 h 118080"/>
                  <a:gd name="textAreaBottom" fmla="*/ 123120 h 11808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5" name="Google Shape;68;p48"/>
              <p:cNvSpPr/>
              <p:nvPr/>
            </p:nvSpPr>
            <p:spPr>
              <a:xfrm>
                <a:off x="10510560" y="625320"/>
                <a:ext cx="121320" cy="120240"/>
              </a:xfrm>
              <a:custGeom>
                <a:avLst/>
                <a:gdLst>
                  <a:gd name="textAreaLeft" fmla="*/ 0 w 121320"/>
                  <a:gd name="textAreaRight" fmla="*/ 126360 w 121320"/>
                  <a:gd name="textAreaTop" fmla="*/ 0 h 120240"/>
                  <a:gd name="textAreaBottom" fmla="*/ 125280 h 12024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6480" cy="1018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9" name="Google Shape;728;p70" descr=""/>
          <p:cNvPicPr/>
          <p:nvPr/>
        </p:nvPicPr>
        <p:blipFill>
          <a:blip r:embed="rId3"/>
          <a:stretch/>
        </p:blipFill>
        <p:spPr>
          <a:xfrm flipH="1">
            <a:off x="506520" y="1314000"/>
            <a:ext cx="6076080" cy="478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0" name="Google Shape;729;p70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1" name="Google Shape;730;p70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2" name="Google Shape;731;p70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3" name="Google Shape;732;p70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4" name="Google Shape;733;p70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Google Shape;734;p70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Google Shape;735;p70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Google Shape;736;p70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Google Shape;737;p70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Google Shape;738;p70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548;p87"/>
          <p:cNvSpPr/>
          <p:nvPr/>
        </p:nvSpPr>
        <p:spPr>
          <a:xfrm>
            <a:off x="8377920" y="13320"/>
            <a:ext cx="3606840" cy="3606840"/>
          </a:xfrm>
          <a:custGeom>
            <a:avLst/>
            <a:gdLst>
              <a:gd name="textAreaLeft" fmla="*/ 0 w 3606840"/>
              <a:gd name="textAreaRight" fmla="*/ 3611880 w 3606840"/>
              <a:gd name="textAreaTop" fmla="*/ 0 h 3606840"/>
              <a:gd name="textAreaBottom" fmla="*/ 3611880 h 36068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3" name="Google Shape;1549;p87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4" name="Google Shape;1550;p87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5" name="Google Shape;1551;p87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6" name="Google Shape;1552;p87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Google Shape;1553;p87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Google Shape;1554;p87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Google Shape;1555;p87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Google Shape;1556;p87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Google Shape;1557;p87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Google Shape;1558;p87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23" name="Google Shape;1559;p87"/>
          <p:cNvGrpSpPr/>
          <p:nvPr/>
        </p:nvGrpSpPr>
        <p:grpSpPr>
          <a:xfrm>
            <a:off x="755280" y="2845440"/>
            <a:ext cx="688320" cy="687960"/>
            <a:chOff x="755280" y="2845440"/>
            <a:chExt cx="688320" cy="687960"/>
          </a:xfrm>
        </p:grpSpPr>
        <p:sp>
          <p:nvSpPr>
            <p:cNvPr id="1624" name="Google Shape;1560;p87"/>
            <p:cNvSpPr/>
            <p:nvPr/>
          </p:nvSpPr>
          <p:spPr>
            <a:xfrm>
              <a:off x="755280" y="319176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5" name="Google Shape;1561;p87"/>
            <p:cNvSpPr/>
            <p:nvPr/>
          </p:nvSpPr>
          <p:spPr>
            <a:xfrm>
              <a:off x="1101960" y="284544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6" name="Google Shape;1562;p87"/>
          <p:cNvGrpSpPr/>
          <p:nvPr/>
        </p:nvGrpSpPr>
        <p:grpSpPr>
          <a:xfrm>
            <a:off x="6717960" y="5098320"/>
            <a:ext cx="688320" cy="688320"/>
            <a:chOff x="6717960" y="5098320"/>
            <a:chExt cx="688320" cy="688320"/>
          </a:xfrm>
        </p:grpSpPr>
        <p:sp>
          <p:nvSpPr>
            <p:cNvPr id="1627" name="Google Shape;1563;p87"/>
            <p:cNvSpPr/>
            <p:nvPr/>
          </p:nvSpPr>
          <p:spPr>
            <a:xfrm>
              <a:off x="6717960" y="544500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8" name="Google Shape;1564;p87"/>
            <p:cNvSpPr/>
            <p:nvPr/>
          </p:nvSpPr>
          <p:spPr>
            <a:xfrm>
              <a:off x="7064640" y="509832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9" name="Google Shape;1565;p87"/>
          <p:cNvGrpSpPr/>
          <p:nvPr/>
        </p:nvGrpSpPr>
        <p:grpSpPr>
          <a:xfrm>
            <a:off x="795240" y="2890800"/>
            <a:ext cx="3669120" cy="3103920"/>
            <a:chOff x="795240" y="2890800"/>
            <a:chExt cx="3669120" cy="3103920"/>
          </a:xfrm>
        </p:grpSpPr>
        <p:sp>
          <p:nvSpPr>
            <p:cNvPr id="1630" name="Google Shape;1566;p87"/>
            <p:cNvSpPr/>
            <p:nvPr/>
          </p:nvSpPr>
          <p:spPr>
            <a:xfrm>
              <a:off x="795240" y="4303800"/>
              <a:ext cx="560160" cy="169092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690920"/>
                <a:gd name="textAreaBottom" fmla="*/ 1695960 h 16909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1" name="Google Shape;1567;p87"/>
            <p:cNvSpPr/>
            <p:nvPr/>
          </p:nvSpPr>
          <p:spPr>
            <a:xfrm>
              <a:off x="3904200" y="3738600"/>
              <a:ext cx="560160" cy="112536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2" name="Google Shape;1568;p87"/>
            <p:cNvSpPr/>
            <p:nvPr/>
          </p:nvSpPr>
          <p:spPr>
            <a:xfrm>
              <a:off x="4186800" y="543456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3" name="Google Shape;1569;p87"/>
            <p:cNvSpPr/>
            <p:nvPr/>
          </p:nvSpPr>
          <p:spPr>
            <a:xfrm>
              <a:off x="2490840" y="317340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4" name="Google Shape;1570;p87"/>
            <p:cNvSpPr/>
            <p:nvPr/>
          </p:nvSpPr>
          <p:spPr>
            <a:xfrm>
              <a:off x="1360440" y="2890800"/>
              <a:ext cx="1125360" cy="1125360"/>
            </a:xfrm>
            <a:custGeom>
              <a:avLst/>
              <a:gdLst>
                <a:gd name="textAreaLeft" fmla="*/ 0 w 1125360"/>
                <a:gd name="textAreaRight" fmla="*/ 1130400 w 11253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5" name="Google Shape;1571;p87"/>
            <p:cNvSpPr/>
            <p:nvPr/>
          </p:nvSpPr>
          <p:spPr>
            <a:xfrm>
              <a:off x="1925640" y="4303800"/>
              <a:ext cx="1407960" cy="1407960"/>
            </a:xfrm>
            <a:custGeom>
              <a:avLst/>
              <a:gdLst>
                <a:gd name="textAreaLeft" fmla="*/ 0 w 1407960"/>
                <a:gd name="textAreaRight" fmla="*/ 1413000 w 1407960"/>
                <a:gd name="textAreaTop" fmla="*/ 0 h 1407960"/>
                <a:gd name="textAreaBottom" fmla="*/ 1413000 h 14079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6" name="Google Shape;1572;p87"/>
          <p:cNvGrpSpPr/>
          <p:nvPr/>
        </p:nvGrpSpPr>
        <p:grpSpPr>
          <a:xfrm>
            <a:off x="1684080" y="792720"/>
            <a:ext cx="1365120" cy="1091160"/>
            <a:chOff x="1684080" y="792720"/>
            <a:chExt cx="1365120" cy="1091160"/>
          </a:xfrm>
        </p:grpSpPr>
        <p:sp>
          <p:nvSpPr>
            <p:cNvPr id="1637" name="Google Shape;1573;p87"/>
            <p:cNvSpPr/>
            <p:nvPr/>
          </p:nvSpPr>
          <p:spPr>
            <a:xfrm>
              <a:off x="2232000" y="79272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8" name="Google Shape;1574;p87"/>
            <p:cNvSpPr/>
            <p:nvPr/>
          </p:nvSpPr>
          <p:spPr>
            <a:xfrm>
              <a:off x="1958040" y="106668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9" name="Google Shape;1575;p87"/>
            <p:cNvSpPr/>
            <p:nvPr/>
          </p:nvSpPr>
          <p:spPr>
            <a:xfrm>
              <a:off x="1684080" y="13410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0" name="Google Shape;1576;p87"/>
            <p:cNvSpPr/>
            <p:nvPr/>
          </p:nvSpPr>
          <p:spPr>
            <a:xfrm>
              <a:off x="168408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1" name="Google Shape;1577;p87"/>
            <p:cNvSpPr/>
            <p:nvPr/>
          </p:nvSpPr>
          <p:spPr>
            <a:xfrm>
              <a:off x="195804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2" name="Google Shape;1578;p87"/>
            <p:cNvSpPr/>
            <p:nvPr/>
          </p:nvSpPr>
          <p:spPr>
            <a:xfrm>
              <a:off x="223200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3" name="Google Shape;1579;p87"/>
            <p:cNvSpPr/>
            <p:nvPr/>
          </p:nvSpPr>
          <p:spPr>
            <a:xfrm>
              <a:off x="250632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4" name="Google Shape;1580;p87"/>
            <p:cNvSpPr/>
            <p:nvPr/>
          </p:nvSpPr>
          <p:spPr>
            <a:xfrm>
              <a:off x="278028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5" name="Google Shape;1581;p87"/>
            <p:cNvSpPr/>
            <p:nvPr/>
          </p:nvSpPr>
          <p:spPr>
            <a:xfrm>
              <a:off x="2780280" y="13410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6" name="Google Shape;1582;p87"/>
            <p:cNvSpPr/>
            <p:nvPr/>
          </p:nvSpPr>
          <p:spPr>
            <a:xfrm>
              <a:off x="2506320" y="106668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7" name="Google Shape;1583;p87"/>
          <p:cNvGrpSpPr/>
          <p:nvPr/>
        </p:nvGrpSpPr>
        <p:grpSpPr>
          <a:xfrm>
            <a:off x="9798120" y="5367240"/>
            <a:ext cx="1393200" cy="726480"/>
            <a:chOff x="9798120" y="5367240"/>
            <a:chExt cx="1393200" cy="726480"/>
          </a:xfrm>
        </p:grpSpPr>
        <p:grpSp>
          <p:nvGrpSpPr>
            <p:cNvPr id="1648" name="Google Shape;1584;p87"/>
            <p:cNvGrpSpPr/>
            <p:nvPr/>
          </p:nvGrpSpPr>
          <p:grpSpPr>
            <a:xfrm>
              <a:off x="9798120" y="5367240"/>
              <a:ext cx="1159560" cy="280080"/>
              <a:chOff x="9798120" y="5367240"/>
              <a:chExt cx="1159560" cy="280080"/>
            </a:xfrm>
          </p:grpSpPr>
          <p:sp>
            <p:nvSpPr>
              <p:cNvPr id="1649" name="Google Shape;1585;p87"/>
              <p:cNvSpPr/>
              <p:nvPr/>
            </p:nvSpPr>
            <p:spPr>
              <a:xfrm>
                <a:off x="9798120" y="5367240"/>
                <a:ext cx="137160" cy="278640"/>
              </a:xfrm>
              <a:custGeom>
                <a:avLst/>
                <a:gdLst>
                  <a:gd name="textAreaLeft" fmla="*/ 0 w 137160"/>
                  <a:gd name="textAreaRight" fmla="*/ 142200 w 137160"/>
                  <a:gd name="textAreaTop" fmla="*/ 0 h 278640"/>
                  <a:gd name="textAreaBottom" fmla="*/ 283680 h 2786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0" name="Google Shape;1586;p87"/>
              <p:cNvSpPr/>
              <p:nvPr/>
            </p:nvSpPr>
            <p:spPr>
              <a:xfrm>
                <a:off x="9969840" y="5420160"/>
                <a:ext cx="213840" cy="227160"/>
              </a:xfrm>
              <a:custGeom>
                <a:avLst/>
                <a:gdLst>
                  <a:gd name="textAreaLeft" fmla="*/ 0 w 213840"/>
                  <a:gd name="textAreaRight" fmla="*/ 218880 w 21384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1" name="Google Shape;1587;p87"/>
              <p:cNvSpPr/>
              <p:nvPr/>
            </p:nvSpPr>
            <p:spPr>
              <a:xfrm>
                <a:off x="10224720" y="5420160"/>
                <a:ext cx="201960" cy="227160"/>
              </a:xfrm>
              <a:custGeom>
                <a:avLst/>
                <a:gdLst>
                  <a:gd name="textAreaLeft" fmla="*/ 0 w 201960"/>
                  <a:gd name="textAreaRight" fmla="*/ 207000 w 2019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2" name="Google Shape;1588;p87"/>
              <p:cNvSpPr/>
              <p:nvPr/>
            </p:nvSpPr>
            <p:spPr>
              <a:xfrm>
                <a:off x="10473120" y="5420160"/>
                <a:ext cx="199080" cy="222120"/>
              </a:xfrm>
              <a:custGeom>
                <a:avLst/>
                <a:gdLst>
                  <a:gd name="textAreaLeft" fmla="*/ 0 w 199080"/>
                  <a:gd name="textAreaRight" fmla="*/ 204120 w 199080"/>
                  <a:gd name="textAreaTop" fmla="*/ 0 h 222120"/>
                  <a:gd name="textAreaBottom" fmla="*/ 227160 h 2221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3" name="Google Shape;1589;p87"/>
              <p:cNvSpPr/>
              <p:nvPr/>
            </p:nvSpPr>
            <p:spPr>
              <a:xfrm>
                <a:off x="10721520" y="542016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54" name="Google Shape;1590;p87"/>
            <p:cNvGrpSpPr/>
            <p:nvPr/>
          </p:nvGrpSpPr>
          <p:grpSpPr>
            <a:xfrm>
              <a:off x="10199160" y="5727600"/>
              <a:ext cx="992160" cy="366120"/>
              <a:chOff x="10199160" y="5727600"/>
              <a:chExt cx="992160" cy="366120"/>
            </a:xfrm>
          </p:grpSpPr>
          <p:sp>
            <p:nvSpPr>
              <p:cNvPr id="1655" name="Google Shape;1591;p87"/>
              <p:cNvSpPr/>
              <p:nvPr/>
            </p:nvSpPr>
            <p:spPr>
              <a:xfrm>
                <a:off x="10199160" y="5727600"/>
                <a:ext cx="58320" cy="298440"/>
              </a:xfrm>
              <a:custGeom>
                <a:avLst/>
                <a:gdLst>
                  <a:gd name="textAreaLeft" fmla="*/ 0 w 58320"/>
                  <a:gd name="textAreaRight" fmla="*/ 63360 w 5832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6" name="Google Shape;1592;p87"/>
              <p:cNvSpPr/>
              <p:nvPr/>
            </p:nvSpPr>
            <p:spPr>
              <a:xfrm>
                <a:off x="10311120" y="580428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7" name="Google Shape;1593;p87"/>
              <p:cNvSpPr/>
              <p:nvPr/>
            </p:nvSpPr>
            <p:spPr>
              <a:xfrm>
                <a:off x="10588320" y="5804280"/>
                <a:ext cx="228960" cy="289440"/>
              </a:xfrm>
              <a:custGeom>
                <a:avLst/>
                <a:gdLst>
                  <a:gd name="textAreaLeft" fmla="*/ 0 w 228960"/>
                  <a:gd name="textAreaRight" fmla="*/ 234000 w 228960"/>
                  <a:gd name="textAreaTop" fmla="*/ 0 h 289440"/>
                  <a:gd name="textAreaBottom" fmla="*/ 294480 h 2894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8" name="Google Shape;1594;p87"/>
              <p:cNvSpPr/>
              <p:nvPr/>
            </p:nvSpPr>
            <p:spPr>
              <a:xfrm>
                <a:off x="10880280" y="5727600"/>
                <a:ext cx="61560" cy="29844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9" name="Google Shape;1595;p87"/>
              <p:cNvSpPr/>
              <p:nvPr/>
            </p:nvSpPr>
            <p:spPr>
              <a:xfrm>
                <a:off x="10991160" y="5806080"/>
                <a:ext cx="200160" cy="224640"/>
              </a:xfrm>
              <a:custGeom>
                <a:avLst/>
                <a:gdLst>
                  <a:gd name="textAreaLeft" fmla="*/ 0 w 200160"/>
                  <a:gd name="textAreaRight" fmla="*/ 205200 w 200160"/>
                  <a:gd name="textAreaTop" fmla="*/ 0 h 224640"/>
                  <a:gd name="textAreaBottom" fmla="*/ 229680 h 2246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660" name="Google Shape;1596;p87"/>
          <p:cNvGrpSpPr/>
          <p:nvPr/>
        </p:nvGrpSpPr>
        <p:grpSpPr>
          <a:xfrm>
            <a:off x="9880920" y="5104080"/>
            <a:ext cx="574560" cy="140040"/>
            <a:chOff x="9880920" y="5104080"/>
            <a:chExt cx="574560" cy="140040"/>
          </a:xfrm>
        </p:grpSpPr>
        <p:sp>
          <p:nvSpPr>
            <p:cNvPr id="1661" name="Google Shape;1597;p87"/>
            <p:cNvSpPr/>
            <p:nvPr/>
          </p:nvSpPr>
          <p:spPr>
            <a:xfrm>
              <a:off x="10369800" y="5109840"/>
              <a:ext cx="85680" cy="133560"/>
            </a:xfrm>
            <a:custGeom>
              <a:avLst/>
              <a:gdLst>
                <a:gd name="textAreaLeft" fmla="*/ 0 w 85680"/>
                <a:gd name="textAreaRight" fmla="*/ 90720 w 85680"/>
                <a:gd name="textAreaTop" fmla="*/ 0 h 133560"/>
                <a:gd name="textAreaBottom" fmla="*/ 138600 h 1335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2" name="Google Shape;1598;p87"/>
            <p:cNvSpPr/>
            <p:nvPr/>
          </p:nvSpPr>
          <p:spPr>
            <a:xfrm>
              <a:off x="9880920" y="5104080"/>
              <a:ext cx="126000" cy="140040"/>
            </a:xfrm>
            <a:custGeom>
              <a:avLst/>
              <a:gdLst>
                <a:gd name="textAreaLeft" fmla="*/ 0 w 126000"/>
                <a:gd name="textAreaRight" fmla="*/ 131040 w 126000"/>
                <a:gd name="textAreaTop" fmla="*/ 0 h 140040"/>
                <a:gd name="textAreaBottom" fmla="*/ 145080 h 1400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3" name="Google Shape;1599;p87"/>
            <p:cNvSpPr/>
            <p:nvPr/>
          </p:nvSpPr>
          <p:spPr>
            <a:xfrm>
              <a:off x="10007280" y="5124240"/>
              <a:ext cx="122400" cy="115560"/>
            </a:xfrm>
            <a:custGeom>
              <a:avLst/>
              <a:gdLst>
                <a:gd name="textAreaLeft" fmla="*/ 0 w 122400"/>
                <a:gd name="textAreaRight" fmla="*/ 127440 w 122400"/>
                <a:gd name="textAreaTop" fmla="*/ 0 h 115560"/>
                <a:gd name="textAreaBottom" fmla="*/ 120600 h 1155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4" name="Google Shape;1600;p87"/>
            <p:cNvSpPr/>
            <p:nvPr/>
          </p:nvSpPr>
          <p:spPr>
            <a:xfrm>
              <a:off x="10133280" y="5125680"/>
              <a:ext cx="114120" cy="111960"/>
            </a:xfrm>
            <a:custGeom>
              <a:avLst/>
              <a:gdLst>
                <a:gd name="textAreaLeft" fmla="*/ 0 w 114120"/>
                <a:gd name="textAreaRight" fmla="*/ 119160 w 114120"/>
                <a:gd name="textAreaTop" fmla="*/ 0 h 111960"/>
                <a:gd name="textAreaBottom" fmla="*/ 117000 h 1119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5" name="Google Shape;1601;p87"/>
            <p:cNvSpPr/>
            <p:nvPr/>
          </p:nvSpPr>
          <p:spPr>
            <a:xfrm>
              <a:off x="10251720" y="5124960"/>
              <a:ext cx="115200" cy="114120"/>
            </a:xfrm>
            <a:custGeom>
              <a:avLst/>
              <a:gdLst>
                <a:gd name="textAreaLeft" fmla="*/ 0 w 115200"/>
                <a:gd name="textAreaRight" fmla="*/ 120240 w 115200"/>
                <a:gd name="textAreaTop" fmla="*/ 0 h 114120"/>
                <a:gd name="textAreaBottom" fmla="*/ 119160 h 1141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6" name="Google Shape;1602;p87"/>
          <p:cNvGrpSpPr/>
          <p:nvPr/>
        </p:nvGrpSpPr>
        <p:grpSpPr>
          <a:xfrm>
            <a:off x="401040" y="198360"/>
            <a:ext cx="7670160" cy="1620000"/>
            <a:chOff x="401040" y="198360"/>
            <a:chExt cx="7670160" cy="1620000"/>
          </a:xfrm>
        </p:grpSpPr>
        <p:sp>
          <p:nvSpPr>
            <p:cNvPr id="1667" name="Google Shape;1603;p87"/>
            <p:cNvSpPr/>
            <p:nvPr/>
          </p:nvSpPr>
          <p:spPr>
            <a:xfrm>
              <a:off x="690480" y="275760"/>
              <a:ext cx="377388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8" name="Google Shape;1604;p87"/>
            <p:cNvSpPr/>
            <p:nvPr/>
          </p:nvSpPr>
          <p:spPr>
            <a:xfrm>
              <a:off x="2858400" y="821880"/>
              <a:ext cx="5212800" cy="76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69" name="Google Shape;1605;p87"/>
            <p:cNvGrpSpPr/>
            <p:nvPr/>
          </p:nvGrpSpPr>
          <p:grpSpPr>
            <a:xfrm>
              <a:off x="401040" y="198360"/>
              <a:ext cx="688320" cy="688320"/>
              <a:chOff x="401040" y="198360"/>
              <a:chExt cx="688320" cy="688320"/>
            </a:xfrm>
          </p:grpSpPr>
          <p:sp>
            <p:nvSpPr>
              <p:cNvPr id="1670" name="Google Shape;1606;p87"/>
              <p:cNvSpPr/>
              <p:nvPr/>
            </p:nvSpPr>
            <p:spPr>
              <a:xfrm>
                <a:off x="401040" y="545040"/>
                <a:ext cx="341640" cy="3416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1" name="Google Shape;1607;p87"/>
              <p:cNvSpPr/>
              <p:nvPr/>
            </p:nvSpPr>
            <p:spPr>
              <a:xfrm>
                <a:off x="747720" y="198360"/>
                <a:ext cx="341640" cy="34164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72" name="Google Shape;1608;p87"/>
          <p:cNvSpPr/>
          <p:nvPr/>
        </p:nvSpPr>
        <p:spPr>
          <a:xfrm>
            <a:off x="706680" y="3871800"/>
            <a:ext cx="3553920" cy="16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73" name="Google Shape;1609;p87"/>
          <p:cNvGrpSpPr/>
          <p:nvPr/>
        </p:nvGrpSpPr>
        <p:grpSpPr>
          <a:xfrm>
            <a:off x="8925840" y="1445400"/>
            <a:ext cx="2592000" cy="374760"/>
            <a:chOff x="8925840" y="1445400"/>
            <a:chExt cx="2592000" cy="374760"/>
          </a:xfrm>
        </p:grpSpPr>
        <p:sp>
          <p:nvSpPr>
            <p:cNvPr id="1674" name="Google Shape;1610;p87"/>
            <p:cNvSpPr/>
            <p:nvPr/>
          </p:nvSpPr>
          <p:spPr>
            <a:xfrm>
              <a:off x="8925840" y="1445400"/>
              <a:ext cx="176040" cy="176040"/>
            </a:xfrm>
            <a:custGeom>
              <a:avLst/>
              <a:gdLst>
                <a:gd name="textAreaLeft" fmla="*/ 0 w 176040"/>
                <a:gd name="textAreaRight" fmla="*/ 181080 w 176040"/>
                <a:gd name="textAreaTop" fmla="*/ 0 h 176040"/>
                <a:gd name="textAreaBottom" fmla="*/ 181080 h 1760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5" name="Google Shape;1611;p87"/>
            <p:cNvSpPr/>
            <p:nvPr/>
          </p:nvSpPr>
          <p:spPr>
            <a:xfrm>
              <a:off x="9124560" y="1445400"/>
              <a:ext cx="176040" cy="176040"/>
            </a:xfrm>
            <a:custGeom>
              <a:avLst/>
              <a:gdLst>
                <a:gd name="textAreaLeft" fmla="*/ 0 w 176040"/>
                <a:gd name="textAreaRight" fmla="*/ 181080 w 176040"/>
                <a:gd name="textAreaTop" fmla="*/ 0 h 176040"/>
                <a:gd name="textAreaBottom" fmla="*/ 181080 h 1760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6" name="Google Shape;1612;p87"/>
            <p:cNvSpPr/>
            <p:nvPr/>
          </p:nvSpPr>
          <p:spPr>
            <a:xfrm>
              <a:off x="8925840" y="1644120"/>
              <a:ext cx="176040" cy="176040"/>
            </a:xfrm>
            <a:custGeom>
              <a:avLst/>
              <a:gdLst>
                <a:gd name="textAreaLeft" fmla="*/ 0 w 176040"/>
                <a:gd name="textAreaRight" fmla="*/ 181080 w 176040"/>
                <a:gd name="textAreaTop" fmla="*/ 0 h 176040"/>
                <a:gd name="textAreaBottom" fmla="*/ 181080 h 1760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7" name="Google Shape;1613;p87"/>
            <p:cNvSpPr/>
            <p:nvPr/>
          </p:nvSpPr>
          <p:spPr>
            <a:xfrm>
              <a:off x="9124560" y="1644120"/>
              <a:ext cx="176040" cy="176040"/>
            </a:xfrm>
            <a:custGeom>
              <a:avLst/>
              <a:gdLst>
                <a:gd name="textAreaLeft" fmla="*/ 0 w 176040"/>
                <a:gd name="textAreaRight" fmla="*/ 181080 w 176040"/>
                <a:gd name="textAreaTop" fmla="*/ 0 h 176040"/>
                <a:gd name="textAreaBottom" fmla="*/ 181080 h 17604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78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5640" cy="2210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9" name="Google Shape;1616;p88"/>
          <p:cNvGrpSpPr/>
          <p:nvPr/>
        </p:nvGrpSpPr>
        <p:grpSpPr>
          <a:xfrm>
            <a:off x="731160" y="3086280"/>
            <a:ext cx="5702760" cy="2415600"/>
            <a:chOff x="731160" y="3086280"/>
            <a:chExt cx="5702760" cy="2415600"/>
          </a:xfrm>
        </p:grpSpPr>
        <p:sp>
          <p:nvSpPr>
            <p:cNvPr id="1680" name="Google Shape;1617;p88"/>
            <p:cNvSpPr/>
            <p:nvPr/>
          </p:nvSpPr>
          <p:spPr>
            <a:xfrm>
              <a:off x="1363680" y="3959280"/>
              <a:ext cx="507024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1" name="Google Shape;1618;p88"/>
            <p:cNvSpPr/>
            <p:nvPr/>
          </p:nvSpPr>
          <p:spPr>
            <a:xfrm rot="16200000">
              <a:off x="-248760" y="4066560"/>
              <a:ext cx="2412000" cy="45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2" name="Google Shape;1619;p88"/>
          <p:cNvGrpSpPr/>
          <p:nvPr/>
        </p:nvGrpSpPr>
        <p:grpSpPr>
          <a:xfrm>
            <a:off x="755280" y="2794320"/>
            <a:ext cx="688320" cy="688320"/>
            <a:chOff x="755280" y="2794320"/>
            <a:chExt cx="688320" cy="688320"/>
          </a:xfrm>
        </p:grpSpPr>
        <p:sp>
          <p:nvSpPr>
            <p:cNvPr id="1683" name="Google Shape;1620;p88"/>
            <p:cNvSpPr/>
            <p:nvPr/>
          </p:nvSpPr>
          <p:spPr>
            <a:xfrm>
              <a:off x="755280" y="3141000"/>
              <a:ext cx="341640" cy="3416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4" name="Google Shape;1621;p88"/>
            <p:cNvSpPr/>
            <p:nvPr/>
          </p:nvSpPr>
          <p:spPr>
            <a:xfrm>
              <a:off x="1101960" y="2794320"/>
              <a:ext cx="341640" cy="3416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5" name="Google Shape;1622;p88"/>
          <p:cNvGrpSpPr/>
          <p:nvPr/>
        </p:nvGrpSpPr>
        <p:grpSpPr>
          <a:xfrm>
            <a:off x="5847480" y="5352120"/>
            <a:ext cx="688320" cy="688320"/>
            <a:chOff x="5847480" y="5352120"/>
            <a:chExt cx="688320" cy="688320"/>
          </a:xfrm>
        </p:grpSpPr>
        <p:sp>
          <p:nvSpPr>
            <p:cNvPr id="1686" name="Google Shape;1623;p88"/>
            <p:cNvSpPr/>
            <p:nvPr/>
          </p:nvSpPr>
          <p:spPr>
            <a:xfrm>
              <a:off x="5847480" y="5698800"/>
              <a:ext cx="341640" cy="3416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7" name="Google Shape;1624;p88"/>
            <p:cNvSpPr/>
            <p:nvPr/>
          </p:nvSpPr>
          <p:spPr>
            <a:xfrm>
              <a:off x="6194160" y="5352120"/>
              <a:ext cx="341640" cy="34164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88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2800" cy="144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9" name="Google Shape;1626;p88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0" name="Google Shape;1627;p88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1" name="Google Shape;1628;p88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2" name="Google Shape;1629;p88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3" name="Google Shape;1630;p88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Google Shape;1631;p88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5" name="Google Shape;1632;p88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Google Shape;1633;p88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7" name="Google Shape;1634;p88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8" name="Google Shape;1635;p88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99" name="Google Shape;1636;p88"/>
          <p:cNvGrpSpPr/>
          <p:nvPr/>
        </p:nvGrpSpPr>
        <p:grpSpPr>
          <a:xfrm>
            <a:off x="747000" y="880560"/>
            <a:ext cx="459000" cy="481320"/>
            <a:chOff x="747000" y="880560"/>
            <a:chExt cx="459000" cy="481320"/>
          </a:xfrm>
        </p:grpSpPr>
        <p:sp>
          <p:nvSpPr>
            <p:cNvPr id="1700" name="Google Shape;1637;p88"/>
            <p:cNvSpPr/>
            <p:nvPr/>
          </p:nvSpPr>
          <p:spPr>
            <a:xfrm>
              <a:off x="747000" y="1177920"/>
              <a:ext cx="184320" cy="183960"/>
            </a:xfrm>
            <a:custGeom>
              <a:avLst/>
              <a:gdLst>
                <a:gd name="textAreaLeft" fmla="*/ 0 w 184320"/>
                <a:gd name="textAreaRight" fmla="*/ 189360 w 184320"/>
                <a:gd name="textAreaTop" fmla="*/ 0 h 183960"/>
                <a:gd name="textAreaBottom" fmla="*/ 189000 h 18396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1" name="Google Shape;1638;p88"/>
            <p:cNvSpPr/>
            <p:nvPr/>
          </p:nvSpPr>
          <p:spPr>
            <a:xfrm>
              <a:off x="852480" y="880560"/>
              <a:ext cx="353520" cy="271080"/>
            </a:xfrm>
            <a:custGeom>
              <a:avLst/>
              <a:gdLst>
                <a:gd name="textAreaLeft" fmla="*/ 0 w 353520"/>
                <a:gd name="textAreaRight" fmla="*/ 358560 w 353520"/>
                <a:gd name="textAreaTop" fmla="*/ 0 h 271080"/>
                <a:gd name="textAreaBottom" fmla="*/ 276120 h 27108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2" name="Google Shape;1639;p88"/>
            <p:cNvSpPr/>
            <p:nvPr/>
          </p:nvSpPr>
          <p:spPr>
            <a:xfrm>
              <a:off x="852480" y="880560"/>
              <a:ext cx="353520" cy="260280"/>
            </a:xfrm>
            <a:custGeom>
              <a:avLst/>
              <a:gdLst>
                <a:gd name="textAreaLeft" fmla="*/ 0 w 353520"/>
                <a:gd name="textAreaRight" fmla="*/ 358560 w 353520"/>
                <a:gd name="textAreaTop" fmla="*/ 0 h 260280"/>
                <a:gd name="textAreaBottom" fmla="*/ 265320 h 26028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3" name="Google Shape;1640;p88"/>
            <p:cNvSpPr/>
            <p:nvPr/>
          </p:nvSpPr>
          <p:spPr>
            <a:xfrm>
              <a:off x="750960" y="988920"/>
              <a:ext cx="451440" cy="207000"/>
            </a:xfrm>
            <a:custGeom>
              <a:avLst/>
              <a:gdLst>
                <a:gd name="textAreaLeft" fmla="*/ 0 w 451440"/>
                <a:gd name="textAreaRight" fmla="*/ 456480 w 451440"/>
                <a:gd name="textAreaTop" fmla="*/ 0 h 207000"/>
                <a:gd name="textAreaBottom" fmla="*/ 212040 h 2070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4" name="Google Shape;1641;p88"/>
            <p:cNvSpPr/>
            <p:nvPr/>
          </p:nvSpPr>
          <p:spPr>
            <a:xfrm>
              <a:off x="750960" y="997200"/>
              <a:ext cx="451440" cy="207000"/>
            </a:xfrm>
            <a:custGeom>
              <a:avLst/>
              <a:gdLst>
                <a:gd name="textAreaLeft" fmla="*/ 0 w 451440"/>
                <a:gd name="textAreaRight" fmla="*/ 456480 w 451440"/>
                <a:gd name="textAreaTop" fmla="*/ 0 h 207000"/>
                <a:gd name="textAreaBottom" fmla="*/ 212040 h 2070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5" name="Google Shape;1642;p88"/>
            <p:cNvSpPr/>
            <p:nvPr/>
          </p:nvSpPr>
          <p:spPr>
            <a:xfrm>
              <a:off x="750960" y="986760"/>
              <a:ext cx="451440" cy="207000"/>
            </a:xfrm>
            <a:custGeom>
              <a:avLst/>
              <a:gdLst>
                <a:gd name="textAreaLeft" fmla="*/ 0 w 451440"/>
                <a:gd name="textAreaRight" fmla="*/ 456480 w 451440"/>
                <a:gd name="textAreaTop" fmla="*/ 0 h 207000"/>
                <a:gd name="textAreaBottom" fmla="*/ 212040 h 20700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6" name="Google Shape;1643;p88"/>
            <p:cNvSpPr/>
            <p:nvPr/>
          </p:nvSpPr>
          <p:spPr>
            <a:xfrm>
              <a:off x="750960" y="997560"/>
              <a:ext cx="446040" cy="196560"/>
            </a:xfrm>
            <a:custGeom>
              <a:avLst/>
              <a:gdLst>
                <a:gd name="textAreaLeft" fmla="*/ 0 w 446040"/>
                <a:gd name="textAreaRight" fmla="*/ 451080 w 446040"/>
                <a:gd name="textAreaTop" fmla="*/ 0 h 196560"/>
                <a:gd name="textAreaBottom" fmla="*/ 201600 h 19656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7" name="Google Shape;1644;p88"/>
          <p:cNvGrpSpPr/>
          <p:nvPr/>
        </p:nvGrpSpPr>
        <p:grpSpPr>
          <a:xfrm>
            <a:off x="10124640" y="1269360"/>
            <a:ext cx="1465200" cy="763920"/>
            <a:chOff x="10124640" y="1269360"/>
            <a:chExt cx="1465200" cy="763920"/>
          </a:xfrm>
        </p:grpSpPr>
        <p:grpSp>
          <p:nvGrpSpPr>
            <p:cNvPr id="1708" name="Google Shape;1645;p88"/>
            <p:cNvGrpSpPr/>
            <p:nvPr/>
          </p:nvGrpSpPr>
          <p:grpSpPr>
            <a:xfrm>
              <a:off x="10124640" y="1269360"/>
              <a:ext cx="1219680" cy="294840"/>
              <a:chOff x="10124640" y="1269360"/>
              <a:chExt cx="1219680" cy="294840"/>
            </a:xfrm>
          </p:grpSpPr>
          <p:sp>
            <p:nvSpPr>
              <p:cNvPr id="1709" name="Google Shape;1646;p88"/>
              <p:cNvSpPr/>
              <p:nvPr/>
            </p:nvSpPr>
            <p:spPr>
              <a:xfrm>
                <a:off x="10124640" y="1269360"/>
                <a:ext cx="144720" cy="293400"/>
              </a:xfrm>
              <a:custGeom>
                <a:avLst/>
                <a:gdLst>
                  <a:gd name="textAreaLeft" fmla="*/ 0 w 144720"/>
                  <a:gd name="textAreaRight" fmla="*/ 149760 w 144720"/>
                  <a:gd name="textAreaTop" fmla="*/ 0 h 293400"/>
                  <a:gd name="textAreaBottom" fmla="*/ 298440 h 2934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0" name="Google Shape;1647;p88"/>
              <p:cNvSpPr/>
              <p:nvPr/>
            </p:nvSpPr>
            <p:spPr>
              <a:xfrm>
                <a:off x="10305360" y="1324800"/>
                <a:ext cx="225000" cy="239040"/>
              </a:xfrm>
              <a:custGeom>
                <a:avLst/>
                <a:gdLst>
                  <a:gd name="textAreaLeft" fmla="*/ 0 w 225000"/>
                  <a:gd name="textAreaRight" fmla="*/ 230040 w 22500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1" name="Google Shape;1648;p88"/>
              <p:cNvSpPr/>
              <p:nvPr/>
            </p:nvSpPr>
            <p:spPr>
              <a:xfrm>
                <a:off x="10573560" y="1325160"/>
                <a:ext cx="212760" cy="239040"/>
              </a:xfrm>
              <a:custGeom>
                <a:avLst/>
                <a:gdLst>
                  <a:gd name="textAreaLeft" fmla="*/ 0 w 212760"/>
                  <a:gd name="textAreaRight" fmla="*/ 217800 w 212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2" name="Google Shape;1649;p88"/>
              <p:cNvSpPr/>
              <p:nvPr/>
            </p:nvSpPr>
            <p:spPr>
              <a:xfrm>
                <a:off x="10834560" y="1325160"/>
                <a:ext cx="209880" cy="233640"/>
              </a:xfrm>
              <a:custGeom>
                <a:avLst/>
                <a:gdLst>
                  <a:gd name="textAreaLeft" fmla="*/ 0 w 209880"/>
                  <a:gd name="textAreaRight" fmla="*/ 214920 w 209880"/>
                  <a:gd name="textAreaTop" fmla="*/ 0 h 233640"/>
                  <a:gd name="textAreaBottom" fmla="*/ 238680 h 2336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3" name="Google Shape;1650;p88"/>
              <p:cNvSpPr/>
              <p:nvPr/>
            </p:nvSpPr>
            <p:spPr>
              <a:xfrm>
                <a:off x="11095560" y="132516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4" name="Google Shape;1651;p88"/>
            <p:cNvGrpSpPr/>
            <p:nvPr/>
          </p:nvGrpSpPr>
          <p:grpSpPr>
            <a:xfrm>
              <a:off x="10546560" y="1648080"/>
              <a:ext cx="1043280" cy="385200"/>
              <a:chOff x="10546560" y="1648080"/>
              <a:chExt cx="1043280" cy="385200"/>
            </a:xfrm>
          </p:grpSpPr>
          <p:sp>
            <p:nvSpPr>
              <p:cNvPr id="1715" name="Google Shape;1652;p88"/>
              <p:cNvSpPr/>
              <p:nvPr/>
            </p:nvSpPr>
            <p:spPr>
              <a:xfrm>
                <a:off x="10546560" y="1648080"/>
                <a:ext cx="61560" cy="31428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6" name="Google Shape;1653;p88"/>
              <p:cNvSpPr/>
              <p:nvPr/>
            </p:nvSpPr>
            <p:spPr>
              <a:xfrm>
                <a:off x="10664280" y="172872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7" name="Google Shape;1654;p88"/>
              <p:cNvSpPr/>
              <p:nvPr/>
            </p:nvSpPr>
            <p:spPr>
              <a:xfrm>
                <a:off x="10955160" y="1728720"/>
                <a:ext cx="241200" cy="304560"/>
              </a:xfrm>
              <a:custGeom>
                <a:avLst/>
                <a:gdLst>
                  <a:gd name="textAreaLeft" fmla="*/ 0 w 241200"/>
                  <a:gd name="textAreaRight" fmla="*/ 246240 w 241200"/>
                  <a:gd name="textAreaTop" fmla="*/ 0 h 304560"/>
                  <a:gd name="textAreaBottom" fmla="*/ 309600 h 3045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8" name="Google Shape;1655;p88"/>
              <p:cNvSpPr/>
              <p:nvPr/>
            </p:nvSpPr>
            <p:spPr>
              <a:xfrm>
                <a:off x="11262240" y="1648440"/>
                <a:ext cx="65160" cy="314280"/>
              </a:xfrm>
              <a:custGeom>
                <a:avLst/>
                <a:gdLst>
                  <a:gd name="textAreaLeft" fmla="*/ 0 w 65160"/>
                  <a:gd name="textAreaRight" fmla="*/ 70200 w 651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9" name="Google Shape;1656;p88"/>
              <p:cNvSpPr/>
              <p:nvPr/>
            </p:nvSpPr>
            <p:spPr>
              <a:xfrm>
                <a:off x="11379240" y="1730520"/>
                <a:ext cx="210600" cy="236520"/>
              </a:xfrm>
              <a:custGeom>
                <a:avLst/>
                <a:gdLst>
                  <a:gd name="textAreaLeft" fmla="*/ 0 w 210600"/>
                  <a:gd name="textAreaRight" fmla="*/ 215640 w 210600"/>
                  <a:gd name="textAreaTop" fmla="*/ 0 h 236520"/>
                  <a:gd name="textAreaBottom" fmla="*/ 241560 h 2365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20" name="Google Shape;1657;p88"/>
          <p:cNvGrpSpPr/>
          <p:nvPr/>
        </p:nvGrpSpPr>
        <p:grpSpPr>
          <a:xfrm>
            <a:off x="10113480" y="597240"/>
            <a:ext cx="1265760" cy="569520"/>
            <a:chOff x="10113480" y="597240"/>
            <a:chExt cx="1265760" cy="569520"/>
          </a:xfrm>
        </p:grpSpPr>
        <p:grpSp>
          <p:nvGrpSpPr>
            <p:cNvPr id="1721" name="Google Shape;1658;p88"/>
            <p:cNvGrpSpPr/>
            <p:nvPr/>
          </p:nvGrpSpPr>
          <p:grpSpPr>
            <a:xfrm>
              <a:off x="10207440" y="873000"/>
              <a:ext cx="1171800" cy="293760"/>
              <a:chOff x="10207440" y="873000"/>
              <a:chExt cx="1171800" cy="293760"/>
            </a:xfrm>
          </p:grpSpPr>
          <p:sp>
            <p:nvSpPr>
              <p:cNvPr id="1722" name="Google Shape;1659;p88"/>
              <p:cNvSpPr/>
              <p:nvPr/>
            </p:nvSpPr>
            <p:spPr>
              <a:xfrm>
                <a:off x="10207440" y="878040"/>
                <a:ext cx="76680" cy="99000"/>
              </a:xfrm>
              <a:custGeom>
                <a:avLst/>
                <a:gdLst>
                  <a:gd name="textAreaLeft" fmla="*/ 0 w 76680"/>
                  <a:gd name="textAreaRight" fmla="*/ 81720 w 76680"/>
                  <a:gd name="textAreaTop" fmla="*/ 0 h 99000"/>
                  <a:gd name="textAreaBottom" fmla="*/ 104040 h 990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3" name="Google Shape;1660;p88"/>
              <p:cNvSpPr/>
              <p:nvPr/>
            </p:nvSpPr>
            <p:spPr>
              <a:xfrm>
                <a:off x="1028556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4" name="Google Shape;1661;p88"/>
              <p:cNvSpPr/>
              <p:nvPr/>
            </p:nvSpPr>
            <p:spPr>
              <a:xfrm>
                <a:off x="10381680" y="87372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5" name="Google Shape;1662;p88"/>
              <p:cNvSpPr/>
              <p:nvPr/>
            </p:nvSpPr>
            <p:spPr>
              <a:xfrm>
                <a:off x="1047924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6" name="Google Shape;1663;p88"/>
              <p:cNvSpPr/>
              <p:nvPr/>
            </p:nvSpPr>
            <p:spPr>
              <a:xfrm>
                <a:off x="1056456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7" name="Google Shape;1664;p88"/>
              <p:cNvSpPr/>
              <p:nvPr/>
            </p:nvSpPr>
            <p:spPr>
              <a:xfrm>
                <a:off x="1068372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8" name="Google Shape;1665;p88"/>
              <p:cNvSpPr/>
              <p:nvPr/>
            </p:nvSpPr>
            <p:spPr>
              <a:xfrm>
                <a:off x="1076940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9" name="Google Shape;1666;p88"/>
              <p:cNvSpPr/>
              <p:nvPr/>
            </p:nvSpPr>
            <p:spPr>
              <a:xfrm>
                <a:off x="10888200" y="873000"/>
                <a:ext cx="41400" cy="104040"/>
              </a:xfrm>
              <a:custGeom>
                <a:avLst/>
                <a:gdLst>
                  <a:gd name="textAreaLeft" fmla="*/ 0 w 41400"/>
                  <a:gd name="textAreaRight" fmla="*/ 46440 w 41400"/>
                  <a:gd name="textAreaTop" fmla="*/ 0 h 104040"/>
                  <a:gd name="textAreaBottom" fmla="*/ 109080 h 1040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0" name="Google Shape;1667;p88"/>
              <p:cNvSpPr/>
              <p:nvPr/>
            </p:nvSpPr>
            <p:spPr>
              <a:xfrm>
                <a:off x="1094292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1" name="Google Shape;1668;p88"/>
              <p:cNvSpPr/>
              <p:nvPr/>
            </p:nvSpPr>
            <p:spPr>
              <a:xfrm>
                <a:off x="11043720" y="90396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2" name="Google Shape;1669;p88"/>
              <p:cNvSpPr/>
              <p:nvPr/>
            </p:nvSpPr>
            <p:spPr>
              <a:xfrm>
                <a:off x="11103840" y="903600"/>
                <a:ext cx="111240" cy="73440"/>
              </a:xfrm>
              <a:custGeom>
                <a:avLst/>
                <a:gdLst>
                  <a:gd name="textAreaLeft" fmla="*/ 0 w 111240"/>
                  <a:gd name="textAreaRight" fmla="*/ 116280 w 11124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3" name="Google Shape;1670;p88"/>
              <p:cNvSpPr/>
              <p:nvPr/>
            </p:nvSpPr>
            <p:spPr>
              <a:xfrm>
                <a:off x="1123956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4" name="Google Shape;1671;p88"/>
              <p:cNvSpPr/>
              <p:nvPr/>
            </p:nvSpPr>
            <p:spPr>
              <a:xfrm>
                <a:off x="1132488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5" name="Google Shape;1672;p88"/>
              <p:cNvSpPr/>
              <p:nvPr/>
            </p:nvSpPr>
            <p:spPr>
              <a:xfrm>
                <a:off x="1020816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6" name="Google Shape;1673;p88"/>
              <p:cNvSpPr/>
              <p:nvPr/>
            </p:nvSpPr>
            <p:spPr>
              <a:xfrm>
                <a:off x="103068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7" name="Google Shape;1674;p88"/>
              <p:cNvSpPr/>
              <p:nvPr/>
            </p:nvSpPr>
            <p:spPr>
              <a:xfrm>
                <a:off x="10438200" y="107028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8" name="Google Shape;1675;p88"/>
              <p:cNvSpPr/>
              <p:nvPr/>
            </p:nvSpPr>
            <p:spPr>
              <a:xfrm>
                <a:off x="10530360" y="1069560"/>
                <a:ext cx="72720" cy="9720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97200"/>
                  <a:gd name="textAreaBottom" fmla="*/ 102240 h 972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9" name="Google Shape;1676;p88"/>
              <p:cNvSpPr/>
              <p:nvPr/>
            </p:nvSpPr>
            <p:spPr>
              <a:xfrm>
                <a:off x="1062900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0" name="Google Shape;1677;p88"/>
              <p:cNvSpPr/>
              <p:nvPr/>
            </p:nvSpPr>
            <p:spPr>
              <a:xfrm>
                <a:off x="106812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1" name="Google Shape;1678;p88"/>
              <p:cNvSpPr/>
              <p:nvPr/>
            </p:nvSpPr>
            <p:spPr>
              <a:xfrm>
                <a:off x="10774080" y="1069560"/>
                <a:ext cx="62280" cy="7344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2" name="Google Shape;1679;p88"/>
              <p:cNvSpPr/>
              <p:nvPr/>
            </p:nvSpPr>
            <p:spPr>
              <a:xfrm>
                <a:off x="1086084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3" name="Google Shape;1680;p88"/>
              <p:cNvSpPr/>
              <p:nvPr/>
            </p:nvSpPr>
            <p:spPr>
              <a:xfrm>
                <a:off x="1095948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4" name="Google Shape;1681;p88"/>
              <p:cNvSpPr/>
              <p:nvPr/>
            </p:nvSpPr>
            <p:spPr>
              <a:xfrm>
                <a:off x="1105236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45" name="Google Shape;1682;p88"/>
            <p:cNvGrpSpPr/>
            <p:nvPr/>
          </p:nvGrpSpPr>
          <p:grpSpPr>
            <a:xfrm>
              <a:off x="10113480" y="597240"/>
              <a:ext cx="604440" cy="147600"/>
              <a:chOff x="10113480" y="597240"/>
              <a:chExt cx="604440" cy="147600"/>
            </a:xfrm>
          </p:grpSpPr>
          <p:sp>
            <p:nvSpPr>
              <p:cNvPr id="1746" name="Google Shape;1683;p88"/>
              <p:cNvSpPr/>
              <p:nvPr/>
            </p:nvSpPr>
            <p:spPr>
              <a:xfrm>
                <a:off x="10627560" y="603360"/>
                <a:ext cx="90360" cy="140760"/>
              </a:xfrm>
              <a:custGeom>
                <a:avLst/>
                <a:gdLst>
                  <a:gd name="textAreaLeft" fmla="*/ 0 w 90360"/>
                  <a:gd name="textAreaRight" fmla="*/ 95400 w 90360"/>
                  <a:gd name="textAreaTop" fmla="*/ 0 h 140760"/>
                  <a:gd name="textAreaBottom" fmla="*/ 145800 h 1407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7" name="Google Shape;1684;p88"/>
              <p:cNvSpPr/>
              <p:nvPr/>
            </p:nvSpPr>
            <p:spPr>
              <a:xfrm>
                <a:off x="10113480" y="597240"/>
                <a:ext cx="132840" cy="147600"/>
              </a:xfrm>
              <a:custGeom>
                <a:avLst/>
                <a:gdLst>
                  <a:gd name="textAreaLeft" fmla="*/ 0 w 132840"/>
                  <a:gd name="textAreaRight" fmla="*/ 137880 w 132840"/>
                  <a:gd name="textAreaTop" fmla="*/ 0 h 147600"/>
                  <a:gd name="textAreaBottom" fmla="*/ 152640 h 1476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8" name="Google Shape;1685;p88"/>
              <p:cNvSpPr/>
              <p:nvPr/>
            </p:nvSpPr>
            <p:spPr>
              <a:xfrm>
                <a:off x="10246320" y="618480"/>
                <a:ext cx="129240" cy="121680"/>
              </a:xfrm>
              <a:custGeom>
                <a:avLst/>
                <a:gdLst>
                  <a:gd name="textAreaLeft" fmla="*/ 0 w 129240"/>
                  <a:gd name="textAreaRight" fmla="*/ 134280 w 129240"/>
                  <a:gd name="textAreaTop" fmla="*/ 0 h 121680"/>
                  <a:gd name="textAreaBottom" fmla="*/ 126720 h 1216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9" name="Google Shape;1686;p88"/>
              <p:cNvSpPr/>
              <p:nvPr/>
            </p:nvSpPr>
            <p:spPr>
              <a:xfrm>
                <a:off x="10378800" y="619920"/>
                <a:ext cx="120600" cy="118080"/>
              </a:xfrm>
              <a:custGeom>
                <a:avLst/>
                <a:gdLst>
                  <a:gd name="textAreaLeft" fmla="*/ 0 w 120600"/>
                  <a:gd name="textAreaRight" fmla="*/ 125640 w 120600"/>
                  <a:gd name="textAreaTop" fmla="*/ 0 h 118080"/>
                  <a:gd name="textAreaBottom" fmla="*/ 123120 h 1180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0" name="Google Shape;1687;p88"/>
              <p:cNvSpPr/>
              <p:nvPr/>
            </p:nvSpPr>
            <p:spPr>
              <a:xfrm>
                <a:off x="10503000" y="619200"/>
                <a:ext cx="121680" cy="120240"/>
              </a:xfrm>
              <a:custGeom>
                <a:avLst/>
                <a:gdLst>
                  <a:gd name="textAreaLeft" fmla="*/ 0 w 121680"/>
                  <a:gd name="textAreaRight" fmla="*/ 126720 w 121680"/>
                  <a:gd name="textAreaTop" fmla="*/ 0 h 120240"/>
                  <a:gd name="textAreaBottom" fmla="*/ 125280 h 1202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51" name="Google Shape;1688;p88"/>
          <p:cNvGrpSpPr/>
          <p:nvPr/>
        </p:nvGrpSpPr>
        <p:grpSpPr>
          <a:xfrm>
            <a:off x="1275480" y="995040"/>
            <a:ext cx="1188360" cy="207360"/>
            <a:chOff x="1275480" y="995040"/>
            <a:chExt cx="1188360" cy="207360"/>
          </a:xfrm>
        </p:grpSpPr>
        <p:sp>
          <p:nvSpPr>
            <p:cNvPr id="1752" name="Google Shape;1689;p88"/>
            <p:cNvSpPr/>
            <p:nvPr/>
          </p:nvSpPr>
          <p:spPr>
            <a:xfrm>
              <a:off x="1275480" y="1010160"/>
              <a:ext cx="204120" cy="189000"/>
            </a:xfrm>
            <a:custGeom>
              <a:avLst/>
              <a:gdLst>
                <a:gd name="textAreaLeft" fmla="*/ 0 w 204120"/>
                <a:gd name="textAreaRight" fmla="*/ 209160 w 204120"/>
                <a:gd name="textAreaTop" fmla="*/ 0 h 189000"/>
                <a:gd name="textAreaBottom" fmla="*/ 194040 h 18900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3" name="Google Shape;1690;p88"/>
            <p:cNvSpPr/>
            <p:nvPr/>
          </p:nvSpPr>
          <p:spPr>
            <a:xfrm>
              <a:off x="1527480" y="1062360"/>
              <a:ext cx="27000" cy="136800"/>
            </a:xfrm>
            <a:custGeom>
              <a:avLst/>
              <a:gdLst>
                <a:gd name="textAreaLeft" fmla="*/ 0 w 27000"/>
                <a:gd name="textAreaRight" fmla="*/ 32040 w 27000"/>
                <a:gd name="textAreaTop" fmla="*/ 0 h 136800"/>
                <a:gd name="textAreaBottom" fmla="*/ 141840 h 13680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4" name="Google Shape;1691;p88"/>
            <p:cNvSpPr/>
            <p:nvPr/>
          </p:nvSpPr>
          <p:spPr>
            <a:xfrm>
              <a:off x="1523520" y="998640"/>
              <a:ext cx="35640" cy="33480"/>
            </a:xfrm>
            <a:custGeom>
              <a:avLst/>
              <a:gdLst>
                <a:gd name="textAreaLeft" fmla="*/ 0 w 35640"/>
                <a:gd name="textAreaRight" fmla="*/ 40680 w 35640"/>
                <a:gd name="textAreaTop" fmla="*/ 0 h 33480"/>
                <a:gd name="textAreaBottom" fmla="*/ 38520 h 3348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5" name="Google Shape;1692;p88"/>
            <p:cNvSpPr/>
            <p:nvPr/>
          </p:nvSpPr>
          <p:spPr>
            <a:xfrm>
              <a:off x="1592280" y="1058760"/>
              <a:ext cx="111960" cy="143640"/>
            </a:xfrm>
            <a:custGeom>
              <a:avLst/>
              <a:gdLst>
                <a:gd name="textAreaLeft" fmla="*/ 0 w 111960"/>
                <a:gd name="textAreaRight" fmla="*/ 117000 w 111960"/>
                <a:gd name="textAreaTop" fmla="*/ 0 h 143640"/>
                <a:gd name="textAreaBottom" fmla="*/ 148680 h 14364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6" name="Google Shape;1693;p88"/>
            <p:cNvSpPr/>
            <p:nvPr/>
          </p:nvSpPr>
          <p:spPr>
            <a:xfrm>
              <a:off x="1734120" y="1059840"/>
              <a:ext cx="78120" cy="139320"/>
            </a:xfrm>
            <a:custGeom>
              <a:avLst/>
              <a:gdLst>
                <a:gd name="textAreaLeft" fmla="*/ 0 w 78120"/>
                <a:gd name="textAreaRight" fmla="*/ 83160 w 78120"/>
                <a:gd name="textAreaTop" fmla="*/ 0 h 139320"/>
                <a:gd name="textAreaBottom" fmla="*/ 144360 h 13932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7" name="Google Shape;1694;p88"/>
            <p:cNvSpPr/>
            <p:nvPr/>
          </p:nvSpPr>
          <p:spPr>
            <a:xfrm>
              <a:off x="1828800" y="1058760"/>
              <a:ext cx="141120" cy="143640"/>
            </a:xfrm>
            <a:custGeom>
              <a:avLst/>
              <a:gdLst>
                <a:gd name="textAreaLeft" fmla="*/ 0 w 141120"/>
                <a:gd name="textAreaRight" fmla="*/ 146160 w 141120"/>
                <a:gd name="textAreaTop" fmla="*/ 0 h 143640"/>
                <a:gd name="textAreaBottom" fmla="*/ 148680 h 1436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8" name="Google Shape;1695;p88"/>
            <p:cNvSpPr/>
            <p:nvPr/>
          </p:nvSpPr>
          <p:spPr>
            <a:xfrm>
              <a:off x="1992600" y="1058760"/>
              <a:ext cx="101160" cy="143640"/>
            </a:xfrm>
            <a:custGeom>
              <a:avLst/>
              <a:gdLst>
                <a:gd name="textAreaLeft" fmla="*/ 0 w 101160"/>
                <a:gd name="textAreaRight" fmla="*/ 106200 w 101160"/>
                <a:gd name="textAreaTop" fmla="*/ 0 h 143640"/>
                <a:gd name="textAreaBottom" fmla="*/ 148680 h 14364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9" name="Google Shape;1696;p88"/>
            <p:cNvSpPr/>
            <p:nvPr/>
          </p:nvSpPr>
          <p:spPr>
            <a:xfrm>
              <a:off x="2117880" y="1058760"/>
              <a:ext cx="141120" cy="143640"/>
            </a:xfrm>
            <a:custGeom>
              <a:avLst/>
              <a:gdLst>
                <a:gd name="textAreaLeft" fmla="*/ 0 w 141120"/>
                <a:gd name="textAreaRight" fmla="*/ 146160 w 141120"/>
                <a:gd name="textAreaTop" fmla="*/ 0 h 143640"/>
                <a:gd name="textAreaBottom" fmla="*/ 148680 h 1436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0" name="Google Shape;1697;p88"/>
            <p:cNvSpPr/>
            <p:nvPr/>
          </p:nvSpPr>
          <p:spPr>
            <a:xfrm>
              <a:off x="2280960" y="995040"/>
              <a:ext cx="182880" cy="207360"/>
            </a:xfrm>
            <a:custGeom>
              <a:avLst/>
              <a:gdLst>
                <a:gd name="textAreaLeft" fmla="*/ 0 w 182880"/>
                <a:gd name="textAreaRight" fmla="*/ 187920 w 182880"/>
                <a:gd name="textAreaTop" fmla="*/ 0 h 207360"/>
                <a:gd name="textAreaBottom" fmla="*/ 212400 h 20736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61" name="Google Shape;1698;p88"/>
          <p:cNvGrpSpPr/>
          <p:nvPr/>
        </p:nvGrpSpPr>
        <p:grpSpPr>
          <a:xfrm>
            <a:off x="2568960" y="995040"/>
            <a:ext cx="1911600" cy="207360"/>
            <a:chOff x="2568960" y="995040"/>
            <a:chExt cx="1911600" cy="207360"/>
          </a:xfrm>
        </p:grpSpPr>
        <p:sp>
          <p:nvSpPr>
            <p:cNvPr id="1762" name="Google Shape;1699;p88"/>
            <p:cNvSpPr/>
            <p:nvPr/>
          </p:nvSpPr>
          <p:spPr>
            <a:xfrm>
              <a:off x="2568960" y="1010160"/>
              <a:ext cx="124920" cy="189000"/>
            </a:xfrm>
            <a:custGeom>
              <a:avLst/>
              <a:gdLst>
                <a:gd name="textAreaLeft" fmla="*/ 0 w 124920"/>
                <a:gd name="textAreaRight" fmla="*/ 129960 w 124920"/>
                <a:gd name="textAreaTop" fmla="*/ 0 h 189000"/>
                <a:gd name="textAreaBottom" fmla="*/ 194040 h 18900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3" name="Google Shape;1700;p88"/>
            <p:cNvSpPr/>
            <p:nvPr/>
          </p:nvSpPr>
          <p:spPr>
            <a:xfrm>
              <a:off x="2707920" y="1058760"/>
              <a:ext cx="141120" cy="143640"/>
            </a:xfrm>
            <a:custGeom>
              <a:avLst/>
              <a:gdLst>
                <a:gd name="textAreaLeft" fmla="*/ 0 w 141120"/>
                <a:gd name="textAreaRight" fmla="*/ 146160 w 141120"/>
                <a:gd name="textAreaTop" fmla="*/ 0 h 143640"/>
                <a:gd name="textAreaBottom" fmla="*/ 148680 h 1436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4" name="Google Shape;1701;p88"/>
            <p:cNvSpPr/>
            <p:nvPr/>
          </p:nvSpPr>
          <p:spPr>
            <a:xfrm>
              <a:off x="2867040" y="1062360"/>
              <a:ext cx="203760" cy="136800"/>
            </a:xfrm>
            <a:custGeom>
              <a:avLst/>
              <a:gdLst>
                <a:gd name="textAreaLeft" fmla="*/ 0 w 203760"/>
                <a:gd name="textAreaRight" fmla="*/ 208800 w 203760"/>
                <a:gd name="textAreaTop" fmla="*/ 0 h 136800"/>
                <a:gd name="textAreaBottom" fmla="*/ 141840 h 13680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5" name="Google Shape;1702;p88"/>
            <p:cNvSpPr/>
            <p:nvPr/>
          </p:nvSpPr>
          <p:spPr>
            <a:xfrm>
              <a:off x="3089160" y="1058760"/>
              <a:ext cx="124200" cy="143640"/>
            </a:xfrm>
            <a:custGeom>
              <a:avLst/>
              <a:gdLst>
                <a:gd name="textAreaLeft" fmla="*/ 0 w 124200"/>
                <a:gd name="textAreaRight" fmla="*/ 129240 w 124200"/>
                <a:gd name="textAreaTop" fmla="*/ 0 h 143640"/>
                <a:gd name="textAreaBottom" fmla="*/ 148680 h 14364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6" name="Google Shape;1703;p88"/>
            <p:cNvSpPr/>
            <p:nvPr/>
          </p:nvSpPr>
          <p:spPr>
            <a:xfrm>
              <a:off x="3247200" y="1059840"/>
              <a:ext cx="78120" cy="139320"/>
            </a:xfrm>
            <a:custGeom>
              <a:avLst/>
              <a:gdLst>
                <a:gd name="textAreaLeft" fmla="*/ 0 w 78120"/>
                <a:gd name="textAreaRight" fmla="*/ 83160 w 78120"/>
                <a:gd name="textAreaTop" fmla="*/ 0 h 139320"/>
                <a:gd name="textAreaBottom" fmla="*/ 144360 h 13932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7" name="Google Shape;1704;p88"/>
            <p:cNvSpPr/>
            <p:nvPr/>
          </p:nvSpPr>
          <p:spPr>
            <a:xfrm>
              <a:off x="3427200" y="1010160"/>
              <a:ext cx="124920" cy="189000"/>
            </a:xfrm>
            <a:custGeom>
              <a:avLst/>
              <a:gdLst>
                <a:gd name="textAreaLeft" fmla="*/ 0 w 124920"/>
                <a:gd name="textAreaRight" fmla="*/ 129960 w 124920"/>
                <a:gd name="textAreaTop" fmla="*/ 0 h 189000"/>
                <a:gd name="textAreaBottom" fmla="*/ 194040 h 18900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8" name="Google Shape;1705;p88"/>
            <p:cNvSpPr/>
            <p:nvPr/>
          </p:nvSpPr>
          <p:spPr>
            <a:xfrm>
              <a:off x="3585240" y="999000"/>
              <a:ext cx="27000" cy="200160"/>
            </a:xfrm>
            <a:custGeom>
              <a:avLst/>
              <a:gdLst>
                <a:gd name="textAreaLeft" fmla="*/ 0 w 27000"/>
                <a:gd name="textAreaRight" fmla="*/ 32040 w 27000"/>
                <a:gd name="textAreaTop" fmla="*/ 0 h 200160"/>
                <a:gd name="textAreaBottom" fmla="*/ 205200 h 20016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9" name="Google Shape;1706;p88"/>
            <p:cNvSpPr/>
            <p:nvPr/>
          </p:nvSpPr>
          <p:spPr>
            <a:xfrm>
              <a:off x="3646800" y="1058760"/>
              <a:ext cx="114120" cy="143640"/>
            </a:xfrm>
            <a:custGeom>
              <a:avLst/>
              <a:gdLst>
                <a:gd name="textAreaLeft" fmla="*/ 0 w 114120"/>
                <a:gd name="textAreaRight" fmla="*/ 119160 w 114120"/>
                <a:gd name="textAreaTop" fmla="*/ 0 h 143640"/>
                <a:gd name="textAreaBottom" fmla="*/ 148680 h 14364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0" name="Google Shape;1707;p88"/>
            <p:cNvSpPr/>
            <p:nvPr/>
          </p:nvSpPr>
          <p:spPr>
            <a:xfrm>
              <a:off x="3788640" y="1020240"/>
              <a:ext cx="87120" cy="181800"/>
            </a:xfrm>
            <a:custGeom>
              <a:avLst/>
              <a:gdLst>
                <a:gd name="textAreaLeft" fmla="*/ 0 w 87120"/>
                <a:gd name="textAreaRight" fmla="*/ 92160 w 87120"/>
                <a:gd name="textAreaTop" fmla="*/ 0 h 181800"/>
                <a:gd name="textAreaBottom" fmla="*/ 186840 h 18180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1" name="Google Shape;1708;p88"/>
            <p:cNvSpPr/>
            <p:nvPr/>
          </p:nvSpPr>
          <p:spPr>
            <a:xfrm>
              <a:off x="3891240" y="995040"/>
              <a:ext cx="92520" cy="204120"/>
            </a:xfrm>
            <a:custGeom>
              <a:avLst/>
              <a:gdLst>
                <a:gd name="textAreaLeft" fmla="*/ 0 w 92520"/>
                <a:gd name="textAreaRight" fmla="*/ 97560 w 92520"/>
                <a:gd name="textAreaTop" fmla="*/ 0 h 204120"/>
                <a:gd name="textAreaBottom" fmla="*/ 209160 h 20412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2" name="Google Shape;1709;p88"/>
            <p:cNvSpPr/>
            <p:nvPr/>
          </p:nvSpPr>
          <p:spPr>
            <a:xfrm>
              <a:off x="3992760" y="1058760"/>
              <a:ext cx="141120" cy="143640"/>
            </a:xfrm>
            <a:custGeom>
              <a:avLst/>
              <a:gdLst>
                <a:gd name="textAreaLeft" fmla="*/ 0 w 141120"/>
                <a:gd name="textAreaRight" fmla="*/ 146160 w 141120"/>
                <a:gd name="textAreaTop" fmla="*/ 0 h 143640"/>
                <a:gd name="textAreaBottom" fmla="*/ 148680 h 14364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3" name="Google Shape;1710;p88"/>
            <p:cNvSpPr/>
            <p:nvPr/>
          </p:nvSpPr>
          <p:spPr>
            <a:xfrm>
              <a:off x="4169160" y="1059840"/>
              <a:ext cx="78120" cy="139320"/>
            </a:xfrm>
            <a:custGeom>
              <a:avLst/>
              <a:gdLst>
                <a:gd name="textAreaLeft" fmla="*/ 0 w 78120"/>
                <a:gd name="textAreaRight" fmla="*/ 83160 w 78120"/>
                <a:gd name="textAreaTop" fmla="*/ 0 h 139320"/>
                <a:gd name="textAreaBottom" fmla="*/ 144360 h 13932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4" name="Google Shape;1711;p88"/>
            <p:cNvSpPr/>
            <p:nvPr/>
          </p:nvSpPr>
          <p:spPr>
            <a:xfrm>
              <a:off x="4273200" y="1058760"/>
              <a:ext cx="207360" cy="140400"/>
            </a:xfrm>
            <a:custGeom>
              <a:avLst/>
              <a:gdLst>
                <a:gd name="textAreaLeft" fmla="*/ 0 w 207360"/>
                <a:gd name="textAreaRight" fmla="*/ 212400 w 207360"/>
                <a:gd name="textAreaTop" fmla="*/ 0 h 140400"/>
                <a:gd name="textAreaBottom" fmla="*/ 145440 h 14040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5" name="Google Shape;1105;p80"/>
          <p:cNvGrpSpPr/>
          <p:nvPr/>
        </p:nvGrpSpPr>
        <p:grpSpPr>
          <a:xfrm>
            <a:off x="731160" y="3086280"/>
            <a:ext cx="7812720" cy="2412000"/>
            <a:chOff x="731160" y="3086280"/>
            <a:chExt cx="7812720" cy="2412000"/>
          </a:xfrm>
        </p:grpSpPr>
        <p:sp>
          <p:nvSpPr>
            <p:cNvPr id="1776" name="Google Shape;1106;p80"/>
            <p:cNvSpPr/>
            <p:nvPr/>
          </p:nvSpPr>
          <p:spPr>
            <a:xfrm>
              <a:off x="1363680" y="3640680"/>
              <a:ext cx="718020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7" name="Google Shape;1107;p80"/>
            <p:cNvSpPr/>
            <p:nvPr/>
          </p:nvSpPr>
          <p:spPr>
            <a:xfrm rot="16200000">
              <a:off x="-248760" y="4066560"/>
              <a:ext cx="2412000" cy="45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78" name="Google Shape;1108;p80"/>
          <p:cNvGrpSpPr/>
          <p:nvPr/>
        </p:nvGrpSpPr>
        <p:grpSpPr>
          <a:xfrm>
            <a:off x="755280" y="2794320"/>
            <a:ext cx="688320" cy="688320"/>
            <a:chOff x="755280" y="2794320"/>
            <a:chExt cx="688320" cy="688320"/>
          </a:xfrm>
        </p:grpSpPr>
        <p:sp>
          <p:nvSpPr>
            <p:cNvPr id="1779" name="Google Shape;1109;p80"/>
            <p:cNvSpPr/>
            <p:nvPr/>
          </p:nvSpPr>
          <p:spPr>
            <a:xfrm>
              <a:off x="755280" y="314100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0" name="Google Shape;1110;p80"/>
            <p:cNvSpPr/>
            <p:nvPr/>
          </p:nvSpPr>
          <p:spPr>
            <a:xfrm>
              <a:off x="1101960" y="279432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1" name="Google Shape;1111;p80"/>
          <p:cNvGrpSpPr/>
          <p:nvPr/>
        </p:nvGrpSpPr>
        <p:grpSpPr>
          <a:xfrm>
            <a:off x="6174360" y="5188680"/>
            <a:ext cx="688320" cy="688320"/>
            <a:chOff x="6174360" y="5188680"/>
            <a:chExt cx="688320" cy="688320"/>
          </a:xfrm>
        </p:grpSpPr>
        <p:sp>
          <p:nvSpPr>
            <p:cNvPr id="1782" name="Google Shape;1112;p80"/>
            <p:cNvSpPr/>
            <p:nvPr/>
          </p:nvSpPr>
          <p:spPr>
            <a:xfrm>
              <a:off x="6174360" y="553536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3" name="Google Shape;1113;p80"/>
            <p:cNvSpPr/>
            <p:nvPr/>
          </p:nvSpPr>
          <p:spPr>
            <a:xfrm>
              <a:off x="6521040" y="518868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4" name="Google Shape;1114;p80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5" name="Google Shape;1115;p80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6" name="Google Shape;1116;p80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7" name="Google Shape;1117;p80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8" name="Google Shape;1118;p80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9" name="Google Shape;1119;p80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0" name="Google Shape;1120;p80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1" name="Google Shape;1121;p80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Google Shape;1122;p80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3" name="Google Shape;1123;p80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4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6200" cy="1636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95" name="Google Shape;1125;p80"/>
          <p:cNvGrpSpPr/>
          <p:nvPr/>
        </p:nvGrpSpPr>
        <p:grpSpPr>
          <a:xfrm>
            <a:off x="10124640" y="1269360"/>
            <a:ext cx="1465200" cy="763920"/>
            <a:chOff x="10124640" y="1269360"/>
            <a:chExt cx="1465200" cy="763920"/>
          </a:xfrm>
        </p:grpSpPr>
        <p:grpSp>
          <p:nvGrpSpPr>
            <p:cNvPr id="1796" name="Google Shape;1126;p80"/>
            <p:cNvGrpSpPr/>
            <p:nvPr/>
          </p:nvGrpSpPr>
          <p:grpSpPr>
            <a:xfrm>
              <a:off x="10124640" y="1269360"/>
              <a:ext cx="1219680" cy="294840"/>
              <a:chOff x="10124640" y="1269360"/>
              <a:chExt cx="1219680" cy="294840"/>
            </a:xfrm>
          </p:grpSpPr>
          <p:sp>
            <p:nvSpPr>
              <p:cNvPr id="1797" name="Google Shape;1127;p80"/>
              <p:cNvSpPr/>
              <p:nvPr/>
            </p:nvSpPr>
            <p:spPr>
              <a:xfrm>
                <a:off x="10124640" y="1269360"/>
                <a:ext cx="144720" cy="293400"/>
              </a:xfrm>
              <a:custGeom>
                <a:avLst/>
                <a:gdLst>
                  <a:gd name="textAreaLeft" fmla="*/ 0 w 144720"/>
                  <a:gd name="textAreaRight" fmla="*/ 149760 w 144720"/>
                  <a:gd name="textAreaTop" fmla="*/ 0 h 293400"/>
                  <a:gd name="textAreaBottom" fmla="*/ 298440 h 2934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8" name="Google Shape;1128;p80"/>
              <p:cNvSpPr/>
              <p:nvPr/>
            </p:nvSpPr>
            <p:spPr>
              <a:xfrm>
                <a:off x="10305360" y="1324800"/>
                <a:ext cx="225000" cy="239040"/>
              </a:xfrm>
              <a:custGeom>
                <a:avLst/>
                <a:gdLst>
                  <a:gd name="textAreaLeft" fmla="*/ 0 w 225000"/>
                  <a:gd name="textAreaRight" fmla="*/ 230040 w 22500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9" name="Google Shape;1129;p80"/>
              <p:cNvSpPr/>
              <p:nvPr/>
            </p:nvSpPr>
            <p:spPr>
              <a:xfrm>
                <a:off x="10573560" y="1325160"/>
                <a:ext cx="212760" cy="239040"/>
              </a:xfrm>
              <a:custGeom>
                <a:avLst/>
                <a:gdLst>
                  <a:gd name="textAreaLeft" fmla="*/ 0 w 212760"/>
                  <a:gd name="textAreaRight" fmla="*/ 217800 w 212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0" name="Google Shape;1130;p80"/>
              <p:cNvSpPr/>
              <p:nvPr/>
            </p:nvSpPr>
            <p:spPr>
              <a:xfrm>
                <a:off x="10834560" y="1325160"/>
                <a:ext cx="209880" cy="233640"/>
              </a:xfrm>
              <a:custGeom>
                <a:avLst/>
                <a:gdLst>
                  <a:gd name="textAreaLeft" fmla="*/ 0 w 209880"/>
                  <a:gd name="textAreaRight" fmla="*/ 214920 w 209880"/>
                  <a:gd name="textAreaTop" fmla="*/ 0 h 233640"/>
                  <a:gd name="textAreaBottom" fmla="*/ 238680 h 2336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1" name="Google Shape;1131;p80"/>
              <p:cNvSpPr/>
              <p:nvPr/>
            </p:nvSpPr>
            <p:spPr>
              <a:xfrm>
                <a:off x="11095560" y="132516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02" name="Google Shape;1132;p80"/>
            <p:cNvGrpSpPr/>
            <p:nvPr/>
          </p:nvGrpSpPr>
          <p:grpSpPr>
            <a:xfrm>
              <a:off x="10546560" y="1648080"/>
              <a:ext cx="1043280" cy="385200"/>
              <a:chOff x="10546560" y="1648080"/>
              <a:chExt cx="1043280" cy="385200"/>
            </a:xfrm>
          </p:grpSpPr>
          <p:sp>
            <p:nvSpPr>
              <p:cNvPr id="1803" name="Google Shape;1133;p80"/>
              <p:cNvSpPr/>
              <p:nvPr/>
            </p:nvSpPr>
            <p:spPr>
              <a:xfrm>
                <a:off x="10546560" y="1648080"/>
                <a:ext cx="61560" cy="31428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4" name="Google Shape;1134;p80"/>
              <p:cNvSpPr/>
              <p:nvPr/>
            </p:nvSpPr>
            <p:spPr>
              <a:xfrm>
                <a:off x="10664280" y="172872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5" name="Google Shape;1135;p80"/>
              <p:cNvSpPr/>
              <p:nvPr/>
            </p:nvSpPr>
            <p:spPr>
              <a:xfrm>
                <a:off x="10955160" y="1728720"/>
                <a:ext cx="241200" cy="304560"/>
              </a:xfrm>
              <a:custGeom>
                <a:avLst/>
                <a:gdLst>
                  <a:gd name="textAreaLeft" fmla="*/ 0 w 241200"/>
                  <a:gd name="textAreaRight" fmla="*/ 246240 w 241200"/>
                  <a:gd name="textAreaTop" fmla="*/ 0 h 304560"/>
                  <a:gd name="textAreaBottom" fmla="*/ 309600 h 3045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6" name="Google Shape;1136;p80"/>
              <p:cNvSpPr/>
              <p:nvPr/>
            </p:nvSpPr>
            <p:spPr>
              <a:xfrm>
                <a:off x="11262240" y="1648440"/>
                <a:ext cx="65160" cy="314280"/>
              </a:xfrm>
              <a:custGeom>
                <a:avLst/>
                <a:gdLst>
                  <a:gd name="textAreaLeft" fmla="*/ 0 w 65160"/>
                  <a:gd name="textAreaRight" fmla="*/ 70200 w 651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7" name="Google Shape;1137;p80"/>
              <p:cNvSpPr/>
              <p:nvPr/>
            </p:nvSpPr>
            <p:spPr>
              <a:xfrm>
                <a:off x="11379240" y="1730520"/>
                <a:ext cx="210600" cy="236520"/>
              </a:xfrm>
              <a:custGeom>
                <a:avLst/>
                <a:gdLst>
                  <a:gd name="textAreaLeft" fmla="*/ 0 w 210600"/>
                  <a:gd name="textAreaRight" fmla="*/ 215640 w 210600"/>
                  <a:gd name="textAreaTop" fmla="*/ 0 h 236520"/>
                  <a:gd name="textAreaBottom" fmla="*/ 241560 h 2365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08" name="Google Shape;1138;p80"/>
          <p:cNvGrpSpPr/>
          <p:nvPr/>
        </p:nvGrpSpPr>
        <p:grpSpPr>
          <a:xfrm>
            <a:off x="10207440" y="873000"/>
            <a:ext cx="1171800" cy="293760"/>
            <a:chOff x="10207440" y="873000"/>
            <a:chExt cx="1171800" cy="293760"/>
          </a:xfrm>
        </p:grpSpPr>
        <p:sp>
          <p:nvSpPr>
            <p:cNvPr id="1809" name="Google Shape;1139;p80"/>
            <p:cNvSpPr/>
            <p:nvPr/>
          </p:nvSpPr>
          <p:spPr>
            <a:xfrm>
              <a:off x="10207440" y="878040"/>
              <a:ext cx="76680" cy="99000"/>
            </a:xfrm>
            <a:custGeom>
              <a:avLst/>
              <a:gdLst>
                <a:gd name="textAreaLeft" fmla="*/ 0 w 76680"/>
                <a:gd name="textAreaRight" fmla="*/ 81720 w 76680"/>
                <a:gd name="textAreaTop" fmla="*/ 0 h 99000"/>
                <a:gd name="textAreaBottom" fmla="*/ 104040 h 9900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0" name="Google Shape;1140;p80"/>
            <p:cNvSpPr/>
            <p:nvPr/>
          </p:nvSpPr>
          <p:spPr>
            <a:xfrm>
              <a:off x="10285560" y="903600"/>
              <a:ext cx="75240" cy="75240"/>
            </a:xfrm>
            <a:custGeom>
              <a:avLst/>
              <a:gdLst>
                <a:gd name="textAreaLeft" fmla="*/ 0 w 75240"/>
                <a:gd name="textAreaRight" fmla="*/ 80280 w 7524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1" name="Google Shape;1141;p80"/>
            <p:cNvSpPr/>
            <p:nvPr/>
          </p:nvSpPr>
          <p:spPr>
            <a:xfrm>
              <a:off x="10381680" y="87372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2" name="Google Shape;1142;p80"/>
            <p:cNvSpPr/>
            <p:nvPr/>
          </p:nvSpPr>
          <p:spPr>
            <a:xfrm>
              <a:off x="1047924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3" name="Google Shape;1143;p80"/>
            <p:cNvSpPr/>
            <p:nvPr/>
          </p:nvSpPr>
          <p:spPr>
            <a:xfrm>
              <a:off x="1056456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4" name="Google Shape;1144;p80"/>
            <p:cNvSpPr/>
            <p:nvPr/>
          </p:nvSpPr>
          <p:spPr>
            <a:xfrm>
              <a:off x="1068372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5" name="Google Shape;1145;p80"/>
            <p:cNvSpPr/>
            <p:nvPr/>
          </p:nvSpPr>
          <p:spPr>
            <a:xfrm>
              <a:off x="1076940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6" name="Google Shape;1146;p80"/>
            <p:cNvSpPr/>
            <p:nvPr/>
          </p:nvSpPr>
          <p:spPr>
            <a:xfrm>
              <a:off x="10888200" y="873000"/>
              <a:ext cx="41400" cy="104040"/>
            </a:xfrm>
            <a:custGeom>
              <a:avLst/>
              <a:gdLst>
                <a:gd name="textAreaLeft" fmla="*/ 0 w 41400"/>
                <a:gd name="textAreaRight" fmla="*/ 46440 w 41400"/>
                <a:gd name="textAreaTop" fmla="*/ 0 h 104040"/>
                <a:gd name="textAreaBottom" fmla="*/ 109080 h 10404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7" name="Google Shape;1147;p80"/>
            <p:cNvSpPr/>
            <p:nvPr/>
          </p:nvSpPr>
          <p:spPr>
            <a:xfrm>
              <a:off x="10942920" y="903600"/>
              <a:ext cx="75240" cy="75240"/>
            </a:xfrm>
            <a:custGeom>
              <a:avLst/>
              <a:gdLst>
                <a:gd name="textAreaLeft" fmla="*/ 0 w 75240"/>
                <a:gd name="textAreaRight" fmla="*/ 80280 w 7524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8" name="Google Shape;1148;p80"/>
            <p:cNvSpPr/>
            <p:nvPr/>
          </p:nvSpPr>
          <p:spPr>
            <a:xfrm>
              <a:off x="11043720" y="90396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9" name="Google Shape;1149;p80"/>
            <p:cNvSpPr/>
            <p:nvPr/>
          </p:nvSpPr>
          <p:spPr>
            <a:xfrm>
              <a:off x="11103840" y="903600"/>
              <a:ext cx="111240" cy="73440"/>
            </a:xfrm>
            <a:custGeom>
              <a:avLst/>
              <a:gdLst>
                <a:gd name="textAreaLeft" fmla="*/ 0 w 111240"/>
                <a:gd name="textAreaRight" fmla="*/ 116280 w 111240"/>
                <a:gd name="textAreaTop" fmla="*/ 0 h 73440"/>
                <a:gd name="textAreaBottom" fmla="*/ 78480 h 7344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0" name="Google Shape;1150;p80"/>
            <p:cNvSpPr/>
            <p:nvPr/>
          </p:nvSpPr>
          <p:spPr>
            <a:xfrm>
              <a:off x="11239560" y="90396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1" name="Google Shape;1151;p80"/>
            <p:cNvSpPr/>
            <p:nvPr/>
          </p:nvSpPr>
          <p:spPr>
            <a:xfrm>
              <a:off x="11324880" y="903960"/>
              <a:ext cx="54360" cy="74520"/>
            </a:xfrm>
            <a:custGeom>
              <a:avLst/>
              <a:gdLst>
                <a:gd name="textAreaLeft" fmla="*/ 0 w 54360"/>
                <a:gd name="textAreaRight" fmla="*/ 59400 w 5436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2" name="Google Shape;1152;p80"/>
            <p:cNvSpPr/>
            <p:nvPr/>
          </p:nvSpPr>
          <p:spPr>
            <a:xfrm>
              <a:off x="10208160" y="103968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3" name="Google Shape;1153;p80"/>
            <p:cNvSpPr/>
            <p:nvPr/>
          </p:nvSpPr>
          <p:spPr>
            <a:xfrm>
              <a:off x="1030680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4" name="Google Shape;1154;p80"/>
            <p:cNvSpPr/>
            <p:nvPr/>
          </p:nvSpPr>
          <p:spPr>
            <a:xfrm>
              <a:off x="10438200" y="1070280"/>
              <a:ext cx="62280" cy="7452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4520"/>
                <a:gd name="textAreaBottom" fmla="*/ 79560 h 7452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5" name="Google Shape;1155;p80"/>
            <p:cNvSpPr/>
            <p:nvPr/>
          </p:nvSpPr>
          <p:spPr>
            <a:xfrm>
              <a:off x="10530360" y="1069560"/>
              <a:ext cx="72720" cy="9720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97200"/>
                <a:gd name="textAreaBottom" fmla="*/ 102240 h 9720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6" name="Google Shape;1156;p80"/>
            <p:cNvSpPr/>
            <p:nvPr/>
          </p:nvSpPr>
          <p:spPr>
            <a:xfrm>
              <a:off x="10629000" y="106992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7" name="Google Shape;1157;p80"/>
            <p:cNvSpPr/>
            <p:nvPr/>
          </p:nvSpPr>
          <p:spPr>
            <a:xfrm>
              <a:off x="1068120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8" name="Google Shape;1158;p80"/>
            <p:cNvSpPr/>
            <p:nvPr/>
          </p:nvSpPr>
          <p:spPr>
            <a:xfrm>
              <a:off x="10774080" y="1069560"/>
              <a:ext cx="62280" cy="73440"/>
            </a:xfrm>
            <a:custGeom>
              <a:avLst/>
              <a:gdLst>
                <a:gd name="textAreaLeft" fmla="*/ 0 w 62280"/>
                <a:gd name="textAreaRight" fmla="*/ 67320 w 62280"/>
                <a:gd name="textAreaTop" fmla="*/ 0 h 73440"/>
                <a:gd name="textAreaBottom" fmla="*/ 78480 h 7344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9" name="Google Shape;1159;p80"/>
            <p:cNvSpPr/>
            <p:nvPr/>
          </p:nvSpPr>
          <p:spPr>
            <a:xfrm>
              <a:off x="10860840" y="1039680"/>
              <a:ext cx="72720" cy="105120"/>
            </a:xfrm>
            <a:custGeom>
              <a:avLst/>
              <a:gdLst>
                <a:gd name="textAreaLeft" fmla="*/ 0 w 72720"/>
                <a:gd name="textAreaRight" fmla="*/ 77760 w 72720"/>
                <a:gd name="textAreaTop" fmla="*/ 0 h 105120"/>
                <a:gd name="textAreaBottom" fmla="*/ 110160 h 10512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0" name="Google Shape;1160;p80"/>
            <p:cNvSpPr/>
            <p:nvPr/>
          </p:nvSpPr>
          <p:spPr>
            <a:xfrm>
              <a:off x="10959480" y="1069920"/>
              <a:ext cx="67680" cy="75240"/>
            </a:xfrm>
            <a:custGeom>
              <a:avLst/>
              <a:gdLst>
                <a:gd name="textAreaLeft" fmla="*/ 0 w 67680"/>
                <a:gd name="textAreaRight" fmla="*/ 72720 w 67680"/>
                <a:gd name="textAreaTop" fmla="*/ 0 h 75240"/>
                <a:gd name="textAreaBottom" fmla="*/ 80280 h 7524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1" name="Google Shape;1161;p80"/>
            <p:cNvSpPr/>
            <p:nvPr/>
          </p:nvSpPr>
          <p:spPr>
            <a:xfrm>
              <a:off x="11052360" y="1069920"/>
              <a:ext cx="37800" cy="73080"/>
            </a:xfrm>
            <a:custGeom>
              <a:avLst/>
              <a:gdLst>
                <a:gd name="textAreaLeft" fmla="*/ 0 w 37800"/>
                <a:gd name="textAreaRight" fmla="*/ 42840 w 37800"/>
                <a:gd name="textAreaTop" fmla="*/ 0 h 73080"/>
                <a:gd name="textAreaBottom" fmla="*/ 78120 h 7308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32" name="Google Shape;1162;p80"/>
          <p:cNvGrpSpPr/>
          <p:nvPr/>
        </p:nvGrpSpPr>
        <p:grpSpPr>
          <a:xfrm>
            <a:off x="10113480" y="597240"/>
            <a:ext cx="604440" cy="147600"/>
            <a:chOff x="10113480" y="597240"/>
            <a:chExt cx="604440" cy="147600"/>
          </a:xfrm>
        </p:grpSpPr>
        <p:sp>
          <p:nvSpPr>
            <p:cNvPr id="1833" name="Google Shape;1163;p80"/>
            <p:cNvSpPr/>
            <p:nvPr/>
          </p:nvSpPr>
          <p:spPr>
            <a:xfrm>
              <a:off x="10627560" y="603360"/>
              <a:ext cx="90360" cy="140760"/>
            </a:xfrm>
            <a:custGeom>
              <a:avLst/>
              <a:gdLst>
                <a:gd name="textAreaLeft" fmla="*/ 0 w 90360"/>
                <a:gd name="textAreaRight" fmla="*/ 95400 w 90360"/>
                <a:gd name="textAreaTop" fmla="*/ 0 h 140760"/>
                <a:gd name="textAreaBottom" fmla="*/ 145800 h 14076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4" name="Google Shape;1164;p80"/>
            <p:cNvSpPr/>
            <p:nvPr/>
          </p:nvSpPr>
          <p:spPr>
            <a:xfrm>
              <a:off x="10113480" y="597240"/>
              <a:ext cx="132840" cy="147600"/>
            </a:xfrm>
            <a:custGeom>
              <a:avLst/>
              <a:gdLst>
                <a:gd name="textAreaLeft" fmla="*/ 0 w 132840"/>
                <a:gd name="textAreaRight" fmla="*/ 137880 w 132840"/>
                <a:gd name="textAreaTop" fmla="*/ 0 h 147600"/>
                <a:gd name="textAreaBottom" fmla="*/ 152640 h 14760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5" name="Google Shape;1165;p80"/>
            <p:cNvSpPr/>
            <p:nvPr/>
          </p:nvSpPr>
          <p:spPr>
            <a:xfrm>
              <a:off x="10246320" y="618480"/>
              <a:ext cx="129240" cy="121680"/>
            </a:xfrm>
            <a:custGeom>
              <a:avLst/>
              <a:gdLst>
                <a:gd name="textAreaLeft" fmla="*/ 0 w 129240"/>
                <a:gd name="textAreaRight" fmla="*/ 134280 w 129240"/>
                <a:gd name="textAreaTop" fmla="*/ 0 h 121680"/>
                <a:gd name="textAreaBottom" fmla="*/ 126720 h 12168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6" name="Google Shape;1166;p80"/>
            <p:cNvSpPr/>
            <p:nvPr/>
          </p:nvSpPr>
          <p:spPr>
            <a:xfrm>
              <a:off x="10378800" y="619920"/>
              <a:ext cx="120600" cy="118080"/>
            </a:xfrm>
            <a:custGeom>
              <a:avLst/>
              <a:gdLst>
                <a:gd name="textAreaLeft" fmla="*/ 0 w 120600"/>
                <a:gd name="textAreaRight" fmla="*/ 125640 w 120600"/>
                <a:gd name="textAreaTop" fmla="*/ 0 h 118080"/>
                <a:gd name="textAreaBottom" fmla="*/ 123120 h 11808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7" name="Google Shape;1167;p80"/>
            <p:cNvSpPr/>
            <p:nvPr/>
          </p:nvSpPr>
          <p:spPr>
            <a:xfrm>
              <a:off x="10503000" y="619200"/>
              <a:ext cx="121680" cy="120240"/>
            </a:xfrm>
            <a:custGeom>
              <a:avLst/>
              <a:gdLst>
                <a:gd name="textAreaLeft" fmla="*/ 0 w 121680"/>
                <a:gd name="textAreaRight" fmla="*/ 126720 w 121680"/>
                <a:gd name="textAreaTop" fmla="*/ 0 h 120240"/>
                <a:gd name="textAreaBottom" fmla="*/ 125280 h 12024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38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4120" cy="483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9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1760" cy="9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0" name="Google Shape;99;p51"/>
          <p:cNvSpPr/>
          <p:nvPr/>
        </p:nvSpPr>
        <p:spPr>
          <a:xfrm>
            <a:off x="-65160" y="0"/>
            <a:ext cx="2727000" cy="4784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1" name="Google Shape;100;p51"/>
          <p:cNvSpPr/>
          <p:nvPr/>
        </p:nvSpPr>
        <p:spPr>
          <a:xfrm flipH="1">
            <a:off x="7615080" y="-2880"/>
            <a:ext cx="4632120" cy="4784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Google Shape;101;p51"/>
          <p:cNvSpPr/>
          <p:nvPr/>
        </p:nvSpPr>
        <p:spPr>
          <a:xfrm>
            <a:off x="2362320" y="0"/>
            <a:ext cx="5652720" cy="4784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3" name="Google Shape;102;p51"/>
          <p:cNvSpPr/>
          <p:nvPr/>
        </p:nvSpPr>
        <p:spPr>
          <a:xfrm flipH="1" rot="10800000">
            <a:off x="5630400" y="5934600"/>
            <a:ext cx="6621480" cy="941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4" name="Google Shape;103;p51"/>
          <p:cNvSpPr/>
          <p:nvPr/>
        </p:nvSpPr>
        <p:spPr>
          <a:xfrm rot="10800000">
            <a:off x="-60120" y="5937840"/>
            <a:ext cx="8080200" cy="941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5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080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6" name="Google Shape;105;p51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7" name="Google Shape;106;p51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8" name="Google Shape;107;p51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9" name="Google Shape;108;p51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0" name="Google Shape;109;p51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Google Shape;110;p51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2" name="Google Shape;111;p51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3" name="Google Shape;112;p51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Google Shape;113;p51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Google Shape;114;p51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8" name="Google Shape;1800;p90"/>
          <p:cNvGrpSpPr/>
          <p:nvPr/>
        </p:nvGrpSpPr>
        <p:grpSpPr>
          <a:xfrm>
            <a:off x="731160" y="3086280"/>
            <a:ext cx="7363080" cy="2426040"/>
            <a:chOff x="731160" y="3086280"/>
            <a:chExt cx="7363080" cy="2426040"/>
          </a:xfrm>
        </p:grpSpPr>
        <p:sp>
          <p:nvSpPr>
            <p:cNvPr id="1859" name="Google Shape;1801;p90"/>
            <p:cNvSpPr/>
            <p:nvPr/>
          </p:nvSpPr>
          <p:spPr>
            <a:xfrm>
              <a:off x="1363680" y="3969720"/>
              <a:ext cx="673056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0" name="Google Shape;1802;p90"/>
            <p:cNvSpPr/>
            <p:nvPr/>
          </p:nvSpPr>
          <p:spPr>
            <a:xfrm rot="16200000">
              <a:off x="-248760" y="4066560"/>
              <a:ext cx="2412000" cy="45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1" name="Google Shape;1803;p90"/>
          <p:cNvGrpSpPr/>
          <p:nvPr/>
        </p:nvGrpSpPr>
        <p:grpSpPr>
          <a:xfrm>
            <a:off x="755280" y="2794320"/>
            <a:ext cx="688320" cy="688320"/>
            <a:chOff x="755280" y="2794320"/>
            <a:chExt cx="688320" cy="688320"/>
          </a:xfrm>
        </p:grpSpPr>
        <p:sp>
          <p:nvSpPr>
            <p:cNvPr id="1862" name="Google Shape;1804;p90"/>
            <p:cNvSpPr/>
            <p:nvPr/>
          </p:nvSpPr>
          <p:spPr>
            <a:xfrm>
              <a:off x="755280" y="3141000"/>
              <a:ext cx="341640" cy="3416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3" name="Google Shape;1805;p90"/>
            <p:cNvSpPr/>
            <p:nvPr/>
          </p:nvSpPr>
          <p:spPr>
            <a:xfrm>
              <a:off x="1101960" y="2794320"/>
              <a:ext cx="341640" cy="3416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4" name="Google Shape;1806;p90"/>
          <p:cNvGrpSpPr/>
          <p:nvPr/>
        </p:nvGrpSpPr>
        <p:grpSpPr>
          <a:xfrm>
            <a:off x="4262040" y="5098320"/>
            <a:ext cx="688320" cy="688320"/>
            <a:chOff x="4262040" y="5098320"/>
            <a:chExt cx="688320" cy="688320"/>
          </a:xfrm>
        </p:grpSpPr>
        <p:sp>
          <p:nvSpPr>
            <p:cNvPr id="1865" name="Google Shape;1807;p90"/>
            <p:cNvSpPr/>
            <p:nvPr/>
          </p:nvSpPr>
          <p:spPr>
            <a:xfrm>
              <a:off x="4262040" y="5445000"/>
              <a:ext cx="341640" cy="3416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6" name="Google Shape;1808;p90"/>
            <p:cNvSpPr/>
            <p:nvPr/>
          </p:nvSpPr>
          <p:spPr>
            <a:xfrm>
              <a:off x="4608720" y="5098320"/>
              <a:ext cx="341640" cy="34164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67" name="Google Shape;1809;p90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8" name="Google Shape;1810;p90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9" name="Google Shape;1811;p90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0" name="Google Shape;1812;p90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1" name="Google Shape;1813;p90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2" name="Google Shape;1814;p90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3" name="Google Shape;1815;p90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4" name="Google Shape;1816;p90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Google Shape;1817;p90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6" name="Google Shape;1818;p90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7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3600" cy="1100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78" name="Google Shape;1820;p90"/>
          <p:cNvGrpSpPr/>
          <p:nvPr/>
        </p:nvGrpSpPr>
        <p:grpSpPr>
          <a:xfrm>
            <a:off x="10124640" y="1269360"/>
            <a:ext cx="1465200" cy="763920"/>
            <a:chOff x="10124640" y="1269360"/>
            <a:chExt cx="1465200" cy="763920"/>
          </a:xfrm>
        </p:grpSpPr>
        <p:grpSp>
          <p:nvGrpSpPr>
            <p:cNvPr id="1879" name="Google Shape;1821;p90"/>
            <p:cNvGrpSpPr/>
            <p:nvPr/>
          </p:nvGrpSpPr>
          <p:grpSpPr>
            <a:xfrm>
              <a:off x="10124640" y="1269360"/>
              <a:ext cx="1219680" cy="294840"/>
              <a:chOff x="10124640" y="1269360"/>
              <a:chExt cx="1219680" cy="294840"/>
            </a:xfrm>
          </p:grpSpPr>
          <p:sp>
            <p:nvSpPr>
              <p:cNvPr id="1880" name="Google Shape;1822;p90"/>
              <p:cNvSpPr/>
              <p:nvPr/>
            </p:nvSpPr>
            <p:spPr>
              <a:xfrm>
                <a:off x="10124640" y="1269360"/>
                <a:ext cx="144720" cy="293400"/>
              </a:xfrm>
              <a:custGeom>
                <a:avLst/>
                <a:gdLst>
                  <a:gd name="textAreaLeft" fmla="*/ 0 w 144720"/>
                  <a:gd name="textAreaRight" fmla="*/ 149760 w 144720"/>
                  <a:gd name="textAreaTop" fmla="*/ 0 h 293400"/>
                  <a:gd name="textAreaBottom" fmla="*/ 298440 h 29340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1" name="Google Shape;1823;p90"/>
              <p:cNvSpPr/>
              <p:nvPr/>
            </p:nvSpPr>
            <p:spPr>
              <a:xfrm>
                <a:off x="10305360" y="1324800"/>
                <a:ext cx="225000" cy="239040"/>
              </a:xfrm>
              <a:custGeom>
                <a:avLst/>
                <a:gdLst>
                  <a:gd name="textAreaLeft" fmla="*/ 0 w 225000"/>
                  <a:gd name="textAreaRight" fmla="*/ 230040 w 22500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2" name="Google Shape;1824;p90"/>
              <p:cNvSpPr/>
              <p:nvPr/>
            </p:nvSpPr>
            <p:spPr>
              <a:xfrm>
                <a:off x="10573560" y="1325160"/>
                <a:ext cx="212760" cy="239040"/>
              </a:xfrm>
              <a:custGeom>
                <a:avLst/>
                <a:gdLst>
                  <a:gd name="textAreaLeft" fmla="*/ 0 w 212760"/>
                  <a:gd name="textAreaRight" fmla="*/ 217800 w 212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3" name="Google Shape;1825;p90"/>
              <p:cNvSpPr/>
              <p:nvPr/>
            </p:nvSpPr>
            <p:spPr>
              <a:xfrm>
                <a:off x="10834560" y="1325160"/>
                <a:ext cx="209880" cy="233640"/>
              </a:xfrm>
              <a:custGeom>
                <a:avLst/>
                <a:gdLst>
                  <a:gd name="textAreaLeft" fmla="*/ 0 w 209880"/>
                  <a:gd name="textAreaRight" fmla="*/ 214920 w 209880"/>
                  <a:gd name="textAreaTop" fmla="*/ 0 h 233640"/>
                  <a:gd name="textAreaBottom" fmla="*/ 238680 h 23364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4" name="Google Shape;1826;p90"/>
              <p:cNvSpPr/>
              <p:nvPr/>
            </p:nvSpPr>
            <p:spPr>
              <a:xfrm>
                <a:off x="11095560" y="132516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85" name="Google Shape;1827;p90"/>
            <p:cNvGrpSpPr/>
            <p:nvPr/>
          </p:nvGrpSpPr>
          <p:grpSpPr>
            <a:xfrm>
              <a:off x="10546560" y="1648080"/>
              <a:ext cx="1043280" cy="385200"/>
              <a:chOff x="10546560" y="1648080"/>
              <a:chExt cx="1043280" cy="385200"/>
            </a:xfrm>
          </p:grpSpPr>
          <p:sp>
            <p:nvSpPr>
              <p:cNvPr id="1886" name="Google Shape;1828;p90"/>
              <p:cNvSpPr/>
              <p:nvPr/>
            </p:nvSpPr>
            <p:spPr>
              <a:xfrm>
                <a:off x="10546560" y="1648080"/>
                <a:ext cx="61560" cy="31428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7" name="Google Shape;1829;p90"/>
              <p:cNvSpPr/>
              <p:nvPr/>
            </p:nvSpPr>
            <p:spPr>
              <a:xfrm>
                <a:off x="10664280" y="1728720"/>
                <a:ext cx="248760" cy="239040"/>
              </a:xfrm>
              <a:custGeom>
                <a:avLst/>
                <a:gdLst>
                  <a:gd name="textAreaLeft" fmla="*/ 0 w 248760"/>
                  <a:gd name="textAreaRight" fmla="*/ 253800 w 248760"/>
                  <a:gd name="textAreaTop" fmla="*/ 0 h 239040"/>
                  <a:gd name="textAreaBottom" fmla="*/ 244080 h 23904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8" name="Google Shape;1830;p90"/>
              <p:cNvSpPr/>
              <p:nvPr/>
            </p:nvSpPr>
            <p:spPr>
              <a:xfrm>
                <a:off x="10955160" y="1728720"/>
                <a:ext cx="241200" cy="304560"/>
              </a:xfrm>
              <a:custGeom>
                <a:avLst/>
                <a:gdLst>
                  <a:gd name="textAreaLeft" fmla="*/ 0 w 241200"/>
                  <a:gd name="textAreaRight" fmla="*/ 246240 w 241200"/>
                  <a:gd name="textAreaTop" fmla="*/ 0 h 304560"/>
                  <a:gd name="textAreaBottom" fmla="*/ 309600 h 30456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9" name="Google Shape;1831;p90"/>
              <p:cNvSpPr/>
              <p:nvPr/>
            </p:nvSpPr>
            <p:spPr>
              <a:xfrm>
                <a:off x="11262240" y="1648440"/>
                <a:ext cx="65160" cy="314280"/>
              </a:xfrm>
              <a:custGeom>
                <a:avLst/>
                <a:gdLst>
                  <a:gd name="textAreaLeft" fmla="*/ 0 w 65160"/>
                  <a:gd name="textAreaRight" fmla="*/ 70200 w 65160"/>
                  <a:gd name="textAreaTop" fmla="*/ 0 h 314280"/>
                  <a:gd name="textAreaBottom" fmla="*/ 319320 h 31428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0" name="Google Shape;1832;p90"/>
              <p:cNvSpPr/>
              <p:nvPr/>
            </p:nvSpPr>
            <p:spPr>
              <a:xfrm>
                <a:off x="11379240" y="1730520"/>
                <a:ext cx="210600" cy="236520"/>
              </a:xfrm>
              <a:custGeom>
                <a:avLst/>
                <a:gdLst>
                  <a:gd name="textAreaLeft" fmla="*/ 0 w 210600"/>
                  <a:gd name="textAreaRight" fmla="*/ 215640 w 210600"/>
                  <a:gd name="textAreaTop" fmla="*/ 0 h 236520"/>
                  <a:gd name="textAreaBottom" fmla="*/ 241560 h 23652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91" name="Google Shape;1833;p90"/>
          <p:cNvGrpSpPr/>
          <p:nvPr/>
        </p:nvGrpSpPr>
        <p:grpSpPr>
          <a:xfrm>
            <a:off x="10113480" y="597240"/>
            <a:ext cx="1265760" cy="569520"/>
            <a:chOff x="10113480" y="597240"/>
            <a:chExt cx="1265760" cy="569520"/>
          </a:xfrm>
        </p:grpSpPr>
        <p:grpSp>
          <p:nvGrpSpPr>
            <p:cNvPr id="1892" name="Google Shape;1834;p90"/>
            <p:cNvGrpSpPr/>
            <p:nvPr/>
          </p:nvGrpSpPr>
          <p:grpSpPr>
            <a:xfrm>
              <a:off x="10207440" y="873000"/>
              <a:ext cx="1171800" cy="293760"/>
              <a:chOff x="10207440" y="873000"/>
              <a:chExt cx="1171800" cy="293760"/>
            </a:xfrm>
          </p:grpSpPr>
          <p:sp>
            <p:nvSpPr>
              <p:cNvPr id="1893" name="Google Shape;1835;p90"/>
              <p:cNvSpPr/>
              <p:nvPr/>
            </p:nvSpPr>
            <p:spPr>
              <a:xfrm>
                <a:off x="10207440" y="878040"/>
                <a:ext cx="76680" cy="99000"/>
              </a:xfrm>
              <a:custGeom>
                <a:avLst/>
                <a:gdLst>
                  <a:gd name="textAreaLeft" fmla="*/ 0 w 76680"/>
                  <a:gd name="textAreaRight" fmla="*/ 81720 w 76680"/>
                  <a:gd name="textAreaTop" fmla="*/ 0 h 99000"/>
                  <a:gd name="textAreaBottom" fmla="*/ 104040 h 990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4" name="Google Shape;1836;p90"/>
              <p:cNvSpPr/>
              <p:nvPr/>
            </p:nvSpPr>
            <p:spPr>
              <a:xfrm>
                <a:off x="1028556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5" name="Google Shape;1837;p90"/>
              <p:cNvSpPr/>
              <p:nvPr/>
            </p:nvSpPr>
            <p:spPr>
              <a:xfrm>
                <a:off x="10381680" y="87372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6" name="Google Shape;1838;p90"/>
              <p:cNvSpPr/>
              <p:nvPr/>
            </p:nvSpPr>
            <p:spPr>
              <a:xfrm>
                <a:off x="1047924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7" name="Google Shape;1839;p90"/>
              <p:cNvSpPr/>
              <p:nvPr/>
            </p:nvSpPr>
            <p:spPr>
              <a:xfrm>
                <a:off x="1056456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8" name="Google Shape;1840;p90"/>
              <p:cNvSpPr/>
              <p:nvPr/>
            </p:nvSpPr>
            <p:spPr>
              <a:xfrm>
                <a:off x="1068372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9" name="Google Shape;1841;p90"/>
              <p:cNvSpPr/>
              <p:nvPr/>
            </p:nvSpPr>
            <p:spPr>
              <a:xfrm>
                <a:off x="1076940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0" name="Google Shape;1842;p90"/>
              <p:cNvSpPr/>
              <p:nvPr/>
            </p:nvSpPr>
            <p:spPr>
              <a:xfrm>
                <a:off x="10888200" y="873000"/>
                <a:ext cx="41400" cy="104040"/>
              </a:xfrm>
              <a:custGeom>
                <a:avLst/>
                <a:gdLst>
                  <a:gd name="textAreaLeft" fmla="*/ 0 w 41400"/>
                  <a:gd name="textAreaRight" fmla="*/ 46440 w 41400"/>
                  <a:gd name="textAreaTop" fmla="*/ 0 h 104040"/>
                  <a:gd name="textAreaBottom" fmla="*/ 109080 h 1040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1" name="Google Shape;1843;p90"/>
              <p:cNvSpPr/>
              <p:nvPr/>
            </p:nvSpPr>
            <p:spPr>
              <a:xfrm>
                <a:off x="1094292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2" name="Google Shape;1844;p90"/>
              <p:cNvSpPr/>
              <p:nvPr/>
            </p:nvSpPr>
            <p:spPr>
              <a:xfrm>
                <a:off x="11043720" y="90396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3" name="Google Shape;1845;p90"/>
              <p:cNvSpPr/>
              <p:nvPr/>
            </p:nvSpPr>
            <p:spPr>
              <a:xfrm>
                <a:off x="11103840" y="903600"/>
                <a:ext cx="111240" cy="73440"/>
              </a:xfrm>
              <a:custGeom>
                <a:avLst/>
                <a:gdLst>
                  <a:gd name="textAreaLeft" fmla="*/ 0 w 111240"/>
                  <a:gd name="textAreaRight" fmla="*/ 116280 w 11124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4" name="Google Shape;1846;p90"/>
              <p:cNvSpPr/>
              <p:nvPr/>
            </p:nvSpPr>
            <p:spPr>
              <a:xfrm>
                <a:off x="1123956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5" name="Google Shape;1847;p90"/>
              <p:cNvSpPr/>
              <p:nvPr/>
            </p:nvSpPr>
            <p:spPr>
              <a:xfrm>
                <a:off x="1132488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6" name="Google Shape;1848;p90"/>
              <p:cNvSpPr/>
              <p:nvPr/>
            </p:nvSpPr>
            <p:spPr>
              <a:xfrm>
                <a:off x="1020816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7" name="Google Shape;1849;p90"/>
              <p:cNvSpPr/>
              <p:nvPr/>
            </p:nvSpPr>
            <p:spPr>
              <a:xfrm>
                <a:off x="103068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8" name="Google Shape;1850;p90"/>
              <p:cNvSpPr/>
              <p:nvPr/>
            </p:nvSpPr>
            <p:spPr>
              <a:xfrm>
                <a:off x="10438200" y="107028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9" name="Google Shape;1851;p90"/>
              <p:cNvSpPr/>
              <p:nvPr/>
            </p:nvSpPr>
            <p:spPr>
              <a:xfrm>
                <a:off x="10530360" y="1069560"/>
                <a:ext cx="72720" cy="9720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97200"/>
                  <a:gd name="textAreaBottom" fmla="*/ 102240 h 972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0" name="Google Shape;1852;p90"/>
              <p:cNvSpPr/>
              <p:nvPr/>
            </p:nvSpPr>
            <p:spPr>
              <a:xfrm>
                <a:off x="1062900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1" name="Google Shape;1853;p90"/>
              <p:cNvSpPr/>
              <p:nvPr/>
            </p:nvSpPr>
            <p:spPr>
              <a:xfrm>
                <a:off x="106812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2" name="Google Shape;1854;p90"/>
              <p:cNvSpPr/>
              <p:nvPr/>
            </p:nvSpPr>
            <p:spPr>
              <a:xfrm>
                <a:off x="10774080" y="1069560"/>
                <a:ext cx="62280" cy="7344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3" name="Google Shape;1855;p90"/>
              <p:cNvSpPr/>
              <p:nvPr/>
            </p:nvSpPr>
            <p:spPr>
              <a:xfrm>
                <a:off x="1086084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4" name="Google Shape;1856;p90"/>
              <p:cNvSpPr/>
              <p:nvPr/>
            </p:nvSpPr>
            <p:spPr>
              <a:xfrm>
                <a:off x="1095948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5" name="Google Shape;1857;p90"/>
              <p:cNvSpPr/>
              <p:nvPr/>
            </p:nvSpPr>
            <p:spPr>
              <a:xfrm>
                <a:off x="1105236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16" name="Google Shape;1858;p90"/>
            <p:cNvGrpSpPr/>
            <p:nvPr/>
          </p:nvGrpSpPr>
          <p:grpSpPr>
            <a:xfrm>
              <a:off x="10113480" y="597240"/>
              <a:ext cx="604440" cy="147600"/>
              <a:chOff x="10113480" y="597240"/>
              <a:chExt cx="604440" cy="147600"/>
            </a:xfrm>
          </p:grpSpPr>
          <p:sp>
            <p:nvSpPr>
              <p:cNvPr id="1917" name="Google Shape;1859;p90"/>
              <p:cNvSpPr/>
              <p:nvPr/>
            </p:nvSpPr>
            <p:spPr>
              <a:xfrm>
                <a:off x="10627560" y="603360"/>
                <a:ext cx="90360" cy="140760"/>
              </a:xfrm>
              <a:custGeom>
                <a:avLst/>
                <a:gdLst>
                  <a:gd name="textAreaLeft" fmla="*/ 0 w 90360"/>
                  <a:gd name="textAreaRight" fmla="*/ 95400 w 90360"/>
                  <a:gd name="textAreaTop" fmla="*/ 0 h 140760"/>
                  <a:gd name="textAreaBottom" fmla="*/ 145800 h 1407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8" name="Google Shape;1860;p90"/>
              <p:cNvSpPr/>
              <p:nvPr/>
            </p:nvSpPr>
            <p:spPr>
              <a:xfrm>
                <a:off x="10113480" y="597240"/>
                <a:ext cx="132840" cy="147600"/>
              </a:xfrm>
              <a:custGeom>
                <a:avLst/>
                <a:gdLst>
                  <a:gd name="textAreaLeft" fmla="*/ 0 w 132840"/>
                  <a:gd name="textAreaRight" fmla="*/ 137880 w 132840"/>
                  <a:gd name="textAreaTop" fmla="*/ 0 h 147600"/>
                  <a:gd name="textAreaBottom" fmla="*/ 152640 h 1476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9" name="Google Shape;1861;p90"/>
              <p:cNvSpPr/>
              <p:nvPr/>
            </p:nvSpPr>
            <p:spPr>
              <a:xfrm>
                <a:off x="10246320" y="618480"/>
                <a:ext cx="129240" cy="121680"/>
              </a:xfrm>
              <a:custGeom>
                <a:avLst/>
                <a:gdLst>
                  <a:gd name="textAreaLeft" fmla="*/ 0 w 129240"/>
                  <a:gd name="textAreaRight" fmla="*/ 134280 w 129240"/>
                  <a:gd name="textAreaTop" fmla="*/ 0 h 121680"/>
                  <a:gd name="textAreaBottom" fmla="*/ 126720 h 1216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0" name="Google Shape;1862;p90"/>
              <p:cNvSpPr/>
              <p:nvPr/>
            </p:nvSpPr>
            <p:spPr>
              <a:xfrm>
                <a:off x="10378800" y="619920"/>
                <a:ext cx="120600" cy="118080"/>
              </a:xfrm>
              <a:custGeom>
                <a:avLst/>
                <a:gdLst>
                  <a:gd name="textAreaLeft" fmla="*/ 0 w 120600"/>
                  <a:gd name="textAreaRight" fmla="*/ 125640 w 120600"/>
                  <a:gd name="textAreaTop" fmla="*/ 0 h 118080"/>
                  <a:gd name="textAreaBottom" fmla="*/ 123120 h 1180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1" name="Google Shape;1863;p90"/>
              <p:cNvSpPr/>
              <p:nvPr/>
            </p:nvSpPr>
            <p:spPr>
              <a:xfrm>
                <a:off x="10503000" y="619200"/>
                <a:ext cx="121680" cy="120240"/>
              </a:xfrm>
              <a:custGeom>
                <a:avLst/>
                <a:gdLst>
                  <a:gd name="textAreaLeft" fmla="*/ 0 w 121680"/>
                  <a:gd name="textAreaRight" fmla="*/ 126720 w 121680"/>
                  <a:gd name="textAreaTop" fmla="*/ 0 h 120240"/>
                  <a:gd name="textAreaBottom" fmla="*/ 125280 h 1202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922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39480" cy="5580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88;p93"/>
          <p:cNvSpPr/>
          <p:nvPr/>
        </p:nvSpPr>
        <p:spPr>
          <a:xfrm>
            <a:off x="8377920" y="13320"/>
            <a:ext cx="3606840" cy="3606840"/>
          </a:xfrm>
          <a:custGeom>
            <a:avLst/>
            <a:gdLst>
              <a:gd name="textAreaLeft" fmla="*/ 0 w 3606840"/>
              <a:gd name="textAreaRight" fmla="*/ 3611880 w 3606840"/>
              <a:gd name="textAreaTop" fmla="*/ 0 h 3606840"/>
              <a:gd name="textAreaBottom" fmla="*/ 3611880 h 36068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4" name="Google Shape;1989;p93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5" name="Google Shape;1990;p93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6" name="Google Shape;1991;p93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7" name="Google Shape;1992;p93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8" name="Google Shape;1993;p93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9" name="Google Shape;1994;p93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0" name="Google Shape;1995;p93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1" name="Google Shape;1996;p93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2" name="Google Shape;1997;p93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3" name="Google Shape;1998;p93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34" name="Google Shape;1999;p93"/>
          <p:cNvGrpSpPr/>
          <p:nvPr/>
        </p:nvGrpSpPr>
        <p:grpSpPr>
          <a:xfrm>
            <a:off x="-2185920" y="0"/>
            <a:ext cx="927360" cy="6852960"/>
            <a:chOff x="-2185920" y="0"/>
            <a:chExt cx="927360" cy="6852960"/>
          </a:xfrm>
        </p:grpSpPr>
        <p:sp>
          <p:nvSpPr>
            <p:cNvPr id="1935" name="Google Shape;2000;p93"/>
            <p:cNvSpPr/>
            <p:nvPr/>
          </p:nvSpPr>
          <p:spPr>
            <a:xfrm>
              <a:off x="-2185920" y="0"/>
              <a:ext cx="312480" cy="68529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6" name="Google Shape;2001;p93"/>
            <p:cNvSpPr/>
            <p:nvPr/>
          </p:nvSpPr>
          <p:spPr>
            <a:xfrm>
              <a:off x="-2185920" y="0"/>
              <a:ext cx="312480" cy="24840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7" name="Google Shape;2002;p93"/>
            <p:cNvSpPr/>
            <p:nvPr/>
          </p:nvSpPr>
          <p:spPr>
            <a:xfrm>
              <a:off x="-1881720" y="0"/>
              <a:ext cx="312480" cy="68529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8" name="Google Shape;2003;p93"/>
            <p:cNvSpPr/>
            <p:nvPr/>
          </p:nvSpPr>
          <p:spPr>
            <a:xfrm>
              <a:off x="-1881720" y="4368960"/>
              <a:ext cx="312480" cy="248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9" name="Google Shape;2004;p93"/>
            <p:cNvSpPr/>
            <p:nvPr/>
          </p:nvSpPr>
          <p:spPr>
            <a:xfrm>
              <a:off x="-1571040" y="0"/>
              <a:ext cx="312480" cy="68529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0" name="Google Shape;2005;p93"/>
            <p:cNvSpPr/>
            <p:nvPr/>
          </p:nvSpPr>
          <p:spPr>
            <a:xfrm>
              <a:off x="-1571040" y="0"/>
              <a:ext cx="312480" cy="24840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41" name="Google Shape;2006;p93"/>
          <p:cNvGrpSpPr/>
          <p:nvPr/>
        </p:nvGrpSpPr>
        <p:grpSpPr>
          <a:xfrm>
            <a:off x="1734120" y="843120"/>
            <a:ext cx="1365120" cy="1091160"/>
            <a:chOff x="1734120" y="843120"/>
            <a:chExt cx="1365120" cy="1091160"/>
          </a:xfrm>
        </p:grpSpPr>
        <p:sp>
          <p:nvSpPr>
            <p:cNvPr id="1942" name="Google Shape;2007;p93"/>
            <p:cNvSpPr/>
            <p:nvPr/>
          </p:nvSpPr>
          <p:spPr>
            <a:xfrm>
              <a:off x="2282400" y="84312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3" name="Google Shape;2008;p93"/>
            <p:cNvSpPr/>
            <p:nvPr/>
          </p:nvSpPr>
          <p:spPr>
            <a:xfrm>
              <a:off x="2008080" y="111744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4" name="Google Shape;2009;p93"/>
            <p:cNvSpPr/>
            <p:nvPr/>
          </p:nvSpPr>
          <p:spPr>
            <a:xfrm>
              <a:off x="1734120" y="13914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5" name="Google Shape;2010;p93"/>
            <p:cNvSpPr/>
            <p:nvPr/>
          </p:nvSpPr>
          <p:spPr>
            <a:xfrm>
              <a:off x="173412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6" name="Google Shape;2011;p93"/>
            <p:cNvSpPr/>
            <p:nvPr/>
          </p:nvSpPr>
          <p:spPr>
            <a:xfrm>
              <a:off x="200808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7" name="Google Shape;2012;p93"/>
            <p:cNvSpPr/>
            <p:nvPr/>
          </p:nvSpPr>
          <p:spPr>
            <a:xfrm>
              <a:off x="228240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8" name="Google Shape;2013;p93"/>
            <p:cNvSpPr/>
            <p:nvPr/>
          </p:nvSpPr>
          <p:spPr>
            <a:xfrm>
              <a:off x="255636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9" name="Google Shape;2014;p93"/>
            <p:cNvSpPr/>
            <p:nvPr/>
          </p:nvSpPr>
          <p:spPr>
            <a:xfrm>
              <a:off x="283032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0" name="Google Shape;2015;p93"/>
            <p:cNvSpPr/>
            <p:nvPr/>
          </p:nvSpPr>
          <p:spPr>
            <a:xfrm>
              <a:off x="2830320" y="13914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1" name="Google Shape;2016;p93"/>
            <p:cNvSpPr/>
            <p:nvPr/>
          </p:nvSpPr>
          <p:spPr>
            <a:xfrm>
              <a:off x="2556360" y="111744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52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1760" cy="612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53" name="Google Shape;2018;p93"/>
          <p:cNvGrpSpPr/>
          <p:nvPr/>
        </p:nvGrpSpPr>
        <p:grpSpPr>
          <a:xfrm>
            <a:off x="1684080" y="792720"/>
            <a:ext cx="1365120" cy="1091160"/>
            <a:chOff x="1684080" y="792720"/>
            <a:chExt cx="1365120" cy="1091160"/>
          </a:xfrm>
        </p:grpSpPr>
        <p:sp>
          <p:nvSpPr>
            <p:cNvPr id="1954" name="Google Shape;2019;p93"/>
            <p:cNvSpPr/>
            <p:nvPr/>
          </p:nvSpPr>
          <p:spPr>
            <a:xfrm>
              <a:off x="2232000" y="79272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5" name="Google Shape;2020;p93"/>
            <p:cNvSpPr/>
            <p:nvPr/>
          </p:nvSpPr>
          <p:spPr>
            <a:xfrm>
              <a:off x="1958040" y="106668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6" name="Google Shape;2021;p93"/>
            <p:cNvSpPr/>
            <p:nvPr/>
          </p:nvSpPr>
          <p:spPr>
            <a:xfrm>
              <a:off x="1684080" y="13410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7" name="Google Shape;2022;p93"/>
            <p:cNvSpPr/>
            <p:nvPr/>
          </p:nvSpPr>
          <p:spPr>
            <a:xfrm>
              <a:off x="168408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8" name="Google Shape;2023;p93"/>
            <p:cNvSpPr/>
            <p:nvPr/>
          </p:nvSpPr>
          <p:spPr>
            <a:xfrm>
              <a:off x="195804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9" name="Google Shape;2024;p93"/>
            <p:cNvSpPr/>
            <p:nvPr/>
          </p:nvSpPr>
          <p:spPr>
            <a:xfrm>
              <a:off x="223200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0" name="Google Shape;2025;p93"/>
            <p:cNvSpPr/>
            <p:nvPr/>
          </p:nvSpPr>
          <p:spPr>
            <a:xfrm>
              <a:off x="250632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1" name="Google Shape;2026;p93"/>
            <p:cNvSpPr/>
            <p:nvPr/>
          </p:nvSpPr>
          <p:spPr>
            <a:xfrm>
              <a:off x="278028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2" name="Google Shape;2027;p93"/>
            <p:cNvSpPr/>
            <p:nvPr/>
          </p:nvSpPr>
          <p:spPr>
            <a:xfrm>
              <a:off x="2780280" y="13410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3" name="Google Shape;2028;p93"/>
            <p:cNvSpPr/>
            <p:nvPr/>
          </p:nvSpPr>
          <p:spPr>
            <a:xfrm>
              <a:off x="2506320" y="106668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64" name="Google Shape;2029;p93"/>
          <p:cNvSpPr/>
          <p:nvPr/>
        </p:nvSpPr>
        <p:spPr>
          <a:xfrm>
            <a:off x="690480" y="275760"/>
            <a:ext cx="3773880" cy="15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Google Shape;2030;p93"/>
          <p:cNvSpPr/>
          <p:nvPr/>
        </p:nvSpPr>
        <p:spPr>
          <a:xfrm>
            <a:off x="706680" y="3871800"/>
            <a:ext cx="3553920" cy="16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66" name="Google Shape;2031;p93"/>
          <p:cNvGrpSpPr/>
          <p:nvPr/>
        </p:nvGrpSpPr>
        <p:grpSpPr>
          <a:xfrm>
            <a:off x="795240" y="2890800"/>
            <a:ext cx="3669120" cy="3103920"/>
            <a:chOff x="795240" y="2890800"/>
            <a:chExt cx="3669120" cy="3103920"/>
          </a:xfrm>
        </p:grpSpPr>
        <p:sp>
          <p:nvSpPr>
            <p:cNvPr id="1967" name="Google Shape;2032;p93"/>
            <p:cNvSpPr/>
            <p:nvPr/>
          </p:nvSpPr>
          <p:spPr>
            <a:xfrm>
              <a:off x="795240" y="4303800"/>
              <a:ext cx="560160" cy="169092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690920"/>
                <a:gd name="textAreaBottom" fmla="*/ 1695960 h 16909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8" name="Google Shape;2033;p93"/>
            <p:cNvSpPr/>
            <p:nvPr/>
          </p:nvSpPr>
          <p:spPr>
            <a:xfrm>
              <a:off x="3904200" y="3738600"/>
              <a:ext cx="560160" cy="112536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9" name="Google Shape;2034;p93"/>
            <p:cNvSpPr/>
            <p:nvPr/>
          </p:nvSpPr>
          <p:spPr>
            <a:xfrm>
              <a:off x="4186800" y="543456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0" name="Google Shape;2035;p93"/>
            <p:cNvSpPr/>
            <p:nvPr/>
          </p:nvSpPr>
          <p:spPr>
            <a:xfrm>
              <a:off x="2490840" y="317340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1" name="Google Shape;2036;p93"/>
            <p:cNvSpPr/>
            <p:nvPr/>
          </p:nvSpPr>
          <p:spPr>
            <a:xfrm>
              <a:off x="1360440" y="2890800"/>
              <a:ext cx="1125360" cy="1125360"/>
            </a:xfrm>
            <a:custGeom>
              <a:avLst/>
              <a:gdLst>
                <a:gd name="textAreaLeft" fmla="*/ 0 w 1125360"/>
                <a:gd name="textAreaRight" fmla="*/ 1130400 w 11253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2" name="Google Shape;2037;p93"/>
            <p:cNvSpPr/>
            <p:nvPr/>
          </p:nvSpPr>
          <p:spPr>
            <a:xfrm>
              <a:off x="1925640" y="4303800"/>
              <a:ext cx="1407960" cy="1407960"/>
            </a:xfrm>
            <a:custGeom>
              <a:avLst/>
              <a:gdLst>
                <a:gd name="textAreaLeft" fmla="*/ 0 w 1407960"/>
                <a:gd name="textAreaRight" fmla="*/ 1413000 w 1407960"/>
                <a:gd name="textAreaTop" fmla="*/ 0 h 1407960"/>
                <a:gd name="textAreaBottom" fmla="*/ 1413000 h 14079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3" name="Google Shape;2038;p93"/>
          <p:cNvGrpSpPr/>
          <p:nvPr/>
        </p:nvGrpSpPr>
        <p:grpSpPr>
          <a:xfrm>
            <a:off x="401040" y="198360"/>
            <a:ext cx="688320" cy="688320"/>
            <a:chOff x="401040" y="198360"/>
            <a:chExt cx="688320" cy="688320"/>
          </a:xfrm>
        </p:grpSpPr>
        <p:sp>
          <p:nvSpPr>
            <p:cNvPr id="1974" name="Google Shape;2039;p93"/>
            <p:cNvSpPr/>
            <p:nvPr/>
          </p:nvSpPr>
          <p:spPr>
            <a:xfrm>
              <a:off x="401040" y="545040"/>
              <a:ext cx="341640" cy="34164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5" name="Google Shape;2040;p93"/>
            <p:cNvSpPr/>
            <p:nvPr/>
          </p:nvSpPr>
          <p:spPr>
            <a:xfrm>
              <a:off x="747720" y="198360"/>
              <a:ext cx="341640" cy="34164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6" name="Google Shape;2041;p93"/>
          <p:cNvGrpSpPr/>
          <p:nvPr/>
        </p:nvGrpSpPr>
        <p:grpSpPr>
          <a:xfrm>
            <a:off x="9798120" y="5367240"/>
            <a:ext cx="1393200" cy="726480"/>
            <a:chOff x="9798120" y="5367240"/>
            <a:chExt cx="1393200" cy="726480"/>
          </a:xfrm>
        </p:grpSpPr>
        <p:grpSp>
          <p:nvGrpSpPr>
            <p:cNvPr id="1977" name="Google Shape;2042;p93"/>
            <p:cNvGrpSpPr/>
            <p:nvPr/>
          </p:nvGrpSpPr>
          <p:grpSpPr>
            <a:xfrm>
              <a:off x="9798120" y="5367240"/>
              <a:ext cx="1159560" cy="280080"/>
              <a:chOff x="9798120" y="5367240"/>
              <a:chExt cx="1159560" cy="280080"/>
            </a:xfrm>
          </p:grpSpPr>
          <p:sp>
            <p:nvSpPr>
              <p:cNvPr id="1978" name="Google Shape;2043;p93"/>
              <p:cNvSpPr/>
              <p:nvPr/>
            </p:nvSpPr>
            <p:spPr>
              <a:xfrm>
                <a:off x="9798120" y="5367240"/>
                <a:ext cx="137160" cy="278640"/>
              </a:xfrm>
              <a:custGeom>
                <a:avLst/>
                <a:gdLst>
                  <a:gd name="textAreaLeft" fmla="*/ 0 w 137160"/>
                  <a:gd name="textAreaRight" fmla="*/ 142200 w 137160"/>
                  <a:gd name="textAreaTop" fmla="*/ 0 h 278640"/>
                  <a:gd name="textAreaBottom" fmla="*/ 283680 h 2786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9" name="Google Shape;2044;p93"/>
              <p:cNvSpPr/>
              <p:nvPr/>
            </p:nvSpPr>
            <p:spPr>
              <a:xfrm>
                <a:off x="9969840" y="5420160"/>
                <a:ext cx="213840" cy="227160"/>
              </a:xfrm>
              <a:custGeom>
                <a:avLst/>
                <a:gdLst>
                  <a:gd name="textAreaLeft" fmla="*/ 0 w 213840"/>
                  <a:gd name="textAreaRight" fmla="*/ 218880 w 21384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0" name="Google Shape;2045;p93"/>
              <p:cNvSpPr/>
              <p:nvPr/>
            </p:nvSpPr>
            <p:spPr>
              <a:xfrm>
                <a:off x="10224720" y="5420160"/>
                <a:ext cx="201960" cy="227160"/>
              </a:xfrm>
              <a:custGeom>
                <a:avLst/>
                <a:gdLst>
                  <a:gd name="textAreaLeft" fmla="*/ 0 w 201960"/>
                  <a:gd name="textAreaRight" fmla="*/ 207000 w 2019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1" name="Google Shape;2046;p93"/>
              <p:cNvSpPr/>
              <p:nvPr/>
            </p:nvSpPr>
            <p:spPr>
              <a:xfrm>
                <a:off x="10473120" y="5420160"/>
                <a:ext cx="199080" cy="222120"/>
              </a:xfrm>
              <a:custGeom>
                <a:avLst/>
                <a:gdLst>
                  <a:gd name="textAreaLeft" fmla="*/ 0 w 199080"/>
                  <a:gd name="textAreaRight" fmla="*/ 204120 w 199080"/>
                  <a:gd name="textAreaTop" fmla="*/ 0 h 222120"/>
                  <a:gd name="textAreaBottom" fmla="*/ 227160 h 2221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2" name="Google Shape;2047;p93"/>
              <p:cNvSpPr/>
              <p:nvPr/>
            </p:nvSpPr>
            <p:spPr>
              <a:xfrm>
                <a:off x="10721520" y="542016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83" name="Google Shape;2048;p93"/>
            <p:cNvGrpSpPr/>
            <p:nvPr/>
          </p:nvGrpSpPr>
          <p:grpSpPr>
            <a:xfrm>
              <a:off x="10199160" y="5727600"/>
              <a:ext cx="992160" cy="366120"/>
              <a:chOff x="10199160" y="5727600"/>
              <a:chExt cx="992160" cy="366120"/>
            </a:xfrm>
          </p:grpSpPr>
          <p:sp>
            <p:nvSpPr>
              <p:cNvPr id="1984" name="Google Shape;2049;p93"/>
              <p:cNvSpPr/>
              <p:nvPr/>
            </p:nvSpPr>
            <p:spPr>
              <a:xfrm>
                <a:off x="10199160" y="5727600"/>
                <a:ext cx="58320" cy="298440"/>
              </a:xfrm>
              <a:custGeom>
                <a:avLst/>
                <a:gdLst>
                  <a:gd name="textAreaLeft" fmla="*/ 0 w 58320"/>
                  <a:gd name="textAreaRight" fmla="*/ 63360 w 5832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5" name="Google Shape;2050;p93"/>
              <p:cNvSpPr/>
              <p:nvPr/>
            </p:nvSpPr>
            <p:spPr>
              <a:xfrm>
                <a:off x="10311120" y="580428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6" name="Google Shape;2051;p93"/>
              <p:cNvSpPr/>
              <p:nvPr/>
            </p:nvSpPr>
            <p:spPr>
              <a:xfrm>
                <a:off x="10588320" y="5804280"/>
                <a:ext cx="228960" cy="289440"/>
              </a:xfrm>
              <a:custGeom>
                <a:avLst/>
                <a:gdLst>
                  <a:gd name="textAreaLeft" fmla="*/ 0 w 228960"/>
                  <a:gd name="textAreaRight" fmla="*/ 234000 w 228960"/>
                  <a:gd name="textAreaTop" fmla="*/ 0 h 289440"/>
                  <a:gd name="textAreaBottom" fmla="*/ 294480 h 2894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7" name="Google Shape;2052;p93"/>
              <p:cNvSpPr/>
              <p:nvPr/>
            </p:nvSpPr>
            <p:spPr>
              <a:xfrm>
                <a:off x="10880280" y="5727600"/>
                <a:ext cx="61560" cy="29844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8" name="Google Shape;2053;p93"/>
              <p:cNvSpPr/>
              <p:nvPr/>
            </p:nvSpPr>
            <p:spPr>
              <a:xfrm>
                <a:off x="10991160" y="5806080"/>
                <a:ext cx="200160" cy="224640"/>
              </a:xfrm>
              <a:custGeom>
                <a:avLst/>
                <a:gdLst>
                  <a:gd name="textAreaLeft" fmla="*/ 0 w 200160"/>
                  <a:gd name="textAreaRight" fmla="*/ 205200 w 200160"/>
                  <a:gd name="textAreaTop" fmla="*/ 0 h 224640"/>
                  <a:gd name="textAreaBottom" fmla="*/ 229680 h 2246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89" name="Google Shape;2054;p93"/>
          <p:cNvGrpSpPr/>
          <p:nvPr/>
        </p:nvGrpSpPr>
        <p:grpSpPr>
          <a:xfrm>
            <a:off x="9880920" y="5104080"/>
            <a:ext cx="574560" cy="140040"/>
            <a:chOff x="9880920" y="5104080"/>
            <a:chExt cx="574560" cy="140040"/>
          </a:xfrm>
        </p:grpSpPr>
        <p:sp>
          <p:nvSpPr>
            <p:cNvPr id="1990" name="Google Shape;2055;p93"/>
            <p:cNvSpPr/>
            <p:nvPr/>
          </p:nvSpPr>
          <p:spPr>
            <a:xfrm>
              <a:off x="10369800" y="5109840"/>
              <a:ext cx="85680" cy="133560"/>
            </a:xfrm>
            <a:custGeom>
              <a:avLst/>
              <a:gdLst>
                <a:gd name="textAreaLeft" fmla="*/ 0 w 85680"/>
                <a:gd name="textAreaRight" fmla="*/ 90720 w 85680"/>
                <a:gd name="textAreaTop" fmla="*/ 0 h 133560"/>
                <a:gd name="textAreaBottom" fmla="*/ 138600 h 1335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1" name="Google Shape;2056;p93"/>
            <p:cNvSpPr/>
            <p:nvPr/>
          </p:nvSpPr>
          <p:spPr>
            <a:xfrm>
              <a:off x="9880920" y="5104080"/>
              <a:ext cx="126000" cy="140040"/>
            </a:xfrm>
            <a:custGeom>
              <a:avLst/>
              <a:gdLst>
                <a:gd name="textAreaLeft" fmla="*/ 0 w 126000"/>
                <a:gd name="textAreaRight" fmla="*/ 131040 w 126000"/>
                <a:gd name="textAreaTop" fmla="*/ 0 h 140040"/>
                <a:gd name="textAreaBottom" fmla="*/ 145080 h 1400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2" name="Google Shape;2057;p93"/>
            <p:cNvSpPr/>
            <p:nvPr/>
          </p:nvSpPr>
          <p:spPr>
            <a:xfrm>
              <a:off x="10007280" y="5124240"/>
              <a:ext cx="122400" cy="115560"/>
            </a:xfrm>
            <a:custGeom>
              <a:avLst/>
              <a:gdLst>
                <a:gd name="textAreaLeft" fmla="*/ 0 w 122400"/>
                <a:gd name="textAreaRight" fmla="*/ 127440 w 122400"/>
                <a:gd name="textAreaTop" fmla="*/ 0 h 115560"/>
                <a:gd name="textAreaBottom" fmla="*/ 120600 h 1155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3" name="Google Shape;2058;p93"/>
            <p:cNvSpPr/>
            <p:nvPr/>
          </p:nvSpPr>
          <p:spPr>
            <a:xfrm>
              <a:off x="10133280" y="5125680"/>
              <a:ext cx="114120" cy="111960"/>
            </a:xfrm>
            <a:custGeom>
              <a:avLst/>
              <a:gdLst>
                <a:gd name="textAreaLeft" fmla="*/ 0 w 114120"/>
                <a:gd name="textAreaRight" fmla="*/ 119160 w 114120"/>
                <a:gd name="textAreaTop" fmla="*/ 0 h 111960"/>
                <a:gd name="textAreaBottom" fmla="*/ 117000 h 1119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4" name="Google Shape;2059;p93"/>
            <p:cNvSpPr/>
            <p:nvPr/>
          </p:nvSpPr>
          <p:spPr>
            <a:xfrm>
              <a:off x="10251720" y="5124960"/>
              <a:ext cx="115200" cy="114120"/>
            </a:xfrm>
            <a:custGeom>
              <a:avLst/>
              <a:gdLst>
                <a:gd name="textAreaLeft" fmla="*/ 0 w 115200"/>
                <a:gd name="textAreaRight" fmla="*/ 120240 w 115200"/>
                <a:gd name="textAreaTop" fmla="*/ 0 h 114120"/>
                <a:gd name="textAreaBottom" fmla="*/ 119160 h 1141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512;p65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6" name="Google Shape;513;p65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7" name="Google Shape;514;p65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8" name="Google Shape;515;p65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9" name="Google Shape;516;p65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0" name="Google Shape;517;p65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1" name="Google Shape;518;p65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2" name="Google Shape;519;p65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3" name="Google Shape;520;p65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4" name="Google Shape;521;p65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05" name="Google Shape;522;p65"/>
          <p:cNvGrpSpPr/>
          <p:nvPr/>
        </p:nvGrpSpPr>
        <p:grpSpPr>
          <a:xfrm>
            <a:off x="7106040" y="1171080"/>
            <a:ext cx="2652840" cy="1622160"/>
            <a:chOff x="7106040" y="1171080"/>
            <a:chExt cx="2652840" cy="1622160"/>
          </a:xfrm>
        </p:grpSpPr>
        <p:grpSp>
          <p:nvGrpSpPr>
            <p:cNvPr id="2006" name="Google Shape;523;p65"/>
            <p:cNvGrpSpPr/>
            <p:nvPr/>
          </p:nvGrpSpPr>
          <p:grpSpPr>
            <a:xfrm>
              <a:off x="7106040" y="1171080"/>
              <a:ext cx="1296720" cy="1622160"/>
              <a:chOff x="7106040" y="1171080"/>
              <a:chExt cx="1296720" cy="1622160"/>
            </a:xfrm>
          </p:grpSpPr>
          <p:sp>
            <p:nvSpPr>
              <p:cNvPr id="2007" name="Google Shape;524;p65"/>
              <p:cNvSpPr/>
              <p:nvPr/>
            </p:nvSpPr>
            <p:spPr>
              <a:xfrm>
                <a:off x="8082360" y="1821960"/>
                <a:ext cx="320400" cy="320400"/>
              </a:xfrm>
              <a:custGeom>
                <a:avLst/>
                <a:gdLst>
                  <a:gd name="textAreaLeft" fmla="*/ 0 w 320400"/>
                  <a:gd name="textAreaRight" fmla="*/ 325440 w 320400"/>
                  <a:gd name="textAreaTop" fmla="*/ 0 h 320400"/>
                  <a:gd name="textAreaBottom" fmla="*/ 325440 h 3204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8" name="Google Shape;525;p65"/>
              <p:cNvSpPr/>
              <p:nvPr/>
            </p:nvSpPr>
            <p:spPr>
              <a:xfrm>
                <a:off x="7756920" y="1496520"/>
                <a:ext cx="320400" cy="320400"/>
              </a:xfrm>
              <a:custGeom>
                <a:avLst/>
                <a:gdLst>
                  <a:gd name="textAreaLeft" fmla="*/ 0 w 320400"/>
                  <a:gd name="textAreaRight" fmla="*/ 325440 w 320400"/>
                  <a:gd name="textAreaTop" fmla="*/ 0 h 320400"/>
                  <a:gd name="textAreaBottom" fmla="*/ 325440 h 3204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9" name="Google Shape;526;p65"/>
              <p:cNvSpPr/>
              <p:nvPr/>
            </p:nvSpPr>
            <p:spPr>
              <a:xfrm>
                <a:off x="7431480" y="1171080"/>
                <a:ext cx="320400" cy="320400"/>
              </a:xfrm>
              <a:custGeom>
                <a:avLst/>
                <a:gdLst>
                  <a:gd name="textAreaLeft" fmla="*/ 0 w 320400"/>
                  <a:gd name="textAreaRight" fmla="*/ 325440 w 320400"/>
                  <a:gd name="textAreaTop" fmla="*/ 0 h 320400"/>
                  <a:gd name="textAreaBottom" fmla="*/ 325440 h 3204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0" name="Google Shape;527;p65"/>
              <p:cNvSpPr/>
              <p:nvPr/>
            </p:nvSpPr>
            <p:spPr>
              <a:xfrm>
                <a:off x="7106040" y="1171080"/>
                <a:ext cx="320400" cy="320400"/>
              </a:xfrm>
              <a:custGeom>
                <a:avLst/>
                <a:gdLst>
                  <a:gd name="textAreaLeft" fmla="*/ 0 w 320400"/>
                  <a:gd name="textAreaRight" fmla="*/ 325440 w 320400"/>
                  <a:gd name="textAreaTop" fmla="*/ 0 h 320400"/>
                  <a:gd name="textAreaBottom" fmla="*/ 325440 h 3204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1" name="Google Shape;528;p65"/>
              <p:cNvSpPr/>
              <p:nvPr/>
            </p:nvSpPr>
            <p:spPr>
              <a:xfrm>
                <a:off x="7756920" y="2147400"/>
                <a:ext cx="320400" cy="320400"/>
              </a:xfrm>
              <a:custGeom>
                <a:avLst/>
                <a:gdLst>
                  <a:gd name="textAreaLeft" fmla="*/ 0 w 320400"/>
                  <a:gd name="textAreaRight" fmla="*/ 325440 w 320400"/>
                  <a:gd name="textAreaTop" fmla="*/ 0 h 320400"/>
                  <a:gd name="textAreaBottom" fmla="*/ 325440 h 3204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2" name="Google Shape;529;p65"/>
              <p:cNvSpPr/>
              <p:nvPr/>
            </p:nvSpPr>
            <p:spPr>
              <a:xfrm>
                <a:off x="7431480" y="2472840"/>
                <a:ext cx="320400" cy="320400"/>
              </a:xfrm>
              <a:custGeom>
                <a:avLst/>
                <a:gdLst>
                  <a:gd name="textAreaLeft" fmla="*/ 0 w 320400"/>
                  <a:gd name="textAreaRight" fmla="*/ 325440 w 320400"/>
                  <a:gd name="textAreaTop" fmla="*/ 0 h 320400"/>
                  <a:gd name="textAreaBottom" fmla="*/ 325440 h 3204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3" name="Google Shape;530;p65"/>
              <p:cNvSpPr/>
              <p:nvPr/>
            </p:nvSpPr>
            <p:spPr>
              <a:xfrm>
                <a:off x="7106040" y="2472840"/>
                <a:ext cx="320400" cy="320400"/>
              </a:xfrm>
              <a:custGeom>
                <a:avLst/>
                <a:gdLst>
                  <a:gd name="textAreaLeft" fmla="*/ 0 w 320400"/>
                  <a:gd name="textAreaRight" fmla="*/ 325440 w 320400"/>
                  <a:gd name="textAreaTop" fmla="*/ 0 h 320400"/>
                  <a:gd name="textAreaBottom" fmla="*/ 325440 h 32040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4" name="Google Shape;531;p65"/>
            <p:cNvSpPr/>
            <p:nvPr/>
          </p:nvSpPr>
          <p:spPr>
            <a:xfrm>
              <a:off x="9438480" y="18219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5" name="Google Shape;532;p65"/>
            <p:cNvSpPr/>
            <p:nvPr/>
          </p:nvSpPr>
          <p:spPr>
            <a:xfrm>
              <a:off x="9113040" y="149652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6" name="Google Shape;533;p65"/>
            <p:cNvSpPr/>
            <p:nvPr/>
          </p:nvSpPr>
          <p:spPr>
            <a:xfrm>
              <a:off x="8787600" y="11710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7" name="Google Shape;534;p65"/>
            <p:cNvSpPr/>
            <p:nvPr/>
          </p:nvSpPr>
          <p:spPr>
            <a:xfrm>
              <a:off x="8462160" y="11710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8" name="Google Shape;535;p65"/>
            <p:cNvSpPr/>
            <p:nvPr/>
          </p:nvSpPr>
          <p:spPr>
            <a:xfrm>
              <a:off x="9113040" y="21474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9" name="Google Shape;536;p65"/>
            <p:cNvSpPr/>
            <p:nvPr/>
          </p:nvSpPr>
          <p:spPr>
            <a:xfrm>
              <a:off x="8787600" y="24728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0" name="Google Shape;537;p65"/>
            <p:cNvSpPr/>
            <p:nvPr/>
          </p:nvSpPr>
          <p:spPr>
            <a:xfrm>
              <a:off x="8462160" y="24728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21" name="Google Shape;538;p65"/>
          <p:cNvGrpSpPr/>
          <p:nvPr/>
        </p:nvGrpSpPr>
        <p:grpSpPr>
          <a:xfrm>
            <a:off x="9655560" y="4093560"/>
            <a:ext cx="1622160" cy="1622160"/>
            <a:chOff x="9655560" y="4093560"/>
            <a:chExt cx="1622160" cy="1622160"/>
          </a:xfrm>
        </p:grpSpPr>
        <p:sp>
          <p:nvSpPr>
            <p:cNvPr id="2022" name="Google Shape;539;p65"/>
            <p:cNvSpPr/>
            <p:nvPr/>
          </p:nvSpPr>
          <p:spPr>
            <a:xfrm>
              <a:off x="10306440" y="4093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3" name="Google Shape;540;p65"/>
            <p:cNvSpPr/>
            <p:nvPr/>
          </p:nvSpPr>
          <p:spPr>
            <a:xfrm>
              <a:off x="9981000" y="4093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4" name="Google Shape;541;p65"/>
            <p:cNvSpPr/>
            <p:nvPr/>
          </p:nvSpPr>
          <p:spPr>
            <a:xfrm>
              <a:off x="9655560" y="44190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5" name="Google Shape;542;p65"/>
            <p:cNvSpPr/>
            <p:nvPr/>
          </p:nvSpPr>
          <p:spPr>
            <a:xfrm>
              <a:off x="9655560" y="47444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6" name="Google Shape;543;p65"/>
            <p:cNvSpPr/>
            <p:nvPr/>
          </p:nvSpPr>
          <p:spPr>
            <a:xfrm>
              <a:off x="9655560" y="50698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7" name="Google Shape;544;p65"/>
            <p:cNvSpPr/>
            <p:nvPr/>
          </p:nvSpPr>
          <p:spPr>
            <a:xfrm>
              <a:off x="9981000" y="539532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8" name="Google Shape;545;p65"/>
            <p:cNvSpPr/>
            <p:nvPr/>
          </p:nvSpPr>
          <p:spPr>
            <a:xfrm>
              <a:off x="10306440" y="539532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9" name="Google Shape;546;p65"/>
            <p:cNvSpPr/>
            <p:nvPr/>
          </p:nvSpPr>
          <p:spPr>
            <a:xfrm>
              <a:off x="10631880" y="539532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0" name="Google Shape;547;p65"/>
            <p:cNvSpPr/>
            <p:nvPr/>
          </p:nvSpPr>
          <p:spPr>
            <a:xfrm>
              <a:off x="10957320" y="50698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1" name="Google Shape;548;p65"/>
            <p:cNvSpPr/>
            <p:nvPr/>
          </p:nvSpPr>
          <p:spPr>
            <a:xfrm>
              <a:off x="10957320" y="47444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2" name="Google Shape;549;p65"/>
            <p:cNvSpPr/>
            <p:nvPr/>
          </p:nvSpPr>
          <p:spPr>
            <a:xfrm>
              <a:off x="10957320" y="44190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3" name="Google Shape;550;p65"/>
            <p:cNvSpPr/>
            <p:nvPr/>
          </p:nvSpPr>
          <p:spPr>
            <a:xfrm>
              <a:off x="10631880" y="4093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4" name="Google Shape;551;p65"/>
          <p:cNvGrpSpPr/>
          <p:nvPr/>
        </p:nvGrpSpPr>
        <p:grpSpPr>
          <a:xfrm>
            <a:off x="3376080" y="4487040"/>
            <a:ext cx="1622160" cy="1296360"/>
            <a:chOff x="3376080" y="4487040"/>
            <a:chExt cx="1622160" cy="1296360"/>
          </a:xfrm>
        </p:grpSpPr>
        <p:sp>
          <p:nvSpPr>
            <p:cNvPr id="2035" name="Google Shape;552;p65"/>
            <p:cNvSpPr/>
            <p:nvPr/>
          </p:nvSpPr>
          <p:spPr>
            <a:xfrm>
              <a:off x="4026960" y="44870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6" name="Google Shape;553;p65"/>
            <p:cNvSpPr/>
            <p:nvPr/>
          </p:nvSpPr>
          <p:spPr>
            <a:xfrm>
              <a:off x="3701520" y="48124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7" name="Google Shape;554;p65"/>
            <p:cNvSpPr/>
            <p:nvPr/>
          </p:nvSpPr>
          <p:spPr>
            <a:xfrm>
              <a:off x="3376080" y="5137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8" name="Google Shape;555;p65"/>
            <p:cNvSpPr/>
            <p:nvPr/>
          </p:nvSpPr>
          <p:spPr>
            <a:xfrm>
              <a:off x="3376080" y="54630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9" name="Google Shape;556;p65"/>
            <p:cNvSpPr/>
            <p:nvPr/>
          </p:nvSpPr>
          <p:spPr>
            <a:xfrm>
              <a:off x="3701520" y="54630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0" name="Google Shape;557;p65"/>
            <p:cNvSpPr/>
            <p:nvPr/>
          </p:nvSpPr>
          <p:spPr>
            <a:xfrm>
              <a:off x="4026960" y="54630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1" name="Google Shape;558;p65"/>
            <p:cNvSpPr/>
            <p:nvPr/>
          </p:nvSpPr>
          <p:spPr>
            <a:xfrm>
              <a:off x="4352400" y="54630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2" name="Google Shape;559;p65"/>
            <p:cNvSpPr/>
            <p:nvPr/>
          </p:nvSpPr>
          <p:spPr>
            <a:xfrm>
              <a:off x="4677840" y="54630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3" name="Google Shape;560;p65"/>
            <p:cNvSpPr/>
            <p:nvPr/>
          </p:nvSpPr>
          <p:spPr>
            <a:xfrm>
              <a:off x="4677840" y="5137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4" name="Google Shape;561;p65"/>
            <p:cNvSpPr/>
            <p:nvPr/>
          </p:nvSpPr>
          <p:spPr>
            <a:xfrm>
              <a:off x="4352400" y="48124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45" name="Google Shape;562;p65"/>
          <p:cNvGrpSpPr/>
          <p:nvPr/>
        </p:nvGrpSpPr>
        <p:grpSpPr>
          <a:xfrm>
            <a:off x="1366200" y="1070280"/>
            <a:ext cx="2272680" cy="2272680"/>
            <a:chOff x="1366200" y="1070280"/>
            <a:chExt cx="2272680" cy="2272680"/>
          </a:xfrm>
        </p:grpSpPr>
        <p:sp>
          <p:nvSpPr>
            <p:cNvPr id="2046" name="Google Shape;563;p65"/>
            <p:cNvSpPr/>
            <p:nvPr/>
          </p:nvSpPr>
          <p:spPr>
            <a:xfrm>
              <a:off x="1366200" y="302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7" name="Google Shape;564;p65"/>
            <p:cNvSpPr/>
            <p:nvPr/>
          </p:nvSpPr>
          <p:spPr>
            <a:xfrm>
              <a:off x="1691640" y="302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8" name="Google Shape;565;p65"/>
            <p:cNvSpPr/>
            <p:nvPr/>
          </p:nvSpPr>
          <p:spPr>
            <a:xfrm>
              <a:off x="2017080" y="302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9" name="Google Shape;566;p65"/>
            <p:cNvSpPr/>
            <p:nvPr/>
          </p:nvSpPr>
          <p:spPr>
            <a:xfrm>
              <a:off x="2342520" y="302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0" name="Google Shape;567;p65"/>
            <p:cNvSpPr/>
            <p:nvPr/>
          </p:nvSpPr>
          <p:spPr>
            <a:xfrm>
              <a:off x="2667600" y="302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1" name="Google Shape;568;p65"/>
            <p:cNvSpPr/>
            <p:nvPr/>
          </p:nvSpPr>
          <p:spPr>
            <a:xfrm>
              <a:off x="2993040" y="302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2" name="Google Shape;569;p65"/>
            <p:cNvSpPr/>
            <p:nvPr/>
          </p:nvSpPr>
          <p:spPr>
            <a:xfrm>
              <a:off x="3318480" y="30225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3" name="Google Shape;570;p65"/>
            <p:cNvSpPr/>
            <p:nvPr/>
          </p:nvSpPr>
          <p:spPr>
            <a:xfrm>
              <a:off x="3318480" y="269712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4" name="Google Shape;571;p65"/>
            <p:cNvSpPr/>
            <p:nvPr/>
          </p:nvSpPr>
          <p:spPr>
            <a:xfrm>
              <a:off x="3318480" y="23716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5" name="Google Shape;572;p65"/>
            <p:cNvSpPr/>
            <p:nvPr/>
          </p:nvSpPr>
          <p:spPr>
            <a:xfrm>
              <a:off x="3318480" y="20462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6" name="Google Shape;573;p65"/>
            <p:cNvSpPr/>
            <p:nvPr/>
          </p:nvSpPr>
          <p:spPr>
            <a:xfrm>
              <a:off x="3318480" y="17208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7" name="Google Shape;574;p65"/>
            <p:cNvSpPr/>
            <p:nvPr/>
          </p:nvSpPr>
          <p:spPr>
            <a:xfrm>
              <a:off x="2993040" y="13953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8" name="Google Shape;575;p65"/>
            <p:cNvSpPr/>
            <p:nvPr/>
          </p:nvSpPr>
          <p:spPr>
            <a:xfrm>
              <a:off x="2667600" y="10702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9" name="Google Shape;576;p65"/>
            <p:cNvSpPr/>
            <p:nvPr/>
          </p:nvSpPr>
          <p:spPr>
            <a:xfrm>
              <a:off x="2342520" y="10702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0" name="Google Shape;577;p65"/>
            <p:cNvSpPr/>
            <p:nvPr/>
          </p:nvSpPr>
          <p:spPr>
            <a:xfrm>
              <a:off x="2017080" y="10702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1" name="Google Shape;578;p65"/>
            <p:cNvSpPr/>
            <p:nvPr/>
          </p:nvSpPr>
          <p:spPr>
            <a:xfrm>
              <a:off x="1691640" y="139536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2" name="Google Shape;579;p65"/>
            <p:cNvSpPr/>
            <p:nvPr/>
          </p:nvSpPr>
          <p:spPr>
            <a:xfrm>
              <a:off x="1366200" y="172080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3" name="Google Shape;580;p65"/>
            <p:cNvSpPr/>
            <p:nvPr/>
          </p:nvSpPr>
          <p:spPr>
            <a:xfrm>
              <a:off x="1366200" y="204624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4" name="Google Shape;581;p65"/>
            <p:cNvSpPr/>
            <p:nvPr/>
          </p:nvSpPr>
          <p:spPr>
            <a:xfrm>
              <a:off x="1366200" y="237168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5" name="Google Shape;582;p65"/>
            <p:cNvSpPr/>
            <p:nvPr/>
          </p:nvSpPr>
          <p:spPr>
            <a:xfrm>
              <a:off x="1366200" y="2697120"/>
              <a:ext cx="320400" cy="320400"/>
            </a:xfrm>
            <a:custGeom>
              <a:avLst/>
              <a:gdLst>
                <a:gd name="textAreaLeft" fmla="*/ 0 w 320400"/>
                <a:gd name="textAreaRight" fmla="*/ 325440 w 320400"/>
                <a:gd name="textAreaTop" fmla="*/ 0 h 320400"/>
                <a:gd name="textAreaBottom" fmla="*/ 325440 h 32040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66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192;p95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0" name="Google Shape;2193;p95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1" name="Google Shape;2194;p95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2" name="Google Shape;2195;p95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3" name="Google Shape;2196;p95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4" name="Google Shape;2197;p95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5" name="Google Shape;2198;p95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6" name="Google Shape;2199;p95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7" name="Google Shape;2200;p95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8" name="Google Shape;2201;p95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9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1120" cy="428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0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3760" cy="2003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116;p52"/>
          <p:cNvSpPr/>
          <p:nvPr/>
        </p:nvSpPr>
        <p:spPr>
          <a:xfrm>
            <a:off x="-117720" y="-135720"/>
            <a:ext cx="6407280" cy="7083720"/>
          </a:xfrm>
          <a:custGeom>
            <a:avLst/>
            <a:gdLst>
              <a:gd name="textAreaLeft" fmla="*/ 0 w 6407280"/>
              <a:gd name="textAreaRight" fmla="*/ 6412320 w 6407280"/>
              <a:gd name="textAreaTop" fmla="*/ 0 h 7083720"/>
              <a:gd name="textAreaBottom" fmla="*/ 7088760 h 708372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82" name="Google Shape;117;p52"/>
          <p:cNvGrpSpPr/>
          <p:nvPr/>
        </p:nvGrpSpPr>
        <p:grpSpPr>
          <a:xfrm>
            <a:off x="546840" y="-1471320"/>
            <a:ext cx="5481360" cy="8854200"/>
            <a:chOff x="546840" y="-1471320"/>
            <a:chExt cx="5481360" cy="8854200"/>
          </a:xfrm>
        </p:grpSpPr>
        <p:grpSp>
          <p:nvGrpSpPr>
            <p:cNvPr id="2083" name="Google Shape;118;p52"/>
            <p:cNvGrpSpPr/>
            <p:nvPr/>
          </p:nvGrpSpPr>
          <p:grpSpPr>
            <a:xfrm>
              <a:off x="670320" y="4783320"/>
              <a:ext cx="1050120" cy="1050120"/>
              <a:chOff x="670320" y="4783320"/>
              <a:chExt cx="1050120" cy="1050120"/>
            </a:xfrm>
          </p:grpSpPr>
          <p:sp>
            <p:nvSpPr>
              <p:cNvPr id="2084" name="Google Shape;119;p52"/>
              <p:cNvSpPr/>
              <p:nvPr/>
            </p:nvSpPr>
            <p:spPr>
              <a:xfrm>
                <a:off x="1092240" y="478332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5" name="Google Shape;120;p52"/>
              <p:cNvSpPr/>
              <p:nvPr/>
            </p:nvSpPr>
            <p:spPr>
              <a:xfrm>
                <a:off x="881280" y="478332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6" name="Google Shape;121;p52"/>
              <p:cNvSpPr/>
              <p:nvPr/>
            </p:nvSpPr>
            <p:spPr>
              <a:xfrm>
                <a:off x="670320" y="499428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7" name="Google Shape;122;p52"/>
              <p:cNvSpPr/>
              <p:nvPr/>
            </p:nvSpPr>
            <p:spPr>
              <a:xfrm>
                <a:off x="670320" y="520560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8" name="Google Shape;123;p52"/>
              <p:cNvSpPr/>
              <p:nvPr/>
            </p:nvSpPr>
            <p:spPr>
              <a:xfrm>
                <a:off x="670320" y="541656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9" name="Google Shape;124;p52"/>
              <p:cNvSpPr/>
              <p:nvPr/>
            </p:nvSpPr>
            <p:spPr>
              <a:xfrm>
                <a:off x="881280" y="562752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0" name="Google Shape;125;p52"/>
              <p:cNvSpPr/>
              <p:nvPr/>
            </p:nvSpPr>
            <p:spPr>
              <a:xfrm>
                <a:off x="1092240" y="562752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1" name="Google Shape;126;p52"/>
              <p:cNvSpPr/>
              <p:nvPr/>
            </p:nvSpPr>
            <p:spPr>
              <a:xfrm>
                <a:off x="1303560" y="562752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2" name="Google Shape;127;p52"/>
              <p:cNvSpPr/>
              <p:nvPr/>
            </p:nvSpPr>
            <p:spPr>
              <a:xfrm>
                <a:off x="1514520" y="541656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3" name="Google Shape;128;p52"/>
              <p:cNvSpPr/>
              <p:nvPr/>
            </p:nvSpPr>
            <p:spPr>
              <a:xfrm>
                <a:off x="1514520" y="520560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4" name="Google Shape;129;p52"/>
              <p:cNvSpPr/>
              <p:nvPr/>
            </p:nvSpPr>
            <p:spPr>
              <a:xfrm>
                <a:off x="1514520" y="499428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5" name="Google Shape;130;p52"/>
              <p:cNvSpPr/>
              <p:nvPr/>
            </p:nvSpPr>
            <p:spPr>
              <a:xfrm>
                <a:off x="1303560" y="4783320"/>
                <a:ext cx="205920" cy="205920"/>
              </a:xfrm>
              <a:custGeom>
                <a:avLst/>
                <a:gdLst>
                  <a:gd name="textAreaLeft" fmla="*/ 0 w 205920"/>
                  <a:gd name="textAreaRight" fmla="*/ 210960 w 205920"/>
                  <a:gd name="textAreaTop" fmla="*/ 0 h 205920"/>
                  <a:gd name="textAreaBottom" fmla="*/ 210960 h 2059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96" name="Google Shape;131;p52"/>
            <p:cNvSpPr/>
            <p:nvPr/>
          </p:nvSpPr>
          <p:spPr>
            <a:xfrm>
              <a:off x="546840" y="-1471320"/>
              <a:ext cx="1472400" cy="8854200"/>
            </a:xfrm>
            <a:custGeom>
              <a:avLst/>
              <a:gdLst>
                <a:gd name="textAreaLeft" fmla="*/ 0 w 1472400"/>
                <a:gd name="textAreaRight" fmla="*/ 1477440 w 1472400"/>
                <a:gd name="textAreaTop" fmla="*/ 0 h 8854200"/>
                <a:gd name="textAreaBottom" fmla="*/ 8859240 h 885420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97" name="Google Shape;132;p52"/>
            <p:cNvGrpSpPr/>
            <p:nvPr/>
          </p:nvGrpSpPr>
          <p:grpSpPr>
            <a:xfrm>
              <a:off x="2882520" y="-230040"/>
              <a:ext cx="3145680" cy="2948760"/>
              <a:chOff x="2882520" y="-230040"/>
              <a:chExt cx="3145680" cy="2948760"/>
            </a:xfrm>
          </p:grpSpPr>
          <p:sp>
            <p:nvSpPr>
              <p:cNvPr id="2098" name="Google Shape;133;p52"/>
              <p:cNvSpPr/>
              <p:nvPr/>
            </p:nvSpPr>
            <p:spPr>
              <a:xfrm>
                <a:off x="3867120" y="-2300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9" name="Google Shape;134;p52"/>
              <p:cNvSpPr/>
              <p:nvPr/>
            </p:nvSpPr>
            <p:spPr>
              <a:xfrm>
                <a:off x="4064040" y="-2300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0" name="Google Shape;135;p52"/>
              <p:cNvSpPr/>
              <p:nvPr/>
            </p:nvSpPr>
            <p:spPr>
              <a:xfrm>
                <a:off x="4654800" y="-2300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1" name="Google Shape;136;p52"/>
              <p:cNvSpPr/>
              <p:nvPr/>
            </p:nvSpPr>
            <p:spPr>
              <a:xfrm>
                <a:off x="4851720" y="-2300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2" name="Google Shape;137;p52"/>
              <p:cNvSpPr/>
              <p:nvPr/>
            </p:nvSpPr>
            <p:spPr>
              <a:xfrm>
                <a:off x="3670200" y="-331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3" name="Google Shape;138;p52"/>
              <p:cNvSpPr/>
              <p:nvPr/>
            </p:nvSpPr>
            <p:spPr>
              <a:xfrm>
                <a:off x="3867120" y="-331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4" name="Google Shape;139;p52"/>
              <p:cNvSpPr/>
              <p:nvPr/>
            </p:nvSpPr>
            <p:spPr>
              <a:xfrm>
                <a:off x="4064040" y="-331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5" name="Google Shape;140;p52"/>
              <p:cNvSpPr/>
              <p:nvPr/>
            </p:nvSpPr>
            <p:spPr>
              <a:xfrm>
                <a:off x="4260960" y="-331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6" name="Google Shape;141;p52"/>
              <p:cNvSpPr/>
              <p:nvPr/>
            </p:nvSpPr>
            <p:spPr>
              <a:xfrm>
                <a:off x="4457880" y="-331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7" name="Google Shape;142;p52"/>
              <p:cNvSpPr/>
              <p:nvPr/>
            </p:nvSpPr>
            <p:spPr>
              <a:xfrm>
                <a:off x="4654800" y="-331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8" name="Google Shape;143;p52"/>
              <p:cNvSpPr/>
              <p:nvPr/>
            </p:nvSpPr>
            <p:spPr>
              <a:xfrm>
                <a:off x="4851720" y="-331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9" name="Google Shape;144;p52"/>
              <p:cNvSpPr/>
              <p:nvPr/>
            </p:nvSpPr>
            <p:spPr>
              <a:xfrm>
                <a:off x="5048640" y="-331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0" name="Google Shape;145;p52"/>
              <p:cNvSpPr/>
              <p:nvPr/>
            </p:nvSpPr>
            <p:spPr>
              <a:xfrm>
                <a:off x="3276360" y="16380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1" name="Google Shape;146;p52"/>
              <p:cNvSpPr/>
              <p:nvPr/>
            </p:nvSpPr>
            <p:spPr>
              <a:xfrm>
                <a:off x="3473280" y="16380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2" name="Google Shape;147;p52"/>
              <p:cNvSpPr/>
              <p:nvPr/>
            </p:nvSpPr>
            <p:spPr>
              <a:xfrm>
                <a:off x="5245560" y="16380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3" name="Google Shape;148;p52"/>
              <p:cNvSpPr/>
              <p:nvPr/>
            </p:nvSpPr>
            <p:spPr>
              <a:xfrm>
                <a:off x="5442480" y="16380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4" name="Google Shape;149;p52"/>
              <p:cNvSpPr/>
              <p:nvPr/>
            </p:nvSpPr>
            <p:spPr>
              <a:xfrm>
                <a:off x="3276360" y="3607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5" name="Google Shape;150;p52"/>
              <p:cNvSpPr/>
              <p:nvPr/>
            </p:nvSpPr>
            <p:spPr>
              <a:xfrm>
                <a:off x="5442480" y="3607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6" name="Google Shape;151;p52"/>
              <p:cNvSpPr/>
              <p:nvPr/>
            </p:nvSpPr>
            <p:spPr>
              <a:xfrm>
                <a:off x="3276360" y="5576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7" name="Google Shape;152;p52"/>
              <p:cNvSpPr/>
              <p:nvPr/>
            </p:nvSpPr>
            <p:spPr>
              <a:xfrm>
                <a:off x="5442480" y="5576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8" name="Google Shape;153;p52"/>
              <p:cNvSpPr/>
              <p:nvPr/>
            </p:nvSpPr>
            <p:spPr>
              <a:xfrm>
                <a:off x="3079440" y="75456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9" name="Google Shape;154;p52"/>
              <p:cNvSpPr/>
              <p:nvPr/>
            </p:nvSpPr>
            <p:spPr>
              <a:xfrm>
                <a:off x="5639400" y="75456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0" name="Google Shape;155;p52"/>
              <p:cNvSpPr/>
              <p:nvPr/>
            </p:nvSpPr>
            <p:spPr>
              <a:xfrm>
                <a:off x="2882520" y="95148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1" name="Google Shape;156;p52"/>
              <p:cNvSpPr/>
              <p:nvPr/>
            </p:nvSpPr>
            <p:spPr>
              <a:xfrm>
                <a:off x="5836320" y="95148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2" name="Google Shape;157;p52"/>
              <p:cNvSpPr/>
              <p:nvPr/>
            </p:nvSpPr>
            <p:spPr>
              <a:xfrm>
                <a:off x="2882520" y="114840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3" name="Google Shape;158;p52"/>
              <p:cNvSpPr/>
              <p:nvPr/>
            </p:nvSpPr>
            <p:spPr>
              <a:xfrm>
                <a:off x="5836320" y="114840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4" name="Google Shape;159;p52"/>
              <p:cNvSpPr/>
              <p:nvPr/>
            </p:nvSpPr>
            <p:spPr>
              <a:xfrm>
                <a:off x="3079440" y="13453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5" name="Google Shape;160;p52"/>
              <p:cNvSpPr/>
              <p:nvPr/>
            </p:nvSpPr>
            <p:spPr>
              <a:xfrm>
                <a:off x="5639400" y="13453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6" name="Google Shape;161;p52"/>
              <p:cNvSpPr/>
              <p:nvPr/>
            </p:nvSpPr>
            <p:spPr>
              <a:xfrm>
                <a:off x="3079440" y="15422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7" name="Google Shape;162;p52"/>
              <p:cNvSpPr/>
              <p:nvPr/>
            </p:nvSpPr>
            <p:spPr>
              <a:xfrm>
                <a:off x="5639400" y="15422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8" name="Google Shape;163;p52"/>
              <p:cNvSpPr/>
              <p:nvPr/>
            </p:nvSpPr>
            <p:spPr>
              <a:xfrm>
                <a:off x="2882520" y="173916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9" name="Google Shape;164;p52"/>
              <p:cNvSpPr/>
              <p:nvPr/>
            </p:nvSpPr>
            <p:spPr>
              <a:xfrm>
                <a:off x="3079440" y="173916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0" name="Google Shape;165;p52"/>
              <p:cNvSpPr/>
              <p:nvPr/>
            </p:nvSpPr>
            <p:spPr>
              <a:xfrm>
                <a:off x="5639400" y="173916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1" name="Google Shape;166;p52"/>
              <p:cNvSpPr/>
              <p:nvPr/>
            </p:nvSpPr>
            <p:spPr>
              <a:xfrm>
                <a:off x="5836320" y="173916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2" name="Google Shape;167;p52"/>
              <p:cNvSpPr/>
              <p:nvPr/>
            </p:nvSpPr>
            <p:spPr>
              <a:xfrm>
                <a:off x="3079440" y="193608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3" name="Google Shape;168;p52"/>
              <p:cNvSpPr/>
              <p:nvPr/>
            </p:nvSpPr>
            <p:spPr>
              <a:xfrm>
                <a:off x="3276360" y="193608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4" name="Google Shape;169;p52"/>
              <p:cNvSpPr/>
              <p:nvPr/>
            </p:nvSpPr>
            <p:spPr>
              <a:xfrm>
                <a:off x="3473280" y="193608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5" name="Google Shape;170;p52"/>
              <p:cNvSpPr/>
              <p:nvPr/>
            </p:nvSpPr>
            <p:spPr>
              <a:xfrm>
                <a:off x="5245560" y="193608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6" name="Google Shape;171;p52"/>
              <p:cNvSpPr/>
              <p:nvPr/>
            </p:nvSpPr>
            <p:spPr>
              <a:xfrm>
                <a:off x="5442480" y="193608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7" name="Google Shape;172;p52"/>
              <p:cNvSpPr/>
              <p:nvPr/>
            </p:nvSpPr>
            <p:spPr>
              <a:xfrm>
                <a:off x="5639400" y="193608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8" name="Google Shape;173;p52"/>
              <p:cNvSpPr/>
              <p:nvPr/>
            </p:nvSpPr>
            <p:spPr>
              <a:xfrm>
                <a:off x="3473280" y="213300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9" name="Google Shape;174;p52"/>
              <p:cNvSpPr/>
              <p:nvPr/>
            </p:nvSpPr>
            <p:spPr>
              <a:xfrm>
                <a:off x="5245560" y="213300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0" name="Google Shape;175;p52"/>
              <p:cNvSpPr/>
              <p:nvPr/>
            </p:nvSpPr>
            <p:spPr>
              <a:xfrm>
                <a:off x="3473280" y="23299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1" name="Google Shape;176;p52"/>
              <p:cNvSpPr/>
              <p:nvPr/>
            </p:nvSpPr>
            <p:spPr>
              <a:xfrm>
                <a:off x="3670200" y="23299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2" name="Google Shape;177;p52"/>
              <p:cNvSpPr/>
              <p:nvPr/>
            </p:nvSpPr>
            <p:spPr>
              <a:xfrm>
                <a:off x="3867120" y="23299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3" name="Google Shape;178;p52"/>
              <p:cNvSpPr/>
              <p:nvPr/>
            </p:nvSpPr>
            <p:spPr>
              <a:xfrm>
                <a:off x="4064040" y="23299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4" name="Google Shape;179;p52"/>
              <p:cNvSpPr/>
              <p:nvPr/>
            </p:nvSpPr>
            <p:spPr>
              <a:xfrm>
                <a:off x="4654800" y="23299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5" name="Google Shape;180;p52"/>
              <p:cNvSpPr/>
              <p:nvPr/>
            </p:nvSpPr>
            <p:spPr>
              <a:xfrm>
                <a:off x="4851720" y="23299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6" name="Google Shape;181;p52"/>
              <p:cNvSpPr/>
              <p:nvPr/>
            </p:nvSpPr>
            <p:spPr>
              <a:xfrm>
                <a:off x="5048640" y="23299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7" name="Google Shape;182;p52"/>
              <p:cNvSpPr/>
              <p:nvPr/>
            </p:nvSpPr>
            <p:spPr>
              <a:xfrm>
                <a:off x="5245560" y="232992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8" name="Google Shape;183;p52"/>
              <p:cNvSpPr/>
              <p:nvPr/>
            </p:nvSpPr>
            <p:spPr>
              <a:xfrm>
                <a:off x="3670200" y="25268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9" name="Google Shape;184;p52"/>
              <p:cNvSpPr/>
              <p:nvPr/>
            </p:nvSpPr>
            <p:spPr>
              <a:xfrm>
                <a:off x="4260960" y="25268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0" name="Google Shape;185;p52"/>
              <p:cNvSpPr/>
              <p:nvPr/>
            </p:nvSpPr>
            <p:spPr>
              <a:xfrm>
                <a:off x="4457880" y="25268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1" name="Google Shape;186;p52"/>
              <p:cNvSpPr/>
              <p:nvPr/>
            </p:nvSpPr>
            <p:spPr>
              <a:xfrm>
                <a:off x="5048640" y="2526840"/>
                <a:ext cx="191880" cy="191880"/>
              </a:xfrm>
              <a:custGeom>
                <a:avLst/>
                <a:gdLst>
                  <a:gd name="textAreaLeft" fmla="*/ 0 w 191880"/>
                  <a:gd name="textAreaRight" fmla="*/ 196920 w 191880"/>
                  <a:gd name="textAreaTop" fmla="*/ 0 h 191880"/>
                  <a:gd name="textAreaBottom" fmla="*/ 196920 h 1918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152" name="Google Shape;187;p52" descr=""/>
          <p:cNvPicPr/>
          <p:nvPr/>
        </p:nvPicPr>
        <p:blipFill>
          <a:blip r:embed="rId2"/>
          <a:stretch/>
        </p:blipFill>
        <p:spPr>
          <a:xfrm flipH="1">
            <a:off x="650520" y="1314000"/>
            <a:ext cx="4803840" cy="478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3" name="Google Shape;188;p52"/>
          <p:cNvSpPr/>
          <p:nvPr/>
        </p:nvSpPr>
        <p:spPr>
          <a:xfrm rot="10800000">
            <a:off x="11591280" y="-6480"/>
            <a:ext cx="602640" cy="6873840"/>
          </a:xfrm>
          <a:custGeom>
            <a:avLst/>
            <a:gdLst>
              <a:gd name="textAreaLeft" fmla="*/ 0 w 602640"/>
              <a:gd name="textAreaRight" fmla="*/ 607680 w 602640"/>
              <a:gd name="textAreaTop" fmla="*/ 0 h 6873840"/>
              <a:gd name="textAreaBottom" fmla="*/ 6878880 h 687384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4" name="Google Shape;189;p52"/>
          <p:cNvSpPr/>
          <p:nvPr/>
        </p:nvSpPr>
        <p:spPr>
          <a:xfrm>
            <a:off x="-4946760" y="-1582560"/>
            <a:ext cx="1660320" cy="8997480"/>
          </a:xfrm>
          <a:custGeom>
            <a:avLst/>
            <a:gdLst>
              <a:gd name="textAreaLeft" fmla="*/ 0 w 1660320"/>
              <a:gd name="textAreaRight" fmla="*/ 1665360 w 1660320"/>
              <a:gd name="textAreaTop" fmla="*/ 0 h 8997480"/>
              <a:gd name="textAreaBottom" fmla="*/ 9002520 h 899748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5" name="Google Shape;190;p52"/>
          <p:cNvSpPr/>
          <p:nvPr/>
        </p:nvSpPr>
        <p:spPr>
          <a:xfrm>
            <a:off x="-5241600" y="-28440"/>
            <a:ext cx="1297440" cy="9200880"/>
          </a:xfrm>
          <a:custGeom>
            <a:avLst/>
            <a:gdLst>
              <a:gd name="textAreaLeft" fmla="*/ 0 w 1297440"/>
              <a:gd name="textAreaRight" fmla="*/ 1302480 w 1297440"/>
              <a:gd name="textAreaTop" fmla="*/ 0 h 9200880"/>
              <a:gd name="textAreaBottom" fmla="*/ 9205920 h 920088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6" name="Google Shape;191;p52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7" name="Google Shape;192;p52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8" name="Google Shape;193;p52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9" name="Google Shape;194;p52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0" name="Google Shape;195;p52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1" name="Google Shape;196;p52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2" name="Google Shape;197;p52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3" name="Google Shape;198;p52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4" name="Google Shape;199;p52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5" name="Google Shape;200;p52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415;p61"/>
          <p:cNvSpPr/>
          <p:nvPr/>
        </p:nvSpPr>
        <p:spPr>
          <a:xfrm>
            <a:off x="9390600" y="0"/>
            <a:ext cx="2802960" cy="68457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9" name="Google Shape;416;p61"/>
          <p:cNvSpPr/>
          <p:nvPr/>
        </p:nvSpPr>
        <p:spPr>
          <a:xfrm>
            <a:off x="35420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0" name="Google Shape;417;p61"/>
          <p:cNvSpPr/>
          <p:nvPr/>
        </p:nvSpPr>
        <p:spPr>
          <a:xfrm>
            <a:off x="40971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1" name="Google Shape;418;p61"/>
          <p:cNvSpPr/>
          <p:nvPr/>
        </p:nvSpPr>
        <p:spPr>
          <a:xfrm>
            <a:off x="460476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2" name="Google Shape;419;p61"/>
          <p:cNvSpPr/>
          <p:nvPr/>
        </p:nvSpPr>
        <p:spPr>
          <a:xfrm>
            <a:off x="51192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3" name="Google Shape;420;p61"/>
          <p:cNvSpPr/>
          <p:nvPr/>
        </p:nvSpPr>
        <p:spPr>
          <a:xfrm>
            <a:off x="56336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4" name="Google Shape;421;p61"/>
          <p:cNvSpPr/>
          <p:nvPr/>
        </p:nvSpPr>
        <p:spPr>
          <a:xfrm>
            <a:off x="67003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5" name="Google Shape;422;p61"/>
          <p:cNvSpPr/>
          <p:nvPr/>
        </p:nvSpPr>
        <p:spPr>
          <a:xfrm>
            <a:off x="618912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6" name="Google Shape;423;p61"/>
          <p:cNvSpPr/>
          <p:nvPr/>
        </p:nvSpPr>
        <p:spPr>
          <a:xfrm>
            <a:off x="729684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7" name="Google Shape;424;p61"/>
          <p:cNvSpPr/>
          <p:nvPr/>
        </p:nvSpPr>
        <p:spPr>
          <a:xfrm>
            <a:off x="785880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8" name="Google Shape;425;p61"/>
          <p:cNvSpPr/>
          <p:nvPr/>
        </p:nvSpPr>
        <p:spPr>
          <a:xfrm>
            <a:off x="8401680" y="706104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9" name="Google Shape;426;p61"/>
          <p:cNvSpPr/>
          <p:nvPr/>
        </p:nvSpPr>
        <p:spPr>
          <a:xfrm>
            <a:off x="0" y="0"/>
            <a:ext cx="588240" cy="68529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0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86960" cy="348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1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4000" cy="194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2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5160" cy="159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4200" cy="168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6" name="Google Shape;17;p47"/>
          <p:cNvSpPr/>
          <p:nvPr/>
        </p:nvSpPr>
        <p:spPr>
          <a:xfrm>
            <a:off x="-187920" y="-628560"/>
            <a:ext cx="419400" cy="7805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7" name="Google Shape;18;p47"/>
          <p:cNvSpPr/>
          <p:nvPr/>
        </p:nvSpPr>
        <p:spPr>
          <a:xfrm rot="10800000">
            <a:off x="7390800" y="-420480"/>
            <a:ext cx="2610360" cy="7805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8" name="Google Shape;19;p47"/>
          <p:cNvSpPr/>
          <p:nvPr/>
        </p:nvSpPr>
        <p:spPr>
          <a:xfrm rot="10800000">
            <a:off x="10006560" y="-420480"/>
            <a:ext cx="2610360" cy="78055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9" name="Google Shape;20;p47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0" name="Google Shape;21;p47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1" name="Google Shape;22;p47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2" name="Google Shape;23;p47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3" name="Google Shape;24;p47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4" name="Google Shape;25;p47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5" name="Google Shape;26;p47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6" name="Google Shape;27;p47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7" name="Google Shape;28;p47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8" name="Google Shape;29;p47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1038;p79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1" name="Google Shape;1039;p79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2" name="Google Shape;1040;p79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3" name="Google Shape;1041;p79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4" name="Google Shape;1042;p79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5" name="Google Shape;1043;p79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6" name="Google Shape;1044;p79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7" name="Google Shape;1045;p79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8" name="Google Shape;1046;p79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9" name="Google Shape;1047;p79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0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0320" cy="52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1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1800" cy="161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2" name="Google Shape;1050;p79"/>
          <p:cNvSpPr/>
          <p:nvPr/>
        </p:nvSpPr>
        <p:spPr>
          <a:xfrm rot="16200000">
            <a:off x="-248760" y="4066560"/>
            <a:ext cx="241200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13" name="Google Shape;1051;p79"/>
          <p:cNvGrpSpPr/>
          <p:nvPr/>
        </p:nvGrpSpPr>
        <p:grpSpPr>
          <a:xfrm>
            <a:off x="755280" y="2676960"/>
            <a:ext cx="688320" cy="688320"/>
            <a:chOff x="755280" y="2676960"/>
            <a:chExt cx="688320" cy="688320"/>
          </a:xfrm>
        </p:grpSpPr>
        <p:sp>
          <p:nvSpPr>
            <p:cNvPr id="2214" name="Google Shape;1052;p79"/>
            <p:cNvSpPr/>
            <p:nvPr/>
          </p:nvSpPr>
          <p:spPr>
            <a:xfrm>
              <a:off x="755280" y="302364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5" name="Google Shape;1053;p79"/>
            <p:cNvSpPr/>
            <p:nvPr/>
          </p:nvSpPr>
          <p:spPr>
            <a:xfrm>
              <a:off x="1101960" y="267696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16" name="Google Shape;1054;p79"/>
          <p:cNvGrpSpPr/>
          <p:nvPr/>
        </p:nvGrpSpPr>
        <p:grpSpPr>
          <a:xfrm>
            <a:off x="6118200" y="5445000"/>
            <a:ext cx="688320" cy="687960"/>
            <a:chOff x="6118200" y="5445000"/>
            <a:chExt cx="688320" cy="687960"/>
          </a:xfrm>
        </p:grpSpPr>
        <p:sp>
          <p:nvSpPr>
            <p:cNvPr id="2217" name="Google Shape;1055;p79"/>
            <p:cNvSpPr/>
            <p:nvPr/>
          </p:nvSpPr>
          <p:spPr>
            <a:xfrm>
              <a:off x="6118200" y="579132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8" name="Google Shape;1056;p79"/>
            <p:cNvSpPr/>
            <p:nvPr/>
          </p:nvSpPr>
          <p:spPr>
            <a:xfrm>
              <a:off x="6464880" y="544500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9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3600" cy="212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0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3360" cy="59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1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4080" cy="5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22" name="Google Shape;1060;p79"/>
          <p:cNvGrpSpPr/>
          <p:nvPr/>
        </p:nvGrpSpPr>
        <p:grpSpPr>
          <a:xfrm>
            <a:off x="10113480" y="597240"/>
            <a:ext cx="1476360" cy="1436040"/>
            <a:chOff x="10113480" y="597240"/>
            <a:chExt cx="1476360" cy="1436040"/>
          </a:xfrm>
        </p:grpSpPr>
        <p:grpSp>
          <p:nvGrpSpPr>
            <p:cNvPr id="2223" name="Google Shape;1061;p79"/>
            <p:cNvGrpSpPr/>
            <p:nvPr/>
          </p:nvGrpSpPr>
          <p:grpSpPr>
            <a:xfrm>
              <a:off x="10124640" y="1269360"/>
              <a:ext cx="1465200" cy="763920"/>
              <a:chOff x="10124640" y="1269360"/>
              <a:chExt cx="1465200" cy="763920"/>
            </a:xfrm>
          </p:grpSpPr>
          <p:grpSp>
            <p:nvGrpSpPr>
              <p:cNvPr id="2224" name="Google Shape;1062;p79"/>
              <p:cNvGrpSpPr/>
              <p:nvPr/>
            </p:nvGrpSpPr>
            <p:grpSpPr>
              <a:xfrm>
                <a:off x="10124640" y="1269360"/>
                <a:ext cx="1219680" cy="294840"/>
                <a:chOff x="10124640" y="1269360"/>
                <a:chExt cx="1219680" cy="294840"/>
              </a:xfrm>
            </p:grpSpPr>
            <p:sp>
              <p:nvSpPr>
                <p:cNvPr id="2225" name="Google Shape;1063;p79"/>
                <p:cNvSpPr/>
                <p:nvPr/>
              </p:nvSpPr>
              <p:spPr>
                <a:xfrm>
                  <a:off x="10124640" y="1269360"/>
                  <a:ext cx="144720" cy="293400"/>
                </a:xfrm>
                <a:custGeom>
                  <a:avLst/>
                  <a:gdLst>
                    <a:gd name="textAreaLeft" fmla="*/ 0 w 144720"/>
                    <a:gd name="textAreaRight" fmla="*/ 149760 w 144720"/>
                    <a:gd name="textAreaTop" fmla="*/ 0 h 293400"/>
                    <a:gd name="textAreaBottom" fmla="*/ 298440 h 2934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26" name="Google Shape;1064;p79"/>
                <p:cNvSpPr/>
                <p:nvPr/>
              </p:nvSpPr>
              <p:spPr>
                <a:xfrm>
                  <a:off x="10305360" y="1324800"/>
                  <a:ext cx="225000" cy="239040"/>
                </a:xfrm>
                <a:custGeom>
                  <a:avLst/>
                  <a:gdLst>
                    <a:gd name="textAreaLeft" fmla="*/ 0 w 225000"/>
                    <a:gd name="textAreaRight" fmla="*/ 230040 w 22500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27" name="Google Shape;1065;p79"/>
                <p:cNvSpPr/>
                <p:nvPr/>
              </p:nvSpPr>
              <p:spPr>
                <a:xfrm>
                  <a:off x="10573560" y="1325160"/>
                  <a:ext cx="212760" cy="239040"/>
                </a:xfrm>
                <a:custGeom>
                  <a:avLst/>
                  <a:gdLst>
                    <a:gd name="textAreaLeft" fmla="*/ 0 w 212760"/>
                    <a:gd name="textAreaRight" fmla="*/ 217800 w 212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28" name="Google Shape;1066;p79"/>
                <p:cNvSpPr/>
                <p:nvPr/>
              </p:nvSpPr>
              <p:spPr>
                <a:xfrm>
                  <a:off x="10834560" y="1325160"/>
                  <a:ext cx="209880" cy="233640"/>
                </a:xfrm>
                <a:custGeom>
                  <a:avLst/>
                  <a:gdLst>
                    <a:gd name="textAreaLeft" fmla="*/ 0 w 209880"/>
                    <a:gd name="textAreaRight" fmla="*/ 214920 w 209880"/>
                    <a:gd name="textAreaTop" fmla="*/ 0 h 233640"/>
                    <a:gd name="textAreaBottom" fmla="*/ 238680 h 2336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29" name="Google Shape;1067;p79"/>
                <p:cNvSpPr/>
                <p:nvPr/>
              </p:nvSpPr>
              <p:spPr>
                <a:xfrm>
                  <a:off x="11095560" y="1325160"/>
                  <a:ext cx="248760" cy="239040"/>
                </a:xfrm>
                <a:custGeom>
                  <a:avLst/>
                  <a:gdLst>
                    <a:gd name="textAreaLeft" fmla="*/ 0 w 248760"/>
                    <a:gd name="textAreaRight" fmla="*/ 253800 w 248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230" name="Google Shape;1068;p79"/>
              <p:cNvGrpSpPr/>
              <p:nvPr/>
            </p:nvGrpSpPr>
            <p:grpSpPr>
              <a:xfrm>
                <a:off x="10546560" y="1648080"/>
                <a:ext cx="1043280" cy="385200"/>
                <a:chOff x="10546560" y="1648080"/>
                <a:chExt cx="1043280" cy="385200"/>
              </a:xfrm>
            </p:grpSpPr>
            <p:sp>
              <p:nvSpPr>
                <p:cNvPr id="2231" name="Google Shape;1069;p79"/>
                <p:cNvSpPr/>
                <p:nvPr/>
              </p:nvSpPr>
              <p:spPr>
                <a:xfrm>
                  <a:off x="10546560" y="1648080"/>
                  <a:ext cx="61560" cy="314280"/>
                </a:xfrm>
                <a:custGeom>
                  <a:avLst/>
                  <a:gdLst>
                    <a:gd name="textAreaLeft" fmla="*/ 0 w 61560"/>
                    <a:gd name="textAreaRight" fmla="*/ 66600 w 61560"/>
                    <a:gd name="textAreaTop" fmla="*/ 0 h 314280"/>
                    <a:gd name="textAreaBottom" fmla="*/ 319320 h 3142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32" name="Google Shape;1070;p79"/>
                <p:cNvSpPr/>
                <p:nvPr/>
              </p:nvSpPr>
              <p:spPr>
                <a:xfrm>
                  <a:off x="10664280" y="1728720"/>
                  <a:ext cx="248760" cy="239040"/>
                </a:xfrm>
                <a:custGeom>
                  <a:avLst/>
                  <a:gdLst>
                    <a:gd name="textAreaLeft" fmla="*/ 0 w 248760"/>
                    <a:gd name="textAreaRight" fmla="*/ 253800 w 248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33" name="Google Shape;1071;p79"/>
                <p:cNvSpPr/>
                <p:nvPr/>
              </p:nvSpPr>
              <p:spPr>
                <a:xfrm>
                  <a:off x="10955160" y="1728720"/>
                  <a:ext cx="241200" cy="304560"/>
                </a:xfrm>
                <a:custGeom>
                  <a:avLst/>
                  <a:gdLst>
                    <a:gd name="textAreaLeft" fmla="*/ 0 w 241200"/>
                    <a:gd name="textAreaRight" fmla="*/ 246240 w 241200"/>
                    <a:gd name="textAreaTop" fmla="*/ 0 h 304560"/>
                    <a:gd name="textAreaBottom" fmla="*/ 309600 h 3045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34" name="Google Shape;1072;p79"/>
                <p:cNvSpPr/>
                <p:nvPr/>
              </p:nvSpPr>
              <p:spPr>
                <a:xfrm>
                  <a:off x="11262240" y="1648440"/>
                  <a:ext cx="65160" cy="314280"/>
                </a:xfrm>
                <a:custGeom>
                  <a:avLst/>
                  <a:gdLst>
                    <a:gd name="textAreaLeft" fmla="*/ 0 w 65160"/>
                    <a:gd name="textAreaRight" fmla="*/ 70200 w 65160"/>
                    <a:gd name="textAreaTop" fmla="*/ 0 h 314280"/>
                    <a:gd name="textAreaBottom" fmla="*/ 319320 h 3142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35" name="Google Shape;1073;p79"/>
                <p:cNvSpPr/>
                <p:nvPr/>
              </p:nvSpPr>
              <p:spPr>
                <a:xfrm>
                  <a:off x="11379240" y="1730520"/>
                  <a:ext cx="210600" cy="236520"/>
                </a:xfrm>
                <a:custGeom>
                  <a:avLst/>
                  <a:gdLst>
                    <a:gd name="textAreaLeft" fmla="*/ 0 w 210600"/>
                    <a:gd name="textAreaRight" fmla="*/ 215640 w 210600"/>
                    <a:gd name="textAreaTop" fmla="*/ 0 h 236520"/>
                    <a:gd name="textAreaBottom" fmla="*/ 241560 h 2365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236" name="Google Shape;1074;p79"/>
            <p:cNvGrpSpPr/>
            <p:nvPr/>
          </p:nvGrpSpPr>
          <p:grpSpPr>
            <a:xfrm>
              <a:off x="10207440" y="873000"/>
              <a:ext cx="1171800" cy="293760"/>
              <a:chOff x="10207440" y="873000"/>
              <a:chExt cx="1171800" cy="293760"/>
            </a:xfrm>
          </p:grpSpPr>
          <p:sp>
            <p:nvSpPr>
              <p:cNvPr id="2237" name="Google Shape;1075;p79"/>
              <p:cNvSpPr/>
              <p:nvPr/>
            </p:nvSpPr>
            <p:spPr>
              <a:xfrm>
                <a:off x="10207440" y="878040"/>
                <a:ext cx="76680" cy="99000"/>
              </a:xfrm>
              <a:custGeom>
                <a:avLst/>
                <a:gdLst>
                  <a:gd name="textAreaLeft" fmla="*/ 0 w 76680"/>
                  <a:gd name="textAreaRight" fmla="*/ 81720 w 76680"/>
                  <a:gd name="textAreaTop" fmla="*/ 0 h 99000"/>
                  <a:gd name="textAreaBottom" fmla="*/ 104040 h 990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8" name="Google Shape;1076;p79"/>
              <p:cNvSpPr/>
              <p:nvPr/>
            </p:nvSpPr>
            <p:spPr>
              <a:xfrm>
                <a:off x="1028556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9" name="Google Shape;1077;p79"/>
              <p:cNvSpPr/>
              <p:nvPr/>
            </p:nvSpPr>
            <p:spPr>
              <a:xfrm>
                <a:off x="10381680" y="87372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0" name="Google Shape;1078;p79"/>
              <p:cNvSpPr/>
              <p:nvPr/>
            </p:nvSpPr>
            <p:spPr>
              <a:xfrm>
                <a:off x="1047924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1" name="Google Shape;1079;p79"/>
              <p:cNvSpPr/>
              <p:nvPr/>
            </p:nvSpPr>
            <p:spPr>
              <a:xfrm>
                <a:off x="1056456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2" name="Google Shape;1080;p79"/>
              <p:cNvSpPr/>
              <p:nvPr/>
            </p:nvSpPr>
            <p:spPr>
              <a:xfrm>
                <a:off x="1068372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3" name="Google Shape;1081;p79"/>
              <p:cNvSpPr/>
              <p:nvPr/>
            </p:nvSpPr>
            <p:spPr>
              <a:xfrm>
                <a:off x="1076940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4" name="Google Shape;1082;p79"/>
              <p:cNvSpPr/>
              <p:nvPr/>
            </p:nvSpPr>
            <p:spPr>
              <a:xfrm>
                <a:off x="10888200" y="873000"/>
                <a:ext cx="41400" cy="104040"/>
              </a:xfrm>
              <a:custGeom>
                <a:avLst/>
                <a:gdLst>
                  <a:gd name="textAreaLeft" fmla="*/ 0 w 41400"/>
                  <a:gd name="textAreaRight" fmla="*/ 46440 w 41400"/>
                  <a:gd name="textAreaTop" fmla="*/ 0 h 104040"/>
                  <a:gd name="textAreaBottom" fmla="*/ 109080 h 1040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5" name="Google Shape;1083;p79"/>
              <p:cNvSpPr/>
              <p:nvPr/>
            </p:nvSpPr>
            <p:spPr>
              <a:xfrm>
                <a:off x="1094292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6" name="Google Shape;1084;p79"/>
              <p:cNvSpPr/>
              <p:nvPr/>
            </p:nvSpPr>
            <p:spPr>
              <a:xfrm>
                <a:off x="11043720" y="90396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7" name="Google Shape;1085;p79"/>
              <p:cNvSpPr/>
              <p:nvPr/>
            </p:nvSpPr>
            <p:spPr>
              <a:xfrm>
                <a:off x="11103840" y="903600"/>
                <a:ext cx="111240" cy="73440"/>
              </a:xfrm>
              <a:custGeom>
                <a:avLst/>
                <a:gdLst>
                  <a:gd name="textAreaLeft" fmla="*/ 0 w 111240"/>
                  <a:gd name="textAreaRight" fmla="*/ 116280 w 11124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8" name="Google Shape;1086;p79"/>
              <p:cNvSpPr/>
              <p:nvPr/>
            </p:nvSpPr>
            <p:spPr>
              <a:xfrm>
                <a:off x="1123956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9" name="Google Shape;1087;p79"/>
              <p:cNvSpPr/>
              <p:nvPr/>
            </p:nvSpPr>
            <p:spPr>
              <a:xfrm>
                <a:off x="1132488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0" name="Google Shape;1088;p79"/>
              <p:cNvSpPr/>
              <p:nvPr/>
            </p:nvSpPr>
            <p:spPr>
              <a:xfrm>
                <a:off x="1020816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1" name="Google Shape;1089;p79"/>
              <p:cNvSpPr/>
              <p:nvPr/>
            </p:nvSpPr>
            <p:spPr>
              <a:xfrm>
                <a:off x="103068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2" name="Google Shape;1090;p79"/>
              <p:cNvSpPr/>
              <p:nvPr/>
            </p:nvSpPr>
            <p:spPr>
              <a:xfrm>
                <a:off x="10438200" y="107028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3" name="Google Shape;1091;p79"/>
              <p:cNvSpPr/>
              <p:nvPr/>
            </p:nvSpPr>
            <p:spPr>
              <a:xfrm>
                <a:off x="10530360" y="1069560"/>
                <a:ext cx="72720" cy="9720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97200"/>
                  <a:gd name="textAreaBottom" fmla="*/ 102240 h 972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4" name="Google Shape;1092;p79"/>
              <p:cNvSpPr/>
              <p:nvPr/>
            </p:nvSpPr>
            <p:spPr>
              <a:xfrm>
                <a:off x="1062900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5" name="Google Shape;1093;p79"/>
              <p:cNvSpPr/>
              <p:nvPr/>
            </p:nvSpPr>
            <p:spPr>
              <a:xfrm>
                <a:off x="106812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6" name="Google Shape;1094;p79"/>
              <p:cNvSpPr/>
              <p:nvPr/>
            </p:nvSpPr>
            <p:spPr>
              <a:xfrm>
                <a:off x="10774080" y="1069560"/>
                <a:ext cx="62280" cy="7344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7" name="Google Shape;1095;p79"/>
              <p:cNvSpPr/>
              <p:nvPr/>
            </p:nvSpPr>
            <p:spPr>
              <a:xfrm>
                <a:off x="1086084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8" name="Google Shape;1096;p79"/>
              <p:cNvSpPr/>
              <p:nvPr/>
            </p:nvSpPr>
            <p:spPr>
              <a:xfrm>
                <a:off x="1095948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9" name="Google Shape;1097;p79"/>
              <p:cNvSpPr/>
              <p:nvPr/>
            </p:nvSpPr>
            <p:spPr>
              <a:xfrm>
                <a:off x="1105236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60" name="Google Shape;1098;p79"/>
            <p:cNvGrpSpPr/>
            <p:nvPr/>
          </p:nvGrpSpPr>
          <p:grpSpPr>
            <a:xfrm>
              <a:off x="10113480" y="597240"/>
              <a:ext cx="604440" cy="147600"/>
              <a:chOff x="10113480" y="597240"/>
              <a:chExt cx="604440" cy="147600"/>
            </a:xfrm>
          </p:grpSpPr>
          <p:sp>
            <p:nvSpPr>
              <p:cNvPr id="2261" name="Google Shape;1099;p79"/>
              <p:cNvSpPr/>
              <p:nvPr/>
            </p:nvSpPr>
            <p:spPr>
              <a:xfrm>
                <a:off x="10627560" y="603360"/>
                <a:ext cx="90360" cy="140760"/>
              </a:xfrm>
              <a:custGeom>
                <a:avLst/>
                <a:gdLst>
                  <a:gd name="textAreaLeft" fmla="*/ 0 w 90360"/>
                  <a:gd name="textAreaRight" fmla="*/ 95400 w 90360"/>
                  <a:gd name="textAreaTop" fmla="*/ 0 h 140760"/>
                  <a:gd name="textAreaBottom" fmla="*/ 145800 h 1407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2" name="Google Shape;1100;p79"/>
              <p:cNvSpPr/>
              <p:nvPr/>
            </p:nvSpPr>
            <p:spPr>
              <a:xfrm>
                <a:off x="10113480" y="597240"/>
                <a:ext cx="132840" cy="147600"/>
              </a:xfrm>
              <a:custGeom>
                <a:avLst/>
                <a:gdLst>
                  <a:gd name="textAreaLeft" fmla="*/ 0 w 132840"/>
                  <a:gd name="textAreaRight" fmla="*/ 137880 w 132840"/>
                  <a:gd name="textAreaTop" fmla="*/ 0 h 147600"/>
                  <a:gd name="textAreaBottom" fmla="*/ 152640 h 1476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3" name="Google Shape;1101;p79"/>
              <p:cNvSpPr/>
              <p:nvPr/>
            </p:nvSpPr>
            <p:spPr>
              <a:xfrm>
                <a:off x="10246320" y="618480"/>
                <a:ext cx="129240" cy="121680"/>
              </a:xfrm>
              <a:custGeom>
                <a:avLst/>
                <a:gdLst>
                  <a:gd name="textAreaLeft" fmla="*/ 0 w 129240"/>
                  <a:gd name="textAreaRight" fmla="*/ 134280 w 129240"/>
                  <a:gd name="textAreaTop" fmla="*/ 0 h 121680"/>
                  <a:gd name="textAreaBottom" fmla="*/ 126720 h 1216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4" name="Google Shape;1102;p79"/>
              <p:cNvSpPr/>
              <p:nvPr/>
            </p:nvSpPr>
            <p:spPr>
              <a:xfrm>
                <a:off x="10378800" y="619920"/>
                <a:ext cx="120600" cy="118080"/>
              </a:xfrm>
              <a:custGeom>
                <a:avLst/>
                <a:gdLst>
                  <a:gd name="textAreaLeft" fmla="*/ 0 w 120600"/>
                  <a:gd name="textAreaRight" fmla="*/ 125640 w 120600"/>
                  <a:gd name="textAreaTop" fmla="*/ 0 h 118080"/>
                  <a:gd name="textAreaBottom" fmla="*/ 123120 h 1180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5" name="Google Shape;1103;p79"/>
              <p:cNvSpPr/>
              <p:nvPr/>
            </p:nvSpPr>
            <p:spPr>
              <a:xfrm>
                <a:off x="10503000" y="619200"/>
                <a:ext cx="121680" cy="120240"/>
              </a:xfrm>
              <a:custGeom>
                <a:avLst/>
                <a:gdLst>
                  <a:gd name="textAreaLeft" fmla="*/ 0 w 121680"/>
                  <a:gd name="textAreaRight" fmla="*/ 126720 w 121680"/>
                  <a:gd name="textAreaTop" fmla="*/ 0 h 120240"/>
                  <a:gd name="textAreaBottom" fmla="*/ 125280 h 1202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6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5800" cy="6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7" name="Google Shape;324;p58"/>
          <p:cNvSpPr/>
          <p:nvPr/>
        </p:nvSpPr>
        <p:spPr>
          <a:xfrm>
            <a:off x="1918440" y="2635920"/>
            <a:ext cx="921960" cy="921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8" name="Google Shape;325;p58"/>
          <p:cNvSpPr/>
          <p:nvPr/>
        </p:nvSpPr>
        <p:spPr>
          <a:xfrm rot="10800000">
            <a:off x="9972720" y="-471240"/>
            <a:ext cx="2952720" cy="7805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9" name="Google Shape;326;p58"/>
          <p:cNvSpPr/>
          <p:nvPr/>
        </p:nvSpPr>
        <p:spPr>
          <a:xfrm>
            <a:off x="-1396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70" name="Google Shape;327;p58"/>
          <p:cNvGrpSpPr/>
          <p:nvPr/>
        </p:nvGrpSpPr>
        <p:grpSpPr>
          <a:xfrm>
            <a:off x="2986560" y="7543800"/>
            <a:ext cx="5219280" cy="374040"/>
            <a:chOff x="2986560" y="7543800"/>
            <a:chExt cx="5219280" cy="374040"/>
          </a:xfrm>
        </p:grpSpPr>
        <p:sp>
          <p:nvSpPr>
            <p:cNvPr id="2271" name="Google Shape;328;p58"/>
            <p:cNvSpPr/>
            <p:nvPr/>
          </p:nvSpPr>
          <p:spPr>
            <a:xfrm>
              <a:off x="298656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2" name="Google Shape;329;p58"/>
            <p:cNvSpPr/>
            <p:nvPr/>
          </p:nvSpPr>
          <p:spPr>
            <a:xfrm>
              <a:off x="354204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3" name="Google Shape;330;p58"/>
            <p:cNvSpPr/>
            <p:nvPr/>
          </p:nvSpPr>
          <p:spPr>
            <a:xfrm>
              <a:off x="404964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4" name="Google Shape;331;p58"/>
            <p:cNvSpPr/>
            <p:nvPr/>
          </p:nvSpPr>
          <p:spPr>
            <a:xfrm>
              <a:off x="456408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5" name="Google Shape;332;p58"/>
            <p:cNvSpPr/>
            <p:nvPr/>
          </p:nvSpPr>
          <p:spPr>
            <a:xfrm>
              <a:off x="507816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6" name="Google Shape;333;p58"/>
            <p:cNvSpPr/>
            <p:nvPr/>
          </p:nvSpPr>
          <p:spPr>
            <a:xfrm>
              <a:off x="614520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7" name="Google Shape;334;p58"/>
            <p:cNvSpPr/>
            <p:nvPr/>
          </p:nvSpPr>
          <p:spPr>
            <a:xfrm>
              <a:off x="563364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8" name="Google Shape;335;p58"/>
            <p:cNvSpPr/>
            <p:nvPr/>
          </p:nvSpPr>
          <p:spPr>
            <a:xfrm>
              <a:off x="674136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9" name="Google Shape;336;p58"/>
            <p:cNvSpPr/>
            <p:nvPr/>
          </p:nvSpPr>
          <p:spPr>
            <a:xfrm>
              <a:off x="730332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0" name="Google Shape;337;p58"/>
            <p:cNvSpPr/>
            <p:nvPr/>
          </p:nvSpPr>
          <p:spPr>
            <a:xfrm>
              <a:off x="7846200" y="7543800"/>
              <a:ext cx="359640" cy="374040"/>
            </a:xfrm>
            <a:custGeom>
              <a:avLst/>
              <a:gdLst>
                <a:gd name="textAreaLeft" fmla="*/ 0 w 359640"/>
                <a:gd name="textAreaRight" fmla="*/ 364680 w 359640"/>
                <a:gd name="textAreaTop" fmla="*/ 0 h 374040"/>
                <a:gd name="textAreaBottom" fmla="*/ 379080 h 37404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1" name="Google Shape;338;p58"/>
          <p:cNvSpPr/>
          <p:nvPr/>
        </p:nvSpPr>
        <p:spPr>
          <a:xfrm>
            <a:off x="-19227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2" name="Google Shape;339;p58"/>
          <p:cNvSpPr/>
          <p:nvPr/>
        </p:nvSpPr>
        <p:spPr>
          <a:xfrm>
            <a:off x="-24811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3" name="Google Shape;340;p58"/>
          <p:cNvSpPr/>
          <p:nvPr/>
        </p:nvSpPr>
        <p:spPr>
          <a:xfrm>
            <a:off x="-3033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4" name="Google Shape;341;p58"/>
          <p:cNvSpPr/>
          <p:nvPr/>
        </p:nvSpPr>
        <p:spPr>
          <a:xfrm>
            <a:off x="-187920" y="-628560"/>
            <a:ext cx="776160" cy="78055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Google Shape;342;p58"/>
          <p:cNvSpPr/>
          <p:nvPr/>
        </p:nvSpPr>
        <p:spPr>
          <a:xfrm rot="10800000">
            <a:off x="9988560" y="-399960"/>
            <a:ext cx="2952720" cy="2822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6" name="Google Shape;343;p58"/>
          <p:cNvSpPr/>
          <p:nvPr/>
        </p:nvSpPr>
        <p:spPr>
          <a:xfrm>
            <a:off x="564840" y="5270400"/>
            <a:ext cx="1462320" cy="1620360"/>
          </a:xfrm>
          <a:custGeom>
            <a:avLst/>
            <a:gdLst>
              <a:gd name="textAreaLeft" fmla="*/ 0 w 1462320"/>
              <a:gd name="textAreaRight" fmla="*/ 1467360 w 1462320"/>
              <a:gd name="textAreaTop" fmla="*/ 0 h 1620360"/>
              <a:gd name="textAreaBottom" fmla="*/ 1625400 h 162036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7" name="Google Shape;344;p58"/>
          <p:cNvSpPr/>
          <p:nvPr/>
        </p:nvSpPr>
        <p:spPr>
          <a:xfrm>
            <a:off x="997560" y="1713240"/>
            <a:ext cx="921960" cy="92196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8" name="Google Shape;345;p58"/>
          <p:cNvSpPr/>
          <p:nvPr/>
        </p:nvSpPr>
        <p:spPr>
          <a:xfrm>
            <a:off x="997560" y="2301840"/>
            <a:ext cx="921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5080" cy="70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0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18000" cy="70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91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0720" cy="71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2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5800" cy="226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476;p64"/>
          <p:cNvSpPr/>
          <p:nvPr/>
        </p:nvSpPr>
        <p:spPr>
          <a:xfrm>
            <a:off x="354204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0" name="Google Shape;477;p64"/>
          <p:cNvSpPr/>
          <p:nvPr/>
        </p:nvSpPr>
        <p:spPr>
          <a:xfrm>
            <a:off x="409716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1" name="Google Shape;478;p64"/>
          <p:cNvSpPr/>
          <p:nvPr/>
        </p:nvSpPr>
        <p:spPr>
          <a:xfrm>
            <a:off x="460476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2" name="Google Shape;479;p64"/>
          <p:cNvSpPr/>
          <p:nvPr/>
        </p:nvSpPr>
        <p:spPr>
          <a:xfrm>
            <a:off x="511920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3" name="Google Shape;480;p64"/>
          <p:cNvSpPr/>
          <p:nvPr/>
        </p:nvSpPr>
        <p:spPr>
          <a:xfrm>
            <a:off x="563364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4" name="Google Shape;481;p64"/>
          <p:cNvSpPr/>
          <p:nvPr/>
        </p:nvSpPr>
        <p:spPr>
          <a:xfrm>
            <a:off x="670032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5" name="Google Shape;482;p64"/>
          <p:cNvSpPr/>
          <p:nvPr/>
        </p:nvSpPr>
        <p:spPr>
          <a:xfrm>
            <a:off x="618912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6" name="Google Shape;483;p64"/>
          <p:cNvSpPr/>
          <p:nvPr/>
        </p:nvSpPr>
        <p:spPr>
          <a:xfrm>
            <a:off x="729684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7" name="Google Shape;484;p64"/>
          <p:cNvSpPr/>
          <p:nvPr/>
        </p:nvSpPr>
        <p:spPr>
          <a:xfrm>
            <a:off x="785880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8" name="Google Shape;485;p64"/>
          <p:cNvSpPr/>
          <p:nvPr/>
        </p:nvSpPr>
        <p:spPr>
          <a:xfrm>
            <a:off x="840168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19" name="Google Shape;486;p64"/>
          <p:cNvGrpSpPr/>
          <p:nvPr/>
        </p:nvGrpSpPr>
        <p:grpSpPr>
          <a:xfrm>
            <a:off x="384840" y="6026040"/>
            <a:ext cx="891000" cy="213840"/>
            <a:chOff x="384840" y="6026040"/>
            <a:chExt cx="891000" cy="213840"/>
          </a:xfrm>
        </p:grpSpPr>
        <p:sp>
          <p:nvSpPr>
            <p:cNvPr id="2320" name="Google Shape;487;p64"/>
            <p:cNvSpPr/>
            <p:nvPr/>
          </p:nvSpPr>
          <p:spPr>
            <a:xfrm>
              <a:off x="384840" y="6026040"/>
              <a:ext cx="104040" cy="213120"/>
            </a:xfrm>
            <a:custGeom>
              <a:avLst/>
              <a:gdLst>
                <a:gd name="textAreaLeft" fmla="*/ 0 w 104040"/>
                <a:gd name="textAreaRight" fmla="*/ 109440 w 104040"/>
                <a:gd name="textAreaTop" fmla="*/ 0 h 213120"/>
                <a:gd name="textAreaBottom" fmla="*/ 218520 h 21312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1" name="Google Shape;488;p64"/>
            <p:cNvSpPr/>
            <p:nvPr/>
          </p:nvSpPr>
          <p:spPr>
            <a:xfrm>
              <a:off x="516960" y="6066720"/>
              <a:ext cx="163080" cy="173160"/>
            </a:xfrm>
            <a:custGeom>
              <a:avLst/>
              <a:gdLst>
                <a:gd name="textAreaLeft" fmla="*/ 0 w 163080"/>
                <a:gd name="textAreaRight" fmla="*/ 168480 w 163080"/>
                <a:gd name="textAreaTop" fmla="*/ 0 h 173160"/>
                <a:gd name="textAreaBottom" fmla="*/ 178560 h 17316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2" name="Google Shape;489;p64"/>
            <p:cNvSpPr/>
            <p:nvPr/>
          </p:nvSpPr>
          <p:spPr>
            <a:xfrm>
              <a:off x="713160" y="6066720"/>
              <a:ext cx="154080" cy="173160"/>
            </a:xfrm>
            <a:custGeom>
              <a:avLst/>
              <a:gdLst>
                <a:gd name="textAreaLeft" fmla="*/ 0 w 154080"/>
                <a:gd name="textAreaRight" fmla="*/ 159480 w 154080"/>
                <a:gd name="textAreaTop" fmla="*/ 0 h 173160"/>
                <a:gd name="textAreaBottom" fmla="*/ 178560 h 17316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3" name="Google Shape;490;p64"/>
            <p:cNvSpPr/>
            <p:nvPr/>
          </p:nvSpPr>
          <p:spPr>
            <a:xfrm>
              <a:off x="904320" y="6066720"/>
              <a:ext cx="151920" cy="169560"/>
            </a:xfrm>
            <a:custGeom>
              <a:avLst/>
              <a:gdLst>
                <a:gd name="textAreaLeft" fmla="*/ 0 w 151920"/>
                <a:gd name="textAreaRight" fmla="*/ 157320 w 151920"/>
                <a:gd name="textAreaTop" fmla="*/ 0 h 169560"/>
                <a:gd name="textAreaBottom" fmla="*/ 174960 h 16956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4" name="Google Shape;491;p64"/>
            <p:cNvSpPr/>
            <p:nvPr/>
          </p:nvSpPr>
          <p:spPr>
            <a:xfrm>
              <a:off x="1095480" y="6066720"/>
              <a:ext cx="180360" cy="173160"/>
            </a:xfrm>
            <a:custGeom>
              <a:avLst/>
              <a:gdLst>
                <a:gd name="textAreaLeft" fmla="*/ 0 w 180360"/>
                <a:gd name="textAreaRight" fmla="*/ 185760 w 180360"/>
                <a:gd name="textAreaTop" fmla="*/ 0 h 173160"/>
                <a:gd name="textAreaBottom" fmla="*/ 178560 h 17316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25" name="Google Shape;492;p64"/>
          <p:cNvGrpSpPr/>
          <p:nvPr/>
        </p:nvGrpSpPr>
        <p:grpSpPr>
          <a:xfrm>
            <a:off x="693720" y="6303600"/>
            <a:ext cx="761760" cy="280080"/>
            <a:chOff x="693720" y="6303600"/>
            <a:chExt cx="761760" cy="280080"/>
          </a:xfrm>
        </p:grpSpPr>
        <p:sp>
          <p:nvSpPr>
            <p:cNvPr id="2326" name="Google Shape;493;p64"/>
            <p:cNvSpPr/>
            <p:nvPr/>
          </p:nvSpPr>
          <p:spPr>
            <a:xfrm>
              <a:off x="693720" y="6303600"/>
              <a:ext cx="43200" cy="228240"/>
            </a:xfrm>
            <a:custGeom>
              <a:avLst/>
              <a:gdLst>
                <a:gd name="textAreaLeft" fmla="*/ 0 w 43200"/>
                <a:gd name="textAreaRight" fmla="*/ 48600 w 43200"/>
                <a:gd name="textAreaTop" fmla="*/ 0 h 228240"/>
                <a:gd name="textAreaBottom" fmla="*/ 233640 h 22824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7" name="Google Shape;494;p64"/>
            <p:cNvSpPr/>
            <p:nvPr/>
          </p:nvSpPr>
          <p:spPr>
            <a:xfrm>
              <a:off x="779760" y="6362280"/>
              <a:ext cx="180360" cy="173160"/>
            </a:xfrm>
            <a:custGeom>
              <a:avLst/>
              <a:gdLst>
                <a:gd name="textAreaLeft" fmla="*/ 0 w 180360"/>
                <a:gd name="textAreaRight" fmla="*/ 185760 w 180360"/>
                <a:gd name="textAreaTop" fmla="*/ 0 h 173160"/>
                <a:gd name="textAreaBottom" fmla="*/ 178560 h 17316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8" name="Google Shape;495;p64"/>
            <p:cNvSpPr/>
            <p:nvPr/>
          </p:nvSpPr>
          <p:spPr>
            <a:xfrm>
              <a:off x="992880" y="6362280"/>
              <a:ext cx="174960" cy="221400"/>
            </a:xfrm>
            <a:custGeom>
              <a:avLst/>
              <a:gdLst>
                <a:gd name="textAreaLeft" fmla="*/ 0 w 174960"/>
                <a:gd name="textAreaRight" fmla="*/ 180360 w 174960"/>
                <a:gd name="textAreaTop" fmla="*/ 0 h 221400"/>
                <a:gd name="textAreaBottom" fmla="*/ 226800 h 22140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9" name="Google Shape;496;p64"/>
            <p:cNvSpPr/>
            <p:nvPr/>
          </p:nvSpPr>
          <p:spPr>
            <a:xfrm>
              <a:off x="1217520" y="6303600"/>
              <a:ext cx="45720" cy="228240"/>
            </a:xfrm>
            <a:custGeom>
              <a:avLst/>
              <a:gdLst>
                <a:gd name="textAreaLeft" fmla="*/ 0 w 45720"/>
                <a:gd name="textAreaRight" fmla="*/ 51120 w 45720"/>
                <a:gd name="textAreaTop" fmla="*/ 0 h 228240"/>
                <a:gd name="textAreaBottom" fmla="*/ 233640 h 22824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0" name="Google Shape;497;p64"/>
            <p:cNvSpPr/>
            <p:nvPr/>
          </p:nvSpPr>
          <p:spPr>
            <a:xfrm>
              <a:off x="1303200" y="6363720"/>
              <a:ext cx="152280" cy="171360"/>
            </a:xfrm>
            <a:custGeom>
              <a:avLst/>
              <a:gdLst>
                <a:gd name="textAreaLeft" fmla="*/ 0 w 152280"/>
                <a:gd name="textAreaRight" fmla="*/ 157680 w 152280"/>
                <a:gd name="textAreaTop" fmla="*/ 0 h 171360"/>
                <a:gd name="textAreaBottom" fmla="*/ 176760 h 17136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31" name="Google Shape;498;p64"/>
          <p:cNvGrpSpPr/>
          <p:nvPr/>
        </p:nvGrpSpPr>
        <p:grpSpPr>
          <a:xfrm>
            <a:off x="448560" y="5823720"/>
            <a:ext cx="441000" cy="106200"/>
            <a:chOff x="448560" y="5823720"/>
            <a:chExt cx="441000" cy="106200"/>
          </a:xfrm>
        </p:grpSpPr>
        <p:sp>
          <p:nvSpPr>
            <p:cNvPr id="2332" name="Google Shape;499;p64"/>
            <p:cNvSpPr/>
            <p:nvPr/>
          </p:nvSpPr>
          <p:spPr>
            <a:xfrm>
              <a:off x="825120" y="5828040"/>
              <a:ext cx="64440" cy="101520"/>
            </a:xfrm>
            <a:custGeom>
              <a:avLst/>
              <a:gdLst>
                <a:gd name="textAreaLeft" fmla="*/ 0 w 64440"/>
                <a:gd name="textAreaRight" fmla="*/ 69840 w 64440"/>
                <a:gd name="textAreaTop" fmla="*/ 0 h 101520"/>
                <a:gd name="textAreaBottom" fmla="*/ 106920 h 10152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3" name="Google Shape;500;p64"/>
            <p:cNvSpPr/>
            <p:nvPr/>
          </p:nvSpPr>
          <p:spPr>
            <a:xfrm>
              <a:off x="448560" y="5823720"/>
              <a:ext cx="95760" cy="106200"/>
            </a:xfrm>
            <a:custGeom>
              <a:avLst/>
              <a:gdLst>
                <a:gd name="textAreaLeft" fmla="*/ 0 w 95760"/>
                <a:gd name="textAreaRight" fmla="*/ 101160 w 95760"/>
                <a:gd name="textAreaTop" fmla="*/ 0 h 106200"/>
                <a:gd name="textAreaBottom" fmla="*/ 111600 h 10620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4" name="Google Shape;501;p64"/>
            <p:cNvSpPr/>
            <p:nvPr/>
          </p:nvSpPr>
          <p:spPr>
            <a:xfrm>
              <a:off x="545760" y="5839200"/>
              <a:ext cx="92880" cy="87480"/>
            </a:xfrm>
            <a:custGeom>
              <a:avLst/>
              <a:gdLst>
                <a:gd name="textAreaLeft" fmla="*/ 0 w 92880"/>
                <a:gd name="textAreaRight" fmla="*/ 98280 w 92880"/>
                <a:gd name="textAreaTop" fmla="*/ 0 h 87480"/>
                <a:gd name="textAreaBottom" fmla="*/ 92880 h 8748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5" name="Google Shape;502;p64"/>
            <p:cNvSpPr/>
            <p:nvPr/>
          </p:nvSpPr>
          <p:spPr>
            <a:xfrm>
              <a:off x="642960" y="5840280"/>
              <a:ext cx="86400" cy="84600"/>
            </a:xfrm>
            <a:custGeom>
              <a:avLst/>
              <a:gdLst>
                <a:gd name="textAreaLeft" fmla="*/ 0 w 86400"/>
                <a:gd name="textAreaRight" fmla="*/ 91800 w 86400"/>
                <a:gd name="textAreaTop" fmla="*/ 0 h 84600"/>
                <a:gd name="textAreaBottom" fmla="*/ 90000 h 8460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6" name="Google Shape;503;p64"/>
            <p:cNvSpPr/>
            <p:nvPr/>
          </p:nvSpPr>
          <p:spPr>
            <a:xfrm>
              <a:off x="733680" y="5839560"/>
              <a:ext cx="87120" cy="86400"/>
            </a:xfrm>
            <a:custGeom>
              <a:avLst/>
              <a:gdLst>
                <a:gd name="textAreaLeft" fmla="*/ 0 w 87120"/>
                <a:gd name="textAreaRight" fmla="*/ 92520 w 87120"/>
                <a:gd name="textAreaTop" fmla="*/ 0 h 86400"/>
                <a:gd name="textAreaBottom" fmla="*/ 91800 h 8640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37" name="Google Shape;504;p64"/>
          <p:cNvSpPr/>
          <p:nvPr/>
        </p:nvSpPr>
        <p:spPr>
          <a:xfrm>
            <a:off x="-254160" y="6756120"/>
            <a:ext cx="12935880" cy="4521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38" name="Google Shape;505;p64"/>
          <p:cNvGrpSpPr/>
          <p:nvPr/>
        </p:nvGrpSpPr>
        <p:grpSpPr>
          <a:xfrm>
            <a:off x="5400" y="0"/>
            <a:ext cx="12390480" cy="4205880"/>
            <a:chOff x="5400" y="0"/>
            <a:chExt cx="12390480" cy="4205880"/>
          </a:xfrm>
        </p:grpSpPr>
        <p:pic>
          <p:nvPicPr>
            <p:cNvPr id="2339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5400" y="5400"/>
              <a:ext cx="4480920" cy="42004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340" name="Google Shape;507;p64"/>
            <p:cNvGrpSpPr/>
            <p:nvPr/>
          </p:nvGrpSpPr>
          <p:grpSpPr>
            <a:xfrm>
              <a:off x="2914560" y="0"/>
              <a:ext cx="9481320" cy="2851920"/>
              <a:chOff x="2914560" y="0"/>
              <a:chExt cx="9481320" cy="2851920"/>
            </a:xfrm>
          </p:grpSpPr>
          <p:sp>
            <p:nvSpPr>
              <p:cNvPr id="2341" name="Google Shape;508;p64"/>
              <p:cNvSpPr/>
              <p:nvPr/>
            </p:nvSpPr>
            <p:spPr>
              <a:xfrm>
                <a:off x="3538440" y="0"/>
                <a:ext cx="8857440" cy="58824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2" name="Google Shape;509;p64"/>
              <p:cNvSpPr/>
              <p:nvPr/>
            </p:nvSpPr>
            <p:spPr>
              <a:xfrm>
                <a:off x="2914560" y="152280"/>
                <a:ext cx="1566360" cy="269964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343" name="Google Shape;510;p64"/>
          <p:cNvSpPr/>
          <p:nvPr/>
        </p:nvSpPr>
        <p:spPr>
          <a:xfrm>
            <a:off x="-254160" y="-12600"/>
            <a:ext cx="12935880" cy="632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400" cy="11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7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5400" y="0"/>
            <a:ext cx="12186720" cy="685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8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0280" cy="7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9" name="Google Shape;716;p69"/>
          <p:cNvSpPr/>
          <p:nvPr/>
        </p:nvSpPr>
        <p:spPr>
          <a:xfrm>
            <a:off x="298656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0" name="Google Shape;717;p69"/>
          <p:cNvSpPr/>
          <p:nvPr/>
        </p:nvSpPr>
        <p:spPr>
          <a:xfrm>
            <a:off x="354204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1" name="Google Shape;718;p69"/>
          <p:cNvSpPr/>
          <p:nvPr/>
        </p:nvSpPr>
        <p:spPr>
          <a:xfrm>
            <a:off x="404964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2" name="Google Shape;719;p69"/>
          <p:cNvSpPr/>
          <p:nvPr/>
        </p:nvSpPr>
        <p:spPr>
          <a:xfrm>
            <a:off x="456408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3" name="Google Shape;720;p69"/>
          <p:cNvSpPr/>
          <p:nvPr/>
        </p:nvSpPr>
        <p:spPr>
          <a:xfrm>
            <a:off x="507816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4" name="Google Shape;721;p69"/>
          <p:cNvSpPr/>
          <p:nvPr/>
        </p:nvSpPr>
        <p:spPr>
          <a:xfrm>
            <a:off x="614520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5" name="Google Shape;722;p69"/>
          <p:cNvSpPr/>
          <p:nvPr/>
        </p:nvSpPr>
        <p:spPr>
          <a:xfrm>
            <a:off x="563364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6" name="Google Shape;723;p69"/>
          <p:cNvSpPr/>
          <p:nvPr/>
        </p:nvSpPr>
        <p:spPr>
          <a:xfrm>
            <a:off x="674136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7" name="Google Shape;724;p69"/>
          <p:cNvSpPr/>
          <p:nvPr/>
        </p:nvSpPr>
        <p:spPr>
          <a:xfrm>
            <a:off x="730332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8" name="Google Shape;725;p69"/>
          <p:cNvSpPr/>
          <p:nvPr/>
        </p:nvSpPr>
        <p:spPr>
          <a:xfrm>
            <a:off x="7846200" y="754380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400" cy="11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0.xml"/><Relationship Id="rId41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2.xml"/><Relationship Id="rId43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5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31160" y="3086280"/>
            <a:ext cx="5702760" cy="2412000"/>
            <a:chOff x="731160" y="3086280"/>
            <a:chExt cx="5702760" cy="241200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024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48760" y="4066560"/>
              <a:ext cx="2412000" cy="45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88320" cy="688320"/>
            <a:chOff x="755280" y="2794320"/>
            <a:chExt cx="688320" cy="68832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88320" cy="688320"/>
            <a:chOff x="6171480" y="5188680"/>
            <a:chExt cx="688320" cy="68832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1640" cy="34164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6360" cy="1436040"/>
            <a:chOff x="10113480" y="597240"/>
            <a:chExt cx="1476360" cy="143604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5200" cy="763920"/>
              <a:chOff x="10124640" y="1269360"/>
              <a:chExt cx="1465200" cy="76392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19680" cy="294840"/>
                <a:chOff x="10124640" y="1269360"/>
                <a:chExt cx="1219680" cy="29484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4720" cy="293400"/>
                </a:xfrm>
                <a:custGeom>
                  <a:avLst/>
                  <a:gdLst>
                    <a:gd name="textAreaLeft" fmla="*/ 0 w 144720"/>
                    <a:gd name="textAreaRight" fmla="*/ 149760 w 144720"/>
                    <a:gd name="textAreaTop" fmla="*/ 0 h 293400"/>
                    <a:gd name="textAreaBottom" fmla="*/ 298440 h 29340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5000" cy="239040"/>
                </a:xfrm>
                <a:custGeom>
                  <a:avLst/>
                  <a:gdLst>
                    <a:gd name="textAreaLeft" fmla="*/ 0 w 225000"/>
                    <a:gd name="textAreaRight" fmla="*/ 230040 w 22500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2760" cy="239040"/>
                </a:xfrm>
                <a:custGeom>
                  <a:avLst/>
                  <a:gdLst>
                    <a:gd name="textAreaLeft" fmla="*/ 0 w 212760"/>
                    <a:gd name="textAreaRight" fmla="*/ 217800 w 212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09880" cy="233640"/>
                </a:xfrm>
                <a:custGeom>
                  <a:avLst/>
                  <a:gdLst>
                    <a:gd name="textAreaLeft" fmla="*/ 0 w 209880"/>
                    <a:gd name="textAreaRight" fmla="*/ 214920 w 209880"/>
                    <a:gd name="textAreaTop" fmla="*/ 0 h 233640"/>
                    <a:gd name="textAreaBottom" fmla="*/ 238680 h 23364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48760" cy="239040"/>
                </a:xfrm>
                <a:custGeom>
                  <a:avLst/>
                  <a:gdLst>
                    <a:gd name="textAreaLeft" fmla="*/ 0 w 248760"/>
                    <a:gd name="textAreaRight" fmla="*/ 253800 w 248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3280" cy="385200"/>
                <a:chOff x="10546560" y="1648080"/>
                <a:chExt cx="1043280" cy="38520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1560" cy="314280"/>
                </a:xfrm>
                <a:custGeom>
                  <a:avLst/>
                  <a:gdLst>
                    <a:gd name="textAreaLeft" fmla="*/ 0 w 61560"/>
                    <a:gd name="textAreaRight" fmla="*/ 66600 w 61560"/>
                    <a:gd name="textAreaTop" fmla="*/ 0 h 314280"/>
                    <a:gd name="textAreaBottom" fmla="*/ 319320 h 31428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48760" cy="239040"/>
                </a:xfrm>
                <a:custGeom>
                  <a:avLst/>
                  <a:gdLst>
                    <a:gd name="textAreaLeft" fmla="*/ 0 w 248760"/>
                    <a:gd name="textAreaRight" fmla="*/ 253800 w 248760"/>
                    <a:gd name="textAreaTop" fmla="*/ 0 h 239040"/>
                    <a:gd name="textAreaBottom" fmla="*/ 244080 h 23904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1200" cy="304560"/>
                </a:xfrm>
                <a:custGeom>
                  <a:avLst/>
                  <a:gdLst>
                    <a:gd name="textAreaLeft" fmla="*/ 0 w 241200"/>
                    <a:gd name="textAreaRight" fmla="*/ 246240 w 241200"/>
                    <a:gd name="textAreaTop" fmla="*/ 0 h 304560"/>
                    <a:gd name="textAreaBottom" fmla="*/ 309600 h 30456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5160" cy="314280"/>
                </a:xfrm>
                <a:custGeom>
                  <a:avLst/>
                  <a:gdLst>
                    <a:gd name="textAreaLeft" fmla="*/ 0 w 65160"/>
                    <a:gd name="textAreaRight" fmla="*/ 70200 w 65160"/>
                    <a:gd name="textAreaTop" fmla="*/ 0 h 314280"/>
                    <a:gd name="textAreaBottom" fmla="*/ 319320 h 31428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0600" cy="236520"/>
                </a:xfrm>
                <a:custGeom>
                  <a:avLst/>
                  <a:gdLst>
                    <a:gd name="textAreaLeft" fmla="*/ 0 w 210600"/>
                    <a:gd name="textAreaRight" fmla="*/ 215640 w 210600"/>
                    <a:gd name="textAreaTop" fmla="*/ 0 h 236520"/>
                    <a:gd name="textAreaBottom" fmla="*/ 241560 h 23652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1800" cy="293760"/>
              <a:chOff x="10207440" y="873000"/>
              <a:chExt cx="1171800" cy="29376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6680" cy="99000"/>
              </a:xfrm>
              <a:custGeom>
                <a:avLst/>
                <a:gdLst>
                  <a:gd name="textAreaLeft" fmla="*/ 0 w 76680"/>
                  <a:gd name="textAreaRight" fmla="*/ 81720 w 76680"/>
                  <a:gd name="textAreaTop" fmla="*/ 0 h 99000"/>
                  <a:gd name="textAreaBottom" fmla="*/ 104040 h 9900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1400" cy="104040"/>
              </a:xfrm>
              <a:custGeom>
                <a:avLst/>
                <a:gdLst>
                  <a:gd name="textAreaLeft" fmla="*/ 0 w 41400"/>
                  <a:gd name="textAreaRight" fmla="*/ 46440 w 41400"/>
                  <a:gd name="textAreaTop" fmla="*/ 0 h 104040"/>
                  <a:gd name="textAreaBottom" fmla="*/ 109080 h 10404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5240" cy="75240"/>
              </a:xfrm>
              <a:custGeom>
                <a:avLst/>
                <a:gdLst>
                  <a:gd name="textAreaLeft" fmla="*/ 0 w 75240"/>
                  <a:gd name="textAreaRight" fmla="*/ 80280 w 7524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1240" cy="73440"/>
              </a:xfrm>
              <a:custGeom>
                <a:avLst/>
                <a:gdLst>
                  <a:gd name="textAreaLeft" fmla="*/ 0 w 111240"/>
                  <a:gd name="textAreaRight" fmla="*/ 116280 w 11124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4360" cy="74520"/>
              </a:xfrm>
              <a:custGeom>
                <a:avLst/>
                <a:gdLst>
                  <a:gd name="textAreaLeft" fmla="*/ 0 w 54360"/>
                  <a:gd name="textAreaRight" fmla="*/ 59400 w 5436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2280" cy="7452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4520"/>
                  <a:gd name="textAreaBottom" fmla="*/ 79560 h 7452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2720" cy="9720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97200"/>
                  <a:gd name="textAreaBottom" fmla="*/ 102240 h 9720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2280" cy="73440"/>
              </a:xfrm>
              <a:custGeom>
                <a:avLst/>
                <a:gdLst>
                  <a:gd name="textAreaLeft" fmla="*/ 0 w 62280"/>
                  <a:gd name="textAreaRight" fmla="*/ 67320 w 62280"/>
                  <a:gd name="textAreaTop" fmla="*/ 0 h 73440"/>
                  <a:gd name="textAreaBottom" fmla="*/ 78480 h 7344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2720" cy="105120"/>
              </a:xfrm>
              <a:custGeom>
                <a:avLst/>
                <a:gdLst>
                  <a:gd name="textAreaLeft" fmla="*/ 0 w 72720"/>
                  <a:gd name="textAreaRight" fmla="*/ 77760 w 72720"/>
                  <a:gd name="textAreaTop" fmla="*/ 0 h 105120"/>
                  <a:gd name="textAreaBottom" fmla="*/ 110160 h 10512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67680" cy="75240"/>
              </a:xfrm>
              <a:custGeom>
                <a:avLst/>
                <a:gdLst>
                  <a:gd name="textAreaLeft" fmla="*/ 0 w 67680"/>
                  <a:gd name="textAreaRight" fmla="*/ 72720 w 67680"/>
                  <a:gd name="textAreaTop" fmla="*/ 0 h 75240"/>
                  <a:gd name="textAreaBottom" fmla="*/ 80280 h 7524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37800" cy="73080"/>
              </a:xfrm>
              <a:custGeom>
                <a:avLst/>
                <a:gdLst>
                  <a:gd name="textAreaLeft" fmla="*/ 0 w 37800"/>
                  <a:gd name="textAreaRight" fmla="*/ 42840 w 37800"/>
                  <a:gd name="textAreaTop" fmla="*/ 0 h 73080"/>
                  <a:gd name="textAreaBottom" fmla="*/ 78120 h 7308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4440" cy="147600"/>
              <a:chOff x="10113480" y="597240"/>
              <a:chExt cx="604440" cy="14760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0360" cy="140760"/>
              </a:xfrm>
              <a:custGeom>
                <a:avLst/>
                <a:gdLst>
                  <a:gd name="textAreaLeft" fmla="*/ 0 w 90360"/>
                  <a:gd name="textAreaRight" fmla="*/ 95400 w 90360"/>
                  <a:gd name="textAreaTop" fmla="*/ 0 h 140760"/>
                  <a:gd name="textAreaBottom" fmla="*/ 145800 h 14076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2840" cy="147600"/>
              </a:xfrm>
              <a:custGeom>
                <a:avLst/>
                <a:gdLst>
                  <a:gd name="textAreaLeft" fmla="*/ 0 w 132840"/>
                  <a:gd name="textAreaRight" fmla="*/ 137880 w 132840"/>
                  <a:gd name="textAreaTop" fmla="*/ 0 h 147600"/>
                  <a:gd name="textAreaBottom" fmla="*/ 152640 h 14760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29240" cy="121680"/>
              </a:xfrm>
              <a:custGeom>
                <a:avLst/>
                <a:gdLst>
                  <a:gd name="textAreaLeft" fmla="*/ 0 w 129240"/>
                  <a:gd name="textAreaRight" fmla="*/ 134280 w 129240"/>
                  <a:gd name="textAreaTop" fmla="*/ 0 h 121680"/>
                  <a:gd name="textAreaBottom" fmla="*/ 126720 h 12168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0600" cy="118080"/>
              </a:xfrm>
              <a:custGeom>
                <a:avLst/>
                <a:gdLst>
                  <a:gd name="textAreaLeft" fmla="*/ 0 w 120600"/>
                  <a:gd name="textAreaRight" fmla="*/ 125640 w 120600"/>
                  <a:gd name="textAreaTop" fmla="*/ 0 h 118080"/>
                  <a:gd name="textAreaBottom" fmla="*/ 123120 h 11808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1680" cy="120240"/>
              </a:xfrm>
              <a:custGeom>
                <a:avLst/>
                <a:gdLst>
                  <a:gd name="textAreaLeft" fmla="*/ 0 w 121680"/>
                  <a:gd name="textAreaRight" fmla="*/ 126720 w 121680"/>
                  <a:gd name="textAreaTop" fmla="*/ 0 h 120240"/>
                  <a:gd name="textAreaBottom" fmla="*/ 125280 h 12024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4560" cy="102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47000" cy="3848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06840" cy="3606840"/>
          </a:xfrm>
          <a:custGeom>
            <a:avLst/>
            <a:gdLst>
              <a:gd name="textAreaLeft" fmla="*/ 0 w 3606840"/>
              <a:gd name="textAreaRight" fmla="*/ 3611880 w 3606840"/>
              <a:gd name="textAreaTop" fmla="*/ 0 h 3606840"/>
              <a:gd name="textAreaBottom" fmla="*/ 3611880 h 36068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69120" cy="3103920"/>
            <a:chOff x="795240" y="2890800"/>
            <a:chExt cx="3669120" cy="310392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0160" cy="169092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690920"/>
                <a:gd name="textAreaBottom" fmla="*/ 1695960 h 16909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0160" cy="112536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5360" cy="1125360"/>
            </a:xfrm>
            <a:custGeom>
              <a:avLst/>
              <a:gdLst>
                <a:gd name="textAreaLeft" fmla="*/ 0 w 1125360"/>
                <a:gd name="textAreaRight" fmla="*/ 1130400 w 11253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07960" cy="1407960"/>
            </a:xfrm>
            <a:custGeom>
              <a:avLst/>
              <a:gdLst>
                <a:gd name="textAreaLeft" fmla="*/ 0 w 1407960"/>
                <a:gd name="textAreaRight" fmla="*/ 1413000 w 1407960"/>
                <a:gd name="textAreaTop" fmla="*/ 0 h 1407960"/>
                <a:gd name="textAreaBottom" fmla="*/ 1413000 h 14079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3920" cy="16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5120" cy="1091160"/>
            <a:chOff x="1734120" y="843120"/>
            <a:chExt cx="1365120" cy="109116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78880" cy="1620000"/>
            <a:chOff x="401040" y="198360"/>
            <a:chExt cx="2378880" cy="162000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8944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88320" cy="688320"/>
              <a:chOff x="401040" y="198360"/>
              <a:chExt cx="688320" cy="68832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1640" cy="3416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1640" cy="3416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3200" cy="726480"/>
            <a:chOff x="9761760" y="5367240"/>
            <a:chExt cx="1393200" cy="72648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59560" cy="280080"/>
              <a:chOff x="9761760" y="5367240"/>
              <a:chExt cx="1159560" cy="28008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37160" cy="278640"/>
              </a:xfrm>
              <a:custGeom>
                <a:avLst/>
                <a:gdLst>
                  <a:gd name="textAreaLeft" fmla="*/ 0 w 137160"/>
                  <a:gd name="textAreaRight" fmla="*/ 142200 w 137160"/>
                  <a:gd name="textAreaTop" fmla="*/ 0 h 278640"/>
                  <a:gd name="textAreaBottom" fmla="*/ 283680 h 2786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3840" cy="227160"/>
              </a:xfrm>
              <a:custGeom>
                <a:avLst/>
                <a:gdLst>
                  <a:gd name="textAreaLeft" fmla="*/ 0 w 213840"/>
                  <a:gd name="textAreaRight" fmla="*/ 218880 w 21384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1960" cy="227160"/>
              </a:xfrm>
              <a:custGeom>
                <a:avLst/>
                <a:gdLst>
                  <a:gd name="textAreaLeft" fmla="*/ 0 w 201960"/>
                  <a:gd name="textAreaRight" fmla="*/ 207000 w 2019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199080" cy="222120"/>
              </a:xfrm>
              <a:custGeom>
                <a:avLst/>
                <a:gdLst>
                  <a:gd name="textAreaLeft" fmla="*/ 0 w 199080"/>
                  <a:gd name="textAreaRight" fmla="*/ 204120 w 199080"/>
                  <a:gd name="textAreaTop" fmla="*/ 0 h 222120"/>
                  <a:gd name="textAreaBottom" fmla="*/ 227160 h 2221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2160" cy="366120"/>
              <a:chOff x="10162800" y="5727600"/>
              <a:chExt cx="992160" cy="36612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58320" cy="298440"/>
              </a:xfrm>
              <a:custGeom>
                <a:avLst/>
                <a:gdLst>
                  <a:gd name="textAreaLeft" fmla="*/ 0 w 58320"/>
                  <a:gd name="textAreaRight" fmla="*/ 63360 w 5832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28960" cy="289440"/>
              </a:xfrm>
              <a:custGeom>
                <a:avLst/>
                <a:gdLst>
                  <a:gd name="textAreaLeft" fmla="*/ 0 w 228960"/>
                  <a:gd name="textAreaRight" fmla="*/ 234000 w 228960"/>
                  <a:gd name="textAreaTop" fmla="*/ 0 h 289440"/>
                  <a:gd name="textAreaBottom" fmla="*/ 294480 h 2894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1560" cy="29844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0160" cy="224640"/>
              </a:xfrm>
              <a:custGeom>
                <a:avLst/>
                <a:gdLst>
                  <a:gd name="textAreaLeft" fmla="*/ 0 w 200160"/>
                  <a:gd name="textAreaRight" fmla="*/ 205200 w 200160"/>
                  <a:gd name="textAreaTop" fmla="*/ 0 h 224640"/>
                  <a:gd name="textAreaBottom" fmla="*/ 229680 h 2246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4920" cy="140040"/>
            <a:chOff x="9844560" y="5104080"/>
            <a:chExt cx="574920" cy="14004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5680" cy="133560"/>
            </a:xfrm>
            <a:custGeom>
              <a:avLst/>
              <a:gdLst>
                <a:gd name="textAreaLeft" fmla="*/ 0 w 85680"/>
                <a:gd name="textAreaRight" fmla="*/ 90720 w 85680"/>
                <a:gd name="textAreaTop" fmla="*/ 0 h 133560"/>
                <a:gd name="textAreaBottom" fmla="*/ 138600 h 1335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6000" cy="140040"/>
            </a:xfrm>
            <a:custGeom>
              <a:avLst/>
              <a:gdLst>
                <a:gd name="textAreaLeft" fmla="*/ 0 w 126000"/>
                <a:gd name="textAreaRight" fmla="*/ 131040 w 126000"/>
                <a:gd name="textAreaTop" fmla="*/ 0 h 140040"/>
                <a:gd name="textAreaBottom" fmla="*/ 145080 h 1400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2400" cy="115560"/>
            </a:xfrm>
            <a:custGeom>
              <a:avLst/>
              <a:gdLst>
                <a:gd name="textAreaLeft" fmla="*/ 0 w 122400"/>
                <a:gd name="textAreaRight" fmla="*/ 127440 w 122400"/>
                <a:gd name="textAreaTop" fmla="*/ 0 h 115560"/>
                <a:gd name="textAreaBottom" fmla="*/ 120600 h 1155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4120" cy="111960"/>
            </a:xfrm>
            <a:custGeom>
              <a:avLst/>
              <a:gdLst>
                <a:gd name="textAreaLeft" fmla="*/ 0 w 114120"/>
                <a:gd name="textAreaRight" fmla="*/ 119160 w 114120"/>
                <a:gd name="textAreaTop" fmla="*/ 0 h 111960"/>
                <a:gd name="textAreaBottom" fmla="*/ 117000 h 1119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5200" cy="114120"/>
            </a:xfrm>
            <a:custGeom>
              <a:avLst/>
              <a:gdLst>
                <a:gd name="textAreaLeft" fmla="*/ 0 w 115200"/>
                <a:gd name="textAreaRight" fmla="*/ 120240 w 115200"/>
                <a:gd name="textAreaTop" fmla="*/ 0 h 114120"/>
                <a:gd name="textAreaBottom" fmla="*/ 119160 h 1141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47000" cy="3848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868;p74"/>
          <p:cNvGrpSpPr/>
          <p:nvPr/>
        </p:nvGrpSpPr>
        <p:grpSpPr>
          <a:xfrm>
            <a:off x="795240" y="2890800"/>
            <a:ext cx="3669120" cy="3103920"/>
            <a:chOff x="795240" y="2890800"/>
            <a:chExt cx="3669120" cy="3103920"/>
          </a:xfrm>
        </p:grpSpPr>
        <p:sp>
          <p:nvSpPr>
            <p:cNvPr id="443" name="Google Shape;869;p74"/>
            <p:cNvSpPr/>
            <p:nvPr/>
          </p:nvSpPr>
          <p:spPr>
            <a:xfrm>
              <a:off x="795240" y="4303800"/>
              <a:ext cx="560160" cy="169092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690920"/>
                <a:gd name="textAreaBottom" fmla="*/ 1695960 h 16909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Google Shape;870;p74"/>
            <p:cNvSpPr/>
            <p:nvPr/>
          </p:nvSpPr>
          <p:spPr>
            <a:xfrm>
              <a:off x="3904200" y="3738600"/>
              <a:ext cx="560160" cy="112536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Google Shape;871;p74"/>
            <p:cNvSpPr/>
            <p:nvPr/>
          </p:nvSpPr>
          <p:spPr>
            <a:xfrm>
              <a:off x="4186800" y="543456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Google Shape;872;p74"/>
            <p:cNvSpPr/>
            <p:nvPr/>
          </p:nvSpPr>
          <p:spPr>
            <a:xfrm>
              <a:off x="2490840" y="317340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Google Shape;873;p74"/>
            <p:cNvSpPr/>
            <p:nvPr/>
          </p:nvSpPr>
          <p:spPr>
            <a:xfrm>
              <a:off x="1360440" y="2890800"/>
              <a:ext cx="1125360" cy="1125360"/>
            </a:xfrm>
            <a:custGeom>
              <a:avLst/>
              <a:gdLst>
                <a:gd name="textAreaLeft" fmla="*/ 0 w 1125360"/>
                <a:gd name="textAreaRight" fmla="*/ 1130400 w 11253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Google Shape;874;p74"/>
            <p:cNvSpPr/>
            <p:nvPr/>
          </p:nvSpPr>
          <p:spPr>
            <a:xfrm>
              <a:off x="1925640" y="4303800"/>
              <a:ext cx="1407960" cy="1407960"/>
            </a:xfrm>
            <a:custGeom>
              <a:avLst/>
              <a:gdLst>
                <a:gd name="textAreaLeft" fmla="*/ 0 w 1407960"/>
                <a:gd name="textAreaRight" fmla="*/ 1413000 w 1407960"/>
                <a:gd name="textAreaTop" fmla="*/ 0 h 1407960"/>
                <a:gd name="textAreaBottom" fmla="*/ 1413000 h 14079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Google Shape;875;p74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876;p74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877;p74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878;p74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879;p74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Google Shape;880;p74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881;p74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882;p74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883;p74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884;p74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59" name="Google Shape;885;p74"/>
          <p:cNvGrpSpPr/>
          <p:nvPr/>
        </p:nvGrpSpPr>
        <p:grpSpPr>
          <a:xfrm>
            <a:off x="-2185920" y="0"/>
            <a:ext cx="927360" cy="6852960"/>
            <a:chOff x="-2185920" y="0"/>
            <a:chExt cx="927360" cy="6852960"/>
          </a:xfrm>
        </p:grpSpPr>
        <p:sp>
          <p:nvSpPr>
            <p:cNvPr id="460" name="Google Shape;886;p74"/>
            <p:cNvSpPr/>
            <p:nvPr/>
          </p:nvSpPr>
          <p:spPr>
            <a:xfrm>
              <a:off x="-2185920" y="0"/>
              <a:ext cx="312480" cy="68529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Google Shape;887;p74"/>
            <p:cNvSpPr/>
            <p:nvPr/>
          </p:nvSpPr>
          <p:spPr>
            <a:xfrm>
              <a:off x="-2185920" y="0"/>
              <a:ext cx="312480" cy="24840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Google Shape;888;p74"/>
            <p:cNvSpPr/>
            <p:nvPr/>
          </p:nvSpPr>
          <p:spPr>
            <a:xfrm>
              <a:off x="-1881720" y="0"/>
              <a:ext cx="312480" cy="68529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Google Shape;889;p74"/>
            <p:cNvSpPr/>
            <p:nvPr/>
          </p:nvSpPr>
          <p:spPr>
            <a:xfrm>
              <a:off x="-1881720" y="4368960"/>
              <a:ext cx="312480" cy="248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Google Shape;890;p74"/>
            <p:cNvSpPr/>
            <p:nvPr/>
          </p:nvSpPr>
          <p:spPr>
            <a:xfrm>
              <a:off x="-1571040" y="0"/>
              <a:ext cx="312480" cy="68529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Google Shape;891;p74"/>
            <p:cNvSpPr/>
            <p:nvPr/>
          </p:nvSpPr>
          <p:spPr>
            <a:xfrm>
              <a:off x="-1571040" y="0"/>
              <a:ext cx="312480" cy="24840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6" name="Google Shape;892;p74"/>
          <p:cNvGrpSpPr/>
          <p:nvPr/>
        </p:nvGrpSpPr>
        <p:grpSpPr>
          <a:xfrm>
            <a:off x="1734120" y="843120"/>
            <a:ext cx="1365120" cy="1091160"/>
            <a:chOff x="1734120" y="843120"/>
            <a:chExt cx="1365120" cy="1091160"/>
          </a:xfrm>
        </p:grpSpPr>
        <p:sp>
          <p:nvSpPr>
            <p:cNvPr id="467" name="Google Shape;893;p74"/>
            <p:cNvSpPr/>
            <p:nvPr/>
          </p:nvSpPr>
          <p:spPr>
            <a:xfrm>
              <a:off x="2282400" y="84312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Google Shape;894;p74"/>
            <p:cNvSpPr/>
            <p:nvPr/>
          </p:nvSpPr>
          <p:spPr>
            <a:xfrm>
              <a:off x="2008080" y="111744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Google Shape;895;p74"/>
            <p:cNvSpPr/>
            <p:nvPr/>
          </p:nvSpPr>
          <p:spPr>
            <a:xfrm>
              <a:off x="1734120" y="13914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Google Shape;896;p74"/>
            <p:cNvSpPr/>
            <p:nvPr/>
          </p:nvSpPr>
          <p:spPr>
            <a:xfrm>
              <a:off x="173412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Google Shape;897;p74"/>
            <p:cNvSpPr/>
            <p:nvPr/>
          </p:nvSpPr>
          <p:spPr>
            <a:xfrm>
              <a:off x="200808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Google Shape;898;p74"/>
            <p:cNvSpPr/>
            <p:nvPr/>
          </p:nvSpPr>
          <p:spPr>
            <a:xfrm>
              <a:off x="228240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Google Shape;899;p74"/>
            <p:cNvSpPr/>
            <p:nvPr/>
          </p:nvSpPr>
          <p:spPr>
            <a:xfrm>
              <a:off x="255636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Google Shape;900;p74"/>
            <p:cNvSpPr/>
            <p:nvPr/>
          </p:nvSpPr>
          <p:spPr>
            <a:xfrm>
              <a:off x="283032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Google Shape;901;p74"/>
            <p:cNvSpPr/>
            <p:nvPr/>
          </p:nvSpPr>
          <p:spPr>
            <a:xfrm>
              <a:off x="2830320" y="13914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Google Shape;902;p74"/>
            <p:cNvSpPr/>
            <p:nvPr/>
          </p:nvSpPr>
          <p:spPr>
            <a:xfrm>
              <a:off x="2556360" y="111744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7" name="Google Shape;903;p74"/>
          <p:cNvGrpSpPr/>
          <p:nvPr/>
        </p:nvGrpSpPr>
        <p:grpSpPr>
          <a:xfrm>
            <a:off x="9798120" y="5367240"/>
            <a:ext cx="1393200" cy="726480"/>
            <a:chOff x="9798120" y="5367240"/>
            <a:chExt cx="1393200" cy="726480"/>
          </a:xfrm>
        </p:grpSpPr>
        <p:grpSp>
          <p:nvGrpSpPr>
            <p:cNvPr id="478" name="Google Shape;904;p74"/>
            <p:cNvGrpSpPr/>
            <p:nvPr/>
          </p:nvGrpSpPr>
          <p:grpSpPr>
            <a:xfrm>
              <a:off x="9798120" y="5367240"/>
              <a:ext cx="1159560" cy="280080"/>
              <a:chOff x="9798120" y="5367240"/>
              <a:chExt cx="1159560" cy="280080"/>
            </a:xfrm>
          </p:grpSpPr>
          <p:sp>
            <p:nvSpPr>
              <p:cNvPr id="479" name="Google Shape;905;p74"/>
              <p:cNvSpPr/>
              <p:nvPr/>
            </p:nvSpPr>
            <p:spPr>
              <a:xfrm>
                <a:off x="9798120" y="5367240"/>
                <a:ext cx="137160" cy="278640"/>
              </a:xfrm>
              <a:custGeom>
                <a:avLst/>
                <a:gdLst>
                  <a:gd name="textAreaLeft" fmla="*/ 0 w 137160"/>
                  <a:gd name="textAreaRight" fmla="*/ 142200 w 137160"/>
                  <a:gd name="textAreaTop" fmla="*/ 0 h 278640"/>
                  <a:gd name="textAreaBottom" fmla="*/ 283680 h 2786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Google Shape;906;p74"/>
              <p:cNvSpPr/>
              <p:nvPr/>
            </p:nvSpPr>
            <p:spPr>
              <a:xfrm>
                <a:off x="9969840" y="5420160"/>
                <a:ext cx="213840" cy="227160"/>
              </a:xfrm>
              <a:custGeom>
                <a:avLst/>
                <a:gdLst>
                  <a:gd name="textAreaLeft" fmla="*/ 0 w 213840"/>
                  <a:gd name="textAreaRight" fmla="*/ 218880 w 21384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Google Shape;907;p74"/>
              <p:cNvSpPr/>
              <p:nvPr/>
            </p:nvSpPr>
            <p:spPr>
              <a:xfrm>
                <a:off x="10224720" y="5420160"/>
                <a:ext cx="201960" cy="227160"/>
              </a:xfrm>
              <a:custGeom>
                <a:avLst/>
                <a:gdLst>
                  <a:gd name="textAreaLeft" fmla="*/ 0 w 201960"/>
                  <a:gd name="textAreaRight" fmla="*/ 207000 w 2019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Google Shape;908;p74"/>
              <p:cNvSpPr/>
              <p:nvPr/>
            </p:nvSpPr>
            <p:spPr>
              <a:xfrm>
                <a:off x="10473120" y="5420160"/>
                <a:ext cx="199080" cy="222120"/>
              </a:xfrm>
              <a:custGeom>
                <a:avLst/>
                <a:gdLst>
                  <a:gd name="textAreaLeft" fmla="*/ 0 w 199080"/>
                  <a:gd name="textAreaRight" fmla="*/ 204120 w 199080"/>
                  <a:gd name="textAreaTop" fmla="*/ 0 h 222120"/>
                  <a:gd name="textAreaBottom" fmla="*/ 227160 h 2221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Google Shape;909;p74"/>
              <p:cNvSpPr/>
              <p:nvPr/>
            </p:nvSpPr>
            <p:spPr>
              <a:xfrm>
                <a:off x="10721520" y="542016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4" name="Google Shape;910;p74"/>
            <p:cNvGrpSpPr/>
            <p:nvPr/>
          </p:nvGrpSpPr>
          <p:grpSpPr>
            <a:xfrm>
              <a:off x="10199160" y="5727600"/>
              <a:ext cx="992160" cy="366120"/>
              <a:chOff x="10199160" y="5727600"/>
              <a:chExt cx="992160" cy="366120"/>
            </a:xfrm>
          </p:grpSpPr>
          <p:sp>
            <p:nvSpPr>
              <p:cNvPr id="485" name="Google Shape;911;p74"/>
              <p:cNvSpPr/>
              <p:nvPr/>
            </p:nvSpPr>
            <p:spPr>
              <a:xfrm>
                <a:off x="10199160" y="5727600"/>
                <a:ext cx="58320" cy="298440"/>
              </a:xfrm>
              <a:custGeom>
                <a:avLst/>
                <a:gdLst>
                  <a:gd name="textAreaLeft" fmla="*/ 0 w 58320"/>
                  <a:gd name="textAreaRight" fmla="*/ 63360 w 5832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Google Shape;912;p74"/>
              <p:cNvSpPr/>
              <p:nvPr/>
            </p:nvSpPr>
            <p:spPr>
              <a:xfrm>
                <a:off x="10311120" y="580428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Google Shape;913;p74"/>
              <p:cNvSpPr/>
              <p:nvPr/>
            </p:nvSpPr>
            <p:spPr>
              <a:xfrm>
                <a:off x="10588320" y="5804280"/>
                <a:ext cx="228960" cy="289440"/>
              </a:xfrm>
              <a:custGeom>
                <a:avLst/>
                <a:gdLst>
                  <a:gd name="textAreaLeft" fmla="*/ 0 w 228960"/>
                  <a:gd name="textAreaRight" fmla="*/ 234000 w 228960"/>
                  <a:gd name="textAreaTop" fmla="*/ 0 h 289440"/>
                  <a:gd name="textAreaBottom" fmla="*/ 294480 h 2894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Google Shape;914;p74"/>
              <p:cNvSpPr/>
              <p:nvPr/>
            </p:nvSpPr>
            <p:spPr>
              <a:xfrm>
                <a:off x="10880280" y="5727600"/>
                <a:ext cx="61560" cy="29844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9" name="Google Shape;915;p74"/>
              <p:cNvSpPr/>
              <p:nvPr/>
            </p:nvSpPr>
            <p:spPr>
              <a:xfrm>
                <a:off x="10991160" y="5806080"/>
                <a:ext cx="200160" cy="224640"/>
              </a:xfrm>
              <a:custGeom>
                <a:avLst/>
                <a:gdLst>
                  <a:gd name="textAreaLeft" fmla="*/ 0 w 200160"/>
                  <a:gd name="textAreaRight" fmla="*/ 205200 w 200160"/>
                  <a:gd name="textAreaTop" fmla="*/ 0 h 224640"/>
                  <a:gd name="textAreaBottom" fmla="*/ 229680 h 2246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90" name="Google Shape;916;p74"/>
          <p:cNvGrpSpPr/>
          <p:nvPr/>
        </p:nvGrpSpPr>
        <p:grpSpPr>
          <a:xfrm>
            <a:off x="9880920" y="5104080"/>
            <a:ext cx="574560" cy="140040"/>
            <a:chOff x="9880920" y="5104080"/>
            <a:chExt cx="574560" cy="140040"/>
          </a:xfrm>
        </p:grpSpPr>
        <p:sp>
          <p:nvSpPr>
            <p:cNvPr id="491" name="Google Shape;917;p74"/>
            <p:cNvSpPr/>
            <p:nvPr/>
          </p:nvSpPr>
          <p:spPr>
            <a:xfrm>
              <a:off x="10369800" y="5109840"/>
              <a:ext cx="85680" cy="133560"/>
            </a:xfrm>
            <a:custGeom>
              <a:avLst/>
              <a:gdLst>
                <a:gd name="textAreaLeft" fmla="*/ 0 w 85680"/>
                <a:gd name="textAreaRight" fmla="*/ 90720 w 85680"/>
                <a:gd name="textAreaTop" fmla="*/ 0 h 133560"/>
                <a:gd name="textAreaBottom" fmla="*/ 138600 h 1335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Google Shape;918;p74"/>
            <p:cNvSpPr/>
            <p:nvPr/>
          </p:nvSpPr>
          <p:spPr>
            <a:xfrm>
              <a:off x="9880920" y="5104080"/>
              <a:ext cx="126000" cy="140040"/>
            </a:xfrm>
            <a:custGeom>
              <a:avLst/>
              <a:gdLst>
                <a:gd name="textAreaLeft" fmla="*/ 0 w 126000"/>
                <a:gd name="textAreaRight" fmla="*/ 131040 w 126000"/>
                <a:gd name="textAreaTop" fmla="*/ 0 h 140040"/>
                <a:gd name="textAreaBottom" fmla="*/ 145080 h 1400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Google Shape;919;p74"/>
            <p:cNvSpPr/>
            <p:nvPr/>
          </p:nvSpPr>
          <p:spPr>
            <a:xfrm>
              <a:off x="10007280" y="5124240"/>
              <a:ext cx="122400" cy="115560"/>
            </a:xfrm>
            <a:custGeom>
              <a:avLst/>
              <a:gdLst>
                <a:gd name="textAreaLeft" fmla="*/ 0 w 122400"/>
                <a:gd name="textAreaRight" fmla="*/ 127440 w 122400"/>
                <a:gd name="textAreaTop" fmla="*/ 0 h 115560"/>
                <a:gd name="textAreaBottom" fmla="*/ 120600 h 1155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Google Shape;920;p74"/>
            <p:cNvSpPr/>
            <p:nvPr/>
          </p:nvSpPr>
          <p:spPr>
            <a:xfrm>
              <a:off x="10133280" y="5125680"/>
              <a:ext cx="114120" cy="111960"/>
            </a:xfrm>
            <a:custGeom>
              <a:avLst/>
              <a:gdLst>
                <a:gd name="textAreaLeft" fmla="*/ 0 w 114120"/>
                <a:gd name="textAreaRight" fmla="*/ 119160 w 114120"/>
                <a:gd name="textAreaTop" fmla="*/ 0 h 111960"/>
                <a:gd name="textAreaBottom" fmla="*/ 117000 h 1119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Google Shape;921;p74"/>
            <p:cNvSpPr/>
            <p:nvPr/>
          </p:nvSpPr>
          <p:spPr>
            <a:xfrm>
              <a:off x="10251720" y="5124960"/>
              <a:ext cx="115200" cy="114120"/>
            </a:xfrm>
            <a:custGeom>
              <a:avLst/>
              <a:gdLst>
                <a:gd name="textAreaLeft" fmla="*/ 0 w 115200"/>
                <a:gd name="textAreaRight" fmla="*/ 120240 w 115200"/>
                <a:gd name="textAreaTop" fmla="*/ 0 h 114120"/>
                <a:gd name="textAreaBottom" fmla="*/ 119160 h 1141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6" name="Google Shape;922;p74"/>
          <p:cNvSpPr/>
          <p:nvPr/>
        </p:nvSpPr>
        <p:spPr>
          <a:xfrm>
            <a:off x="8377920" y="13320"/>
            <a:ext cx="3606840" cy="3606840"/>
          </a:xfrm>
          <a:custGeom>
            <a:avLst/>
            <a:gdLst>
              <a:gd name="textAreaLeft" fmla="*/ 0 w 3606840"/>
              <a:gd name="textAreaRight" fmla="*/ 3611880 w 3606840"/>
              <a:gd name="textAreaTop" fmla="*/ 0 h 3606840"/>
              <a:gd name="textAreaBottom" fmla="*/ 3611880 h 36068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97" name="Google Shape;923;p74"/>
          <p:cNvGrpSpPr/>
          <p:nvPr/>
        </p:nvGrpSpPr>
        <p:grpSpPr>
          <a:xfrm>
            <a:off x="401040" y="198360"/>
            <a:ext cx="6756120" cy="1620000"/>
            <a:chOff x="401040" y="198360"/>
            <a:chExt cx="6756120" cy="1620000"/>
          </a:xfrm>
        </p:grpSpPr>
        <p:sp>
          <p:nvSpPr>
            <p:cNvPr id="498" name="Google Shape;924;p74"/>
            <p:cNvSpPr/>
            <p:nvPr/>
          </p:nvSpPr>
          <p:spPr>
            <a:xfrm>
              <a:off x="690480" y="275760"/>
              <a:ext cx="208944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Google Shape;925;p74"/>
            <p:cNvSpPr/>
            <p:nvPr/>
          </p:nvSpPr>
          <p:spPr>
            <a:xfrm>
              <a:off x="1944360" y="961560"/>
              <a:ext cx="5212800" cy="76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0" name="Google Shape;926;p74"/>
            <p:cNvGrpSpPr/>
            <p:nvPr/>
          </p:nvGrpSpPr>
          <p:grpSpPr>
            <a:xfrm>
              <a:off x="401040" y="198360"/>
              <a:ext cx="688320" cy="688320"/>
              <a:chOff x="401040" y="198360"/>
              <a:chExt cx="688320" cy="688320"/>
            </a:xfrm>
          </p:grpSpPr>
          <p:sp>
            <p:nvSpPr>
              <p:cNvPr id="501" name="Google Shape;927;p74"/>
              <p:cNvSpPr/>
              <p:nvPr/>
            </p:nvSpPr>
            <p:spPr>
              <a:xfrm>
                <a:off x="401040" y="545040"/>
                <a:ext cx="341640" cy="3416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2" name="Google Shape;928;p74"/>
              <p:cNvSpPr/>
              <p:nvPr/>
            </p:nvSpPr>
            <p:spPr>
              <a:xfrm>
                <a:off x="747720" y="198360"/>
                <a:ext cx="341640" cy="3416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3" name="Google Shape;929;p74"/>
          <p:cNvSpPr/>
          <p:nvPr/>
        </p:nvSpPr>
        <p:spPr>
          <a:xfrm>
            <a:off x="706680" y="3871800"/>
            <a:ext cx="3553920" cy="16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4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09440" cy="334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1170;p81"/>
          <p:cNvGrpSpPr/>
          <p:nvPr/>
        </p:nvGrpSpPr>
        <p:grpSpPr>
          <a:xfrm>
            <a:off x="795240" y="2890800"/>
            <a:ext cx="3669120" cy="3103920"/>
            <a:chOff x="795240" y="2890800"/>
            <a:chExt cx="3669120" cy="3103920"/>
          </a:xfrm>
        </p:grpSpPr>
        <p:sp>
          <p:nvSpPr>
            <p:cNvPr id="506" name="Google Shape;1171;p81"/>
            <p:cNvSpPr/>
            <p:nvPr/>
          </p:nvSpPr>
          <p:spPr>
            <a:xfrm>
              <a:off x="795240" y="4303800"/>
              <a:ext cx="560160" cy="169092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690920"/>
                <a:gd name="textAreaBottom" fmla="*/ 1695960 h 16909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Google Shape;1172;p81"/>
            <p:cNvSpPr/>
            <p:nvPr/>
          </p:nvSpPr>
          <p:spPr>
            <a:xfrm>
              <a:off x="3904200" y="3738600"/>
              <a:ext cx="560160" cy="112536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Google Shape;1173;p81"/>
            <p:cNvSpPr/>
            <p:nvPr/>
          </p:nvSpPr>
          <p:spPr>
            <a:xfrm>
              <a:off x="4186800" y="543456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Google Shape;1174;p81"/>
            <p:cNvSpPr/>
            <p:nvPr/>
          </p:nvSpPr>
          <p:spPr>
            <a:xfrm>
              <a:off x="2490840" y="317340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Google Shape;1175;p81"/>
            <p:cNvSpPr/>
            <p:nvPr/>
          </p:nvSpPr>
          <p:spPr>
            <a:xfrm>
              <a:off x="1360440" y="2890800"/>
              <a:ext cx="1125360" cy="1125360"/>
            </a:xfrm>
            <a:custGeom>
              <a:avLst/>
              <a:gdLst>
                <a:gd name="textAreaLeft" fmla="*/ 0 w 1125360"/>
                <a:gd name="textAreaRight" fmla="*/ 1130400 w 11253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Google Shape;1176;p81"/>
            <p:cNvSpPr/>
            <p:nvPr/>
          </p:nvSpPr>
          <p:spPr>
            <a:xfrm>
              <a:off x="1925640" y="4303800"/>
              <a:ext cx="1407960" cy="1407960"/>
            </a:xfrm>
            <a:custGeom>
              <a:avLst/>
              <a:gdLst>
                <a:gd name="textAreaLeft" fmla="*/ 0 w 1407960"/>
                <a:gd name="textAreaRight" fmla="*/ 1413000 w 1407960"/>
                <a:gd name="textAreaTop" fmla="*/ 0 h 1407960"/>
                <a:gd name="textAreaBottom" fmla="*/ 1413000 h 14079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2" name="Google Shape;1177;p81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1178;p81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1179;p81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1180;p81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1181;p81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1182;p81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1183;p81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1184;p81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1185;p81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1186;p81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22" name="Google Shape;1187;p81"/>
          <p:cNvGrpSpPr/>
          <p:nvPr/>
        </p:nvGrpSpPr>
        <p:grpSpPr>
          <a:xfrm>
            <a:off x="-2185920" y="0"/>
            <a:ext cx="927360" cy="6852960"/>
            <a:chOff x="-2185920" y="0"/>
            <a:chExt cx="927360" cy="6852960"/>
          </a:xfrm>
        </p:grpSpPr>
        <p:sp>
          <p:nvSpPr>
            <p:cNvPr id="523" name="Google Shape;1188;p81"/>
            <p:cNvSpPr/>
            <p:nvPr/>
          </p:nvSpPr>
          <p:spPr>
            <a:xfrm>
              <a:off x="-2185920" y="0"/>
              <a:ext cx="312480" cy="685296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Google Shape;1189;p81"/>
            <p:cNvSpPr/>
            <p:nvPr/>
          </p:nvSpPr>
          <p:spPr>
            <a:xfrm>
              <a:off x="-2185920" y="0"/>
              <a:ext cx="312480" cy="248400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Google Shape;1190;p81"/>
            <p:cNvSpPr/>
            <p:nvPr/>
          </p:nvSpPr>
          <p:spPr>
            <a:xfrm>
              <a:off x="-1881720" y="0"/>
              <a:ext cx="312480" cy="68529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Google Shape;1191;p81"/>
            <p:cNvSpPr/>
            <p:nvPr/>
          </p:nvSpPr>
          <p:spPr>
            <a:xfrm>
              <a:off x="-1881720" y="4368960"/>
              <a:ext cx="312480" cy="24840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Google Shape;1192;p81"/>
            <p:cNvSpPr/>
            <p:nvPr/>
          </p:nvSpPr>
          <p:spPr>
            <a:xfrm>
              <a:off x="-1571040" y="0"/>
              <a:ext cx="312480" cy="685296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Google Shape;1193;p81"/>
            <p:cNvSpPr/>
            <p:nvPr/>
          </p:nvSpPr>
          <p:spPr>
            <a:xfrm>
              <a:off x="-1571040" y="0"/>
              <a:ext cx="312480" cy="248400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9" name="Google Shape;1194;p81"/>
          <p:cNvGrpSpPr/>
          <p:nvPr/>
        </p:nvGrpSpPr>
        <p:grpSpPr>
          <a:xfrm>
            <a:off x="1734120" y="843120"/>
            <a:ext cx="1365120" cy="1091160"/>
            <a:chOff x="1734120" y="843120"/>
            <a:chExt cx="1365120" cy="1091160"/>
          </a:xfrm>
        </p:grpSpPr>
        <p:sp>
          <p:nvSpPr>
            <p:cNvPr id="530" name="Google Shape;1195;p81"/>
            <p:cNvSpPr/>
            <p:nvPr/>
          </p:nvSpPr>
          <p:spPr>
            <a:xfrm>
              <a:off x="2282400" y="84312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Google Shape;1196;p81"/>
            <p:cNvSpPr/>
            <p:nvPr/>
          </p:nvSpPr>
          <p:spPr>
            <a:xfrm>
              <a:off x="2008080" y="111744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Google Shape;1197;p81"/>
            <p:cNvSpPr/>
            <p:nvPr/>
          </p:nvSpPr>
          <p:spPr>
            <a:xfrm>
              <a:off x="1734120" y="13914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Google Shape;1198;p81"/>
            <p:cNvSpPr/>
            <p:nvPr/>
          </p:nvSpPr>
          <p:spPr>
            <a:xfrm>
              <a:off x="173412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Google Shape;1199;p81"/>
            <p:cNvSpPr/>
            <p:nvPr/>
          </p:nvSpPr>
          <p:spPr>
            <a:xfrm>
              <a:off x="200808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Google Shape;1200;p81"/>
            <p:cNvSpPr/>
            <p:nvPr/>
          </p:nvSpPr>
          <p:spPr>
            <a:xfrm>
              <a:off x="228240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Google Shape;1201;p81"/>
            <p:cNvSpPr/>
            <p:nvPr/>
          </p:nvSpPr>
          <p:spPr>
            <a:xfrm>
              <a:off x="255636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Google Shape;1202;p81"/>
            <p:cNvSpPr/>
            <p:nvPr/>
          </p:nvSpPr>
          <p:spPr>
            <a:xfrm>
              <a:off x="2830320" y="16653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Google Shape;1203;p81"/>
            <p:cNvSpPr/>
            <p:nvPr/>
          </p:nvSpPr>
          <p:spPr>
            <a:xfrm>
              <a:off x="2830320" y="13914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Google Shape;1204;p81"/>
            <p:cNvSpPr/>
            <p:nvPr/>
          </p:nvSpPr>
          <p:spPr>
            <a:xfrm>
              <a:off x="2556360" y="111744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0" name="Google Shape;1205;p81"/>
          <p:cNvGrpSpPr/>
          <p:nvPr/>
        </p:nvGrpSpPr>
        <p:grpSpPr>
          <a:xfrm>
            <a:off x="9761760" y="5104080"/>
            <a:ext cx="1393200" cy="989640"/>
            <a:chOff x="9761760" y="5104080"/>
            <a:chExt cx="1393200" cy="989640"/>
          </a:xfrm>
        </p:grpSpPr>
        <p:grpSp>
          <p:nvGrpSpPr>
            <p:cNvPr id="541" name="Google Shape;1206;p81"/>
            <p:cNvGrpSpPr/>
            <p:nvPr/>
          </p:nvGrpSpPr>
          <p:grpSpPr>
            <a:xfrm>
              <a:off x="9761760" y="5367240"/>
              <a:ext cx="1393200" cy="726480"/>
              <a:chOff x="9761760" y="5367240"/>
              <a:chExt cx="1393200" cy="726480"/>
            </a:xfrm>
          </p:grpSpPr>
          <p:grpSp>
            <p:nvGrpSpPr>
              <p:cNvPr id="542" name="Google Shape;1207;p81"/>
              <p:cNvGrpSpPr/>
              <p:nvPr/>
            </p:nvGrpSpPr>
            <p:grpSpPr>
              <a:xfrm>
                <a:off x="9761760" y="5367240"/>
                <a:ext cx="1159560" cy="280080"/>
                <a:chOff x="9761760" y="5367240"/>
                <a:chExt cx="1159560" cy="280080"/>
              </a:xfrm>
            </p:grpSpPr>
            <p:sp>
              <p:nvSpPr>
                <p:cNvPr id="543" name="Google Shape;1208;p81"/>
                <p:cNvSpPr/>
                <p:nvPr/>
              </p:nvSpPr>
              <p:spPr>
                <a:xfrm>
                  <a:off x="9761760" y="5367240"/>
                  <a:ext cx="137160" cy="278640"/>
                </a:xfrm>
                <a:custGeom>
                  <a:avLst/>
                  <a:gdLst>
                    <a:gd name="textAreaLeft" fmla="*/ 0 w 137160"/>
                    <a:gd name="textAreaRight" fmla="*/ 142200 w 137160"/>
                    <a:gd name="textAreaTop" fmla="*/ 0 h 278640"/>
                    <a:gd name="textAreaBottom" fmla="*/ 283680 h 27864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4" name="Google Shape;1209;p81"/>
                <p:cNvSpPr/>
                <p:nvPr/>
              </p:nvSpPr>
              <p:spPr>
                <a:xfrm>
                  <a:off x="9933480" y="5420160"/>
                  <a:ext cx="213840" cy="227160"/>
                </a:xfrm>
                <a:custGeom>
                  <a:avLst/>
                  <a:gdLst>
                    <a:gd name="textAreaLeft" fmla="*/ 0 w 213840"/>
                    <a:gd name="textAreaRight" fmla="*/ 218880 w 213840"/>
                    <a:gd name="textAreaTop" fmla="*/ 0 h 227160"/>
                    <a:gd name="textAreaBottom" fmla="*/ 232200 h 22716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" name="Google Shape;1210;p81"/>
                <p:cNvSpPr/>
                <p:nvPr/>
              </p:nvSpPr>
              <p:spPr>
                <a:xfrm>
                  <a:off x="10188360" y="5420160"/>
                  <a:ext cx="201960" cy="227160"/>
                </a:xfrm>
                <a:custGeom>
                  <a:avLst/>
                  <a:gdLst>
                    <a:gd name="textAreaLeft" fmla="*/ 0 w 201960"/>
                    <a:gd name="textAreaRight" fmla="*/ 207000 w 201960"/>
                    <a:gd name="textAreaTop" fmla="*/ 0 h 227160"/>
                    <a:gd name="textAreaBottom" fmla="*/ 232200 h 22716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" name="Google Shape;1211;p81"/>
                <p:cNvSpPr/>
                <p:nvPr/>
              </p:nvSpPr>
              <p:spPr>
                <a:xfrm>
                  <a:off x="10436760" y="5420160"/>
                  <a:ext cx="199080" cy="222120"/>
                </a:xfrm>
                <a:custGeom>
                  <a:avLst/>
                  <a:gdLst>
                    <a:gd name="textAreaLeft" fmla="*/ 0 w 199080"/>
                    <a:gd name="textAreaRight" fmla="*/ 204120 w 199080"/>
                    <a:gd name="textAreaTop" fmla="*/ 0 h 222120"/>
                    <a:gd name="textAreaBottom" fmla="*/ 227160 h 22212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" name="Google Shape;1212;p81"/>
                <p:cNvSpPr/>
                <p:nvPr/>
              </p:nvSpPr>
              <p:spPr>
                <a:xfrm>
                  <a:off x="10685160" y="5420160"/>
                  <a:ext cx="236160" cy="227160"/>
                </a:xfrm>
                <a:custGeom>
                  <a:avLst/>
                  <a:gdLst>
                    <a:gd name="textAreaLeft" fmla="*/ 0 w 236160"/>
                    <a:gd name="textAreaRight" fmla="*/ 241200 w 236160"/>
                    <a:gd name="textAreaTop" fmla="*/ 0 h 227160"/>
                    <a:gd name="textAreaBottom" fmla="*/ 232200 h 2271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8" name="Google Shape;1213;p81"/>
              <p:cNvGrpSpPr/>
              <p:nvPr/>
            </p:nvGrpSpPr>
            <p:grpSpPr>
              <a:xfrm>
                <a:off x="10162800" y="5727600"/>
                <a:ext cx="992160" cy="366120"/>
                <a:chOff x="10162800" y="5727600"/>
                <a:chExt cx="992160" cy="366120"/>
              </a:xfrm>
            </p:grpSpPr>
            <p:sp>
              <p:nvSpPr>
                <p:cNvPr id="549" name="Google Shape;1214;p81"/>
                <p:cNvSpPr/>
                <p:nvPr/>
              </p:nvSpPr>
              <p:spPr>
                <a:xfrm>
                  <a:off x="10162800" y="5727600"/>
                  <a:ext cx="58320" cy="298440"/>
                </a:xfrm>
                <a:custGeom>
                  <a:avLst/>
                  <a:gdLst>
                    <a:gd name="textAreaLeft" fmla="*/ 0 w 58320"/>
                    <a:gd name="textAreaRight" fmla="*/ 63360 w 58320"/>
                    <a:gd name="textAreaTop" fmla="*/ 0 h 298440"/>
                    <a:gd name="textAreaBottom" fmla="*/ 303480 h 29844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0" name="Google Shape;1215;p81"/>
                <p:cNvSpPr/>
                <p:nvPr/>
              </p:nvSpPr>
              <p:spPr>
                <a:xfrm>
                  <a:off x="10274760" y="5804280"/>
                  <a:ext cx="236160" cy="227160"/>
                </a:xfrm>
                <a:custGeom>
                  <a:avLst/>
                  <a:gdLst>
                    <a:gd name="textAreaLeft" fmla="*/ 0 w 236160"/>
                    <a:gd name="textAreaRight" fmla="*/ 241200 w 236160"/>
                    <a:gd name="textAreaTop" fmla="*/ 0 h 227160"/>
                    <a:gd name="textAreaBottom" fmla="*/ 232200 h 22716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1" name="Google Shape;1216;p81"/>
                <p:cNvSpPr/>
                <p:nvPr/>
              </p:nvSpPr>
              <p:spPr>
                <a:xfrm>
                  <a:off x="10551960" y="5804280"/>
                  <a:ext cx="228960" cy="289440"/>
                </a:xfrm>
                <a:custGeom>
                  <a:avLst/>
                  <a:gdLst>
                    <a:gd name="textAreaLeft" fmla="*/ 0 w 228960"/>
                    <a:gd name="textAreaRight" fmla="*/ 234000 w 228960"/>
                    <a:gd name="textAreaTop" fmla="*/ 0 h 289440"/>
                    <a:gd name="textAreaBottom" fmla="*/ 294480 h 28944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2" name="Google Shape;1217;p81"/>
                <p:cNvSpPr/>
                <p:nvPr/>
              </p:nvSpPr>
              <p:spPr>
                <a:xfrm>
                  <a:off x="10843920" y="5727600"/>
                  <a:ext cx="61560" cy="298440"/>
                </a:xfrm>
                <a:custGeom>
                  <a:avLst/>
                  <a:gdLst>
                    <a:gd name="textAreaLeft" fmla="*/ 0 w 61560"/>
                    <a:gd name="textAreaRight" fmla="*/ 66600 w 61560"/>
                    <a:gd name="textAreaTop" fmla="*/ 0 h 298440"/>
                    <a:gd name="textAreaBottom" fmla="*/ 303480 h 29844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3" name="Google Shape;1218;p81"/>
                <p:cNvSpPr/>
                <p:nvPr/>
              </p:nvSpPr>
              <p:spPr>
                <a:xfrm>
                  <a:off x="10954800" y="5806080"/>
                  <a:ext cx="200160" cy="224640"/>
                </a:xfrm>
                <a:custGeom>
                  <a:avLst/>
                  <a:gdLst>
                    <a:gd name="textAreaLeft" fmla="*/ 0 w 200160"/>
                    <a:gd name="textAreaRight" fmla="*/ 205200 w 200160"/>
                    <a:gd name="textAreaTop" fmla="*/ 0 h 224640"/>
                    <a:gd name="textAreaBottom" fmla="*/ 229680 h 22464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54" name="Google Shape;1219;p81"/>
            <p:cNvGrpSpPr/>
            <p:nvPr/>
          </p:nvGrpSpPr>
          <p:grpSpPr>
            <a:xfrm>
              <a:off x="9844560" y="5104080"/>
              <a:ext cx="574920" cy="140040"/>
              <a:chOff x="9844560" y="5104080"/>
              <a:chExt cx="574920" cy="140040"/>
            </a:xfrm>
          </p:grpSpPr>
          <p:sp>
            <p:nvSpPr>
              <p:cNvPr id="555" name="Google Shape;1220;p81"/>
              <p:cNvSpPr/>
              <p:nvPr/>
            </p:nvSpPr>
            <p:spPr>
              <a:xfrm>
                <a:off x="10333800" y="5109840"/>
                <a:ext cx="85680" cy="133560"/>
              </a:xfrm>
              <a:custGeom>
                <a:avLst/>
                <a:gdLst>
                  <a:gd name="textAreaLeft" fmla="*/ 0 w 85680"/>
                  <a:gd name="textAreaRight" fmla="*/ 90720 w 85680"/>
                  <a:gd name="textAreaTop" fmla="*/ 0 h 133560"/>
                  <a:gd name="textAreaBottom" fmla="*/ 138600 h 13356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Google Shape;1221;p81"/>
              <p:cNvSpPr/>
              <p:nvPr/>
            </p:nvSpPr>
            <p:spPr>
              <a:xfrm>
                <a:off x="9844560" y="5104080"/>
                <a:ext cx="126000" cy="140040"/>
              </a:xfrm>
              <a:custGeom>
                <a:avLst/>
                <a:gdLst>
                  <a:gd name="textAreaLeft" fmla="*/ 0 w 126000"/>
                  <a:gd name="textAreaRight" fmla="*/ 131040 w 126000"/>
                  <a:gd name="textAreaTop" fmla="*/ 0 h 140040"/>
                  <a:gd name="textAreaBottom" fmla="*/ 145080 h 14004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Google Shape;1222;p81"/>
              <p:cNvSpPr/>
              <p:nvPr/>
            </p:nvSpPr>
            <p:spPr>
              <a:xfrm>
                <a:off x="9970920" y="5124240"/>
                <a:ext cx="122400" cy="115560"/>
              </a:xfrm>
              <a:custGeom>
                <a:avLst/>
                <a:gdLst>
                  <a:gd name="textAreaLeft" fmla="*/ 0 w 122400"/>
                  <a:gd name="textAreaRight" fmla="*/ 127440 w 122400"/>
                  <a:gd name="textAreaTop" fmla="*/ 0 h 115560"/>
                  <a:gd name="textAreaBottom" fmla="*/ 120600 h 11556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Google Shape;1223;p81"/>
              <p:cNvSpPr/>
              <p:nvPr/>
            </p:nvSpPr>
            <p:spPr>
              <a:xfrm>
                <a:off x="10096920" y="5125680"/>
                <a:ext cx="114120" cy="111960"/>
              </a:xfrm>
              <a:custGeom>
                <a:avLst/>
                <a:gdLst>
                  <a:gd name="textAreaLeft" fmla="*/ 0 w 114120"/>
                  <a:gd name="textAreaRight" fmla="*/ 119160 w 114120"/>
                  <a:gd name="textAreaTop" fmla="*/ 0 h 111960"/>
                  <a:gd name="textAreaBottom" fmla="*/ 117000 h 11196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Google Shape;1224;p81"/>
              <p:cNvSpPr/>
              <p:nvPr/>
            </p:nvSpPr>
            <p:spPr>
              <a:xfrm>
                <a:off x="10215360" y="5124960"/>
                <a:ext cx="115200" cy="114120"/>
              </a:xfrm>
              <a:custGeom>
                <a:avLst/>
                <a:gdLst>
                  <a:gd name="textAreaLeft" fmla="*/ 0 w 115200"/>
                  <a:gd name="textAreaRight" fmla="*/ 120240 w 115200"/>
                  <a:gd name="textAreaTop" fmla="*/ 0 h 114120"/>
                  <a:gd name="textAreaBottom" fmla="*/ 119160 h 11412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60" name="Google Shape;1225;p81"/>
          <p:cNvSpPr/>
          <p:nvPr/>
        </p:nvSpPr>
        <p:spPr>
          <a:xfrm>
            <a:off x="8377920" y="13320"/>
            <a:ext cx="3606840" cy="3606840"/>
          </a:xfrm>
          <a:custGeom>
            <a:avLst/>
            <a:gdLst>
              <a:gd name="textAreaLeft" fmla="*/ 0 w 3606840"/>
              <a:gd name="textAreaRight" fmla="*/ 3611880 w 3606840"/>
              <a:gd name="textAreaTop" fmla="*/ 0 h 3606840"/>
              <a:gd name="textAreaBottom" fmla="*/ 3611880 h 36068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61" name="Google Shape;1226;p81"/>
          <p:cNvGrpSpPr/>
          <p:nvPr/>
        </p:nvGrpSpPr>
        <p:grpSpPr>
          <a:xfrm>
            <a:off x="401040" y="198360"/>
            <a:ext cx="2378880" cy="1620000"/>
            <a:chOff x="401040" y="198360"/>
            <a:chExt cx="2378880" cy="1620000"/>
          </a:xfrm>
        </p:grpSpPr>
        <p:sp>
          <p:nvSpPr>
            <p:cNvPr id="562" name="Google Shape;1227;p81"/>
            <p:cNvSpPr/>
            <p:nvPr/>
          </p:nvSpPr>
          <p:spPr>
            <a:xfrm>
              <a:off x="690480" y="275760"/>
              <a:ext cx="2089440" cy="15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3" name="Google Shape;1228;p81"/>
            <p:cNvGrpSpPr/>
            <p:nvPr/>
          </p:nvGrpSpPr>
          <p:grpSpPr>
            <a:xfrm>
              <a:off x="401040" y="198360"/>
              <a:ext cx="688320" cy="688320"/>
              <a:chOff x="401040" y="198360"/>
              <a:chExt cx="688320" cy="688320"/>
            </a:xfrm>
          </p:grpSpPr>
          <p:sp>
            <p:nvSpPr>
              <p:cNvPr id="564" name="Google Shape;1229;p81"/>
              <p:cNvSpPr/>
              <p:nvPr/>
            </p:nvSpPr>
            <p:spPr>
              <a:xfrm>
                <a:off x="401040" y="545040"/>
                <a:ext cx="341640" cy="3416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Google Shape;1230;p81"/>
              <p:cNvSpPr/>
              <p:nvPr/>
            </p:nvSpPr>
            <p:spPr>
              <a:xfrm>
                <a:off x="747720" y="198360"/>
                <a:ext cx="341640" cy="34164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66" name="Google Shape;1231;p81"/>
          <p:cNvSpPr/>
          <p:nvPr/>
        </p:nvSpPr>
        <p:spPr>
          <a:xfrm>
            <a:off x="706680" y="3871800"/>
            <a:ext cx="3553920" cy="16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7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4120" cy="483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1713;p89"/>
          <p:cNvSpPr/>
          <p:nvPr/>
        </p:nvSpPr>
        <p:spPr>
          <a:xfrm>
            <a:off x="8377920" y="13320"/>
            <a:ext cx="3606840" cy="3606840"/>
          </a:xfrm>
          <a:custGeom>
            <a:avLst/>
            <a:gdLst>
              <a:gd name="textAreaLeft" fmla="*/ 0 w 3606840"/>
              <a:gd name="textAreaRight" fmla="*/ 3611880 w 3606840"/>
              <a:gd name="textAreaTop" fmla="*/ 0 h 3606840"/>
              <a:gd name="textAreaBottom" fmla="*/ 3611880 h 360684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Google Shape;1714;p89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Google Shape;1715;p89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Google Shape;1716;p89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Google Shape;1717;p89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Google Shape;1718;p89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Google Shape;1719;p89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Google Shape;1720;p89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Google Shape;1721;p89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Google Shape;1722;p89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Google Shape;1723;p89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79" name="Google Shape;1724;p89"/>
          <p:cNvGrpSpPr/>
          <p:nvPr/>
        </p:nvGrpSpPr>
        <p:grpSpPr>
          <a:xfrm>
            <a:off x="8899560" y="1396080"/>
            <a:ext cx="2462400" cy="491400"/>
            <a:chOff x="8899560" y="1396080"/>
            <a:chExt cx="2462400" cy="491400"/>
          </a:xfrm>
        </p:grpSpPr>
        <p:grpSp>
          <p:nvGrpSpPr>
            <p:cNvPr id="580" name="Google Shape;1725;p89"/>
            <p:cNvGrpSpPr/>
            <p:nvPr/>
          </p:nvGrpSpPr>
          <p:grpSpPr>
            <a:xfrm>
              <a:off x="8899560" y="1396080"/>
              <a:ext cx="469080" cy="491400"/>
              <a:chOff x="8899560" y="1396080"/>
              <a:chExt cx="469080" cy="491400"/>
            </a:xfrm>
          </p:grpSpPr>
          <p:sp>
            <p:nvSpPr>
              <p:cNvPr id="581" name="Google Shape;1726;p89"/>
              <p:cNvSpPr/>
              <p:nvPr/>
            </p:nvSpPr>
            <p:spPr>
              <a:xfrm>
                <a:off x="8899560" y="1699560"/>
                <a:ext cx="188280" cy="187920"/>
              </a:xfrm>
              <a:custGeom>
                <a:avLst/>
                <a:gdLst>
                  <a:gd name="textAreaLeft" fmla="*/ 0 w 188280"/>
                  <a:gd name="textAreaRight" fmla="*/ 193320 w 188280"/>
                  <a:gd name="textAreaTop" fmla="*/ 0 h 187920"/>
                  <a:gd name="textAreaBottom" fmla="*/ 192960 h 18792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Google Shape;1727;p89"/>
              <p:cNvSpPr/>
              <p:nvPr/>
            </p:nvSpPr>
            <p:spPr>
              <a:xfrm>
                <a:off x="9007560" y="1396080"/>
                <a:ext cx="361080" cy="276840"/>
              </a:xfrm>
              <a:custGeom>
                <a:avLst/>
                <a:gdLst>
                  <a:gd name="textAreaLeft" fmla="*/ 0 w 361080"/>
                  <a:gd name="textAreaRight" fmla="*/ 366120 w 361080"/>
                  <a:gd name="textAreaTop" fmla="*/ 0 h 276840"/>
                  <a:gd name="textAreaBottom" fmla="*/ 281880 h 27684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3" name="Google Shape;1728;p89"/>
              <p:cNvSpPr/>
              <p:nvPr/>
            </p:nvSpPr>
            <p:spPr>
              <a:xfrm>
                <a:off x="9007560" y="1396080"/>
                <a:ext cx="361080" cy="266040"/>
              </a:xfrm>
              <a:custGeom>
                <a:avLst/>
                <a:gdLst>
                  <a:gd name="textAreaLeft" fmla="*/ 0 w 361080"/>
                  <a:gd name="textAreaRight" fmla="*/ 366120 w 361080"/>
                  <a:gd name="textAreaTop" fmla="*/ 0 h 266040"/>
                  <a:gd name="textAreaBottom" fmla="*/ 271080 h 26604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4" name="Google Shape;1729;p89"/>
              <p:cNvSpPr/>
              <p:nvPr/>
            </p:nvSpPr>
            <p:spPr>
              <a:xfrm>
                <a:off x="8903520" y="1506600"/>
                <a:ext cx="460800" cy="211680"/>
              </a:xfrm>
              <a:custGeom>
                <a:avLst/>
                <a:gdLst>
                  <a:gd name="textAreaLeft" fmla="*/ 0 w 460800"/>
                  <a:gd name="textAreaRight" fmla="*/ 465840 w 460800"/>
                  <a:gd name="textAreaTop" fmla="*/ 0 h 211680"/>
                  <a:gd name="textAreaBottom" fmla="*/ 216720 h 2116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Google Shape;1730;p89"/>
              <p:cNvSpPr/>
              <p:nvPr/>
            </p:nvSpPr>
            <p:spPr>
              <a:xfrm>
                <a:off x="8903520" y="1515240"/>
                <a:ext cx="460800" cy="211680"/>
              </a:xfrm>
              <a:custGeom>
                <a:avLst/>
                <a:gdLst>
                  <a:gd name="textAreaLeft" fmla="*/ 0 w 460800"/>
                  <a:gd name="textAreaRight" fmla="*/ 465840 w 460800"/>
                  <a:gd name="textAreaTop" fmla="*/ 0 h 211680"/>
                  <a:gd name="textAreaBottom" fmla="*/ 216720 h 2116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Google Shape;1731;p89"/>
              <p:cNvSpPr/>
              <p:nvPr/>
            </p:nvSpPr>
            <p:spPr>
              <a:xfrm>
                <a:off x="8903520" y="1504440"/>
                <a:ext cx="460800" cy="211680"/>
              </a:xfrm>
              <a:custGeom>
                <a:avLst/>
                <a:gdLst>
                  <a:gd name="textAreaLeft" fmla="*/ 0 w 460800"/>
                  <a:gd name="textAreaRight" fmla="*/ 465840 w 460800"/>
                  <a:gd name="textAreaTop" fmla="*/ 0 h 211680"/>
                  <a:gd name="textAreaBottom" fmla="*/ 216720 h 21168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Google Shape;1732;p89"/>
              <p:cNvSpPr/>
              <p:nvPr/>
            </p:nvSpPr>
            <p:spPr>
              <a:xfrm>
                <a:off x="8903880" y="1515240"/>
                <a:ext cx="455400" cy="200520"/>
              </a:xfrm>
              <a:custGeom>
                <a:avLst/>
                <a:gdLst>
                  <a:gd name="textAreaLeft" fmla="*/ 0 w 455400"/>
                  <a:gd name="textAreaRight" fmla="*/ 460440 w 455400"/>
                  <a:gd name="textAreaTop" fmla="*/ 0 h 200520"/>
                  <a:gd name="textAreaBottom" fmla="*/ 205560 h 20052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8" name="Google Shape;1733;p89"/>
            <p:cNvGrpSpPr/>
            <p:nvPr/>
          </p:nvGrpSpPr>
          <p:grpSpPr>
            <a:xfrm>
              <a:off x="9447120" y="1396080"/>
              <a:ext cx="1188360" cy="207360"/>
              <a:chOff x="9447120" y="1396080"/>
              <a:chExt cx="1188360" cy="207360"/>
            </a:xfrm>
          </p:grpSpPr>
          <p:sp>
            <p:nvSpPr>
              <p:cNvPr id="589" name="Google Shape;1734;p89"/>
              <p:cNvSpPr/>
              <p:nvPr/>
            </p:nvSpPr>
            <p:spPr>
              <a:xfrm>
                <a:off x="9447120" y="1411200"/>
                <a:ext cx="204120" cy="189000"/>
              </a:xfrm>
              <a:custGeom>
                <a:avLst/>
                <a:gdLst>
                  <a:gd name="textAreaLeft" fmla="*/ 0 w 204120"/>
                  <a:gd name="textAreaRight" fmla="*/ 209160 w 204120"/>
                  <a:gd name="textAreaTop" fmla="*/ 0 h 189000"/>
                  <a:gd name="textAreaBottom" fmla="*/ 194040 h 18900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Google Shape;1735;p89"/>
              <p:cNvSpPr/>
              <p:nvPr/>
            </p:nvSpPr>
            <p:spPr>
              <a:xfrm>
                <a:off x="9699120" y="1463400"/>
                <a:ext cx="27000" cy="136800"/>
              </a:xfrm>
              <a:custGeom>
                <a:avLst/>
                <a:gdLst>
                  <a:gd name="textAreaLeft" fmla="*/ 0 w 27000"/>
                  <a:gd name="textAreaRight" fmla="*/ 32040 w 27000"/>
                  <a:gd name="textAreaTop" fmla="*/ 0 h 136800"/>
                  <a:gd name="textAreaBottom" fmla="*/ 141840 h 13680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Google Shape;1736;p89"/>
              <p:cNvSpPr/>
              <p:nvPr/>
            </p:nvSpPr>
            <p:spPr>
              <a:xfrm>
                <a:off x="9695160" y="1399680"/>
                <a:ext cx="35640" cy="33480"/>
              </a:xfrm>
              <a:custGeom>
                <a:avLst/>
                <a:gdLst>
                  <a:gd name="textAreaLeft" fmla="*/ 0 w 35640"/>
                  <a:gd name="textAreaRight" fmla="*/ 40680 w 35640"/>
                  <a:gd name="textAreaTop" fmla="*/ 0 h 33480"/>
                  <a:gd name="textAreaBottom" fmla="*/ 38520 h 3348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Google Shape;1737;p89"/>
              <p:cNvSpPr/>
              <p:nvPr/>
            </p:nvSpPr>
            <p:spPr>
              <a:xfrm>
                <a:off x="9763920" y="1459800"/>
                <a:ext cx="111960" cy="143640"/>
              </a:xfrm>
              <a:custGeom>
                <a:avLst/>
                <a:gdLst>
                  <a:gd name="textAreaLeft" fmla="*/ 0 w 111960"/>
                  <a:gd name="textAreaRight" fmla="*/ 117000 w 111960"/>
                  <a:gd name="textAreaTop" fmla="*/ 0 h 143640"/>
                  <a:gd name="textAreaBottom" fmla="*/ 148680 h 14364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Google Shape;1738;p89"/>
              <p:cNvSpPr/>
              <p:nvPr/>
            </p:nvSpPr>
            <p:spPr>
              <a:xfrm>
                <a:off x="9905760" y="1460880"/>
                <a:ext cx="78120" cy="139320"/>
              </a:xfrm>
              <a:custGeom>
                <a:avLst/>
                <a:gdLst>
                  <a:gd name="textAreaLeft" fmla="*/ 0 w 78120"/>
                  <a:gd name="textAreaRight" fmla="*/ 83160 w 78120"/>
                  <a:gd name="textAreaTop" fmla="*/ 0 h 139320"/>
                  <a:gd name="textAreaBottom" fmla="*/ 144360 h 13932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Google Shape;1739;p89"/>
              <p:cNvSpPr/>
              <p:nvPr/>
            </p:nvSpPr>
            <p:spPr>
              <a:xfrm>
                <a:off x="10000800" y="1459800"/>
                <a:ext cx="141120" cy="143640"/>
              </a:xfrm>
              <a:custGeom>
                <a:avLst/>
                <a:gdLst>
                  <a:gd name="textAreaLeft" fmla="*/ 0 w 141120"/>
                  <a:gd name="textAreaRight" fmla="*/ 146160 w 141120"/>
                  <a:gd name="textAreaTop" fmla="*/ 0 h 143640"/>
                  <a:gd name="textAreaBottom" fmla="*/ 148680 h 1436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Google Shape;1740;p89"/>
              <p:cNvSpPr/>
              <p:nvPr/>
            </p:nvSpPr>
            <p:spPr>
              <a:xfrm>
                <a:off x="10164600" y="1459800"/>
                <a:ext cx="101160" cy="143640"/>
              </a:xfrm>
              <a:custGeom>
                <a:avLst/>
                <a:gdLst>
                  <a:gd name="textAreaLeft" fmla="*/ 0 w 101160"/>
                  <a:gd name="textAreaRight" fmla="*/ 106200 w 101160"/>
                  <a:gd name="textAreaTop" fmla="*/ 0 h 143640"/>
                  <a:gd name="textAreaBottom" fmla="*/ 148680 h 14364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Google Shape;1741;p89"/>
              <p:cNvSpPr/>
              <p:nvPr/>
            </p:nvSpPr>
            <p:spPr>
              <a:xfrm>
                <a:off x="10289520" y="1459800"/>
                <a:ext cx="141120" cy="143640"/>
              </a:xfrm>
              <a:custGeom>
                <a:avLst/>
                <a:gdLst>
                  <a:gd name="textAreaLeft" fmla="*/ 0 w 141120"/>
                  <a:gd name="textAreaRight" fmla="*/ 146160 w 141120"/>
                  <a:gd name="textAreaTop" fmla="*/ 0 h 143640"/>
                  <a:gd name="textAreaBottom" fmla="*/ 148680 h 1436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" name="Google Shape;1742;p89"/>
              <p:cNvSpPr/>
              <p:nvPr/>
            </p:nvSpPr>
            <p:spPr>
              <a:xfrm>
                <a:off x="10452600" y="1396080"/>
                <a:ext cx="182880" cy="207360"/>
              </a:xfrm>
              <a:custGeom>
                <a:avLst/>
                <a:gdLst>
                  <a:gd name="textAreaLeft" fmla="*/ 0 w 182880"/>
                  <a:gd name="textAreaRight" fmla="*/ 187920 w 182880"/>
                  <a:gd name="textAreaTop" fmla="*/ 0 h 207360"/>
                  <a:gd name="textAreaBottom" fmla="*/ 212400 h 20736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98" name="Google Shape;1743;p89"/>
            <p:cNvGrpSpPr/>
            <p:nvPr/>
          </p:nvGrpSpPr>
          <p:grpSpPr>
            <a:xfrm>
              <a:off x="9450360" y="1679760"/>
              <a:ext cx="1911600" cy="207360"/>
              <a:chOff x="9450360" y="1679760"/>
              <a:chExt cx="1911600" cy="207360"/>
            </a:xfrm>
          </p:grpSpPr>
          <p:sp>
            <p:nvSpPr>
              <p:cNvPr id="599" name="Google Shape;1744;p89"/>
              <p:cNvSpPr/>
              <p:nvPr/>
            </p:nvSpPr>
            <p:spPr>
              <a:xfrm>
                <a:off x="9450360" y="1694880"/>
                <a:ext cx="124920" cy="189000"/>
              </a:xfrm>
              <a:custGeom>
                <a:avLst/>
                <a:gdLst>
                  <a:gd name="textAreaLeft" fmla="*/ 0 w 124920"/>
                  <a:gd name="textAreaRight" fmla="*/ 129960 w 124920"/>
                  <a:gd name="textAreaTop" fmla="*/ 0 h 189000"/>
                  <a:gd name="textAreaBottom" fmla="*/ 194040 h 18900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Google Shape;1745;p89"/>
              <p:cNvSpPr/>
              <p:nvPr/>
            </p:nvSpPr>
            <p:spPr>
              <a:xfrm>
                <a:off x="9589320" y="1743480"/>
                <a:ext cx="141120" cy="143640"/>
              </a:xfrm>
              <a:custGeom>
                <a:avLst/>
                <a:gdLst>
                  <a:gd name="textAreaLeft" fmla="*/ 0 w 141120"/>
                  <a:gd name="textAreaRight" fmla="*/ 146160 w 141120"/>
                  <a:gd name="textAreaTop" fmla="*/ 0 h 143640"/>
                  <a:gd name="textAreaBottom" fmla="*/ 148680 h 1436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Google Shape;1746;p89"/>
              <p:cNvSpPr/>
              <p:nvPr/>
            </p:nvSpPr>
            <p:spPr>
              <a:xfrm>
                <a:off x="9748440" y="1747080"/>
                <a:ext cx="203760" cy="136800"/>
              </a:xfrm>
              <a:custGeom>
                <a:avLst/>
                <a:gdLst>
                  <a:gd name="textAreaLeft" fmla="*/ 0 w 203760"/>
                  <a:gd name="textAreaRight" fmla="*/ 208800 w 203760"/>
                  <a:gd name="textAreaTop" fmla="*/ 0 h 136800"/>
                  <a:gd name="textAreaBottom" fmla="*/ 141840 h 13680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Google Shape;1747;p89"/>
              <p:cNvSpPr/>
              <p:nvPr/>
            </p:nvSpPr>
            <p:spPr>
              <a:xfrm>
                <a:off x="9970560" y="1743480"/>
                <a:ext cx="124200" cy="143640"/>
              </a:xfrm>
              <a:custGeom>
                <a:avLst/>
                <a:gdLst>
                  <a:gd name="textAreaLeft" fmla="*/ 0 w 124200"/>
                  <a:gd name="textAreaRight" fmla="*/ 129240 w 124200"/>
                  <a:gd name="textAreaTop" fmla="*/ 0 h 143640"/>
                  <a:gd name="textAreaBottom" fmla="*/ 148680 h 14364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Google Shape;1748;p89"/>
              <p:cNvSpPr/>
              <p:nvPr/>
            </p:nvSpPr>
            <p:spPr>
              <a:xfrm>
                <a:off x="10128600" y="1744560"/>
                <a:ext cx="78120" cy="139320"/>
              </a:xfrm>
              <a:custGeom>
                <a:avLst/>
                <a:gdLst>
                  <a:gd name="textAreaLeft" fmla="*/ 0 w 78120"/>
                  <a:gd name="textAreaRight" fmla="*/ 83160 w 78120"/>
                  <a:gd name="textAreaTop" fmla="*/ 0 h 139320"/>
                  <a:gd name="textAreaBottom" fmla="*/ 144360 h 13932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Google Shape;1749;p89"/>
              <p:cNvSpPr/>
              <p:nvPr/>
            </p:nvSpPr>
            <p:spPr>
              <a:xfrm>
                <a:off x="10308600" y="1694880"/>
                <a:ext cx="124920" cy="189000"/>
              </a:xfrm>
              <a:custGeom>
                <a:avLst/>
                <a:gdLst>
                  <a:gd name="textAreaLeft" fmla="*/ 0 w 124920"/>
                  <a:gd name="textAreaRight" fmla="*/ 129960 w 124920"/>
                  <a:gd name="textAreaTop" fmla="*/ 0 h 189000"/>
                  <a:gd name="textAreaBottom" fmla="*/ 194040 h 18900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Google Shape;1750;p89"/>
              <p:cNvSpPr/>
              <p:nvPr/>
            </p:nvSpPr>
            <p:spPr>
              <a:xfrm>
                <a:off x="10466640" y="1683720"/>
                <a:ext cx="27000" cy="200160"/>
              </a:xfrm>
              <a:custGeom>
                <a:avLst/>
                <a:gdLst>
                  <a:gd name="textAreaLeft" fmla="*/ 0 w 27000"/>
                  <a:gd name="textAreaRight" fmla="*/ 32040 w 27000"/>
                  <a:gd name="textAreaTop" fmla="*/ 0 h 200160"/>
                  <a:gd name="textAreaBottom" fmla="*/ 205200 h 20016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Google Shape;1751;p89"/>
              <p:cNvSpPr/>
              <p:nvPr/>
            </p:nvSpPr>
            <p:spPr>
              <a:xfrm>
                <a:off x="10528200" y="1743480"/>
                <a:ext cx="114120" cy="143640"/>
              </a:xfrm>
              <a:custGeom>
                <a:avLst/>
                <a:gdLst>
                  <a:gd name="textAreaLeft" fmla="*/ 0 w 114120"/>
                  <a:gd name="textAreaRight" fmla="*/ 119160 w 114120"/>
                  <a:gd name="textAreaTop" fmla="*/ 0 h 143640"/>
                  <a:gd name="textAreaBottom" fmla="*/ 148680 h 14364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Google Shape;1752;p89"/>
              <p:cNvSpPr/>
              <p:nvPr/>
            </p:nvSpPr>
            <p:spPr>
              <a:xfrm>
                <a:off x="10670040" y="1704960"/>
                <a:ext cx="87120" cy="181800"/>
              </a:xfrm>
              <a:custGeom>
                <a:avLst/>
                <a:gdLst>
                  <a:gd name="textAreaLeft" fmla="*/ 0 w 87120"/>
                  <a:gd name="textAreaRight" fmla="*/ 92160 w 87120"/>
                  <a:gd name="textAreaTop" fmla="*/ 0 h 181800"/>
                  <a:gd name="textAreaBottom" fmla="*/ 186840 h 18180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Google Shape;1753;p89"/>
              <p:cNvSpPr/>
              <p:nvPr/>
            </p:nvSpPr>
            <p:spPr>
              <a:xfrm>
                <a:off x="10772640" y="1679760"/>
                <a:ext cx="92520" cy="204120"/>
              </a:xfrm>
              <a:custGeom>
                <a:avLst/>
                <a:gdLst>
                  <a:gd name="textAreaLeft" fmla="*/ 0 w 92520"/>
                  <a:gd name="textAreaRight" fmla="*/ 97560 w 92520"/>
                  <a:gd name="textAreaTop" fmla="*/ 0 h 204120"/>
                  <a:gd name="textAreaBottom" fmla="*/ 209160 h 20412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Google Shape;1754;p89"/>
              <p:cNvSpPr/>
              <p:nvPr/>
            </p:nvSpPr>
            <p:spPr>
              <a:xfrm>
                <a:off x="10874160" y="1743480"/>
                <a:ext cx="141120" cy="143640"/>
              </a:xfrm>
              <a:custGeom>
                <a:avLst/>
                <a:gdLst>
                  <a:gd name="textAreaLeft" fmla="*/ 0 w 141120"/>
                  <a:gd name="textAreaRight" fmla="*/ 146160 w 141120"/>
                  <a:gd name="textAreaTop" fmla="*/ 0 h 143640"/>
                  <a:gd name="textAreaBottom" fmla="*/ 148680 h 14364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Google Shape;1755;p89"/>
              <p:cNvSpPr/>
              <p:nvPr/>
            </p:nvSpPr>
            <p:spPr>
              <a:xfrm>
                <a:off x="11050920" y="1744560"/>
                <a:ext cx="78120" cy="139320"/>
              </a:xfrm>
              <a:custGeom>
                <a:avLst/>
                <a:gdLst>
                  <a:gd name="textAreaLeft" fmla="*/ 0 w 78120"/>
                  <a:gd name="textAreaRight" fmla="*/ 83160 w 78120"/>
                  <a:gd name="textAreaTop" fmla="*/ 0 h 139320"/>
                  <a:gd name="textAreaBottom" fmla="*/ 144360 h 13932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Google Shape;1756;p89"/>
              <p:cNvSpPr/>
              <p:nvPr/>
            </p:nvSpPr>
            <p:spPr>
              <a:xfrm>
                <a:off x="11154600" y="1743480"/>
                <a:ext cx="207360" cy="140400"/>
              </a:xfrm>
              <a:custGeom>
                <a:avLst/>
                <a:gdLst>
                  <a:gd name="textAreaLeft" fmla="*/ 0 w 207360"/>
                  <a:gd name="textAreaRight" fmla="*/ 212400 w 207360"/>
                  <a:gd name="textAreaTop" fmla="*/ 0 h 140400"/>
                  <a:gd name="textAreaBottom" fmla="*/ 145440 h 14040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12" name="Google Shape;1757;p89"/>
          <p:cNvGrpSpPr/>
          <p:nvPr/>
        </p:nvGrpSpPr>
        <p:grpSpPr>
          <a:xfrm>
            <a:off x="1684080" y="792720"/>
            <a:ext cx="1365120" cy="1091160"/>
            <a:chOff x="1684080" y="792720"/>
            <a:chExt cx="1365120" cy="1091160"/>
          </a:xfrm>
        </p:grpSpPr>
        <p:sp>
          <p:nvSpPr>
            <p:cNvPr id="613" name="Google Shape;1758;p89"/>
            <p:cNvSpPr/>
            <p:nvPr/>
          </p:nvSpPr>
          <p:spPr>
            <a:xfrm>
              <a:off x="2232000" y="79272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Google Shape;1759;p89"/>
            <p:cNvSpPr/>
            <p:nvPr/>
          </p:nvSpPr>
          <p:spPr>
            <a:xfrm>
              <a:off x="1958040" y="106668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Google Shape;1760;p89"/>
            <p:cNvSpPr/>
            <p:nvPr/>
          </p:nvSpPr>
          <p:spPr>
            <a:xfrm>
              <a:off x="1684080" y="13410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Google Shape;1761;p89"/>
            <p:cNvSpPr/>
            <p:nvPr/>
          </p:nvSpPr>
          <p:spPr>
            <a:xfrm>
              <a:off x="168408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Google Shape;1762;p89"/>
            <p:cNvSpPr/>
            <p:nvPr/>
          </p:nvSpPr>
          <p:spPr>
            <a:xfrm>
              <a:off x="195804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Google Shape;1763;p89"/>
            <p:cNvSpPr/>
            <p:nvPr/>
          </p:nvSpPr>
          <p:spPr>
            <a:xfrm>
              <a:off x="223200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Google Shape;1764;p89"/>
            <p:cNvSpPr/>
            <p:nvPr/>
          </p:nvSpPr>
          <p:spPr>
            <a:xfrm>
              <a:off x="250632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Google Shape;1765;p89"/>
            <p:cNvSpPr/>
            <p:nvPr/>
          </p:nvSpPr>
          <p:spPr>
            <a:xfrm>
              <a:off x="2780280" y="161496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" name="Google Shape;1766;p89"/>
            <p:cNvSpPr/>
            <p:nvPr/>
          </p:nvSpPr>
          <p:spPr>
            <a:xfrm>
              <a:off x="2780280" y="134100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Google Shape;1767;p89"/>
            <p:cNvSpPr/>
            <p:nvPr/>
          </p:nvSpPr>
          <p:spPr>
            <a:xfrm>
              <a:off x="2506320" y="1066680"/>
              <a:ext cx="268920" cy="268920"/>
            </a:xfrm>
            <a:custGeom>
              <a:avLst/>
              <a:gdLst>
                <a:gd name="textAreaLeft" fmla="*/ 0 w 268920"/>
                <a:gd name="textAreaRight" fmla="*/ 273960 w 268920"/>
                <a:gd name="textAreaTop" fmla="*/ 0 h 268920"/>
                <a:gd name="textAreaBottom" fmla="*/ 273960 h 26892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3" name="Google Shape;1768;p89"/>
          <p:cNvGrpSpPr/>
          <p:nvPr/>
        </p:nvGrpSpPr>
        <p:grpSpPr>
          <a:xfrm>
            <a:off x="9798120" y="5367240"/>
            <a:ext cx="1393200" cy="726480"/>
            <a:chOff x="9798120" y="5367240"/>
            <a:chExt cx="1393200" cy="726480"/>
          </a:xfrm>
        </p:grpSpPr>
        <p:grpSp>
          <p:nvGrpSpPr>
            <p:cNvPr id="624" name="Google Shape;1769;p89"/>
            <p:cNvGrpSpPr/>
            <p:nvPr/>
          </p:nvGrpSpPr>
          <p:grpSpPr>
            <a:xfrm>
              <a:off x="9798120" y="5367240"/>
              <a:ext cx="1159560" cy="280080"/>
              <a:chOff x="9798120" y="5367240"/>
              <a:chExt cx="1159560" cy="280080"/>
            </a:xfrm>
          </p:grpSpPr>
          <p:sp>
            <p:nvSpPr>
              <p:cNvPr id="625" name="Google Shape;1770;p89"/>
              <p:cNvSpPr/>
              <p:nvPr/>
            </p:nvSpPr>
            <p:spPr>
              <a:xfrm>
                <a:off x="9798120" y="5367240"/>
                <a:ext cx="137160" cy="278640"/>
              </a:xfrm>
              <a:custGeom>
                <a:avLst/>
                <a:gdLst>
                  <a:gd name="textAreaLeft" fmla="*/ 0 w 137160"/>
                  <a:gd name="textAreaRight" fmla="*/ 142200 w 137160"/>
                  <a:gd name="textAreaTop" fmla="*/ 0 h 278640"/>
                  <a:gd name="textAreaBottom" fmla="*/ 283680 h 27864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Google Shape;1771;p89"/>
              <p:cNvSpPr/>
              <p:nvPr/>
            </p:nvSpPr>
            <p:spPr>
              <a:xfrm>
                <a:off x="9969840" y="5420160"/>
                <a:ext cx="213840" cy="227160"/>
              </a:xfrm>
              <a:custGeom>
                <a:avLst/>
                <a:gdLst>
                  <a:gd name="textAreaLeft" fmla="*/ 0 w 213840"/>
                  <a:gd name="textAreaRight" fmla="*/ 218880 w 21384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Google Shape;1772;p89"/>
              <p:cNvSpPr/>
              <p:nvPr/>
            </p:nvSpPr>
            <p:spPr>
              <a:xfrm>
                <a:off x="10224720" y="5420160"/>
                <a:ext cx="201960" cy="227160"/>
              </a:xfrm>
              <a:custGeom>
                <a:avLst/>
                <a:gdLst>
                  <a:gd name="textAreaLeft" fmla="*/ 0 w 201960"/>
                  <a:gd name="textAreaRight" fmla="*/ 207000 w 2019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Google Shape;1773;p89"/>
              <p:cNvSpPr/>
              <p:nvPr/>
            </p:nvSpPr>
            <p:spPr>
              <a:xfrm>
                <a:off x="10473120" y="5420160"/>
                <a:ext cx="199080" cy="222120"/>
              </a:xfrm>
              <a:custGeom>
                <a:avLst/>
                <a:gdLst>
                  <a:gd name="textAreaLeft" fmla="*/ 0 w 199080"/>
                  <a:gd name="textAreaRight" fmla="*/ 204120 w 199080"/>
                  <a:gd name="textAreaTop" fmla="*/ 0 h 222120"/>
                  <a:gd name="textAreaBottom" fmla="*/ 227160 h 22212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Google Shape;1774;p89"/>
              <p:cNvSpPr/>
              <p:nvPr/>
            </p:nvSpPr>
            <p:spPr>
              <a:xfrm>
                <a:off x="10721520" y="542016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30" name="Google Shape;1775;p89"/>
            <p:cNvGrpSpPr/>
            <p:nvPr/>
          </p:nvGrpSpPr>
          <p:grpSpPr>
            <a:xfrm>
              <a:off x="10199160" y="5727600"/>
              <a:ext cx="992160" cy="366120"/>
              <a:chOff x="10199160" y="5727600"/>
              <a:chExt cx="992160" cy="366120"/>
            </a:xfrm>
          </p:grpSpPr>
          <p:sp>
            <p:nvSpPr>
              <p:cNvPr id="631" name="Google Shape;1776;p89"/>
              <p:cNvSpPr/>
              <p:nvPr/>
            </p:nvSpPr>
            <p:spPr>
              <a:xfrm>
                <a:off x="10199160" y="5727600"/>
                <a:ext cx="58320" cy="298440"/>
              </a:xfrm>
              <a:custGeom>
                <a:avLst/>
                <a:gdLst>
                  <a:gd name="textAreaLeft" fmla="*/ 0 w 58320"/>
                  <a:gd name="textAreaRight" fmla="*/ 63360 w 5832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2" name="Google Shape;1777;p89"/>
              <p:cNvSpPr/>
              <p:nvPr/>
            </p:nvSpPr>
            <p:spPr>
              <a:xfrm>
                <a:off x="10311120" y="5804280"/>
                <a:ext cx="236160" cy="227160"/>
              </a:xfrm>
              <a:custGeom>
                <a:avLst/>
                <a:gdLst>
                  <a:gd name="textAreaLeft" fmla="*/ 0 w 236160"/>
                  <a:gd name="textAreaRight" fmla="*/ 241200 w 236160"/>
                  <a:gd name="textAreaTop" fmla="*/ 0 h 227160"/>
                  <a:gd name="textAreaBottom" fmla="*/ 232200 h 22716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3" name="Google Shape;1778;p89"/>
              <p:cNvSpPr/>
              <p:nvPr/>
            </p:nvSpPr>
            <p:spPr>
              <a:xfrm>
                <a:off x="10588320" y="5804280"/>
                <a:ext cx="228960" cy="289440"/>
              </a:xfrm>
              <a:custGeom>
                <a:avLst/>
                <a:gdLst>
                  <a:gd name="textAreaLeft" fmla="*/ 0 w 228960"/>
                  <a:gd name="textAreaRight" fmla="*/ 234000 w 228960"/>
                  <a:gd name="textAreaTop" fmla="*/ 0 h 289440"/>
                  <a:gd name="textAreaBottom" fmla="*/ 294480 h 28944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Google Shape;1779;p89"/>
              <p:cNvSpPr/>
              <p:nvPr/>
            </p:nvSpPr>
            <p:spPr>
              <a:xfrm>
                <a:off x="10880280" y="5727600"/>
                <a:ext cx="61560" cy="298440"/>
              </a:xfrm>
              <a:custGeom>
                <a:avLst/>
                <a:gdLst>
                  <a:gd name="textAreaLeft" fmla="*/ 0 w 61560"/>
                  <a:gd name="textAreaRight" fmla="*/ 66600 w 61560"/>
                  <a:gd name="textAreaTop" fmla="*/ 0 h 298440"/>
                  <a:gd name="textAreaBottom" fmla="*/ 303480 h 29844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5" name="Google Shape;1780;p89"/>
              <p:cNvSpPr/>
              <p:nvPr/>
            </p:nvSpPr>
            <p:spPr>
              <a:xfrm>
                <a:off x="10991160" y="5806080"/>
                <a:ext cx="200160" cy="224640"/>
              </a:xfrm>
              <a:custGeom>
                <a:avLst/>
                <a:gdLst>
                  <a:gd name="textAreaLeft" fmla="*/ 0 w 200160"/>
                  <a:gd name="textAreaRight" fmla="*/ 205200 w 200160"/>
                  <a:gd name="textAreaTop" fmla="*/ 0 h 224640"/>
                  <a:gd name="textAreaBottom" fmla="*/ 229680 h 22464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36" name="Google Shape;1781;p89"/>
          <p:cNvGrpSpPr/>
          <p:nvPr/>
        </p:nvGrpSpPr>
        <p:grpSpPr>
          <a:xfrm>
            <a:off x="9880920" y="5104080"/>
            <a:ext cx="574560" cy="140040"/>
            <a:chOff x="9880920" y="5104080"/>
            <a:chExt cx="574560" cy="140040"/>
          </a:xfrm>
        </p:grpSpPr>
        <p:sp>
          <p:nvSpPr>
            <p:cNvPr id="637" name="Google Shape;1782;p89"/>
            <p:cNvSpPr/>
            <p:nvPr/>
          </p:nvSpPr>
          <p:spPr>
            <a:xfrm>
              <a:off x="10369800" y="5109840"/>
              <a:ext cx="85680" cy="133560"/>
            </a:xfrm>
            <a:custGeom>
              <a:avLst/>
              <a:gdLst>
                <a:gd name="textAreaLeft" fmla="*/ 0 w 85680"/>
                <a:gd name="textAreaRight" fmla="*/ 90720 w 85680"/>
                <a:gd name="textAreaTop" fmla="*/ 0 h 133560"/>
                <a:gd name="textAreaBottom" fmla="*/ 138600 h 13356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Google Shape;1783;p89"/>
            <p:cNvSpPr/>
            <p:nvPr/>
          </p:nvSpPr>
          <p:spPr>
            <a:xfrm>
              <a:off x="9880920" y="5104080"/>
              <a:ext cx="126000" cy="140040"/>
            </a:xfrm>
            <a:custGeom>
              <a:avLst/>
              <a:gdLst>
                <a:gd name="textAreaLeft" fmla="*/ 0 w 126000"/>
                <a:gd name="textAreaRight" fmla="*/ 131040 w 126000"/>
                <a:gd name="textAreaTop" fmla="*/ 0 h 140040"/>
                <a:gd name="textAreaBottom" fmla="*/ 145080 h 14004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Google Shape;1784;p89"/>
            <p:cNvSpPr/>
            <p:nvPr/>
          </p:nvSpPr>
          <p:spPr>
            <a:xfrm>
              <a:off x="10007280" y="5124240"/>
              <a:ext cx="122400" cy="115560"/>
            </a:xfrm>
            <a:custGeom>
              <a:avLst/>
              <a:gdLst>
                <a:gd name="textAreaLeft" fmla="*/ 0 w 122400"/>
                <a:gd name="textAreaRight" fmla="*/ 127440 w 122400"/>
                <a:gd name="textAreaTop" fmla="*/ 0 h 115560"/>
                <a:gd name="textAreaBottom" fmla="*/ 120600 h 11556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Google Shape;1785;p89"/>
            <p:cNvSpPr/>
            <p:nvPr/>
          </p:nvSpPr>
          <p:spPr>
            <a:xfrm>
              <a:off x="10133280" y="5125680"/>
              <a:ext cx="114120" cy="111960"/>
            </a:xfrm>
            <a:custGeom>
              <a:avLst/>
              <a:gdLst>
                <a:gd name="textAreaLeft" fmla="*/ 0 w 114120"/>
                <a:gd name="textAreaRight" fmla="*/ 119160 w 114120"/>
                <a:gd name="textAreaTop" fmla="*/ 0 h 111960"/>
                <a:gd name="textAreaBottom" fmla="*/ 117000 h 11196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Google Shape;1786;p89"/>
            <p:cNvSpPr/>
            <p:nvPr/>
          </p:nvSpPr>
          <p:spPr>
            <a:xfrm>
              <a:off x="10251720" y="5124960"/>
              <a:ext cx="115200" cy="114120"/>
            </a:xfrm>
            <a:custGeom>
              <a:avLst/>
              <a:gdLst>
                <a:gd name="textAreaLeft" fmla="*/ 0 w 115200"/>
                <a:gd name="textAreaRight" fmla="*/ 120240 w 115200"/>
                <a:gd name="textAreaTop" fmla="*/ 0 h 114120"/>
                <a:gd name="textAreaBottom" fmla="*/ 119160 h 11412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2" name="Google Shape;1787;p89"/>
          <p:cNvSpPr/>
          <p:nvPr/>
        </p:nvSpPr>
        <p:spPr>
          <a:xfrm>
            <a:off x="690480" y="275760"/>
            <a:ext cx="3773880" cy="15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3" name="Google Shape;1788;p89"/>
          <p:cNvGrpSpPr/>
          <p:nvPr/>
        </p:nvGrpSpPr>
        <p:grpSpPr>
          <a:xfrm>
            <a:off x="401040" y="198360"/>
            <a:ext cx="688320" cy="688320"/>
            <a:chOff x="401040" y="198360"/>
            <a:chExt cx="688320" cy="688320"/>
          </a:xfrm>
        </p:grpSpPr>
        <p:sp>
          <p:nvSpPr>
            <p:cNvPr id="644" name="Google Shape;1789;p89"/>
            <p:cNvSpPr/>
            <p:nvPr/>
          </p:nvSpPr>
          <p:spPr>
            <a:xfrm>
              <a:off x="401040" y="545040"/>
              <a:ext cx="341640" cy="34164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Google Shape;1790;p89"/>
            <p:cNvSpPr/>
            <p:nvPr/>
          </p:nvSpPr>
          <p:spPr>
            <a:xfrm>
              <a:off x="747720" y="198360"/>
              <a:ext cx="341640" cy="34164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6" name="Google Shape;1791;p89"/>
          <p:cNvSpPr/>
          <p:nvPr/>
        </p:nvSpPr>
        <p:spPr>
          <a:xfrm>
            <a:off x="706680" y="3871800"/>
            <a:ext cx="3553920" cy="16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7" name="Google Shape;1792;p89"/>
          <p:cNvGrpSpPr/>
          <p:nvPr/>
        </p:nvGrpSpPr>
        <p:grpSpPr>
          <a:xfrm>
            <a:off x="795240" y="2890800"/>
            <a:ext cx="3669120" cy="3103920"/>
            <a:chOff x="795240" y="2890800"/>
            <a:chExt cx="3669120" cy="3103920"/>
          </a:xfrm>
        </p:grpSpPr>
        <p:sp>
          <p:nvSpPr>
            <p:cNvPr id="648" name="Google Shape;1793;p89"/>
            <p:cNvSpPr/>
            <p:nvPr/>
          </p:nvSpPr>
          <p:spPr>
            <a:xfrm>
              <a:off x="795240" y="4303800"/>
              <a:ext cx="560160" cy="169092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690920"/>
                <a:gd name="textAreaBottom" fmla="*/ 1695960 h 169092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Google Shape;1794;p89"/>
            <p:cNvSpPr/>
            <p:nvPr/>
          </p:nvSpPr>
          <p:spPr>
            <a:xfrm>
              <a:off x="3904200" y="3738600"/>
              <a:ext cx="560160" cy="1125360"/>
            </a:xfrm>
            <a:custGeom>
              <a:avLst/>
              <a:gdLst>
                <a:gd name="textAreaLeft" fmla="*/ 0 w 560160"/>
                <a:gd name="textAreaRight" fmla="*/ 565200 w 5601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Google Shape;1795;p89"/>
            <p:cNvSpPr/>
            <p:nvPr/>
          </p:nvSpPr>
          <p:spPr>
            <a:xfrm>
              <a:off x="4186800" y="543456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Google Shape;1796;p89"/>
            <p:cNvSpPr/>
            <p:nvPr/>
          </p:nvSpPr>
          <p:spPr>
            <a:xfrm>
              <a:off x="2490840" y="3173400"/>
              <a:ext cx="277560" cy="277560"/>
            </a:xfrm>
            <a:custGeom>
              <a:avLst/>
              <a:gdLst>
                <a:gd name="textAreaLeft" fmla="*/ 0 w 277560"/>
                <a:gd name="textAreaRight" fmla="*/ 282600 w 277560"/>
                <a:gd name="textAreaTop" fmla="*/ 0 h 277560"/>
                <a:gd name="textAreaBottom" fmla="*/ 282600 h 27756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Google Shape;1797;p89"/>
            <p:cNvSpPr/>
            <p:nvPr/>
          </p:nvSpPr>
          <p:spPr>
            <a:xfrm>
              <a:off x="1360440" y="2890800"/>
              <a:ext cx="1125360" cy="1125360"/>
            </a:xfrm>
            <a:custGeom>
              <a:avLst/>
              <a:gdLst>
                <a:gd name="textAreaLeft" fmla="*/ 0 w 1125360"/>
                <a:gd name="textAreaRight" fmla="*/ 1130400 w 1125360"/>
                <a:gd name="textAreaTop" fmla="*/ 0 h 1125360"/>
                <a:gd name="textAreaBottom" fmla="*/ 1130400 h 112536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Google Shape;1798;p89"/>
            <p:cNvSpPr/>
            <p:nvPr/>
          </p:nvSpPr>
          <p:spPr>
            <a:xfrm>
              <a:off x="1925640" y="4303800"/>
              <a:ext cx="1407960" cy="1407960"/>
            </a:xfrm>
            <a:custGeom>
              <a:avLst/>
              <a:gdLst>
                <a:gd name="textAreaLeft" fmla="*/ 0 w 1407960"/>
                <a:gd name="textAreaRight" fmla="*/ 1413000 w 1407960"/>
                <a:gd name="textAreaTop" fmla="*/ 0 h 1407960"/>
                <a:gd name="textAreaBottom" fmla="*/ 1413000 h 140796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706" r:id="rId42"/>
    <p:sldLayoutId id="2147483707" r:id="rId43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17;p47"/>
          <p:cNvSpPr/>
          <p:nvPr/>
        </p:nvSpPr>
        <p:spPr>
          <a:xfrm>
            <a:off x="-187920" y="-628560"/>
            <a:ext cx="419400" cy="7805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Google Shape;18;p47"/>
          <p:cNvSpPr/>
          <p:nvPr/>
        </p:nvSpPr>
        <p:spPr>
          <a:xfrm rot="10800000">
            <a:off x="7390800" y="-420480"/>
            <a:ext cx="2610360" cy="78055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6" name="Google Shape;19;p47"/>
          <p:cNvSpPr/>
          <p:nvPr/>
        </p:nvSpPr>
        <p:spPr>
          <a:xfrm rot="10800000">
            <a:off x="10006560" y="-420480"/>
            <a:ext cx="2610360" cy="78055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20;p47"/>
          <p:cNvSpPr/>
          <p:nvPr/>
        </p:nvSpPr>
        <p:spPr>
          <a:xfrm>
            <a:off x="29865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21;p47"/>
          <p:cNvSpPr/>
          <p:nvPr/>
        </p:nvSpPr>
        <p:spPr>
          <a:xfrm>
            <a:off x="35420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2;p47"/>
          <p:cNvSpPr/>
          <p:nvPr/>
        </p:nvSpPr>
        <p:spPr>
          <a:xfrm>
            <a:off x="4049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3;p47"/>
          <p:cNvSpPr/>
          <p:nvPr/>
        </p:nvSpPr>
        <p:spPr>
          <a:xfrm>
            <a:off x="456408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4;p47"/>
          <p:cNvSpPr/>
          <p:nvPr/>
        </p:nvSpPr>
        <p:spPr>
          <a:xfrm>
            <a:off x="50781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5;p47"/>
          <p:cNvSpPr/>
          <p:nvPr/>
        </p:nvSpPr>
        <p:spPr>
          <a:xfrm>
            <a:off x="6145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6;p47"/>
          <p:cNvSpPr/>
          <p:nvPr/>
        </p:nvSpPr>
        <p:spPr>
          <a:xfrm>
            <a:off x="563364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7;p47"/>
          <p:cNvSpPr/>
          <p:nvPr/>
        </p:nvSpPr>
        <p:spPr>
          <a:xfrm>
            <a:off x="674136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8;p47"/>
          <p:cNvSpPr/>
          <p:nvPr/>
        </p:nvSpPr>
        <p:spPr>
          <a:xfrm>
            <a:off x="730332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9;p47"/>
          <p:cNvSpPr/>
          <p:nvPr/>
        </p:nvSpPr>
        <p:spPr>
          <a:xfrm>
            <a:off x="7846200" y="7543800"/>
            <a:ext cx="359640" cy="374040"/>
          </a:xfrm>
          <a:custGeom>
            <a:avLst/>
            <a:gdLst>
              <a:gd name="textAreaLeft" fmla="*/ 0 w 359640"/>
              <a:gd name="textAreaRight" fmla="*/ 364680 w 359640"/>
              <a:gd name="textAreaTop" fmla="*/ 0 h 374040"/>
              <a:gd name="textAreaBottom" fmla="*/ 379080 h 37404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2"/>
    <p:sldLayoutId id="2147483712" r:id="rId3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6" name="Google Shape;1008;p78"/>
          <p:cNvGrpSpPr/>
          <p:nvPr/>
        </p:nvGrpSpPr>
        <p:grpSpPr>
          <a:xfrm>
            <a:off x="461520" y="438840"/>
            <a:ext cx="11077560" cy="6289560"/>
            <a:chOff x="461520" y="438840"/>
            <a:chExt cx="11077560" cy="6289560"/>
          </a:xfrm>
        </p:grpSpPr>
        <p:pic>
          <p:nvPicPr>
            <p:cNvPr id="2347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0760" cy="4280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48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3400" cy="2003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49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5480" cy="32554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350" name="Google Shape;1012;p78"/>
            <p:cNvGrpSpPr/>
            <p:nvPr/>
          </p:nvGrpSpPr>
          <p:grpSpPr>
            <a:xfrm>
              <a:off x="1406520" y="1012320"/>
              <a:ext cx="1364760" cy="1090800"/>
              <a:chOff x="1406520" y="1012320"/>
              <a:chExt cx="1364760" cy="1090800"/>
            </a:xfrm>
          </p:grpSpPr>
          <p:sp>
            <p:nvSpPr>
              <p:cNvPr id="2351" name="Google Shape;1013;p78"/>
              <p:cNvSpPr/>
              <p:nvPr/>
            </p:nvSpPr>
            <p:spPr>
              <a:xfrm>
                <a:off x="1954800" y="101232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2" name="Google Shape;1014;p78"/>
              <p:cNvSpPr/>
              <p:nvPr/>
            </p:nvSpPr>
            <p:spPr>
              <a:xfrm>
                <a:off x="1680480" y="128628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3" name="Google Shape;1015;p78"/>
              <p:cNvSpPr/>
              <p:nvPr/>
            </p:nvSpPr>
            <p:spPr>
              <a:xfrm>
                <a:off x="1406520" y="156024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4" name="Google Shape;1016;p78"/>
              <p:cNvSpPr/>
              <p:nvPr/>
            </p:nvSpPr>
            <p:spPr>
              <a:xfrm>
                <a:off x="1406520" y="183456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5" name="Google Shape;1017;p78"/>
              <p:cNvSpPr/>
              <p:nvPr/>
            </p:nvSpPr>
            <p:spPr>
              <a:xfrm>
                <a:off x="1680480" y="183456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6" name="Google Shape;1018;p78"/>
              <p:cNvSpPr/>
              <p:nvPr/>
            </p:nvSpPr>
            <p:spPr>
              <a:xfrm>
                <a:off x="1954800" y="183456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7" name="Google Shape;1019;p78"/>
              <p:cNvSpPr/>
              <p:nvPr/>
            </p:nvSpPr>
            <p:spPr>
              <a:xfrm>
                <a:off x="2228760" y="183456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8" name="Google Shape;1020;p78"/>
              <p:cNvSpPr/>
              <p:nvPr/>
            </p:nvSpPr>
            <p:spPr>
              <a:xfrm>
                <a:off x="2502720" y="183456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9" name="Google Shape;1021;p78"/>
              <p:cNvSpPr/>
              <p:nvPr/>
            </p:nvSpPr>
            <p:spPr>
              <a:xfrm>
                <a:off x="2502720" y="156024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0" name="Google Shape;1022;p78"/>
              <p:cNvSpPr/>
              <p:nvPr/>
            </p:nvSpPr>
            <p:spPr>
              <a:xfrm>
                <a:off x="2228760" y="1286280"/>
                <a:ext cx="268560" cy="268560"/>
              </a:xfrm>
              <a:custGeom>
                <a:avLst/>
                <a:gdLst>
                  <a:gd name="textAreaLeft" fmla="*/ 0 w 268560"/>
                  <a:gd name="textAreaRight" fmla="*/ 273960 w 268560"/>
                  <a:gd name="textAreaTop" fmla="*/ 0 h 268560"/>
                  <a:gd name="textAreaBottom" fmla="*/ 273960 h 2685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61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0440" cy="5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2" name="Google Shape;1024;p78"/>
          <p:cNvSpPr/>
          <p:nvPr/>
        </p:nvSpPr>
        <p:spPr>
          <a:xfrm flipH="1">
            <a:off x="7615080" y="-2880"/>
            <a:ext cx="4631760" cy="241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3" name="Google Shape;1025;p78"/>
          <p:cNvSpPr/>
          <p:nvPr/>
        </p:nvSpPr>
        <p:spPr>
          <a:xfrm>
            <a:off x="354204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4" name="Google Shape;1026;p78"/>
          <p:cNvSpPr/>
          <p:nvPr/>
        </p:nvSpPr>
        <p:spPr>
          <a:xfrm>
            <a:off x="409716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5" name="Google Shape;1027;p78"/>
          <p:cNvSpPr/>
          <p:nvPr/>
        </p:nvSpPr>
        <p:spPr>
          <a:xfrm>
            <a:off x="460476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6" name="Google Shape;1028;p78"/>
          <p:cNvSpPr/>
          <p:nvPr/>
        </p:nvSpPr>
        <p:spPr>
          <a:xfrm>
            <a:off x="511920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7" name="Google Shape;1029;p78"/>
          <p:cNvSpPr/>
          <p:nvPr/>
        </p:nvSpPr>
        <p:spPr>
          <a:xfrm>
            <a:off x="563364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8" name="Google Shape;1030;p78"/>
          <p:cNvSpPr/>
          <p:nvPr/>
        </p:nvSpPr>
        <p:spPr>
          <a:xfrm>
            <a:off x="670032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9" name="Google Shape;1031;p78"/>
          <p:cNvSpPr/>
          <p:nvPr/>
        </p:nvSpPr>
        <p:spPr>
          <a:xfrm>
            <a:off x="618912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0" name="Google Shape;1032;p78"/>
          <p:cNvSpPr/>
          <p:nvPr/>
        </p:nvSpPr>
        <p:spPr>
          <a:xfrm>
            <a:off x="729684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1" name="Google Shape;1033;p78"/>
          <p:cNvSpPr/>
          <p:nvPr/>
        </p:nvSpPr>
        <p:spPr>
          <a:xfrm>
            <a:off x="785880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2" name="Google Shape;1034;p78"/>
          <p:cNvSpPr/>
          <p:nvPr/>
        </p:nvSpPr>
        <p:spPr>
          <a:xfrm>
            <a:off x="8401680" y="7061040"/>
            <a:ext cx="359280" cy="373680"/>
          </a:xfrm>
          <a:custGeom>
            <a:avLst/>
            <a:gdLst>
              <a:gd name="textAreaLeft" fmla="*/ 0 w 359280"/>
              <a:gd name="textAreaRight" fmla="*/ 364680 w 359280"/>
              <a:gd name="textAreaTop" fmla="*/ 0 h 373680"/>
              <a:gd name="textAreaBottom" fmla="*/ 379080 h 3736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3" name="Google Shape;1035;p78"/>
          <p:cNvSpPr/>
          <p:nvPr/>
        </p:nvSpPr>
        <p:spPr>
          <a:xfrm rot="5400000">
            <a:off x="-1312560" y="1264320"/>
            <a:ext cx="6859440" cy="4314240"/>
          </a:xfrm>
          <a:custGeom>
            <a:avLst/>
            <a:gdLst>
              <a:gd name="textAreaLeft" fmla="*/ 0 w 6859440"/>
              <a:gd name="textAreaRight" fmla="*/ 6864840 w 6859440"/>
              <a:gd name="textAreaTop" fmla="*/ 0 h 4314240"/>
              <a:gd name="textAreaBottom" fmla="*/ 4319640 h 431424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4" name="Google Shape;1036;p78"/>
          <p:cNvSpPr/>
          <p:nvPr/>
        </p:nvSpPr>
        <p:spPr>
          <a:xfrm>
            <a:off x="-45360" y="0"/>
            <a:ext cx="8060040" cy="2343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400" cy="11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5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5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56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5320" cy="168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8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47480" cy="234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99" name="Google Shape;2210;p 2"/>
          <p:cNvGrpSpPr/>
          <p:nvPr/>
        </p:nvGrpSpPr>
        <p:grpSpPr>
          <a:xfrm>
            <a:off x="480240" y="5682960"/>
            <a:ext cx="1148760" cy="815400"/>
            <a:chOff x="480240" y="5682960"/>
            <a:chExt cx="1148760" cy="815400"/>
          </a:xfrm>
        </p:grpSpPr>
        <p:grpSp>
          <p:nvGrpSpPr>
            <p:cNvPr id="2400" name="Google Shape;2211;p 2"/>
            <p:cNvGrpSpPr/>
            <p:nvPr/>
          </p:nvGrpSpPr>
          <p:grpSpPr>
            <a:xfrm>
              <a:off x="480240" y="5900040"/>
              <a:ext cx="956160" cy="230040"/>
              <a:chOff x="480240" y="5900040"/>
              <a:chExt cx="956160" cy="230040"/>
            </a:xfrm>
          </p:grpSpPr>
          <p:sp>
            <p:nvSpPr>
              <p:cNvPr id="2401" name="Google Shape;2212;p 2"/>
              <p:cNvSpPr/>
              <p:nvPr/>
            </p:nvSpPr>
            <p:spPr>
              <a:xfrm>
                <a:off x="480240" y="5900040"/>
                <a:ext cx="112320" cy="228960"/>
              </a:xfrm>
              <a:custGeom>
                <a:avLst/>
                <a:gdLst>
                  <a:gd name="textAreaLeft" fmla="*/ 0 w 112320"/>
                  <a:gd name="textAreaRight" fmla="*/ 117360 w 112320"/>
                  <a:gd name="textAreaTop" fmla="*/ 0 h 228960"/>
                  <a:gd name="textAreaBottom" fmla="*/ 234000 h 22896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2" name="Google Shape;2213;p 2"/>
              <p:cNvSpPr/>
              <p:nvPr/>
            </p:nvSpPr>
            <p:spPr>
              <a:xfrm>
                <a:off x="622080" y="5943600"/>
                <a:ext cx="175680" cy="186480"/>
              </a:xfrm>
              <a:custGeom>
                <a:avLst/>
                <a:gdLst>
                  <a:gd name="textAreaLeft" fmla="*/ 0 w 175680"/>
                  <a:gd name="textAreaRight" fmla="*/ 180720 w 175680"/>
                  <a:gd name="textAreaTop" fmla="*/ 0 h 186480"/>
                  <a:gd name="textAreaBottom" fmla="*/ 191520 h 18648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3" name="Google Shape;2214;p 2"/>
              <p:cNvSpPr/>
              <p:nvPr/>
            </p:nvSpPr>
            <p:spPr>
              <a:xfrm>
                <a:off x="832320" y="5943600"/>
                <a:ext cx="165960" cy="186480"/>
              </a:xfrm>
              <a:custGeom>
                <a:avLst/>
                <a:gdLst>
                  <a:gd name="textAreaLeft" fmla="*/ 0 w 165960"/>
                  <a:gd name="textAreaRight" fmla="*/ 171000 w 165960"/>
                  <a:gd name="textAreaTop" fmla="*/ 0 h 186480"/>
                  <a:gd name="textAreaBottom" fmla="*/ 191520 h 18648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4" name="Google Shape;2215;p 2"/>
              <p:cNvSpPr/>
              <p:nvPr/>
            </p:nvSpPr>
            <p:spPr>
              <a:xfrm>
                <a:off x="1037160" y="5943600"/>
                <a:ext cx="163440" cy="182160"/>
              </a:xfrm>
              <a:custGeom>
                <a:avLst/>
                <a:gdLst>
                  <a:gd name="textAreaLeft" fmla="*/ 0 w 163440"/>
                  <a:gd name="textAreaRight" fmla="*/ 168480 w 163440"/>
                  <a:gd name="textAreaTop" fmla="*/ 0 h 182160"/>
                  <a:gd name="textAreaBottom" fmla="*/ 187200 h 18216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5" name="Google Shape;2216;p 2"/>
              <p:cNvSpPr/>
              <p:nvPr/>
            </p:nvSpPr>
            <p:spPr>
              <a:xfrm>
                <a:off x="1242360" y="5943600"/>
                <a:ext cx="194040" cy="186480"/>
              </a:xfrm>
              <a:custGeom>
                <a:avLst/>
                <a:gdLst>
                  <a:gd name="textAreaLeft" fmla="*/ 0 w 194040"/>
                  <a:gd name="textAreaRight" fmla="*/ 199080 w 194040"/>
                  <a:gd name="textAreaTop" fmla="*/ 0 h 186480"/>
                  <a:gd name="textAreaBottom" fmla="*/ 191520 h 1864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06" name="Google Shape;2217;p 2"/>
            <p:cNvGrpSpPr/>
            <p:nvPr/>
          </p:nvGrpSpPr>
          <p:grpSpPr>
            <a:xfrm>
              <a:off x="811440" y="6197400"/>
              <a:ext cx="817560" cy="300960"/>
              <a:chOff x="811440" y="6197400"/>
              <a:chExt cx="817560" cy="300960"/>
            </a:xfrm>
          </p:grpSpPr>
          <p:sp>
            <p:nvSpPr>
              <p:cNvPr id="2407" name="Google Shape;2218;p 2"/>
              <p:cNvSpPr/>
              <p:nvPr/>
            </p:nvSpPr>
            <p:spPr>
              <a:xfrm>
                <a:off x="811440" y="6197400"/>
                <a:ext cx="47160" cy="245520"/>
              </a:xfrm>
              <a:custGeom>
                <a:avLst/>
                <a:gdLst>
                  <a:gd name="textAreaLeft" fmla="*/ 0 w 47160"/>
                  <a:gd name="textAreaRight" fmla="*/ 52200 w 47160"/>
                  <a:gd name="textAreaTop" fmla="*/ 0 h 245520"/>
                  <a:gd name="textAreaBottom" fmla="*/ 250560 h 24552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8" name="Google Shape;2219;p 2"/>
              <p:cNvSpPr/>
              <p:nvPr/>
            </p:nvSpPr>
            <p:spPr>
              <a:xfrm>
                <a:off x="903600" y="6260760"/>
                <a:ext cx="194040" cy="186480"/>
              </a:xfrm>
              <a:custGeom>
                <a:avLst/>
                <a:gdLst>
                  <a:gd name="textAreaLeft" fmla="*/ 0 w 194040"/>
                  <a:gd name="textAreaRight" fmla="*/ 199080 w 194040"/>
                  <a:gd name="textAreaTop" fmla="*/ 0 h 186480"/>
                  <a:gd name="textAreaBottom" fmla="*/ 191520 h 18648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9" name="Google Shape;2220;p 2"/>
              <p:cNvSpPr/>
              <p:nvPr/>
            </p:nvSpPr>
            <p:spPr>
              <a:xfrm>
                <a:off x="1132200" y="6260400"/>
                <a:ext cx="188280" cy="237960"/>
              </a:xfrm>
              <a:custGeom>
                <a:avLst/>
                <a:gdLst>
                  <a:gd name="textAreaLeft" fmla="*/ 0 w 188280"/>
                  <a:gd name="textAreaRight" fmla="*/ 193320 w 188280"/>
                  <a:gd name="textAreaTop" fmla="*/ 0 h 237960"/>
                  <a:gd name="textAreaBottom" fmla="*/ 243000 h 23796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0" name="Google Shape;2221;p 2"/>
              <p:cNvSpPr/>
              <p:nvPr/>
            </p:nvSpPr>
            <p:spPr>
              <a:xfrm>
                <a:off x="1373040" y="6197400"/>
                <a:ext cx="50040" cy="245520"/>
              </a:xfrm>
              <a:custGeom>
                <a:avLst/>
                <a:gdLst>
                  <a:gd name="textAreaLeft" fmla="*/ 0 w 50040"/>
                  <a:gd name="textAreaRight" fmla="*/ 55080 w 50040"/>
                  <a:gd name="textAreaTop" fmla="*/ 0 h 245520"/>
                  <a:gd name="textAreaBottom" fmla="*/ 250560 h 24552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1" name="Google Shape;2222;p 2"/>
              <p:cNvSpPr/>
              <p:nvPr/>
            </p:nvSpPr>
            <p:spPr>
              <a:xfrm>
                <a:off x="1464840" y="6261840"/>
                <a:ext cx="164160" cy="184320"/>
              </a:xfrm>
              <a:custGeom>
                <a:avLst/>
                <a:gdLst>
                  <a:gd name="textAreaLeft" fmla="*/ 0 w 164160"/>
                  <a:gd name="textAreaRight" fmla="*/ 169200 w 164160"/>
                  <a:gd name="textAreaTop" fmla="*/ 0 h 184320"/>
                  <a:gd name="textAreaBottom" fmla="*/ 189360 h 18432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12" name="Google Shape;2223;p 2"/>
            <p:cNvGrpSpPr/>
            <p:nvPr/>
          </p:nvGrpSpPr>
          <p:grpSpPr>
            <a:xfrm>
              <a:off x="548640" y="5682960"/>
              <a:ext cx="473400" cy="114840"/>
              <a:chOff x="548640" y="5682960"/>
              <a:chExt cx="473400" cy="114840"/>
            </a:xfrm>
          </p:grpSpPr>
          <p:sp>
            <p:nvSpPr>
              <p:cNvPr id="2413" name="Google Shape;2224;p 2"/>
              <p:cNvSpPr/>
              <p:nvPr/>
            </p:nvSpPr>
            <p:spPr>
              <a:xfrm>
                <a:off x="952200" y="5688000"/>
                <a:ext cx="69840" cy="109440"/>
              </a:xfrm>
              <a:custGeom>
                <a:avLst/>
                <a:gdLst>
                  <a:gd name="textAreaLeft" fmla="*/ 0 w 69840"/>
                  <a:gd name="textAreaRight" fmla="*/ 74880 w 69840"/>
                  <a:gd name="textAreaTop" fmla="*/ 0 h 109440"/>
                  <a:gd name="textAreaBottom" fmla="*/ 114480 h 10944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4" name="Google Shape;2225;p 2"/>
              <p:cNvSpPr/>
              <p:nvPr/>
            </p:nvSpPr>
            <p:spPr>
              <a:xfrm>
                <a:off x="548640" y="5682960"/>
                <a:ext cx="103320" cy="114840"/>
              </a:xfrm>
              <a:custGeom>
                <a:avLst/>
                <a:gdLst>
                  <a:gd name="textAreaLeft" fmla="*/ 0 w 103320"/>
                  <a:gd name="textAreaRight" fmla="*/ 108360 w 103320"/>
                  <a:gd name="textAreaTop" fmla="*/ 0 h 114840"/>
                  <a:gd name="textAreaBottom" fmla="*/ 119880 h 11484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5" name="Google Shape;2226;p 2"/>
              <p:cNvSpPr/>
              <p:nvPr/>
            </p:nvSpPr>
            <p:spPr>
              <a:xfrm>
                <a:off x="653040" y="5699520"/>
                <a:ext cx="100080" cy="94320"/>
              </a:xfrm>
              <a:custGeom>
                <a:avLst/>
                <a:gdLst>
                  <a:gd name="textAreaLeft" fmla="*/ 0 w 100080"/>
                  <a:gd name="textAreaRight" fmla="*/ 105120 w 100080"/>
                  <a:gd name="textAreaTop" fmla="*/ 0 h 94320"/>
                  <a:gd name="textAreaBottom" fmla="*/ 99360 h 9432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6" name="Google Shape;2227;p 2"/>
              <p:cNvSpPr/>
              <p:nvPr/>
            </p:nvSpPr>
            <p:spPr>
              <a:xfrm>
                <a:off x="757080" y="5700600"/>
                <a:ext cx="93600" cy="91440"/>
              </a:xfrm>
              <a:custGeom>
                <a:avLst/>
                <a:gdLst>
                  <a:gd name="textAreaLeft" fmla="*/ 0 w 93600"/>
                  <a:gd name="textAreaRight" fmla="*/ 98640 w 93600"/>
                  <a:gd name="textAreaTop" fmla="*/ 0 h 91440"/>
                  <a:gd name="textAreaBottom" fmla="*/ 96480 h 9144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7" name="Google Shape;2228;p 2"/>
              <p:cNvSpPr/>
              <p:nvPr/>
            </p:nvSpPr>
            <p:spPr>
              <a:xfrm>
                <a:off x="854640" y="5700240"/>
                <a:ext cx="94320" cy="93240"/>
              </a:xfrm>
              <a:custGeom>
                <a:avLst/>
                <a:gdLst>
                  <a:gd name="textAreaLeft" fmla="*/ 0 w 94320"/>
                  <a:gd name="textAreaRight" fmla="*/ 99360 w 94320"/>
                  <a:gd name="textAreaTop" fmla="*/ 0 h 93240"/>
                  <a:gd name="textAreaBottom" fmla="*/ 98280 h 9324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418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6040" cy="449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552;p 1"/>
          <p:cNvSpPr/>
          <p:nvPr/>
        </p:nvSpPr>
        <p:spPr>
          <a:xfrm>
            <a:off x="839160" y="2095200"/>
            <a:ext cx="5425920" cy="19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6680" cy="5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2560" cy="336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Correções dos exercícios?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2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7480" cy="23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395;p18"/>
          <p:cNvSpPr/>
          <p:nvPr/>
        </p:nvSpPr>
        <p:spPr>
          <a:xfrm>
            <a:off x="768240" y="2872440"/>
            <a:ext cx="4019760" cy="169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24" name="Google Shape;2396;p18"/>
          <p:cNvGrpSpPr/>
          <p:nvPr/>
        </p:nvGrpSpPr>
        <p:grpSpPr>
          <a:xfrm>
            <a:off x="425520" y="2453400"/>
            <a:ext cx="688320" cy="688320"/>
            <a:chOff x="425520" y="2453400"/>
            <a:chExt cx="688320" cy="688320"/>
          </a:xfrm>
        </p:grpSpPr>
        <p:sp>
          <p:nvSpPr>
            <p:cNvPr id="2425" name="Google Shape;2397;p18"/>
            <p:cNvSpPr/>
            <p:nvPr/>
          </p:nvSpPr>
          <p:spPr>
            <a:xfrm>
              <a:off x="425520" y="2800080"/>
              <a:ext cx="341640" cy="341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6" name="Google Shape;2398;p18"/>
            <p:cNvSpPr/>
            <p:nvPr/>
          </p:nvSpPr>
          <p:spPr>
            <a:xfrm>
              <a:off x="772200" y="2453400"/>
              <a:ext cx="341640" cy="341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27" name="Google Shape;2399;p18"/>
          <p:cNvGrpSpPr/>
          <p:nvPr/>
        </p:nvGrpSpPr>
        <p:grpSpPr>
          <a:xfrm>
            <a:off x="4358160" y="3877920"/>
            <a:ext cx="688320" cy="688320"/>
            <a:chOff x="4358160" y="3877920"/>
            <a:chExt cx="688320" cy="688320"/>
          </a:xfrm>
        </p:grpSpPr>
        <p:sp>
          <p:nvSpPr>
            <p:cNvPr id="2428" name="Google Shape;2400;p18"/>
            <p:cNvSpPr/>
            <p:nvPr/>
          </p:nvSpPr>
          <p:spPr>
            <a:xfrm>
              <a:off x="4358160" y="4224600"/>
              <a:ext cx="341640" cy="341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9" name="Google Shape;2401;p18"/>
            <p:cNvSpPr/>
            <p:nvPr/>
          </p:nvSpPr>
          <p:spPr>
            <a:xfrm>
              <a:off x="4704840" y="3877920"/>
              <a:ext cx="341640" cy="3416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430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1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47480" cy="23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3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748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4" name=""/>
          <p:cNvSpPr/>
          <p:nvPr/>
        </p:nvSpPr>
        <p:spPr>
          <a:xfrm>
            <a:off x="5040000" y="540000"/>
            <a:ext cx="6835320" cy="33609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é uma maquina? O que é um computador?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quem escrevemos códigos?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Lógica → código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Script, Sistema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Hardware vs Software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5" name="PlaceHolder 8"/>
          <p:cNvSpPr/>
          <p:nvPr/>
        </p:nvSpPr>
        <p:spPr>
          <a:xfrm>
            <a:off x="643320" y="1084320"/>
            <a:ext cx="3416040" cy="17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Revisão Computação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6" name="Google Shape;2585;p 3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7" name="Google Shape;2586;p 3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748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8" name=""/>
          <p:cNvSpPr/>
          <p:nvPr/>
        </p:nvSpPr>
        <p:spPr>
          <a:xfrm>
            <a:off x="5040000" y="540000"/>
            <a:ext cx="6835320" cy="3361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- decisão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e While - repetição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Operadores aritméticos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+ - / * %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Operadores lógicos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Or Not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9" name="PlaceHolder 6"/>
          <p:cNvSpPr/>
          <p:nvPr/>
        </p:nvSpPr>
        <p:spPr>
          <a:xfrm>
            <a:off x="643320" y="1084320"/>
            <a:ext cx="3416040" cy="17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Revisão Python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0" name="Google Shape;2585;p 5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1" name="Google Shape;2586;p 5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748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2" name=""/>
          <p:cNvSpPr/>
          <p:nvPr/>
        </p:nvSpPr>
        <p:spPr>
          <a:xfrm>
            <a:off x="5040000" y="540000"/>
            <a:ext cx="6835320" cy="21805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Funções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 funcao(argumentos):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*args **kwargs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return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3" name="PlaceHolder 12"/>
          <p:cNvSpPr/>
          <p:nvPr/>
        </p:nvSpPr>
        <p:spPr>
          <a:xfrm>
            <a:off x="643320" y="1084320"/>
            <a:ext cx="3416040" cy="17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Revisão Python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4" name="Google Shape;2585;p 6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5" name="Google Shape;2586;p 6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748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6" name=""/>
          <p:cNvSpPr/>
          <p:nvPr/>
        </p:nvSpPr>
        <p:spPr>
          <a:xfrm>
            <a:off x="5040000" y="540000"/>
            <a:ext cx="6835320" cy="1394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Clone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Criar branch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Commits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Pull Request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7" name="PlaceHolder 13"/>
          <p:cNvSpPr/>
          <p:nvPr/>
        </p:nvSpPr>
        <p:spPr>
          <a:xfrm>
            <a:off x="643320" y="1084320"/>
            <a:ext cx="3416040" cy="17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Revisão Git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8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9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748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0" name=""/>
          <p:cNvSpPr/>
          <p:nvPr/>
        </p:nvSpPr>
        <p:spPr>
          <a:xfrm>
            <a:off x="5040000" y="540000"/>
            <a:ext cx="6835320" cy="4361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IP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identificar um PC especifico?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URL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‘nome’ para o IP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Portas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rodar múltiplos serviços em um único PC?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Autenticação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impedir que qualquer pessoa acesse um serviço, mesmo abrindo este a internet?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1" name="PlaceHolder 5"/>
          <p:cNvSpPr/>
          <p:nvPr/>
        </p:nvSpPr>
        <p:spPr>
          <a:xfrm>
            <a:off x="643320" y="1084320"/>
            <a:ext cx="3416040" cy="17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Revisão Redes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505;p29"/>
          <p:cNvSpPr/>
          <p:nvPr/>
        </p:nvSpPr>
        <p:spPr>
          <a:xfrm>
            <a:off x="1858320" y="1430640"/>
            <a:ext cx="45475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3" name="Google Shape;2506;p29"/>
          <p:cNvSpPr/>
          <p:nvPr/>
        </p:nvSpPr>
        <p:spPr>
          <a:xfrm>
            <a:off x="1771200" y="2014200"/>
            <a:ext cx="4449240" cy="32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54" name="Google Shape;2507;p29"/>
          <p:cNvGrpSpPr/>
          <p:nvPr/>
        </p:nvGrpSpPr>
        <p:grpSpPr>
          <a:xfrm>
            <a:off x="1413720" y="1054800"/>
            <a:ext cx="688320" cy="688320"/>
            <a:chOff x="1413720" y="1054800"/>
            <a:chExt cx="688320" cy="688320"/>
          </a:xfrm>
        </p:grpSpPr>
        <p:sp>
          <p:nvSpPr>
            <p:cNvPr id="2455" name="Google Shape;2508;p29"/>
            <p:cNvSpPr/>
            <p:nvPr/>
          </p:nvSpPr>
          <p:spPr>
            <a:xfrm>
              <a:off x="1413720" y="1401480"/>
              <a:ext cx="341640" cy="3416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6" name="Google Shape;2509;p29"/>
            <p:cNvSpPr/>
            <p:nvPr/>
          </p:nvSpPr>
          <p:spPr>
            <a:xfrm>
              <a:off x="1760400" y="1054800"/>
              <a:ext cx="341640" cy="3416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57" name="Google Shape;2510;p29"/>
          <p:cNvGrpSpPr/>
          <p:nvPr/>
        </p:nvGrpSpPr>
        <p:grpSpPr>
          <a:xfrm>
            <a:off x="5195160" y="5145120"/>
            <a:ext cx="688320" cy="688320"/>
            <a:chOff x="5195160" y="5145120"/>
            <a:chExt cx="688320" cy="688320"/>
          </a:xfrm>
        </p:grpSpPr>
        <p:sp>
          <p:nvSpPr>
            <p:cNvPr id="2458" name="Google Shape;2511;p29"/>
            <p:cNvSpPr/>
            <p:nvPr/>
          </p:nvSpPr>
          <p:spPr>
            <a:xfrm>
              <a:off x="5195160" y="5491800"/>
              <a:ext cx="341640" cy="3416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9" name="Google Shape;2512;p29"/>
            <p:cNvSpPr/>
            <p:nvPr/>
          </p:nvSpPr>
          <p:spPr>
            <a:xfrm>
              <a:off x="5541840" y="5145120"/>
              <a:ext cx="341640" cy="3416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60" name="Google Shape;2513;p29"/>
          <p:cNvSpPr/>
          <p:nvPr/>
        </p:nvSpPr>
        <p:spPr>
          <a:xfrm>
            <a:off x="6225840" y="4187880"/>
            <a:ext cx="216900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1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7480" cy="23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2" name="Google Shape;2585;p 4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064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63" name="Google Shape;2586;p 4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7480" cy="23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4" name=""/>
          <p:cNvSpPr/>
          <p:nvPr/>
        </p:nvSpPr>
        <p:spPr>
          <a:xfrm>
            <a:off x="5040000" y="540000"/>
            <a:ext cx="683532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5" name="PlaceHolder 7"/>
          <p:cNvSpPr/>
          <p:nvPr/>
        </p:nvSpPr>
        <p:spPr>
          <a:xfrm>
            <a:off x="643320" y="1084320"/>
            <a:ext cx="3416040" cy="17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Exemplos para portfólio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552;p 2"/>
          <p:cNvSpPr/>
          <p:nvPr/>
        </p:nvSpPr>
        <p:spPr>
          <a:xfrm>
            <a:off x="839160" y="2095200"/>
            <a:ext cx="5425560" cy="19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UC?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5680" cy="17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Feedbacks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68" name="Google Shape;2483;p 2"/>
          <p:cNvGrpSpPr/>
          <p:nvPr/>
        </p:nvGrpSpPr>
        <p:grpSpPr>
          <a:xfrm>
            <a:off x="358920" y="792360"/>
            <a:ext cx="562680" cy="562680"/>
            <a:chOff x="358920" y="792360"/>
            <a:chExt cx="562680" cy="562680"/>
          </a:xfrm>
        </p:grpSpPr>
        <p:sp>
          <p:nvSpPr>
            <p:cNvPr id="2469" name="Google Shape;2484;p 2"/>
            <p:cNvSpPr/>
            <p:nvPr/>
          </p:nvSpPr>
          <p:spPr>
            <a:xfrm>
              <a:off x="358920" y="1076400"/>
              <a:ext cx="278640" cy="2786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0" name="Google Shape;2485;p 2"/>
            <p:cNvSpPr/>
            <p:nvPr/>
          </p:nvSpPr>
          <p:spPr>
            <a:xfrm>
              <a:off x="642960" y="792360"/>
              <a:ext cx="278640" cy="2786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471" name="Google Shape;2486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7120" cy="23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2" name=""/>
          <p:cNvSpPr/>
          <p:nvPr/>
        </p:nvSpPr>
        <p:spPr>
          <a:xfrm>
            <a:off x="4680000" y="1000440"/>
            <a:ext cx="7194960" cy="35744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Confiança e coragem, vocês sabem fazer!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Continuação da construção do conhecimento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Prática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Expansão do portfólio, certificações, selos, currículo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Feedbacks grupo /  individuais sob demanda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3" name="Google Shape;2638;p 1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47120" cy="23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4" name=""/>
          <p:cNvSpPr/>
          <p:nvPr/>
        </p:nvSpPr>
        <p:spPr>
          <a:xfrm>
            <a:off x="4320000" y="1980000"/>
            <a:ext cx="7734960" cy="1394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5" name=""/>
          <p:cNvSpPr/>
          <p:nvPr/>
        </p:nvSpPr>
        <p:spPr>
          <a:xfrm>
            <a:off x="4140000" y="720000"/>
            <a:ext cx="5214960" cy="670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545;p 1"/>
          <p:cNvSpPr/>
          <p:nvPr/>
        </p:nvSpPr>
        <p:spPr>
          <a:xfrm>
            <a:off x="6982200" y="1879560"/>
            <a:ext cx="4061520" cy="15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7" name="Google Shape;2546;p 2"/>
          <p:cNvSpPr/>
          <p:nvPr/>
        </p:nvSpPr>
        <p:spPr>
          <a:xfrm>
            <a:off x="6982200" y="3731400"/>
            <a:ext cx="4569480" cy="12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8" name="Google Shape;2547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7120" cy="23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2762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2026-03-12T16:48:34Z</dcterms:modified>
  <cp:revision>63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