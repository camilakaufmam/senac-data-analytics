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5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55.xml" ContentType="application/vnd.openxmlformats-officedocument.them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4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70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5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0089AB3-7540-43DD-ABF9-2A3560B3E99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64F470-85E5-42CD-B38E-21172EB00AE5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D4DAB5-22B2-4474-AD72-85D54D8D538F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6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9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14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14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14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png"/><Relationship Id="rId3" Type="http://schemas.openxmlformats.org/officeDocument/2006/relationships/image" Target="../media/image26.png"/><Relationship Id="rId4" Type="http://schemas.openxmlformats.org/officeDocument/2006/relationships/image" Target="../media/image27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14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4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32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33.png"/><Relationship Id="rId4" Type="http://schemas.openxmlformats.org/officeDocument/2006/relationships/image" Target="../media/image33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14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9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36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14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81520" cy="6293520"/>
            <a:chOff x="461520" y="438840"/>
            <a:chExt cx="11081520" cy="629352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4720" cy="4284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7360" cy="200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9440" cy="32594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8720" cy="1094760"/>
              <a:chOff x="1406520" y="1012320"/>
              <a:chExt cx="1368720" cy="109476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4400" cy="5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30600" cy="2451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8680" y="-2880"/>
            <a:ext cx="4635720" cy="2451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6320" cy="2451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81520" cy="6293520"/>
            <a:chOff x="461520" y="438840"/>
            <a:chExt cx="11081520" cy="629352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4720" cy="4284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7360" cy="200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9440" cy="32594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8720" cy="1094760"/>
              <a:chOff x="1406520" y="1012320"/>
              <a:chExt cx="1368720" cy="109476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4400" cy="5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8680" y="-2880"/>
            <a:ext cx="4635720" cy="2451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6520" y="1268280"/>
            <a:ext cx="6863400" cy="4318200"/>
          </a:xfrm>
          <a:custGeom>
            <a:avLst/>
            <a:gdLst>
              <a:gd name="textAreaLeft" fmla="*/ 0 w 6863400"/>
              <a:gd name="textAreaRight" fmla="*/ 6864840 w 6863400"/>
              <a:gd name="textAreaTop" fmla="*/ 0 h 4318200"/>
              <a:gd name="textAreaBottom" fmla="*/ 4319640 h 431820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4000" cy="2484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1008;p78"/>
          <p:cNvGrpSpPr/>
          <p:nvPr/>
        </p:nvGrpSpPr>
        <p:grpSpPr>
          <a:xfrm>
            <a:off x="461520" y="438840"/>
            <a:ext cx="11081520" cy="6293520"/>
            <a:chOff x="461520" y="438840"/>
            <a:chExt cx="11081520" cy="6293520"/>
          </a:xfrm>
        </p:grpSpPr>
        <p:pic>
          <p:nvPicPr>
            <p:cNvPr id="79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4720" cy="4284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0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7360" cy="200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9440" cy="32594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2" name="Google Shape;1012;p78"/>
            <p:cNvGrpSpPr/>
            <p:nvPr/>
          </p:nvGrpSpPr>
          <p:grpSpPr>
            <a:xfrm>
              <a:off x="1406520" y="1012320"/>
              <a:ext cx="1368720" cy="1094760"/>
              <a:chOff x="1406520" y="1012320"/>
              <a:chExt cx="1368720" cy="1094760"/>
            </a:xfrm>
          </p:grpSpPr>
          <p:sp>
            <p:nvSpPr>
              <p:cNvPr id="83" name="Google Shape;1013;p78"/>
              <p:cNvSpPr/>
              <p:nvPr/>
            </p:nvSpPr>
            <p:spPr>
              <a:xfrm>
                <a:off x="1954800" y="10123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Google Shape;1014;p78"/>
              <p:cNvSpPr/>
              <p:nvPr/>
            </p:nvSpPr>
            <p:spPr>
              <a:xfrm>
                <a:off x="1680480" y="128628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Google Shape;1015;p78"/>
              <p:cNvSpPr/>
              <p:nvPr/>
            </p:nvSpPr>
            <p:spPr>
              <a:xfrm>
                <a:off x="1406520" y="1560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Google Shape;1016;p78"/>
              <p:cNvSpPr/>
              <p:nvPr/>
            </p:nvSpPr>
            <p:spPr>
              <a:xfrm>
                <a:off x="140652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Google Shape;1017;p78"/>
              <p:cNvSpPr/>
              <p:nvPr/>
            </p:nvSpPr>
            <p:spPr>
              <a:xfrm>
                <a:off x="168048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Google Shape;1018;p78"/>
              <p:cNvSpPr/>
              <p:nvPr/>
            </p:nvSpPr>
            <p:spPr>
              <a:xfrm>
                <a:off x="195480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Google Shape;1019;p78"/>
              <p:cNvSpPr/>
              <p:nvPr/>
            </p:nvSpPr>
            <p:spPr>
              <a:xfrm>
                <a:off x="222876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Google Shape;1020;p78"/>
              <p:cNvSpPr/>
              <p:nvPr/>
            </p:nvSpPr>
            <p:spPr>
              <a:xfrm>
                <a:off x="2502720" y="18345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Google Shape;1021;p78"/>
              <p:cNvSpPr/>
              <p:nvPr/>
            </p:nvSpPr>
            <p:spPr>
              <a:xfrm>
                <a:off x="2502720" y="1560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Google Shape;1022;p78"/>
              <p:cNvSpPr/>
              <p:nvPr/>
            </p:nvSpPr>
            <p:spPr>
              <a:xfrm>
                <a:off x="2228760" y="128628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93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4400" cy="5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1024;p78"/>
          <p:cNvSpPr/>
          <p:nvPr/>
        </p:nvSpPr>
        <p:spPr>
          <a:xfrm flipH="1">
            <a:off x="7618680" y="-2880"/>
            <a:ext cx="4635720" cy="2451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025;p78"/>
          <p:cNvSpPr/>
          <p:nvPr/>
        </p:nvSpPr>
        <p:spPr>
          <a:xfrm>
            <a:off x="35420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026;p78"/>
          <p:cNvSpPr/>
          <p:nvPr/>
        </p:nvSpPr>
        <p:spPr>
          <a:xfrm>
            <a:off x="40971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027;p78"/>
          <p:cNvSpPr/>
          <p:nvPr/>
        </p:nvSpPr>
        <p:spPr>
          <a:xfrm>
            <a:off x="46047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028;p78"/>
          <p:cNvSpPr/>
          <p:nvPr/>
        </p:nvSpPr>
        <p:spPr>
          <a:xfrm>
            <a:off x="51192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029;p78"/>
          <p:cNvSpPr/>
          <p:nvPr/>
        </p:nvSpPr>
        <p:spPr>
          <a:xfrm>
            <a:off x="56336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030;p78"/>
          <p:cNvSpPr/>
          <p:nvPr/>
        </p:nvSpPr>
        <p:spPr>
          <a:xfrm>
            <a:off x="67003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031;p78"/>
          <p:cNvSpPr/>
          <p:nvPr/>
        </p:nvSpPr>
        <p:spPr>
          <a:xfrm>
            <a:off x="61891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032;p78"/>
          <p:cNvSpPr/>
          <p:nvPr/>
        </p:nvSpPr>
        <p:spPr>
          <a:xfrm>
            <a:off x="72968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033;p78"/>
          <p:cNvSpPr/>
          <p:nvPr/>
        </p:nvSpPr>
        <p:spPr>
          <a:xfrm>
            <a:off x="78588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034;p78"/>
          <p:cNvSpPr/>
          <p:nvPr/>
        </p:nvSpPr>
        <p:spPr>
          <a:xfrm>
            <a:off x="840168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035;p78"/>
          <p:cNvSpPr/>
          <p:nvPr/>
        </p:nvSpPr>
        <p:spPr>
          <a:xfrm rot="5400000">
            <a:off x="-1316520" y="1268280"/>
            <a:ext cx="6863400" cy="4318200"/>
          </a:xfrm>
          <a:custGeom>
            <a:avLst/>
            <a:gdLst>
              <a:gd name="textAreaLeft" fmla="*/ 0 w 6863400"/>
              <a:gd name="textAreaRight" fmla="*/ 6864840 w 6863400"/>
              <a:gd name="textAreaTop" fmla="*/ 0 h 4318200"/>
              <a:gd name="textAreaBottom" fmla="*/ 4319640 h 431820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036;p78"/>
          <p:cNvSpPr/>
          <p:nvPr/>
        </p:nvSpPr>
        <p:spPr>
          <a:xfrm>
            <a:off x="-45360" y="0"/>
            <a:ext cx="8064000" cy="238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740;p71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0" name="Google Shape;741;p71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1" name="Google Shape;742;p71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Google Shape;743;p71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3" name="Google Shape;744;p71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Google Shape;745;p71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Google Shape;746;p71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Google Shape;747;p71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Google Shape;748;p71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Google Shape;749;p71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69" name="Google Shape;750;p71"/>
          <p:cNvGrpSpPr/>
          <p:nvPr/>
        </p:nvGrpSpPr>
        <p:grpSpPr>
          <a:xfrm>
            <a:off x="822600" y="270000"/>
            <a:ext cx="11081880" cy="7117920"/>
            <a:chOff x="822600" y="270000"/>
            <a:chExt cx="11081880" cy="7117920"/>
          </a:xfrm>
        </p:grpSpPr>
        <p:grpSp>
          <p:nvGrpSpPr>
            <p:cNvPr id="1070" name="Google Shape;751;p71"/>
            <p:cNvGrpSpPr/>
            <p:nvPr/>
          </p:nvGrpSpPr>
          <p:grpSpPr>
            <a:xfrm>
              <a:off x="822600" y="270000"/>
              <a:ext cx="11081880" cy="6293520"/>
              <a:chOff x="822600" y="270000"/>
              <a:chExt cx="11081880" cy="6293520"/>
            </a:xfrm>
          </p:grpSpPr>
          <p:pic>
            <p:nvPicPr>
              <p:cNvPr id="1071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4720" cy="4284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2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7360" cy="2007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3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9440" cy="3259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74" name="Google Shape;755;p71"/>
              <p:cNvGrpSpPr/>
              <p:nvPr/>
            </p:nvGrpSpPr>
            <p:grpSpPr>
              <a:xfrm>
                <a:off x="1767960" y="843120"/>
                <a:ext cx="1368720" cy="1094760"/>
                <a:chOff x="1767960" y="843120"/>
                <a:chExt cx="1368720" cy="1094760"/>
              </a:xfrm>
            </p:grpSpPr>
            <p:sp>
              <p:nvSpPr>
                <p:cNvPr id="1075" name="Google Shape;756;p71"/>
                <p:cNvSpPr/>
                <p:nvPr/>
              </p:nvSpPr>
              <p:spPr>
                <a:xfrm>
                  <a:off x="2315880" y="84312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6" name="Google Shape;757;p71"/>
                <p:cNvSpPr/>
                <p:nvPr/>
              </p:nvSpPr>
              <p:spPr>
                <a:xfrm>
                  <a:off x="2041920" y="111744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7" name="Google Shape;758;p71"/>
                <p:cNvSpPr/>
                <p:nvPr/>
              </p:nvSpPr>
              <p:spPr>
                <a:xfrm>
                  <a:off x="1767960" y="139140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8" name="Google Shape;759;p71"/>
                <p:cNvSpPr/>
                <p:nvPr/>
              </p:nvSpPr>
              <p:spPr>
                <a:xfrm>
                  <a:off x="176796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9" name="Google Shape;760;p71"/>
                <p:cNvSpPr/>
                <p:nvPr/>
              </p:nvSpPr>
              <p:spPr>
                <a:xfrm>
                  <a:off x="204192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0" name="Google Shape;761;p71"/>
                <p:cNvSpPr/>
                <p:nvPr/>
              </p:nvSpPr>
              <p:spPr>
                <a:xfrm>
                  <a:off x="231588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1" name="Google Shape;762;p71"/>
                <p:cNvSpPr/>
                <p:nvPr/>
              </p:nvSpPr>
              <p:spPr>
                <a:xfrm>
                  <a:off x="259020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2" name="Google Shape;763;p71"/>
                <p:cNvSpPr/>
                <p:nvPr/>
              </p:nvSpPr>
              <p:spPr>
                <a:xfrm>
                  <a:off x="286416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3" name="Google Shape;764;p71"/>
                <p:cNvSpPr/>
                <p:nvPr/>
              </p:nvSpPr>
              <p:spPr>
                <a:xfrm>
                  <a:off x="2864160" y="139140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4" name="Google Shape;765;p71"/>
                <p:cNvSpPr/>
                <p:nvPr/>
              </p:nvSpPr>
              <p:spPr>
                <a:xfrm>
                  <a:off x="2590200" y="111744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85" name="Google Shape;766;p71"/>
            <p:cNvGrpSpPr/>
            <p:nvPr/>
          </p:nvGrpSpPr>
          <p:grpSpPr>
            <a:xfrm>
              <a:off x="6279120" y="5470920"/>
              <a:ext cx="1917000" cy="1917000"/>
              <a:chOff x="6279120" y="5470920"/>
              <a:chExt cx="1917000" cy="1917000"/>
            </a:xfrm>
          </p:grpSpPr>
          <p:sp>
            <p:nvSpPr>
              <p:cNvPr id="1086" name="Google Shape;767;p71"/>
              <p:cNvSpPr/>
              <p:nvPr/>
            </p:nvSpPr>
            <p:spPr>
              <a:xfrm>
                <a:off x="627912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" name="Google Shape;768;p71"/>
              <p:cNvSpPr/>
              <p:nvPr/>
            </p:nvSpPr>
            <p:spPr>
              <a:xfrm>
                <a:off x="655308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" name="Google Shape;769;p71"/>
              <p:cNvSpPr/>
              <p:nvPr/>
            </p:nvSpPr>
            <p:spPr>
              <a:xfrm>
                <a:off x="682704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9" name="Google Shape;770;p71"/>
              <p:cNvSpPr/>
              <p:nvPr/>
            </p:nvSpPr>
            <p:spPr>
              <a:xfrm>
                <a:off x="710136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Google Shape;771;p71"/>
              <p:cNvSpPr/>
              <p:nvPr/>
            </p:nvSpPr>
            <p:spPr>
              <a:xfrm>
                <a:off x="737532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1" name="Google Shape;772;p71"/>
              <p:cNvSpPr/>
              <p:nvPr/>
            </p:nvSpPr>
            <p:spPr>
              <a:xfrm>
                <a:off x="764928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2" name="Google Shape;773;p71"/>
              <p:cNvSpPr/>
              <p:nvPr/>
            </p:nvSpPr>
            <p:spPr>
              <a:xfrm>
                <a:off x="792360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3" name="Google Shape;774;p71"/>
              <p:cNvSpPr/>
              <p:nvPr/>
            </p:nvSpPr>
            <p:spPr>
              <a:xfrm>
                <a:off x="7923600" y="68414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Google Shape;775;p71"/>
              <p:cNvSpPr/>
              <p:nvPr/>
            </p:nvSpPr>
            <p:spPr>
              <a:xfrm>
                <a:off x="7923600" y="65671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Google Shape;776;p71"/>
              <p:cNvSpPr/>
              <p:nvPr/>
            </p:nvSpPr>
            <p:spPr>
              <a:xfrm>
                <a:off x="7923600" y="62931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Google Shape;777;p71"/>
              <p:cNvSpPr/>
              <p:nvPr/>
            </p:nvSpPr>
            <p:spPr>
              <a:xfrm>
                <a:off x="7923600" y="60192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Google Shape;778;p71"/>
              <p:cNvSpPr/>
              <p:nvPr/>
            </p:nvSpPr>
            <p:spPr>
              <a:xfrm>
                <a:off x="7649280" y="5745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Google Shape;779;p71"/>
              <p:cNvSpPr/>
              <p:nvPr/>
            </p:nvSpPr>
            <p:spPr>
              <a:xfrm>
                <a:off x="7375320" y="54709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9" name="Google Shape;780;p71"/>
              <p:cNvSpPr/>
              <p:nvPr/>
            </p:nvSpPr>
            <p:spPr>
              <a:xfrm>
                <a:off x="7101360" y="54709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0" name="Google Shape;781;p71"/>
              <p:cNvSpPr/>
              <p:nvPr/>
            </p:nvSpPr>
            <p:spPr>
              <a:xfrm>
                <a:off x="6827040" y="54709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1" name="Google Shape;782;p71"/>
              <p:cNvSpPr/>
              <p:nvPr/>
            </p:nvSpPr>
            <p:spPr>
              <a:xfrm>
                <a:off x="6553080" y="5745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Google Shape;783;p71"/>
              <p:cNvSpPr/>
              <p:nvPr/>
            </p:nvSpPr>
            <p:spPr>
              <a:xfrm>
                <a:off x="6279120" y="60192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3" name="Google Shape;784;p71"/>
              <p:cNvSpPr/>
              <p:nvPr/>
            </p:nvSpPr>
            <p:spPr>
              <a:xfrm>
                <a:off x="6279120" y="62931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Google Shape;785;p71"/>
              <p:cNvSpPr/>
              <p:nvPr/>
            </p:nvSpPr>
            <p:spPr>
              <a:xfrm>
                <a:off x="6279120" y="65671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5" name="Google Shape;786;p71"/>
              <p:cNvSpPr/>
              <p:nvPr/>
            </p:nvSpPr>
            <p:spPr>
              <a:xfrm>
                <a:off x="6279120" y="68414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" name="Google Shape;2061;p94"/>
          <p:cNvGrpSpPr/>
          <p:nvPr/>
        </p:nvGrpSpPr>
        <p:grpSpPr>
          <a:xfrm>
            <a:off x="822600" y="270000"/>
            <a:ext cx="11081880" cy="7117920"/>
            <a:chOff x="822600" y="270000"/>
            <a:chExt cx="11081880" cy="7117920"/>
          </a:xfrm>
        </p:grpSpPr>
        <p:grpSp>
          <p:nvGrpSpPr>
            <p:cNvPr id="1301" name="Google Shape;2062;p94"/>
            <p:cNvGrpSpPr/>
            <p:nvPr/>
          </p:nvGrpSpPr>
          <p:grpSpPr>
            <a:xfrm>
              <a:off x="822600" y="270000"/>
              <a:ext cx="11081880" cy="6293520"/>
              <a:chOff x="822600" y="270000"/>
              <a:chExt cx="11081880" cy="6293520"/>
            </a:xfrm>
          </p:grpSpPr>
          <p:pic>
            <p:nvPicPr>
              <p:cNvPr id="1302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4720" cy="4284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303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7360" cy="2007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304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9440" cy="3259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305" name="Google Shape;2066;p94"/>
              <p:cNvGrpSpPr/>
              <p:nvPr/>
            </p:nvGrpSpPr>
            <p:grpSpPr>
              <a:xfrm>
                <a:off x="1767960" y="843120"/>
                <a:ext cx="1368720" cy="1094760"/>
                <a:chOff x="1767960" y="843120"/>
                <a:chExt cx="1368720" cy="1094760"/>
              </a:xfrm>
            </p:grpSpPr>
            <p:sp>
              <p:nvSpPr>
                <p:cNvPr id="1306" name="Google Shape;2067;p94"/>
                <p:cNvSpPr/>
                <p:nvPr/>
              </p:nvSpPr>
              <p:spPr>
                <a:xfrm>
                  <a:off x="2315880" y="84312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07" name="Google Shape;2068;p94"/>
                <p:cNvSpPr/>
                <p:nvPr/>
              </p:nvSpPr>
              <p:spPr>
                <a:xfrm>
                  <a:off x="2041920" y="111744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08" name="Google Shape;2069;p94"/>
                <p:cNvSpPr/>
                <p:nvPr/>
              </p:nvSpPr>
              <p:spPr>
                <a:xfrm>
                  <a:off x="1767960" y="139140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09" name="Google Shape;2070;p94"/>
                <p:cNvSpPr/>
                <p:nvPr/>
              </p:nvSpPr>
              <p:spPr>
                <a:xfrm>
                  <a:off x="176796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0" name="Google Shape;2071;p94"/>
                <p:cNvSpPr/>
                <p:nvPr/>
              </p:nvSpPr>
              <p:spPr>
                <a:xfrm>
                  <a:off x="204192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1" name="Google Shape;2072;p94"/>
                <p:cNvSpPr/>
                <p:nvPr/>
              </p:nvSpPr>
              <p:spPr>
                <a:xfrm>
                  <a:off x="231588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2" name="Google Shape;2073;p94"/>
                <p:cNvSpPr/>
                <p:nvPr/>
              </p:nvSpPr>
              <p:spPr>
                <a:xfrm>
                  <a:off x="259020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3" name="Google Shape;2074;p94"/>
                <p:cNvSpPr/>
                <p:nvPr/>
              </p:nvSpPr>
              <p:spPr>
                <a:xfrm>
                  <a:off x="286416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4" name="Google Shape;2075;p94"/>
                <p:cNvSpPr/>
                <p:nvPr/>
              </p:nvSpPr>
              <p:spPr>
                <a:xfrm>
                  <a:off x="2864160" y="139140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5" name="Google Shape;2076;p94"/>
                <p:cNvSpPr/>
                <p:nvPr/>
              </p:nvSpPr>
              <p:spPr>
                <a:xfrm>
                  <a:off x="2590200" y="111744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16" name="Google Shape;2077;p94"/>
            <p:cNvGrpSpPr/>
            <p:nvPr/>
          </p:nvGrpSpPr>
          <p:grpSpPr>
            <a:xfrm>
              <a:off x="6279120" y="5470920"/>
              <a:ext cx="1917000" cy="1917000"/>
              <a:chOff x="6279120" y="5470920"/>
              <a:chExt cx="1917000" cy="1917000"/>
            </a:xfrm>
          </p:grpSpPr>
          <p:sp>
            <p:nvSpPr>
              <p:cNvPr id="1317" name="Google Shape;2078;p94"/>
              <p:cNvSpPr/>
              <p:nvPr/>
            </p:nvSpPr>
            <p:spPr>
              <a:xfrm>
                <a:off x="627912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8" name="Google Shape;2079;p94"/>
              <p:cNvSpPr/>
              <p:nvPr/>
            </p:nvSpPr>
            <p:spPr>
              <a:xfrm>
                <a:off x="655308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9" name="Google Shape;2080;p94"/>
              <p:cNvSpPr/>
              <p:nvPr/>
            </p:nvSpPr>
            <p:spPr>
              <a:xfrm>
                <a:off x="682704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0" name="Google Shape;2081;p94"/>
              <p:cNvSpPr/>
              <p:nvPr/>
            </p:nvSpPr>
            <p:spPr>
              <a:xfrm>
                <a:off x="710136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1" name="Google Shape;2082;p94"/>
              <p:cNvSpPr/>
              <p:nvPr/>
            </p:nvSpPr>
            <p:spPr>
              <a:xfrm>
                <a:off x="737532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2" name="Google Shape;2083;p94"/>
              <p:cNvSpPr/>
              <p:nvPr/>
            </p:nvSpPr>
            <p:spPr>
              <a:xfrm>
                <a:off x="764928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3" name="Google Shape;2084;p94"/>
              <p:cNvSpPr/>
              <p:nvPr/>
            </p:nvSpPr>
            <p:spPr>
              <a:xfrm>
                <a:off x="792360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4" name="Google Shape;2085;p94"/>
              <p:cNvSpPr/>
              <p:nvPr/>
            </p:nvSpPr>
            <p:spPr>
              <a:xfrm>
                <a:off x="7923600" y="68414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5" name="Google Shape;2086;p94"/>
              <p:cNvSpPr/>
              <p:nvPr/>
            </p:nvSpPr>
            <p:spPr>
              <a:xfrm>
                <a:off x="7923600" y="65671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6" name="Google Shape;2087;p94"/>
              <p:cNvSpPr/>
              <p:nvPr/>
            </p:nvSpPr>
            <p:spPr>
              <a:xfrm>
                <a:off x="7923600" y="62931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7" name="Google Shape;2088;p94"/>
              <p:cNvSpPr/>
              <p:nvPr/>
            </p:nvSpPr>
            <p:spPr>
              <a:xfrm>
                <a:off x="7923600" y="60192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8" name="Google Shape;2089;p94"/>
              <p:cNvSpPr/>
              <p:nvPr/>
            </p:nvSpPr>
            <p:spPr>
              <a:xfrm>
                <a:off x="7649280" y="5745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9" name="Google Shape;2090;p94"/>
              <p:cNvSpPr/>
              <p:nvPr/>
            </p:nvSpPr>
            <p:spPr>
              <a:xfrm>
                <a:off x="7375320" y="54709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0" name="Google Shape;2091;p94"/>
              <p:cNvSpPr/>
              <p:nvPr/>
            </p:nvSpPr>
            <p:spPr>
              <a:xfrm>
                <a:off x="7101360" y="54709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1" name="Google Shape;2092;p94"/>
              <p:cNvSpPr/>
              <p:nvPr/>
            </p:nvSpPr>
            <p:spPr>
              <a:xfrm>
                <a:off x="6827040" y="54709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2" name="Google Shape;2093;p94"/>
              <p:cNvSpPr/>
              <p:nvPr/>
            </p:nvSpPr>
            <p:spPr>
              <a:xfrm>
                <a:off x="6553080" y="5745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3" name="Google Shape;2094;p94"/>
              <p:cNvSpPr/>
              <p:nvPr/>
            </p:nvSpPr>
            <p:spPr>
              <a:xfrm>
                <a:off x="6279120" y="60192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4" name="Google Shape;2095;p94"/>
              <p:cNvSpPr/>
              <p:nvPr/>
            </p:nvSpPr>
            <p:spPr>
              <a:xfrm>
                <a:off x="6279120" y="62931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5" name="Google Shape;2096;p94"/>
              <p:cNvSpPr/>
              <p:nvPr/>
            </p:nvSpPr>
            <p:spPr>
              <a:xfrm>
                <a:off x="6279120" y="65671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6" name="Google Shape;2097;p94"/>
              <p:cNvSpPr/>
              <p:nvPr/>
            </p:nvSpPr>
            <p:spPr>
              <a:xfrm>
                <a:off x="6279120" y="68414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37" name="Google Shape;2098;p94"/>
          <p:cNvGrpSpPr/>
          <p:nvPr/>
        </p:nvGrpSpPr>
        <p:grpSpPr>
          <a:xfrm>
            <a:off x="-14400" y="3337560"/>
            <a:ext cx="3918240" cy="2938320"/>
            <a:chOff x="-14400" y="3337560"/>
            <a:chExt cx="3918240" cy="2938320"/>
          </a:xfrm>
        </p:grpSpPr>
        <p:sp>
          <p:nvSpPr>
            <p:cNvPr id="1338" name="Google Shape;2099;p94"/>
            <p:cNvSpPr/>
            <p:nvPr/>
          </p:nvSpPr>
          <p:spPr>
            <a:xfrm flipH="1" rot="16200000">
              <a:off x="3253320" y="562392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9" name="Google Shape;2100;p94"/>
            <p:cNvSpPr/>
            <p:nvPr/>
          </p:nvSpPr>
          <p:spPr>
            <a:xfrm flipH="1">
              <a:off x="639000" y="562392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Google Shape;2101;p94"/>
            <p:cNvSpPr/>
            <p:nvPr/>
          </p:nvSpPr>
          <p:spPr>
            <a:xfrm flipH="1">
              <a:off x="965520" y="5623920"/>
              <a:ext cx="325440" cy="3254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1" name="Google Shape;2102;p94"/>
            <p:cNvSpPr/>
            <p:nvPr/>
          </p:nvSpPr>
          <p:spPr>
            <a:xfrm flipH="1">
              <a:off x="1292040" y="562392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Google Shape;2103;p94"/>
            <p:cNvSpPr/>
            <p:nvPr/>
          </p:nvSpPr>
          <p:spPr>
            <a:xfrm flipH="1">
              <a:off x="1945440" y="562392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3" name="Google Shape;2104;p94"/>
            <p:cNvSpPr/>
            <p:nvPr/>
          </p:nvSpPr>
          <p:spPr>
            <a:xfrm flipH="1">
              <a:off x="1618560" y="562392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4" name="Google Shape;2105;p94"/>
            <p:cNvSpPr/>
            <p:nvPr/>
          </p:nvSpPr>
          <p:spPr>
            <a:xfrm flipH="1">
              <a:off x="2271960" y="562392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5" name="Google Shape;2106;p94"/>
            <p:cNvSpPr/>
            <p:nvPr/>
          </p:nvSpPr>
          <p:spPr>
            <a:xfrm flipH="1">
              <a:off x="2598480" y="562392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Google Shape;2107;p94"/>
            <p:cNvSpPr/>
            <p:nvPr/>
          </p:nvSpPr>
          <p:spPr>
            <a:xfrm flipH="1">
              <a:off x="2925000" y="562392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7" name="Google Shape;2108;p94"/>
            <p:cNvSpPr/>
            <p:nvPr/>
          </p:nvSpPr>
          <p:spPr>
            <a:xfrm flipH="1">
              <a:off x="3578400" y="562392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Google Shape;2109;p94"/>
            <p:cNvSpPr/>
            <p:nvPr/>
          </p:nvSpPr>
          <p:spPr>
            <a:xfrm flipH="1" rot="16200000">
              <a:off x="3253320" y="49708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Google Shape;2110;p94"/>
            <p:cNvSpPr/>
            <p:nvPr/>
          </p:nvSpPr>
          <p:spPr>
            <a:xfrm flipH="1" rot="16200000">
              <a:off x="3253320" y="52974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0" name="Google Shape;2111;p94"/>
            <p:cNvSpPr/>
            <p:nvPr/>
          </p:nvSpPr>
          <p:spPr>
            <a:xfrm flipH="1" rot="16200000">
              <a:off x="325332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1" name="Google Shape;2112;p94"/>
            <p:cNvSpPr/>
            <p:nvPr/>
          </p:nvSpPr>
          <p:spPr>
            <a:xfrm flipH="1" rot="16200000">
              <a:off x="3253320" y="39909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Google Shape;2113;p94"/>
            <p:cNvSpPr/>
            <p:nvPr/>
          </p:nvSpPr>
          <p:spPr>
            <a:xfrm flipH="1" rot="16200000">
              <a:off x="325332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Google Shape;2114;p94"/>
            <p:cNvSpPr/>
            <p:nvPr/>
          </p:nvSpPr>
          <p:spPr>
            <a:xfrm flipH="1">
              <a:off x="312120" y="52970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Google Shape;2115;p94"/>
            <p:cNvSpPr/>
            <p:nvPr/>
          </p:nvSpPr>
          <p:spPr>
            <a:xfrm flipH="1">
              <a:off x="-14400" y="52970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Google Shape;2116;p94"/>
            <p:cNvSpPr/>
            <p:nvPr/>
          </p:nvSpPr>
          <p:spPr>
            <a:xfrm flipH="1">
              <a:off x="639000" y="52970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Google Shape;2117;p94"/>
            <p:cNvSpPr/>
            <p:nvPr/>
          </p:nvSpPr>
          <p:spPr>
            <a:xfrm flipH="1">
              <a:off x="965520" y="52970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7" name="Google Shape;2118;p94"/>
            <p:cNvSpPr/>
            <p:nvPr/>
          </p:nvSpPr>
          <p:spPr>
            <a:xfrm flipH="1">
              <a:off x="1292040" y="52970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Google Shape;2119;p94"/>
            <p:cNvSpPr/>
            <p:nvPr/>
          </p:nvSpPr>
          <p:spPr>
            <a:xfrm flipH="1">
              <a:off x="1945440" y="52970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9" name="Google Shape;2120;p94"/>
            <p:cNvSpPr/>
            <p:nvPr/>
          </p:nvSpPr>
          <p:spPr>
            <a:xfrm flipH="1">
              <a:off x="1618560" y="52970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Google Shape;2121;p94"/>
            <p:cNvSpPr/>
            <p:nvPr/>
          </p:nvSpPr>
          <p:spPr>
            <a:xfrm flipH="1">
              <a:off x="2925000" y="52970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Google Shape;2122;p94"/>
            <p:cNvSpPr/>
            <p:nvPr/>
          </p:nvSpPr>
          <p:spPr>
            <a:xfrm flipH="1">
              <a:off x="3578400" y="52970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Google Shape;2123;p94"/>
            <p:cNvSpPr/>
            <p:nvPr/>
          </p:nvSpPr>
          <p:spPr>
            <a:xfrm flipH="1">
              <a:off x="312120" y="49708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3" name="Google Shape;2124;p94"/>
            <p:cNvSpPr/>
            <p:nvPr/>
          </p:nvSpPr>
          <p:spPr>
            <a:xfrm flipH="1">
              <a:off x="639000" y="49708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4" name="Google Shape;2125;p94"/>
            <p:cNvSpPr/>
            <p:nvPr/>
          </p:nvSpPr>
          <p:spPr>
            <a:xfrm flipH="1">
              <a:off x="965520" y="49708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5" name="Google Shape;2126;p94"/>
            <p:cNvSpPr/>
            <p:nvPr/>
          </p:nvSpPr>
          <p:spPr>
            <a:xfrm flipH="1">
              <a:off x="1292040" y="49708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6" name="Google Shape;2127;p94"/>
            <p:cNvSpPr/>
            <p:nvPr/>
          </p:nvSpPr>
          <p:spPr>
            <a:xfrm flipH="1">
              <a:off x="1945440" y="49708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7" name="Google Shape;2128;p94"/>
            <p:cNvSpPr/>
            <p:nvPr/>
          </p:nvSpPr>
          <p:spPr>
            <a:xfrm flipH="1">
              <a:off x="1618560" y="49708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8" name="Google Shape;2129;p94"/>
            <p:cNvSpPr/>
            <p:nvPr/>
          </p:nvSpPr>
          <p:spPr>
            <a:xfrm flipH="1">
              <a:off x="2271960" y="49708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9" name="Google Shape;2130;p94"/>
            <p:cNvSpPr/>
            <p:nvPr/>
          </p:nvSpPr>
          <p:spPr>
            <a:xfrm flipH="1">
              <a:off x="2598480" y="49708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0" name="Google Shape;2131;p94"/>
            <p:cNvSpPr/>
            <p:nvPr/>
          </p:nvSpPr>
          <p:spPr>
            <a:xfrm flipH="1">
              <a:off x="31212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1" name="Google Shape;2132;p94"/>
            <p:cNvSpPr/>
            <p:nvPr/>
          </p:nvSpPr>
          <p:spPr>
            <a:xfrm flipH="1">
              <a:off x="-1440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Google Shape;2133;p94"/>
            <p:cNvSpPr/>
            <p:nvPr/>
          </p:nvSpPr>
          <p:spPr>
            <a:xfrm flipH="1">
              <a:off x="639000" y="4644000"/>
              <a:ext cx="325440" cy="3254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3" name="Google Shape;2134;p94"/>
            <p:cNvSpPr/>
            <p:nvPr/>
          </p:nvSpPr>
          <p:spPr>
            <a:xfrm flipH="1">
              <a:off x="96552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4" name="Google Shape;2135;p94"/>
            <p:cNvSpPr/>
            <p:nvPr/>
          </p:nvSpPr>
          <p:spPr>
            <a:xfrm flipH="1">
              <a:off x="129204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Google Shape;2136;p94"/>
            <p:cNvSpPr/>
            <p:nvPr/>
          </p:nvSpPr>
          <p:spPr>
            <a:xfrm flipH="1">
              <a:off x="194544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Google Shape;2137;p94"/>
            <p:cNvSpPr/>
            <p:nvPr/>
          </p:nvSpPr>
          <p:spPr>
            <a:xfrm flipH="1">
              <a:off x="161856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Google Shape;2138;p94"/>
            <p:cNvSpPr/>
            <p:nvPr/>
          </p:nvSpPr>
          <p:spPr>
            <a:xfrm flipH="1">
              <a:off x="227196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Google Shape;2139;p94"/>
            <p:cNvSpPr/>
            <p:nvPr/>
          </p:nvSpPr>
          <p:spPr>
            <a:xfrm flipH="1">
              <a:off x="259848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Google Shape;2140;p94"/>
            <p:cNvSpPr/>
            <p:nvPr/>
          </p:nvSpPr>
          <p:spPr>
            <a:xfrm flipH="1">
              <a:off x="292500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0" name="Google Shape;2141;p94"/>
            <p:cNvSpPr/>
            <p:nvPr/>
          </p:nvSpPr>
          <p:spPr>
            <a:xfrm flipH="1">
              <a:off x="3578400" y="464400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Google Shape;2142;p94"/>
            <p:cNvSpPr/>
            <p:nvPr/>
          </p:nvSpPr>
          <p:spPr>
            <a:xfrm flipH="1">
              <a:off x="31212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Google Shape;2143;p94"/>
            <p:cNvSpPr/>
            <p:nvPr/>
          </p:nvSpPr>
          <p:spPr>
            <a:xfrm flipH="1">
              <a:off x="-1440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3" name="Google Shape;2144;p94"/>
            <p:cNvSpPr/>
            <p:nvPr/>
          </p:nvSpPr>
          <p:spPr>
            <a:xfrm flipH="1">
              <a:off x="63900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4" name="Google Shape;2145;p94"/>
            <p:cNvSpPr/>
            <p:nvPr/>
          </p:nvSpPr>
          <p:spPr>
            <a:xfrm flipH="1">
              <a:off x="96552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Google Shape;2146;p94"/>
            <p:cNvSpPr/>
            <p:nvPr/>
          </p:nvSpPr>
          <p:spPr>
            <a:xfrm flipH="1">
              <a:off x="129204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Google Shape;2147;p94"/>
            <p:cNvSpPr/>
            <p:nvPr/>
          </p:nvSpPr>
          <p:spPr>
            <a:xfrm flipH="1">
              <a:off x="194544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7" name="Google Shape;2148;p94"/>
            <p:cNvSpPr/>
            <p:nvPr/>
          </p:nvSpPr>
          <p:spPr>
            <a:xfrm flipH="1">
              <a:off x="161856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8" name="Google Shape;2149;p94"/>
            <p:cNvSpPr/>
            <p:nvPr/>
          </p:nvSpPr>
          <p:spPr>
            <a:xfrm flipH="1">
              <a:off x="227196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9" name="Google Shape;2150;p94"/>
            <p:cNvSpPr/>
            <p:nvPr/>
          </p:nvSpPr>
          <p:spPr>
            <a:xfrm flipH="1">
              <a:off x="2598480" y="4317480"/>
              <a:ext cx="325440" cy="3254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0" name="Google Shape;2151;p94"/>
            <p:cNvSpPr/>
            <p:nvPr/>
          </p:nvSpPr>
          <p:spPr>
            <a:xfrm flipH="1">
              <a:off x="292500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1" name="Google Shape;2152;p94"/>
            <p:cNvSpPr/>
            <p:nvPr/>
          </p:nvSpPr>
          <p:spPr>
            <a:xfrm flipH="1">
              <a:off x="3578400" y="431748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2" name="Google Shape;2153;p94"/>
            <p:cNvSpPr/>
            <p:nvPr/>
          </p:nvSpPr>
          <p:spPr>
            <a:xfrm flipH="1">
              <a:off x="312120" y="39909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3" name="Google Shape;2154;p94"/>
            <p:cNvSpPr/>
            <p:nvPr/>
          </p:nvSpPr>
          <p:spPr>
            <a:xfrm flipH="1">
              <a:off x="639000" y="39909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4" name="Google Shape;2155;p94"/>
            <p:cNvSpPr/>
            <p:nvPr/>
          </p:nvSpPr>
          <p:spPr>
            <a:xfrm flipH="1">
              <a:off x="965520" y="39909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5" name="Google Shape;2156;p94"/>
            <p:cNvSpPr/>
            <p:nvPr/>
          </p:nvSpPr>
          <p:spPr>
            <a:xfrm flipH="1">
              <a:off x="1292040" y="3990960"/>
              <a:ext cx="325440" cy="3254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Google Shape;2157;p94"/>
            <p:cNvSpPr/>
            <p:nvPr/>
          </p:nvSpPr>
          <p:spPr>
            <a:xfrm flipH="1">
              <a:off x="1945440" y="39909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Google Shape;2158;p94"/>
            <p:cNvSpPr/>
            <p:nvPr/>
          </p:nvSpPr>
          <p:spPr>
            <a:xfrm flipH="1">
              <a:off x="1618560" y="39909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8" name="Google Shape;2159;p94"/>
            <p:cNvSpPr/>
            <p:nvPr/>
          </p:nvSpPr>
          <p:spPr>
            <a:xfrm flipH="1">
              <a:off x="2271960" y="39909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9" name="Google Shape;2160;p94"/>
            <p:cNvSpPr/>
            <p:nvPr/>
          </p:nvSpPr>
          <p:spPr>
            <a:xfrm flipH="1">
              <a:off x="2598480" y="39909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0" name="Google Shape;2161;p94"/>
            <p:cNvSpPr/>
            <p:nvPr/>
          </p:nvSpPr>
          <p:spPr>
            <a:xfrm flipH="1">
              <a:off x="2925000" y="39909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1" name="Google Shape;2162;p94"/>
            <p:cNvSpPr/>
            <p:nvPr/>
          </p:nvSpPr>
          <p:spPr>
            <a:xfrm flipH="1">
              <a:off x="63900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2" name="Google Shape;2163;p94"/>
            <p:cNvSpPr/>
            <p:nvPr/>
          </p:nvSpPr>
          <p:spPr>
            <a:xfrm flipH="1">
              <a:off x="96552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3" name="Google Shape;2164;p94"/>
            <p:cNvSpPr/>
            <p:nvPr/>
          </p:nvSpPr>
          <p:spPr>
            <a:xfrm flipH="1">
              <a:off x="129204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4" name="Google Shape;2165;p94"/>
            <p:cNvSpPr/>
            <p:nvPr/>
          </p:nvSpPr>
          <p:spPr>
            <a:xfrm flipH="1">
              <a:off x="194544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5" name="Google Shape;2166;p94"/>
            <p:cNvSpPr/>
            <p:nvPr/>
          </p:nvSpPr>
          <p:spPr>
            <a:xfrm flipH="1">
              <a:off x="161856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6" name="Google Shape;2167;p94"/>
            <p:cNvSpPr/>
            <p:nvPr/>
          </p:nvSpPr>
          <p:spPr>
            <a:xfrm flipH="1">
              <a:off x="227196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7" name="Google Shape;2168;p94"/>
            <p:cNvSpPr/>
            <p:nvPr/>
          </p:nvSpPr>
          <p:spPr>
            <a:xfrm flipH="1">
              <a:off x="259848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8" name="Google Shape;2169;p94"/>
            <p:cNvSpPr/>
            <p:nvPr/>
          </p:nvSpPr>
          <p:spPr>
            <a:xfrm flipH="1">
              <a:off x="292500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9" name="Google Shape;2170;p94"/>
            <p:cNvSpPr/>
            <p:nvPr/>
          </p:nvSpPr>
          <p:spPr>
            <a:xfrm flipH="1">
              <a:off x="3578400" y="3664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0" name="Google Shape;2171;p94"/>
            <p:cNvSpPr/>
            <p:nvPr/>
          </p:nvSpPr>
          <p:spPr>
            <a:xfrm flipH="1">
              <a:off x="312120" y="33375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1" name="Google Shape;2172;p94"/>
            <p:cNvSpPr/>
            <p:nvPr/>
          </p:nvSpPr>
          <p:spPr>
            <a:xfrm flipH="1">
              <a:off x="-14400" y="33375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2" name="Google Shape;2173;p94"/>
            <p:cNvSpPr/>
            <p:nvPr/>
          </p:nvSpPr>
          <p:spPr>
            <a:xfrm flipH="1">
              <a:off x="639000" y="333756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3" name="Google Shape;2174;p94"/>
            <p:cNvSpPr/>
            <p:nvPr/>
          </p:nvSpPr>
          <p:spPr>
            <a:xfrm flipH="1">
              <a:off x="-14400" y="5950440"/>
              <a:ext cx="325440" cy="3254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4" name="Google Shape;2175;p94"/>
            <p:cNvSpPr/>
            <p:nvPr/>
          </p:nvSpPr>
          <p:spPr>
            <a:xfrm flipH="1">
              <a:off x="-14400" y="5623920"/>
              <a:ext cx="325440" cy="3254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5" name="Google Shape;2176;p94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6" name="Google Shape;2177;p94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7" name="Google Shape;2178;p94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8" name="Google Shape;2179;p94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9" name="Google Shape;2180;p94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Google Shape;2181;p94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Google Shape;2182;p94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Google Shape;2183;p94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Google Shape;2184;p94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Google Shape;2185;p94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5" name="Google Shape;2186;p94"/>
          <p:cNvSpPr/>
          <p:nvPr/>
        </p:nvSpPr>
        <p:spPr>
          <a:xfrm flipH="1" rot="10800000">
            <a:off x="5630400" y="5931000"/>
            <a:ext cx="6625080" cy="945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6" name="Google Shape;2187;p94"/>
          <p:cNvSpPr/>
          <p:nvPr/>
        </p:nvSpPr>
        <p:spPr>
          <a:xfrm rot="10800000">
            <a:off x="-63720" y="5934240"/>
            <a:ext cx="8083800" cy="9453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7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4400" cy="5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8" name="Google Shape;2189;p94"/>
          <p:cNvSpPr/>
          <p:nvPr/>
        </p:nvSpPr>
        <p:spPr>
          <a:xfrm rot="10800000">
            <a:off x="-70920" y="-61560"/>
            <a:ext cx="3977640" cy="37148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9" name="Google Shape;2190;p94"/>
          <p:cNvSpPr/>
          <p:nvPr/>
        </p:nvSpPr>
        <p:spPr>
          <a:xfrm rot="10800000">
            <a:off x="908640" y="49320"/>
            <a:ext cx="2990880" cy="3912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366;p60"/>
          <p:cNvGrpSpPr/>
          <p:nvPr/>
        </p:nvGrpSpPr>
        <p:grpSpPr>
          <a:xfrm>
            <a:off x="822600" y="270000"/>
            <a:ext cx="11081880" cy="7117920"/>
            <a:chOff x="822600" y="270000"/>
            <a:chExt cx="11081880" cy="7117920"/>
          </a:xfrm>
        </p:grpSpPr>
        <p:grpSp>
          <p:nvGrpSpPr>
            <p:cNvPr id="1742" name="Google Shape;367;p60"/>
            <p:cNvGrpSpPr/>
            <p:nvPr/>
          </p:nvGrpSpPr>
          <p:grpSpPr>
            <a:xfrm>
              <a:off x="822600" y="270000"/>
              <a:ext cx="11081880" cy="6293520"/>
              <a:chOff x="822600" y="270000"/>
              <a:chExt cx="11081880" cy="6293520"/>
            </a:xfrm>
          </p:grpSpPr>
          <p:pic>
            <p:nvPicPr>
              <p:cNvPr id="1743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4720" cy="4284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744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7360" cy="2007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745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9440" cy="3259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746" name="Google Shape;371;p60"/>
              <p:cNvGrpSpPr/>
              <p:nvPr/>
            </p:nvGrpSpPr>
            <p:grpSpPr>
              <a:xfrm>
                <a:off x="1767960" y="843120"/>
                <a:ext cx="1368720" cy="1094760"/>
                <a:chOff x="1767960" y="843120"/>
                <a:chExt cx="1368720" cy="1094760"/>
              </a:xfrm>
            </p:grpSpPr>
            <p:sp>
              <p:nvSpPr>
                <p:cNvPr id="1747" name="Google Shape;372;p60"/>
                <p:cNvSpPr/>
                <p:nvPr/>
              </p:nvSpPr>
              <p:spPr>
                <a:xfrm>
                  <a:off x="2315880" y="84312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8" name="Google Shape;373;p60"/>
                <p:cNvSpPr/>
                <p:nvPr/>
              </p:nvSpPr>
              <p:spPr>
                <a:xfrm>
                  <a:off x="2041920" y="111744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9" name="Google Shape;374;p60"/>
                <p:cNvSpPr/>
                <p:nvPr/>
              </p:nvSpPr>
              <p:spPr>
                <a:xfrm>
                  <a:off x="1767960" y="139140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0" name="Google Shape;375;p60"/>
                <p:cNvSpPr/>
                <p:nvPr/>
              </p:nvSpPr>
              <p:spPr>
                <a:xfrm>
                  <a:off x="176796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1" name="Google Shape;376;p60"/>
                <p:cNvSpPr/>
                <p:nvPr/>
              </p:nvSpPr>
              <p:spPr>
                <a:xfrm>
                  <a:off x="204192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2" name="Google Shape;377;p60"/>
                <p:cNvSpPr/>
                <p:nvPr/>
              </p:nvSpPr>
              <p:spPr>
                <a:xfrm>
                  <a:off x="231588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3" name="Google Shape;378;p60"/>
                <p:cNvSpPr/>
                <p:nvPr/>
              </p:nvSpPr>
              <p:spPr>
                <a:xfrm>
                  <a:off x="259020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4" name="Google Shape;379;p60"/>
                <p:cNvSpPr/>
                <p:nvPr/>
              </p:nvSpPr>
              <p:spPr>
                <a:xfrm>
                  <a:off x="2864160" y="166536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5" name="Google Shape;380;p60"/>
                <p:cNvSpPr/>
                <p:nvPr/>
              </p:nvSpPr>
              <p:spPr>
                <a:xfrm>
                  <a:off x="2864160" y="139140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6" name="Google Shape;381;p60"/>
                <p:cNvSpPr/>
                <p:nvPr/>
              </p:nvSpPr>
              <p:spPr>
                <a:xfrm>
                  <a:off x="2590200" y="1117440"/>
                  <a:ext cx="272520" cy="272520"/>
                </a:xfrm>
                <a:custGeom>
                  <a:avLst/>
                  <a:gdLst>
                    <a:gd name="textAreaLeft" fmla="*/ 0 w 272520"/>
                    <a:gd name="textAreaRight" fmla="*/ 273960 w 272520"/>
                    <a:gd name="textAreaTop" fmla="*/ 0 h 272520"/>
                    <a:gd name="textAreaBottom" fmla="*/ 273960 h 2725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57" name="Google Shape;382;p60"/>
            <p:cNvGrpSpPr/>
            <p:nvPr/>
          </p:nvGrpSpPr>
          <p:grpSpPr>
            <a:xfrm>
              <a:off x="6279120" y="5470920"/>
              <a:ext cx="1917000" cy="1917000"/>
              <a:chOff x="6279120" y="5470920"/>
              <a:chExt cx="1917000" cy="1917000"/>
            </a:xfrm>
          </p:grpSpPr>
          <p:sp>
            <p:nvSpPr>
              <p:cNvPr id="1758" name="Google Shape;383;p60"/>
              <p:cNvSpPr/>
              <p:nvPr/>
            </p:nvSpPr>
            <p:spPr>
              <a:xfrm>
                <a:off x="627912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9" name="Google Shape;384;p60"/>
              <p:cNvSpPr/>
              <p:nvPr/>
            </p:nvSpPr>
            <p:spPr>
              <a:xfrm>
                <a:off x="655308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0" name="Google Shape;385;p60"/>
              <p:cNvSpPr/>
              <p:nvPr/>
            </p:nvSpPr>
            <p:spPr>
              <a:xfrm>
                <a:off x="682704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1" name="Google Shape;386;p60"/>
              <p:cNvSpPr/>
              <p:nvPr/>
            </p:nvSpPr>
            <p:spPr>
              <a:xfrm>
                <a:off x="710136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2" name="Google Shape;387;p60"/>
              <p:cNvSpPr/>
              <p:nvPr/>
            </p:nvSpPr>
            <p:spPr>
              <a:xfrm>
                <a:off x="737532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3" name="Google Shape;388;p60"/>
              <p:cNvSpPr/>
              <p:nvPr/>
            </p:nvSpPr>
            <p:spPr>
              <a:xfrm>
                <a:off x="764928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4" name="Google Shape;389;p60"/>
              <p:cNvSpPr/>
              <p:nvPr/>
            </p:nvSpPr>
            <p:spPr>
              <a:xfrm>
                <a:off x="7923600" y="71154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5" name="Google Shape;390;p60"/>
              <p:cNvSpPr/>
              <p:nvPr/>
            </p:nvSpPr>
            <p:spPr>
              <a:xfrm>
                <a:off x="7923600" y="68414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6" name="Google Shape;391;p60"/>
              <p:cNvSpPr/>
              <p:nvPr/>
            </p:nvSpPr>
            <p:spPr>
              <a:xfrm>
                <a:off x="7923600" y="65671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7" name="Google Shape;392;p60"/>
              <p:cNvSpPr/>
              <p:nvPr/>
            </p:nvSpPr>
            <p:spPr>
              <a:xfrm>
                <a:off x="7923600" y="62931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8" name="Google Shape;393;p60"/>
              <p:cNvSpPr/>
              <p:nvPr/>
            </p:nvSpPr>
            <p:spPr>
              <a:xfrm>
                <a:off x="7923600" y="60192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9" name="Google Shape;394;p60"/>
              <p:cNvSpPr/>
              <p:nvPr/>
            </p:nvSpPr>
            <p:spPr>
              <a:xfrm>
                <a:off x="7649280" y="5745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0" name="Google Shape;395;p60"/>
              <p:cNvSpPr/>
              <p:nvPr/>
            </p:nvSpPr>
            <p:spPr>
              <a:xfrm>
                <a:off x="7375320" y="54709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1" name="Google Shape;396;p60"/>
              <p:cNvSpPr/>
              <p:nvPr/>
            </p:nvSpPr>
            <p:spPr>
              <a:xfrm>
                <a:off x="7101360" y="54709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2" name="Google Shape;397;p60"/>
              <p:cNvSpPr/>
              <p:nvPr/>
            </p:nvSpPr>
            <p:spPr>
              <a:xfrm>
                <a:off x="6827040" y="54709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3" name="Google Shape;398;p60"/>
              <p:cNvSpPr/>
              <p:nvPr/>
            </p:nvSpPr>
            <p:spPr>
              <a:xfrm>
                <a:off x="6553080" y="57452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4" name="Google Shape;399;p60"/>
              <p:cNvSpPr/>
              <p:nvPr/>
            </p:nvSpPr>
            <p:spPr>
              <a:xfrm>
                <a:off x="6279120" y="601920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5" name="Google Shape;400;p60"/>
              <p:cNvSpPr/>
              <p:nvPr/>
            </p:nvSpPr>
            <p:spPr>
              <a:xfrm>
                <a:off x="6279120" y="629316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6" name="Google Shape;401;p60"/>
              <p:cNvSpPr/>
              <p:nvPr/>
            </p:nvSpPr>
            <p:spPr>
              <a:xfrm>
                <a:off x="6279120" y="656712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7" name="Google Shape;402;p60"/>
              <p:cNvSpPr/>
              <p:nvPr/>
            </p:nvSpPr>
            <p:spPr>
              <a:xfrm>
                <a:off x="6279120" y="6841440"/>
                <a:ext cx="272520" cy="272520"/>
              </a:xfrm>
              <a:custGeom>
                <a:avLst/>
                <a:gdLst>
                  <a:gd name="textAreaLeft" fmla="*/ 0 w 272520"/>
                  <a:gd name="textAreaRight" fmla="*/ 273960 w 272520"/>
                  <a:gd name="textAreaTop" fmla="*/ 0 h 272520"/>
                  <a:gd name="textAreaBottom" fmla="*/ 273960 h 2725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778" name="Google Shape;403;p60"/>
          <p:cNvSpPr/>
          <p:nvPr/>
        </p:nvSpPr>
        <p:spPr>
          <a:xfrm rot="5400000">
            <a:off x="-1757160" y="1399680"/>
            <a:ext cx="7275600" cy="4054680"/>
          </a:xfrm>
          <a:custGeom>
            <a:avLst/>
            <a:gdLst>
              <a:gd name="textAreaLeft" fmla="*/ 0 w 7275600"/>
              <a:gd name="textAreaRight" fmla="*/ 7277040 w 7275600"/>
              <a:gd name="textAreaTop" fmla="*/ 0 h 4054680"/>
              <a:gd name="textAreaBottom" fmla="*/ 4056120 h 405468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9" name="Google Shape;404;p60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0" name="Google Shape;405;p60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1" name="Google Shape;406;p60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2" name="Google Shape;407;p60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3" name="Google Shape;408;p60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4" name="Google Shape;409;p60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5" name="Google Shape;410;p60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6" name="Google Shape;411;p60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7" name="Google Shape;412;p60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8" name="Google Shape;413;p60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461;p63"/>
          <p:cNvSpPr/>
          <p:nvPr/>
        </p:nvSpPr>
        <p:spPr>
          <a:xfrm rot="10800000">
            <a:off x="2880" y="1440"/>
            <a:ext cx="3539160" cy="6856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462;p63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463;p63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464;p63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465;p63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466;p63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467;p63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468;p63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469;p63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470;p63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471;p63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7360" cy="200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61880" cy="136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8640" cy="126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38;p79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039;p79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040;p79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041;p79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042;p79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043;p79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044;p79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045;p79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046;p79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047;p79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3920" cy="52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5400" cy="162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050;p79"/>
          <p:cNvSpPr/>
          <p:nvPr/>
        </p:nvSpPr>
        <p:spPr>
          <a:xfrm rot="16200000">
            <a:off x="-252360" y="4062960"/>
            <a:ext cx="24156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2" name="Google Shape;1051;p79"/>
          <p:cNvGrpSpPr/>
          <p:nvPr/>
        </p:nvGrpSpPr>
        <p:grpSpPr>
          <a:xfrm>
            <a:off x="755280" y="2676960"/>
            <a:ext cx="691920" cy="691920"/>
            <a:chOff x="755280" y="2676960"/>
            <a:chExt cx="691920" cy="691920"/>
          </a:xfrm>
        </p:grpSpPr>
        <p:sp>
          <p:nvSpPr>
            <p:cNvPr id="123" name="Google Shape;1052;p79"/>
            <p:cNvSpPr/>
            <p:nvPr/>
          </p:nvSpPr>
          <p:spPr>
            <a:xfrm>
              <a:off x="755280" y="302364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Google Shape;1053;p79"/>
            <p:cNvSpPr/>
            <p:nvPr/>
          </p:nvSpPr>
          <p:spPr>
            <a:xfrm>
              <a:off x="1101960" y="267696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" name="Google Shape;1054;p79"/>
          <p:cNvGrpSpPr/>
          <p:nvPr/>
        </p:nvGrpSpPr>
        <p:grpSpPr>
          <a:xfrm>
            <a:off x="6118200" y="5445000"/>
            <a:ext cx="691920" cy="691560"/>
            <a:chOff x="6118200" y="5445000"/>
            <a:chExt cx="691920" cy="691560"/>
          </a:xfrm>
        </p:grpSpPr>
        <p:sp>
          <p:nvSpPr>
            <p:cNvPr id="126" name="Google Shape;1055;p79"/>
            <p:cNvSpPr/>
            <p:nvPr/>
          </p:nvSpPr>
          <p:spPr>
            <a:xfrm>
              <a:off x="6118200" y="579132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Google Shape;1056;p79"/>
            <p:cNvSpPr/>
            <p:nvPr/>
          </p:nvSpPr>
          <p:spPr>
            <a:xfrm>
              <a:off x="6464880" y="544500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7200" cy="212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6960" cy="5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7680" cy="561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1" name="Google Shape;1060;p79"/>
          <p:cNvGrpSpPr/>
          <p:nvPr/>
        </p:nvGrpSpPr>
        <p:grpSpPr>
          <a:xfrm>
            <a:off x="10113480" y="597240"/>
            <a:ext cx="1479960" cy="1439640"/>
            <a:chOff x="10113480" y="597240"/>
            <a:chExt cx="1479960" cy="1439640"/>
          </a:xfrm>
        </p:grpSpPr>
        <p:grpSp>
          <p:nvGrpSpPr>
            <p:cNvPr id="132" name="Google Shape;1061;p79"/>
            <p:cNvGrpSpPr/>
            <p:nvPr/>
          </p:nvGrpSpPr>
          <p:grpSpPr>
            <a:xfrm>
              <a:off x="10124640" y="1269360"/>
              <a:ext cx="1468800" cy="767520"/>
              <a:chOff x="10124640" y="1269360"/>
              <a:chExt cx="1468800" cy="767520"/>
            </a:xfrm>
          </p:grpSpPr>
          <p:grpSp>
            <p:nvGrpSpPr>
              <p:cNvPr id="133" name="Google Shape;1062;p79"/>
              <p:cNvGrpSpPr/>
              <p:nvPr/>
            </p:nvGrpSpPr>
            <p:grpSpPr>
              <a:xfrm>
                <a:off x="10124640" y="1269360"/>
                <a:ext cx="1223280" cy="298440"/>
                <a:chOff x="10124640" y="1269360"/>
                <a:chExt cx="1223280" cy="298440"/>
              </a:xfrm>
            </p:grpSpPr>
            <p:sp>
              <p:nvSpPr>
                <p:cNvPr id="134" name="Google Shape;1063;p79"/>
                <p:cNvSpPr/>
                <p:nvPr/>
              </p:nvSpPr>
              <p:spPr>
                <a:xfrm>
                  <a:off x="10124640" y="1269360"/>
                  <a:ext cx="148320" cy="297000"/>
                </a:xfrm>
                <a:custGeom>
                  <a:avLst/>
                  <a:gdLst>
                    <a:gd name="textAreaLeft" fmla="*/ 0 w 148320"/>
                    <a:gd name="textAreaRight" fmla="*/ 149760 w 148320"/>
                    <a:gd name="textAreaTop" fmla="*/ 0 h 297000"/>
                    <a:gd name="textAreaBottom" fmla="*/ 298440 h 2970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5" name="Google Shape;1064;p79"/>
                <p:cNvSpPr/>
                <p:nvPr/>
              </p:nvSpPr>
              <p:spPr>
                <a:xfrm>
                  <a:off x="10305360" y="1324800"/>
                  <a:ext cx="228600" cy="242640"/>
                </a:xfrm>
                <a:custGeom>
                  <a:avLst/>
                  <a:gdLst>
                    <a:gd name="textAreaLeft" fmla="*/ 0 w 228600"/>
                    <a:gd name="textAreaRight" fmla="*/ 230040 w 22860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" name="Google Shape;1065;p79"/>
                <p:cNvSpPr/>
                <p:nvPr/>
              </p:nvSpPr>
              <p:spPr>
                <a:xfrm>
                  <a:off x="10573560" y="1325160"/>
                  <a:ext cx="216360" cy="242640"/>
                </a:xfrm>
                <a:custGeom>
                  <a:avLst/>
                  <a:gdLst>
                    <a:gd name="textAreaLeft" fmla="*/ 0 w 216360"/>
                    <a:gd name="textAreaRight" fmla="*/ 217800 w 216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7" name="Google Shape;1066;p79"/>
                <p:cNvSpPr/>
                <p:nvPr/>
              </p:nvSpPr>
              <p:spPr>
                <a:xfrm>
                  <a:off x="10834560" y="1325160"/>
                  <a:ext cx="213480" cy="237240"/>
                </a:xfrm>
                <a:custGeom>
                  <a:avLst/>
                  <a:gdLst>
                    <a:gd name="textAreaLeft" fmla="*/ 0 w 213480"/>
                    <a:gd name="textAreaRight" fmla="*/ 214920 w 213480"/>
                    <a:gd name="textAreaTop" fmla="*/ 0 h 237240"/>
                    <a:gd name="textAreaBottom" fmla="*/ 238680 h 2372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" name="Google Shape;1067;p79"/>
                <p:cNvSpPr/>
                <p:nvPr/>
              </p:nvSpPr>
              <p:spPr>
                <a:xfrm>
                  <a:off x="11095560" y="1325160"/>
                  <a:ext cx="252360" cy="242640"/>
                </a:xfrm>
                <a:custGeom>
                  <a:avLst/>
                  <a:gdLst>
                    <a:gd name="textAreaLeft" fmla="*/ 0 w 252360"/>
                    <a:gd name="textAreaRight" fmla="*/ 253800 w 252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39" name="Google Shape;1068;p79"/>
              <p:cNvGrpSpPr/>
              <p:nvPr/>
            </p:nvGrpSpPr>
            <p:grpSpPr>
              <a:xfrm>
                <a:off x="10546560" y="1648080"/>
                <a:ext cx="1046880" cy="388800"/>
                <a:chOff x="10546560" y="1648080"/>
                <a:chExt cx="1046880" cy="388800"/>
              </a:xfrm>
            </p:grpSpPr>
            <p:sp>
              <p:nvSpPr>
                <p:cNvPr id="140" name="Google Shape;1069;p79"/>
                <p:cNvSpPr/>
                <p:nvPr/>
              </p:nvSpPr>
              <p:spPr>
                <a:xfrm>
                  <a:off x="10546560" y="1648080"/>
                  <a:ext cx="65160" cy="317880"/>
                </a:xfrm>
                <a:custGeom>
                  <a:avLst/>
                  <a:gdLst>
                    <a:gd name="textAreaLeft" fmla="*/ 0 w 65160"/>
                    <a:gd name="textAreaRight" fmla="*/ 66600 w 65160"/>
                    <a:gd name="textAreaTop" fmla="*/ 0 h 317880"/>
                    <a:gd name="textAreaBottom" fmla="*/ 319320 h 3178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1" name="Google Shape;1070;p79"/>
                <p:cNvSpPr/>
                <p:nvPr/>
              </p:nvSpPr>
              <p:spPr>
                <a:xfrm>
                  <a:off x="10664280" y="1728720"/>
                  <a:ext cx="252360" cy="242640"/>
                </a:xfrm>
                <a:custGeom>
                  <a:avLst/>
                  <a:gdLst>
                    <a:gd name="textAreaLeft" fmla="*/ 0 w 252360"/>
                    <a:gd name="textAreaRight" fmla="*/ 253800 w 252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" name="Google Shape;1071;p79"/>
                <p:cNvSpPr/>
                <p:nvPr/>
              </p:nvSpPr>
              <p:spPr>
                <a:xfrm>
                  <a:off x="10955160" y="1728720"/>
                  <a:ext cx="244800" cy="308160"/>
                </a:xfrm>
                <a:custGeom>
                  <a:avLst/>
                  <a:gdLst>
                    <a:gd name="textAreaLeft" fmla="*/ 0 w 244800"/>
                    <a:gd name="textAreaRight" fmla="*/ 246240 w 244800"/>
                    <a:gd name="textAreaTop" fmla="*/ 0 h 308160"/>
                    <a:gd name="textAreaBottom" fmla="*/ 309600 h 3081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" name="Google Shape;1072;p79"/>
                <p:cNvSpPr/>
                <p:nvPr/>
              </p:nvSpPr>
              <p:spPr>
                <a:xfrm>
                  <a:off x="11262240" y="1648440"/>
                  <a:ext cx="68760" cy="317880"/>
                </a:xfrm>
                <a:custGeom>
                  <a:avLst/>
                  <a:gdLst>
                    <a:gd name="textAreaLeft" fmla="*/ 0 w 68760"/>
                    <a:gd name="textAreaRight" fmla="*/ 70200 w 68760"/>
                    <a:gd name="textAreaTop" fmla="*/ 0 h 317880"/>
                    <a:gd name="textAreaBottom" fmla="*/ 319320 h 3178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4" name="Google Shape;1073;p79"/>
                <p:cNvSpPr/>
                <p:nvPr/>
              </p:nvSpPr>
              <p:spPr>
                <a:xfrm>
                  <a:off x="11379240" y="1730520"/>
                  <a:ext cx="214200" cy="240120"/>
                </a:xfrm>
                <a:custGeom>
                  <a:avLst/>
                  <a:gdLst>
                    <a:gd name="textAreaLeft" fmla="*/ 0 w 214200"/>
                    <a:gd name="textAreaRight" fmla="*/ 215640 w 214200"/>
                    <a:gd name="textAreaTop" fmla="*/ 0 h 240120"/>
                    <a:gd name="textAreaBottom" fmla="*/ 241560 h 2401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45" name="Google Shape;1074;p79"/>
            <p:cNvGrpSpPr/>
            <p:nvPr/>
          </p:nvGrpSpPr>
          <p:grpSpPr>
            <a:xfrm>
              <a:off x="10207440" y="873000"/>
              <a:ext cx="1175400" cy="297360"/>
              <a:chOff x="10207440" y="873000"/>
              <a:chExt cx="1175400" cy="297360"/>
            </a:xfrm>
          </p:grpSpPr>
          <p:sp>
            <p:nvSpPr>
              <p:cNvPr id="146" name="Google Shape;1075;p79"/>
              <p:cNvSpPr/>
              <p:nvPr/>
            </p:nvSpPr>
            <p:spPr>
              <a:xfrm>
                <a:off x="10207440" y="878040"/>
                <a:ext cx="80280" cy="102600"/>
              </a:xfrm>
              <a:custGeom>
                <a:avLst/>
                <a:gdLst>
                  <a:gd name="textAreaLeft" fmla="*/ 0 w 80280"/>
                  <a:gd name="textAreaRight" fmla="*/ 81720 w 80280"/>
                  <a:gd name="textAreaTop" fmla="*/ 0 h 102600"/>
                  <a:gd name="textAreaBottom" fmla="*/ 104040 h 1026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Google Shape;1076;p79"/>
              <p:cNvSpPr/>
              <p:nvPr/>
            </p:nvSpPr>
            <p:spPr>
              <a:xfrm>
                <a:off x="1028556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Google Shape;1077;p79"/>
              <p:cNvSpPr/>
              <p:nvPr/>
            </p:nvSpPr>
            <p:spPr>
              <a:xfrm>
                <a:off x="10381680" y="87372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Google Shape;1078;p79"/>
              <p:cNvSpPr/>
              <p:nvPr/>
            </p:nvSpPr>
            <p:spPr>
              <a:xfrm>
                <a:off x="1047924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Google Shape;1079;p79"/>
              <p:cNvSpPr/>
              <p:nvPr/>
            </p:nvSpPr>
            <p:spPr>
              <a:xfrm>
                <a:off x="1056456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Google Shape;1080;p79"/>
              <p:cNvSpPr/>
              <p:nvPr/>
            </p:nvSpPr>
            <p:spPr>
              <a:xfrm>
                <a:off x="1068372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Google Shape;1081;p79"/>
              <p:cNvSpPr/>
              <p:nvPr/>
            </p:nvSpPr>
            <p:spPr>
              <a:xfrm>
                <a:off x="1076940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" name="Google Shape;1082;p79"/>
              <p:cNvSpPr/>
              <p:nvPr/>
            </p:nvSpPr>
            <p:spPr>
              <a:xfrm>
                <a:off x="10888200" y="873000"/>
                <a:ext cx="45000" cy="107640"/>
              </a:xfrm>
              <a:custGeom>
                <a:avLst/>
                <a:gdLst>
                  <a:gd name="textAreaLeft" fmla="*/ 0 w 45000"/>
                  <a:gd name="textAreaRight" fmla="*/ 46440 w 45000"/>
                  <a:gd name="textAreaTop" fmla="*/ 0 h 107640"/>
                  <a:gd name="textAreaBottom" fmla="*/ 109080 h 1076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" name="Google Shape;1083;p79"/>
              <p:cNvSpPr/>
              <p:nvPr/>
            </p:nvSpPr>
            <p:spPr>
              <a:xfrm>
                <a:off x="1094292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" name="Google Shape;1084;p79"/>
              <p:cNvSpPr/>
              <p:nvPr/>
            </p:nvSpPr>
            <p:spPr>
              <a:xfrm>
                <a:off x="11043720" y="90396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Google Shape;1085;p79"/>
              <p:cNvSpPr/>
              <p:nvPr/>
            </p:nvSpPr>
            <p:spPr>
              <a:xfrm>
                <a:off x="11103840" y="903600"/>
                <a:ext cx="114840" cy="77040"/>
              </a:xfrm>
              <a:custGeom>
                <a:avLst/>
                <a:gdLst>
                  <a:gd name="textAreaLeft" fmla="*/ 0 w 114840"/>
                  <a:gd name="textAreaRight" fmla="*/ 116280 w 11484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Google Shape;1086;p79"/>
              <p:cNvSpPr/>
              <p:nvPr/>
            </p:nvSpPr>
            <p:spPr>
              <a:xfrm>
                <a:off x="1123956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Google Shape;1087;p79"/>
              <p:cNvSpPr/>
              <p:nvPr/>
            </p:nvSpPr>
            <p:spPr>
              <a:xfrm>
                <a:off x="1132488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Google Shape;1088;p79"/>
              <p:cNvSpPr/>
              <p:nvPr/>
            </p:nvSpPr>
            <p:spPr>
              <a:xfrm>
                <a:off x="1020816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1089;p79"/>
              <p:cNvSpPr/>
              <p:nvPr/>
            </p:nvSpPr>
            <p:spPr>
              <a:xfrm>
                <a:off x="103068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1090;p79"/>
              <p:cNvSpPr/>
              <p:nvPr/>
            </p:nvSpPr>
            <p:spPr>
              <a:xfrm>
                <a:off x="10438200" y="107028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1091;p79"/>
              <p:cNvSpPr/>
              <p:nvPr/>
            </p:nvSpPr>
            <p:spPr>
              <a:xfrm>
                <a:off x="10530360" y="1069560"/>
                <a:ext cx="76320" cy="10080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0800"/>
                  <a:gd name="textAreaBottom" fmla="*/ 102240 h 1008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1092;p79"/>
              <p:cNvSpPr/>
              <p:nvPr/>
            </p:nvSpPr>
            <p:spPr>
              <a:xfrm>
                <a:off x="1062900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1093;p79"/>
              <p:cNvSpPr/>
              <p:nvPr/>
            </p:nvSpPr>
            <p:spPr>
              <a:xfrm>
                <a:off x="106812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1094;p79"/>
              <p:cNvSpPr/>
              <p:nvPr/>
            </p:nvSpPr>
            <p:spPr>
              <a:xfrm>
                <a:off x="10774080" y="1069560"/>
                <a:ext cx="65880" cy="7704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1095;p79"/>
              <p:cNvSpPr/>
              <p:nvPr/>
            </p:nvSpPr>
            <p:spPr>
              <a:xfrm>
                <a:off x="1086084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1096;p79"/>
              <p:cNvSpPr/>
              <p:nvPr/>
            </p:nvSpPr>
            <p:spPr>
              <a:xfrm>
                <a:off x="1095948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1097;p79"/>
              <p:cNvSpPr/>
              <p:nvPr/>
            </p:nvSpPr>
            <p:spPr>
              <a:xfrm>
                <a:off x="1105236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9" name="Google Shape;1098;p79"/>
            <p:cNvGrpSpPr/>
            <p:nvPr/>
          </p:nvGrpSpPr>
          <p:grpSpPr>
            <a:xfrm>
              <a:off x="10113480" y="597240"/>
              <a:ext cx="608040" cy="151200"/>
              <a:chOff x="10113480" y="597240"/>
              <a:chExt cx="608040" cy="151200"/>
            </a:xfrm>
          </p:grpSpPr>
          <p:sp>
            <p:nvSpPr>
              <p:cNvPr id="170" name="Google Shape;1099;p79"/>
              <p:cNvSpPr/>
              <p:nvPr/>
            </p:nvSpPr>
            <p:spPr>
              <a:xfrm>
                <a:off x="10627560" y="603360"/>
                <a:ext cx="93960" cy="144360"/>
              </a:xfrm>
              <a:custGeom>
                <a:avLst/>
                <a:gdLst>
                  <a:gd name="textAreaLeft" fmla="*/ 0 w 93960"/>
                  <a:gd name="textAreaRight" fmla="*/ 95400 w 93960"/>
                  <a:gd name="textAreaTop" fmla="*/ 0 h 144360"/>
                  <a:gd name="textAreaBottom" fmla="*/ 145800 h 1443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1100;p79"/>
              <p:cNvSpPr/>
              <p:nvPr/>
            </p:nvSpPr>
            <p:spPr>
              <a:xfrm>
                <a:off x="10113480" y="597240"/>
                <a:ext cx="136440" cy="151200"/>
              </a:xfrm>
              <a:custGeom>
                <a:avLst/>
                <a:gdLst>
                  <a:gd name="textAreaLeft" fmla="*/ 0 w 136440"/>
                  <a:gd name="textAreaRight" fmla="*/ 137880 w 136440"/>
                  <a:gd name="textAreaTop" fmla="*/ 0 h 151200"/>
                  <a:gd name="textAreaBottom" fmla="*/ 152640 h 1512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1101;p79"/>
              <p:cNvSpPr/>
              <p:nvPr/>
            </p:nvSpPr>
            <p:spPr>
              <a:xfrm>
                <a:off x="10246320" y="618480"/>
                <a:ext cx="132840" cy="125280"/>
              </a:xfrm>
              <a:custGeom>
                <a:avLst/>
                <a:gdLst>
                  <a:gd name="textAreaLeft" fmla="*/ 0 w 132840"/>
                  <a:gd name="textAreaRight" fmla="*/ 134280 w 132840"/>
                  <a:gd name="textAreaTop" fmla="*/ 0 h 125280"/>
                  <a:gd name="textAreaBottom" fmla="*/ 126720 h 1252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1102;p79"/>
              <p:cNvSpPr/>
              <p:nvPr/>
            </p:nvSpPr>
            <p:spPr>
              <a:xfrm>
                <a:off x="10378800" y="619920"/>
                <a:ext cx="124200" cy="121680"/>
              </a:xfrm>
              <a:custGeom>
                <a:avLst/>
                <a:gdLst>
                  <a:gd name="textAreaLeft" fmla="*/ 0 w 124200"/>
                  <a:gd name="textAreaRight" fmla="*/ 125640 w 124200"/>
                  <a:gd name="textAreaTop" fmla="*/ 0 h 121680"/>
                  <a:gd name="textAreaBottom" fmla="*/ 123120 h 1216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1103;p79"/>
              <p:cNvSpPr/>
              <p:nvPr/>
            </p:nvSpPr>
            <p:spPr>
              <a:xfrm>
                <a:off x="10503000" y="619200"/>
                <a:ext cx="125280" cy="123840"/>
              </a:xfrm>
              <a:custGeom>
                <a:avLst/>
                <a:gdLst>
                  <a:gd name="textAreaLeft" fmla="*/ 0 w 125280"/>
                  <a:gd name="textAreaRight" fmla="*/ 126720 w 125280"/>
                  <a:gd name="textAreaTop" fmla="*/ 0 h 123840"/>
                  <a:gd name="textAreaBottom" fmla="*/ 125280 h 1238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105;p80"/>
          <p:cNvGrpSpPr/>
          <p:nvPr/>
        </p:nvGrpSpPr>
        <p:grpSpPr>
          <a:xfrm>
            <a:off x="727560" y="3082680"/>
            <a:ext cx="7819920" cy="2415600"/>
            <a:chOff x="727560" y="3082680"/>
            <a:chExt cx="7819920" cy="2415600"/>
          </a:xfrm>
        </p:grpSpPr>
        <p:sp>
          <p:nvSpPr>
            <p:cNvPr id="176" name="Google Shape;1106;p80"/>
            <p:cNvSpPr/>
            <p:nvPr/>
          </p:nvSpPr>
          <p:spPr>
            <a:xfrm>
              <a:off x="1363680" y="3640680"/>
              <a:ext cx="718380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Google Shape;1107;p80"/>
            <p:cNvSpPr/>
            <p:nvPr/>
          </p:nvSpPr>
          <p:spPr>
            <a:xfrm rot="16200000">
              <a:off x="-252360" y="4062960"/>
              <a:ext cx="24156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8" name="Google Shape;1108;p80"/>
          <p:cNvGrpSpPr/>
          <p:nvPr/>
        </p:nvGrpSpPr>
        <p:grpSpPr>
          <a:xfrm>
            <a:off x="755280" y="2794320"/>
            <a:ext cx="691920" cy="691920"/>
            <a:chOff x="755280" y="2794320"/>
            <a:chExt cx="691920" cy="691920"/>
          </a:xfrm>
        </p:grpSpPr>
        <p:sp>
          <p:nvSpPr>
            <p:cNvPr id="179" name="Google Shape;1109;p80"/>
            <p:cNvSpPr/>
            <p:nvPr/>
          </p:nvSpPr>
          <p:spPr>
            <a:xfrm>
              <a:off x="755280" y="314100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Google Shape;1110;p80"/>
            <p:cNvSpPr/>
            <p:nvPr/>
          </p:nvSpPr>
          <p:spPr>
            <a:xfrm>
              <a:off x="1101960" y="279432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1" name="Google Shape;1111;p80"/>
          <p:cNvGrpSpPr/>
          <p:nvPr/>
        </p:nvGrpSpPr>
        <p:grpSpPr>
          <a:xfrm>
            <a:off x="6174360" y="5188680"/>
            <a:ext cx="691920" cy="691920"/>
            <a:chOff x="6174360" y="5188680"/>
            <a:chExt cx="691920" cy="691920"/>
          </a:xfrm>
        </p:grpSpPr>
        <p:sp>
          <p:nvSpPr>
            <p:cNvPr id="182" name="Google Shape;1112;p80"/>
            <p:cNvSpPr/>
            <p:nvPr/>
          </p:nvSpPr>
          <p:spPr>
            <a:xfrm>
              <a:off x="6174360" y="553536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1113;p80"/>
            <p:cNvSpPr/>
            <p:nvPr/>
          </p:nvSpPr>
          <p:spPr>
            <a:xfrm>
              <a:off x="6521040" y="518868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4" name="Google Shape;1114;p80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1115;p80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1116;p80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1117;p80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1118;p80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1119;p80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1120;p80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1121;p80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1122;p80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1123;p80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4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9800" cy="1639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5" name="Google Shape;1125;p80"/>
          <p:cNvGrpSpPr/>
          <p:nvPr/>
        </p:nvGrpSpPr>
        <p:grpSpPr>
          <a:xfrm>
            <a:off x="10124640" y="1269360"/>
            <a:ext cx="1468800" cy="767520"/>
            <a:chOff x="10124640" y="1269360"/>
            <a:chExt cx="1468800" cy="767520"/>
          </a:xfrm>
        </p:grpSpPr>
        <p:grpSp>
          <p:nvGrpSpPr>
            <p:cNvPr id="196" name="Google Shape;1126;p80"/>
            <p:cNvGrpSpPr/>
            <p:nvPr/>
          </p:nvGrpSpPr>
          <p:grpSpPr>
            <a:xfrm>
              <a:off x="10124640" y="1269360"/>
              <a:ext cx="1223280" cy="298440"/>
              <a:chOff x="10124640" y="1269360"/>
              <a:chExt cx="1223280" cy="298440"/>
            </a:xfrm>
          </p:grpSpPr>
          <p:sp>
            <p:nvSpPr>
              <p:cNvPr id="197" name="Google Shape;1127;p80"/>
              <p:cNvSpPr/>
              <p:nvPr/>
            </p:nvSpPr>
            <p:spPr>
              <a:xfrm>
                <a:off x="10124640" y="1269360"/>
                <a:ext cx="148320" cy="297000"/>
              </a:xfrm>
              <a:custGeom>
                <a:avLst/>
                <a:gdLst>
                  <a:gd name="textAreaLeft" fmla="*/ 0 w 148320"/>
                  <a:gd name="textAreaRight" fmla="*/ 149760 w 148320"/>
                  <a:gd name="textAreaTop" fmla="*/ 0 h 297000"/>
                  <a:gd name="textAreaBottom" fmla="*/ 298440 h 2970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Google Shape;1128;p80"/>
              <p:cNvSpPr/>
              <p:nvPr/>
            </p:nvSpPr>
            <p:spPr>
              <a:xfrm>
                <a:off x="10305360" y="1324800"/>
                <a:ext cx="228600" cy="242640"/>
              </a:xfrm>
              <a:custGeom>
                <a:avLst/>
                <a:gdLst>
                  <a:gd name="textAreaLeft" fmla="*/ 0 w 228600"/>
                  <a:gd name="textAreaRight" fmla="*/ 230040 w 22860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" name="Google Shape;1129;p80"/>
              <p:cNvSpPr/>
              <p:nvPr/>
            </p:nvSpPr>
            <p:spPr>
              <a:xfrm>
                <a:off x="10573560" y="1325160"/>
                <a:ext cx="216360" cy="242640"/>
              </a:xfrm>
              <a:custGeom>
                <a:avLst/>
                <a:gdLst>
                  <a:gd name="textAreaLeft" fmla="*/ 0 w 216360"/>
                  <a:gd name="textAreaRight" fmla="*/ 217800 w 216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Google Shape;1130;p80"/>
              <p:cNvSpPr/>
              <p:nvPr/>
            </p:nvSpPr>
            <p:spPr>
              <a:xfrm>
                <a:off x="10834560" y="1325160"/>
                <a:ext cx="213480" cy="237240"/>
              </a:xfrm>
              <a:custGeom>
                <a:avLst/>
                <a:gdLst>
                  <a:gd name="textAreaLeft" fmla="*/ 0 w 213480"/>
                  <a:gd name="textAreaRight" fmla="*/ 214920 w 213480"/>
                  <a:gd name="textAreaTop" fmla="*/ 0 h 237240"/>
                  <a:gd name="textAreaBottom" fmla="*/ 238680 h 2372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Google Shape;1131;p80"/>
              <p:cNvSpPr/>
              <p:nvPr/>
            </p:nvSpPr>
            <p:spPr>
              <a:xfrm>
                <a:off x="11095560" y="132516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2" name="Google Shape;1132;p80"/>
            <p:cNvGrpSpPr/>
            <p:nvPr/>
          </p:nvGrpSpPr>
          <p:grpSpPr>
            <a:xfrm>
              <a:off x="10546560" y="1648080"/>
              <a:ext cx="1046880" cy="388800"/>
              <a:chOff x="10546560" y="1648080"/>
              <a:chExt cx="1046880" cy="388800"/>
            </a:xfrm>
          </p:grpSpPr>
          <p:sp>
            <p:nvSpPr>
              <p:cNvPr id="203" name="Google Shape;1133;p80"/>
              <p:cNvSpPr/>
              <p:nvPr/>
            </p:nvSpPr>
            <p:spPr>
              <a:xfrm>
                <a:off x="10546560" y="1648080"/>
                <a:ext cx="65160" cy="31788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Google Shape;1134;p80"/>
              <p:cNvSpPr/>
              <p:nvPr/>
            </p:nvSpPr>
            <p:spPr>
              <a:xfrm>
                <a:off x="10664280" y="172872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Google Shape;1135;p80"/>
              <p:cNvSpPr/>
              <p:nvPr/>
            </p:nvSpPr>
            <p:spPr>
              <a:xfrm>
                <a:off x="10955160" y="1728720"/>
                <a:ext cx="244800" cy="308160"/>
              </a:xfrm>
              <a:custGeom>
                <a:avLst/>
                <a:gdLst>
                  <a:gd name="textAreaLeft" fmla="*/ 0 w 244800"/>
                  <a:gd name="textAreaRight" fmla="*/ 246240 w 244800"/>
                  <a:gd name="textAreaTop" fmla="*/ 0 h 308160"/>
                  <a:gd name="textAreaBottom" fmla="*/ 309600 h 3081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Google Shape;1136;p80"/>
              <p:cNvSpPr/>
              <p:nvPr/>
            </p:nvSpPr>
            <p:spPr>
              <a:xfrm>
                <a:off x="11262240" y="1648440"/>
                <a:ext cx="68760" cy="317880"/>
              </a:xfrm>
              <a:custGeom>
                <a:avLst/>
                <a:gdLst>
                  <a:gd name="textAreaLeft" fmla="*/ 0 w 68760"/>
                  <a:gd name="textAreaRight" fmla="*/ 70200 w 687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Google Shape;1137;p80"/>
              <p:cNvSpPr/>
              <p:nvPr/>
            </p:nvSpPr>
            <p:spPr>
              <a:xfrm>
                <a:off x="11379240" y="1730520"/>
                <a:ext cx="214200" cy="240120"/>
              </a:xfrm>
              <a:custGeom>
                <a:avLst/>
                <a:gdLst>
                  <a:gd name="textAreaLeft" fmla="*/ 0 w 214200"/>
                  <a:gd name="textAreaRight" fmla="*/ 215640 w 214200"/>
                  <a:gd name="textAreaTop" fmla="*/ 0 h 240120"/>
                  <a:gd name="textAreaBottom" fmla="*/ 241560 h 2401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8" name="Google Shape;1138;p80"/>
          <p:cNvGrpSpPr/>
          <p:nvPr/>
        </p:nvGrpSpPr>
        <p:grpSpPr>
          <a:xfrm>
            <a:off x="10207440" y="873000"/>
            <a:ext cx="1175400" cy="297360"/>
            <a:chOff x="10207440" y="873000"/>
            <a:chExt cx="1175400" cy="297360"/>
          </a:xfrm>
        </p:grpSpPr>
        <p:sp>
          <p:nvSpPr>
            <p:cNvPr id="209" name="Google Shape;1139;p80"/>
            <p:cNvSpPr/>
            <p:nvPr/>
          </p:nvSpPr>
          <p:spPr>
            <a:xfrm>
              <a:off x="10207440" y="878040"/>
              <a:ext cx="80280" cy="102600"/>
            </a:xfrm>
            <a:custGeom>
              <a:avLst/>
              <a:gdLst>
                <a:gd name="textAreaLeft" fmla="*/ 0 w 80280"/>
                <a:gd name="textAreaRight" fmla="*/ 81720 w 80280"/>
                <a:gd name="textAreaTop" fmla="*/ 0 h 102600"/>
                <a:gd name="textAreaBottom" fmla="*/ 104040 h 10260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1140;p80"/>
            <p:cNvSpPr/>
            <p:nvPr/>
          </p:nvSpPr>
          <p:spPr>
            <a:xfrm>
              <a:off x="10285560" y="903600"/>
              <a:ext cx="78840" cy="78840"/>
            </a:xfrm>
            <a:custGeom>
              <a:avLst/>
              <a:gdLst>
                <a:gd name="textAreaLeft" fmla="*/ 0 w 78840"/>
                <a:gd name="textAreaRight" fmla="*/ 80280 w 7884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1141;p80"/>
            <p:cNvSpPr/>
            <p:nvPr/>
          </p:nvSpPr>
          <p:spPr>
            <a:xfrm>
              <a:off x="10381680" y="873720"/>
              <a:ext cx="76320" cy="10872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8720"/>
                <a:gd name="textAreaBottom" fmla="*/ 110160 h 1087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1142;p80"/>
            <p:cNvSpPr/>
            <p:nvPr/>
          </p:nvSpPr>
          <p:spPr>
            <a:xfrm>
              <a:off x="10479240" y="90396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1143;p80"/>
            <p:cNvSpPr/>
            <p:nvPr/>
          </p:nvSpPr>
          <p:spPr>
            <a:xfrm>
              <a:off x="10564560" y="903960"/>
              <a:ext cx="57960" cy="78120"/>
            </a:xfrm>
            <a:custGeom>
              <a:avLst/>
              <a:gdLst>
                <a:gd name="textAreaLeft" fmla="*/ 0 w 57960"/>
                <a:gd name="textAreaRight" fmla="*/ 59400 w 5796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1144;p80"/>
            <p:cNvSpPr/>
            <p:nvPr/>
          </p:nvSpPr>
          <p:spPr>
            <a:xfrm>
              <a:off x="10683720" y="90396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1145;p80"/>
            <p:cNvSpPr/>
            <p:nvPr/>
          </p:nvSpPr>
          <p:spPr>
            <a:xfrm>
              <a:off x="10769400" y="903960"/>
              <a:ext cx="57960" cy="78120"/>
            </a:xfrm>
            <a:custGeom>
              <a:avLst/>
              <a:gdLst>
                <a:gd name="textAreaLeft" fmla="*/ 0 w 57960"/>
                <a:gd name="textAreaRight" fmla="*/ 59400 w 5796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1146;p80"/>
            <p:cNvSpPr/>
            <p:nvPr/>
          </p:nvSpPr>
          <p:spPr>
            <a:xfrm>
              <a:off x="10888200" y="873000"/>
              <a:ext cx="45000" cy="107640"/>
            </a:xfrm>
            <a:custGeom>
              <a:avLst/>
              <a:gdLst>
                <a:gd name="textAreaLeft" fmla="*/ 0 w 45000"/>
                <a:gd name="textAreaRight" fmla="*/ 46440 w 45000"/>
                <a:gd name="textAreaTop" fmla="*/ 0 h 107640"/>
                <a:gd name="textAreaBottom" fmla="*/ 109080 h 10764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1147;p80"/>
            <p:cNvSpPr/>
            <p:nvPr/>
          </p:nvSpPr>
          <p:spPr>
            <a:xfrm>
              <a:off x="10942920" y="903600"/>
              <a:ext cx="78840" cy="78840"/>
            </a:xfrm>
            <a:custGeom>
              <a:avLst/>
              <a:gdLst>
                <a:gd name="textAreaLeft" fmla="*/ 0 w 78840"/>
                <a:gd name="textAreaRight" fmla="*/ 80280 w 7884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1148;p80"/>
            <p:cNvSpPr/>
            <p:nvPr/>
          </p:nvSpPr>
          <p:spPr>
            <a:xfrm>
              <a:off x="11043720" y="903960"/>
              <a:ext cx="41400" cy="76680"/>
            </a:xfrm>
            <a:custGeom>
              <a:avLst/>
              <a:gdLst>
                <a:gd name="textAreaLeft" fmla="*/ 0 w 41400"/>
                <a:gd name="textAreaRight" fmla="*/ 42840 w 41400"/>
                <a:gd name="textAreaTop" fmla="*/ 0 h 76680"/>
                <a:gd name="textAreaBottom" fmla="*/ 78120 h 766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1149;p80"/>
            <p:cNvSpPr/>
            <p:nvPr/>
          </p:nvSpPr>
          <p:spPr>
            <a:xfrm>
              <a:off x="11103840" y="903600"/>
              <a:ext cx="114840" cy="77040"/>
            </a:xfrm>
            <a:custGeom>
              <a:avLst/>
              <a:gdLst>
                <a:gd name="textAreaLeft" fmla="*/ 0 w 114840"/>
                <a:gd name="textAreaRight" fmla="*/ 116280 w 114840"/>
                <a:gd name="textAreaTop" fmla="*/ 0 h 77040"/>
                <a:gd name="textAreaBottom" fmla="*/ 78480 h 7704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1150;p80"/>
            <p:cNvSpPr/>
            <p:nvPr/>
          </p:nvSpPr>
          <p:spPr>
            <a:xfrm>
              <a:off x="11239560" y="90396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1151;p80"/>
            <p:cNvSpPr/>
            <p:nvPr/>
          </p:nvSpPr>
          <p:spPr>
            <a:xfrm>
              <a:off x="11324880" y="903960"/>
              <a:ext cx="57960" cy="78120"/>
            </a:xfrm>
            <a:custGeom>
              <a:avLst/>
              <a:gdLst>
                <a:gd name="textAreaLeft" fmla="*/ 0 w 57960"/>
                <a:gd name="textAreaRight" fmla="*/ 59400 w 5796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1152;p80"/>
            <p:cNvSpPr/>
            <p:nvPr/>
          </p:nvSpPr>
          <p:spPr>
            <a:xfrm>
              <a:off x="10208160" y="1039680"/>
              <a:ext cx="76320" cy="10872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8720"/>
                <a:gd name="textAreaBottom" fmla="*/ 110160 h 1087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1153;p80"/>
            <p:cNvSpPr/>
            <p:nvPr/>
          </p:nvSpPr>
          <p:spPr>
            <a:xfrm>
              <a:off x="10306800" y="1069920"/>
              <a:ext cx="71280" cy="78840"/>
            </a:xfrm>
            <a:custGeom>
              <a:avLst/>
              <a:gdLst>
                <a:gd name="textAreaLeft" fmla="*/ 0 w 71280"/>
                <a:gd name="textAreaRight" fmla="*/ 72720 w 7128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1154;p80"/>
            <p:cNvSpPr/>
            <p:nvPr/>
          </p:nvSpPr>
          <p:spPr>
            <a:xfrm>
              <a:off x="10438200" y="107028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1155;p80"/>
            <p:cNvSpPr/>
            <p:nvPr/>
          </p:nvSpPr>
          <p:spPr>
            <a:xfrm>
              <a:off x="10530360" y="1069560"/>
              <a:ext cx="76320" cy="10080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0800"/>
                <a:gd name="textAreaBottom" fmla="*/ 102240 h 10080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1156;p80"/>
            <p:cNvSpPr/>
            <p:nvPr/>
          </p:nvSpPr>
          <p:spPr>
            <a:xfrm>
              <a:off x="10629000" y="1069920"/>
              <a:ext cx="41400" cy="76680"/>
            </a:xfrm>
            <a:custGeom>
              <a:avLst/>
              <a:gdLst>
                <a:gd name="textAreaLeft" fmla="*/ 0 w 41400"/>
                <a:gd name="textAreaRight" fmla="*/ 42840 w 41400"/>
                <a:gd name="textAreaTop" fmla="*/ 0 h 76680"/>
                <a:gd name="textAreaBottom" fmla="*/ 78120 h 766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1157;p80"/>
            <p:cNvSpPr/>
            <p:nvPr/>
          </p:nvSpPr>
          <p:spPr>
            <a:xfrm>
              <a:off x="10681200" y="1069920"/>
              <a:ext cx="71280" cy="78840"/>
            </a:xfrm>
            <a:custGeom>
              <a:avLst/>
              <a:gdLst>
                <a:gd name="textAreaLeft" fmla="*/ 0 w 71280"/>
                <a:gd name="textAreaRight" fmla="*/ 72720 w 7128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1158;p80"/>
            <p:cNvSpPr/>
            <p:nvPr/>
          </p:nvSpPr>
          <p:spPr>
            <a:xfrm>
              <a:off x="10774080" y="1069560"/>
              <a:ext cx="65880" cy="7704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7040"/>
                <a:gd name="textAreaBottom" fmla="*/ 78480 h 7704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1159;p80"/>
            <p:cNvSpPr/>
            <p:nvPr/>
          </p:nvSpPr>
          <p:spPr>
            <a:xfrm>
              <a:off x="10860840" y="1039680"/>
              <a:ext cx="76320" cy="10872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8720"/>
                <a:gd name="textAreaBottom" fmla="*/ 110160 h 1087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1160;p80"/>
            <p:cNvSpPr/>
            <p:nvPr/>
          </p:nvSpPr>
          <p:spPr>
            <a:xfrm>
              <a:off x="10959480" y="1069920"/>
              <a:ext cx="71280" cy="78840"/>
            </a:xfrm>
            <a:custGeom>
              <a:avLst/>
              <a:gdLst>
                <a:gd name="textAreaLeft" fmla="*/ 0 w 71280"/>
                <a:gd name="textAreaRight" fmla="*/ 72720 w 7128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1161;p80"/>
            <p:cNvSpPr/>
            <p:nvPr/>
          </p:nvSpPr>
          <p:spPr>
            <a:xfrm>
              <a:off x="11052360" y="1069920"/>
              <a:ext cx="41400" cy="76680"/>
            </a:xfrm>
            <a:custGeom>
              <a:avLst/>
              <a:gdLst>
                <a:gd name="textAreaLeft" fmla="*/ 0 w 41400"/>
                <a:gd name="textAreaRight" fmla="*/ 42840 w 41400"/>
                <a:gd name="textAreaTop" fmla="*/ 0 h 76680"/>
                <a:gd name="textAreaBottom" fmla="*/ 78120 h 766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2" name="Google Shape;1162;p80"/>
          <p:cNvGrpSpPr/>
          <p:nvPr/>
        </p:nvGrpSpPr>
        <p:grpSpPr>
          <a:xfrm>
            <a:off x="10113480" y="597240"/>
            <a:ext cx="608040" cy="151200"/>
            <a:chOff x="10113480" y="597240"/>
            <a:chExt cx="608040" cy="151200"/>
          </a:xfrm>
        </p:grpSpPr>
        <p:sp>
          <p:nvSpPr>
            <p:cNvPr id="233" name="Google Shape;1163;p80"/>
            <p:cNvSpPr/>
            <p:nvPr/>
          </p:nvSpPr>
          <p:spPr>
            <a:xfrm>
              <a:off x="10627560" y="603360"/>
              <a:ext cx="93960" cy="144360"/>
            </a:xfrm>
            <a:custGeom>
              <a:avLst/>
              <a:gdLst>
                <a:gd name="textAreaLeft" fmla="*/ 0 w 93960"/>
                <a:gd name="textAreaRight" fmla="*/ 95400 w 93960"/>
                <a:gd name="textAreaTop" fmla="*/ 0 h 144360"/>
                <a:gd name="textAreaBottom" fmla="*/ 145800 h 1443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1164;p80"/>
            <p:cNvSpPr/>
            <p:nvPr/>
          </p:nvSpPr>
          <p:spPr>
            <a:xfrm>
              <a:off x="10113480" y="597240"/>
              <a:ext cx="136440" cy="151200"/>
            </a:xfrm>
            <a:custGeom>
              <a:avLst/>
              <a:gdLst>
                <a:gd name="textAreaLeft" fmla="*/ 0 w 136440"/>
                <a:gd name="textAreaRight" fmla="*/ 137880 w 136440"/>
                <a:gd name="textAreaTop" fmla="*/ 0 h 151200"/>
                <a:gd name="textAreaBottom" fmla="*/ 152640 h 1512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1165;p80"/>
            <p:cNvSpPr/>
            <p:nvPr/>
          </p:nvSpPr>
          <p:spPr>
            <a:xfrm>
              <a:off x="10246320" y="618480"/>
              <a:ext cx="132840" cy="125280"/>
            </a:xfrm>
            <a:custGeom>
              <a:avLst/>
              <a:gdLst>
                <a:gd name="textAreaLeft" fmla="*/ 0 w 132840"/>
                <a:gd name="textAreaRight" fmla="*/ 134280 w 132840"/>
                <a:gd name="textAreaTop" fmla="*/ 0 h 125280"/>
                <a:gd name="textAreaBottom" fmla="*/ 126720 h 1252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1166;p80"/>
            <p:cNvSpPr/>
            <p:nvPr/>
          </p:nvSpPr>
          <p:spPr>
            <a:xfrm>
              <a:off x="10378800" y="619920"/>
              <a:ext cx="124200" cy="121680"/>
            </a:xfrm>
            <a:custGeom>
              <a:avLst/>
              <a:gdLst>
                <a:gd name="textAreaLeft" fmla="*/ 0 w 124200"/>
                <a:gd name="textAreaRight" fmla="*/ 125640 w 124200"/>
                <a:gd name="textAreaTop" fmla="*/ 0 h 121680"/>
                <a:gd name="textAreaBottom" fmla="*/ 123120 h 1216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1167;p80"/>
            <p:cNvSpPr/>
            <p:nvPr/>
          </p:nvSpPr>
          <p:spPr>
            <a:xfrm>
              <a:off x="10503000" y="619200"/>
              <a:ext cx="125280" cy="123840"/>
            </a:xfrm>
            <a:custGeom>
              <a:avLst/>
              <a:gdLst>
                <a:gd name="textAreaLeft" fmla="*/ 0 w 125280"/>
                <a:gd name="textAreaRight" fmla="*/ 126720 w 125280"/>
                <a:gd name="textAreaTop" fmla="*/ 0 h 123840"/>
                <a:gd name="textAreaBottom" fmla="*/ 125280 h 1238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8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7720" cy="486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59;p56"/>
          <p:cNvSpPr/>
          <p:nvPr/>
        </p:nvSpPr>
        <p:spPr>
          <a:xfrm>
            <a:off x="-103320" y="-50760"/>
            <a:ext cx="766080" cy="6958080"/>
          </a:xfrm>
          <a:custGeom>
            <a:avLst/>
            <a:gdLst>
              <a:gd name="textAreaLeft" fmla="*/ 0 w 766080"/>
              <a:gd name="textAreaRight" fmla="*/ 767520 w 766080"/>
              <a:gd name="textAreaTop" fmla="*/ 0 h 6958080"/>
              <a:gd name="textAreaBottom" fmla="*/ 6959520 h 695808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60;p56"/>
          <p:cNvSpPr/>
          <p:nvPr/>
        </p:nvSpPr>
        <p:spPr>
          <a:xfrm>
            <a:off x="664560" y="-50760"/>
            <a:ext cx="3888000" cy="6958080"/>
          </a:xfrm>
          <a:custGeom>
            <a:avLst/>
            <a:gdLst>
              <a:gd name="textAreaLeft" fmla="*/ 0 w 3888000"/>
              <a:gd name="textAreaRight" fmla="*/ 3889440 w 3888000"/>
              <a:gd name="textAreaTop" fmla="*/ 0 h 6958080"/>
              <a:gd name="textAreaBottom" fmla="*/ 6959520 h 695808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61;p56"/>
          <p:cNvSpPr/>
          <p:nvPr/>
        </p:nvSpPr>
        <p:spPr>
          <a:xfrm>
            <a:off x="3718080" y="370728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62;p56"/>
          <p:cNvSpPr/>
          <p:nvPr/>
        </p:nvSpPr>
        <p:spPr>
          <a:xfrm>
            <a:off x="4136760" y="370728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63;p56"/>
          <p:cNvSpPr/>
          <p:nvPr/>
        </p:nvSpPr>
        <p:spPr>
          <a:xfrm>
            <a:off x="4555800" y="370728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64;p56"/>
          <p:cNvSpPr/>
          <p:nvPr/>
        </p:nvSpPr>
        <p:spPr>
          <a:xfrm rot="10800000">
            <a:off x="4975920" y="3706920"/>
            <a:ext cx="6933960" cy="417600"/>
          </a:xfrm>
          <a:custGeom>
            <a:avLst/>
            <a:gdLst>
              <a:gd name="textAreaLeft" fmla="*/ 0 w 6933960"/>
              <a:gd name="textAreaRight" fmla="*/ 6935400 w 693396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65;p56"/>
          <p:cNvSpPr/>
          <p:nvPr/>
        </p:nvSpPr>
        <p:spPr>
          <a:xfrm rot="10800000">
            <a:off x="5394960" y="4125960"/>
            <a:ext cx="6408360" cy="417600"/>
          </a:xfrm>
          <a:custGeom>
            <a:avLst/>
            <a:gdLst>
              <a:gd name="textAreaLeft" fmla="*/ 0 w 6408360"/>
              <a:gd name="textAreaRight" fmla="*/ 6409800 w 640836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266;p56"/>
          <p:cNvSpPr/>
          <p:nvPr/>
        </p:nvSpPr>
        <p:spPr>
          <a:xfrm rot="10800000">
            <a:off x="5813640" y="4546080"/>
            <a:ext cx="5848560" cy="417600"/>
          </a:xfrm>
          <a:custGeom>
            <a:avLst/>
            <a:gdLst>
              <a:gd name="textAreaLeft" fmla="*/ 0 w 5848560"/>
              <a:gd name="textAreaRight" fmla="*/ 5850000 w 584856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67;p56"/>
          <p:cNvSpPr/>
          <p:nvPr/>
        </p:nvSpPr>
        <p:spPr>
          <a:xfrm rot="10800000">
            <a:off x="5394960" y="4963680"/>
            <a:ext cx="6408360" cy="417600"/>
          </a:xfrm>
          <a:custGeom>
            <a:avLst/>
            <a:gdLst>
              <a:gd name="textAreaLeft" fmla="*/ 0 w 6408360"/>
              <a:gd name="textAreaRight" fmla="*/ 6409800 w 640836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68;p56"/>
          <p:cNvSpPr/>
          <p:nvPr/>
        </p:nvSpPr>
        <p:spPr>
          <a:xfrm rot="10800000">
            <a:off x="4975920" y="5382360"/>
            <a:ext cx="6751080" cy="417600"/>
          </a:xfrm>
          <a:custGeom>
            <a:avLst/>
            <a:gdLst>
              <a:gd name="textAreaLeft" fmla="*/ 0 w 6751080"/>
              <a:gd name="textAreaRight" fmla="*/ 6752520 w 675108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69;p56"/>
          <p:cNvSpPr/>
          <p:nvPr/>
        </p:nvSpPr>
        <p:spPr>
          <a:xfrm rot="10800000">
            <a:off x="5394960" y="5801400"/>
            <a:ext cx="6408360" cy="417600"/>
          </a:xfrm>
          <a:custGeom>
            <a:avLst/>
            <a:gdLst>
              <a:gd name="textAreaLeft" fmla="*/ 0 w 6408360"/>
              <a:gd name="textAreaRight" fmla="*/ 6409800 w 640836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270;p56"/>
          <p:cNvSpPr/>
          <p:nvPr/>
        </p:nvSpPr>
        <p:spPr>
          <a:xfrm>
            <a:off x="3299040" y="412596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271;p56"/>
          <p:cNvSpPr/>
          <p:nvPr/>
        </p:nvSpPr>
        <p:spPr>
          <a:xfrm>
            <a:off x="3718080" y="412596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272;p56"/>
          <p:cNvSpPr/>
          <p:nvPr/>
        </p:nvSpPr>
        <p:spPr>
          <a:xfrm>
            <a:off x="4136760" y="412596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273;p56"/>
          <p:cNvSpPr/>
          <p:nvPr/>
        </p:nvSpPr>
        <p:spPr>
          <a:xfrm>
            <a:off x="4974480" y="412596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274;p56"/>
          <p:cNvSpPr/>
          <p:nvPr/>
        </p:nvSpPr>
        <p:spPr>
          <a:xfrm>
            <a:off x="2880360" y="454500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275;p56"/>
          <p:cNvSpPr/>
          <p:nvPr/>
        </p:nvSpPr>
        <p:spPr>
          <a:xfrm>
            <a:off x="3299040" y="454500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276;p56"/>
          <p:cNvSpPr/>
          <p:nvPr/>
        </p:nvSpPr>
        <p:spPr>
          <a:xfrm>
            <a:off x="3718080" y="454500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277;p56"/>
          <p:cNvSpPr/>
          <p:nvPr/>
        </p:nvSpPr>
        <p:spPr>
          <a:xfrm>
            <a:off x="4136760" y="454500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78;p56"/>
          <p:cNvSpPr/>
          <p:nvPr/>
        </p:nvSpPr>
        <p:spPr>
          <a:xfrm>
            <a:off x="5393520" y="454500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79;p56"/>
          <p:cNvSpPr/>
          <p:nvPr/>
        </p:nvSpPr>
        <p:spPr>
          <a:xfrm>
            <a:off x="2880360" y="496368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80;p56"/>
          <p:cNvSpPr/>
          <p:nvPr/>
        </p:nvSpPr>
        <p:spPr>
          <a:xfrm>
            <a:off x="3299040" y="496368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81;p56"/>
          <p:cNvSpPr/>
          <p:nvPr/>
        </p:nvSpPr>
        <p:spPr>
          <a:xfrm>
            <a:off x="3718080" y="496368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82;p56"/>
          <p:cNvSpPr/>
          <p:nvPr/>
        </p:nvSpPr>
        <p:spPr>
          <a:xfrm>
            <a:off x="4136760" y="496368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83;p56"/>
          <p:cNvSpPr/>
          <p:nvPr/>
        </p:nvSpPr>
        <p:spPr>
          <a:xfrm>
            <a:off x="4974480" y="496368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84;p56"/>
          <p:cNvSpPr/>
          <p:nvPr/>
        </p:nvSpPr>
        <p:spPr>
          <a:xfrm>
            <a:off x="3299040" y="538272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85;p56"/>
          <p:cNvSpPr/>
          <p:nvPr/>
        </p:nvSpPr>
        <p:spPr>
          <a:xfrm>
            <a:off x="3718080" y="538272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86;p56"/>
          <p:cNvSpPr/>
          <p:nvPr/>
        </p:nvSpPr>
        <p:spPr>
          <a:xfrm>
            <a:off x="4136760" y="538272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87;p56"/>
          <p:cNvSpPr/>
          <p:nvPr/>
        </p:nvSpPr>
        <p:spPr>
          <a:xfrm>
            <a:off x="4555800" y="538272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88;p56"/>
          <p:cNvSpPr/>
          <p:nvPr/>
        </p:nvSpPr>
        <p:spPr>
          <a:xfrm>
            <a:off x="3718080" y="580140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289;p56"/>
          <p:cNvSpPr/>
          <p:nvPr/>
        </p:nvSpPr>
        <p:spPr>
          <a:xfrm>
            <a:off x="4136760" y="580140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290;p56"/>
          <p:cNvSpPr/>
          <p:nvPr/>
        </p:nvSpPr>
        <p:spPr>
          <a:xfrm>
            <a:off x="4974480" y="5801400"/>
            <a:ext cx="417600" cy="417600"/>
          </a:xfrm>
          <a:custGeom>
            <a:avLst/>
            <a:gdLst>
              <a:gd name="textAreaLeft" fmla="*/ 0 w 417600"/>
              <a:gd name="textAreaRight" fmla="*/ 419040 w 417600"/>
              <a:gd name="textAreaTop" fmla="*/ 0 h 417600"/>
              <a:gd name="textAreaBottom" fmla="*/ 419040 h 4176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91;p56"/>
          <p:cNvSpPr/>
          <p:nvPr/>
        </p:nvSpPr>
        <p:spPr>
          <a:xfrm rot="16200000">
            <a:off x="3036240" y="4490640"/>
            <a:ext cx="227052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292;p56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293;p56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294;p56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295;p56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296;p56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297;p56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298;p56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299;p56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00;p56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01;p56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02;p56"/>
          <p:cNvSpPr/>
          <p:nvPr/>
        </p:nvSpPr>
        <p:spPr>
          <a:xfrm rot="10800000">
            <a:off x="11603880" y="-49320"/>
            <a:ext cx="689400" cy="6958080"/>
          </a:xfrm>
          <a:custGeom>
            <a:avLst/>
            <a:gdLst>
              <a:gd name="textAreaLeft" fmla="*/ 0 w 689400"/>
              <a:gd name="textAreaRight" fmla="*/ 690840 w 689400"/>
              <a:gd name="textAreaTop" fmla="*/ 0 h 6958080"/>
              <a:gd name="textAreaBottom" fmla="*/ 6959520 h 695808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1170;p81"/>
          <p:cNvGrpSpPr/>
          <p:nvPr/>
        </p:nvGrpSpPr>
        <p:grpSpPr>
          <a:xfrm>
            <a:off x="795240" y="2890800"/>
            <a:ext cx="3672720" cy="3107520"/>
            <a:chOff x="795240" y="2890800"/>
            <a:chExt cx="3672720" cy="3107520"/>
          </a:xfrm>
        </p:grpSpPr>
        <p:sp>
          <p:nvSpPr>
            <p:cNvPr id="286" name="Google Shape;1171;p81"/>
            <p:cNvSpPr/>
            <p:nvPr/>
          </p:nvSpPr>
          <p:spPr>
            <a:xfrm>
              <a:off x="795240" y="4303800"/>
              <a:ext cx="563760" cy="169452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694520"/>
                <a:gd name="textAreaBottom" fmla="*/ 1695960 h 16945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Google Shape;1172;p81"/>
            <p:cNvSpPr/>
            <p:nvPr/>
          </p:nvSpPr>
          <p:spPr>
            <a:xfrm>
              <a:off x="3904200" y="3738600"/>
              <a:ext cx="563760" cy="112896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Google Shape;1173;p81"/>
            <p:cNvSpPr/>
            <p:nvPr/>
          </p:nvSpPr>
          <p:spPr>
            <a:xfrm>
              <a:off x="4186800" y="543456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Google Shape;1174;p81"/>
            <p:cNvSpPr/>
            <p:nvPr/>
          </p:nvSpPr>
          <p:spPr>
            <a:xfrm>
              <a:off x="2490840" y="317340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Google Shape;1175;p81"/>
            <p:cNvSpPr/>
            <p:nvPr/>
          </p:nvSpPr>
          <p:spPr>
            <a:xfrm>
              <a:off x="1360440" y="2890800"/>
              <a:ext cx="1128960" cy="1128960"/>
            </a:xfrm>
            <a:custGeom>
              <a:avLst/>
              <a:gdLst>
                <a:gd name="textAreaLeft" fmla="*/ 0 w 1128960"/>
                <a:gd name="textAreaRight" fmla="*/ 1130400 w 11289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Google Shape;1176;p81"/>
            <p:cNvSpPr/>
            <p:nvPr/>
          </p:nvSpPr>
          <p:spPr>
            <a:xfrm>
              <a:off x="1925640" y="4303800"/>
              <a:ext cx="1411560" cy="1411560"/>
            </a:xfrm>
            <a:custGeom>
              <a:avLst/>
              <a:gdLst>
                <a:gd name="textAreaLeft" fmla="*/ 0 w 1411560"/>
                <a:gd name="textAreaRight" fmla="*/ 1413000 w 1411560"/>
                <a:gd name="textAreaTop" fmla="*/ 0 h 1411560"/>
                <a:gd name="textAreaBottom" fmla="*/ 1413000 h 14115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2" name="Google Shape;1177;p81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1178;p81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1179;p81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1180;p81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1181;p81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1182;p81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1183;p81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1184;p81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1185;p81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1186;p81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02" name="Google Shape;1187;p81"/>
          <p:cNvGrpSpPr/>
          <p:nvPr/>
        </p:nvGrpSpPr>
        <p:grpSpPr>
          <a:xfrm>
            <a:off x="-2185920" y="0"/>
            <a:ext cx="930960" cy="6856560"/>
            <a:chOff x="-2185920" y="0"/>
            <a:chExt cx="930960" cy="6856560"/>
          </a:xfrm>
        </p:grpSpPr>
        <p:sp>
          <p:nvSpPr>
            <p:cNvPr id="303" name="Google Shape;1188;p81"/>
            <p:cNvSpPr/>
            <p:nvPr/>
          </p:nvSpPr>
          <p:spPr>
            <a:xfrm>
              <a:off x="-2185920" y="0"/>
              <a:ext cx="316080" cy="68565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Google Shape;1189;p81"/>
            <p:cNvSpPr/>
            <p:nvPr/>
          </p:nvSpPr>
          <p:spPr>
            <a:xfrm>
              <a:off x="-2185920" y="0"/>
              <a:ext cx="316080" cy="24876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Google Shape;1190;p81"/>
            <p:cNvSpPr/>
            <p:nvPr/>
          </p:nvSpPr>
          <p:spPr>
            <a:xfrm>
              <a:off x="-1881720" y="0"/>
              <a:ext cx="316080" cy="68565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Google Shape;1191;p81"/>
            <p:cNvSpPr/>
            <p:nvPr/>
          </p:nvSpPr>
          <p:spPr>
            <a:xfrm>
              <a:off x="-1881720" y="4368960"/>
              <a:ext cx="316080" cy="24876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Google Shape;1192;p81"/>
            <p:cNvSpPr/>
            <p:nvPr/>
          </p:nvSpPr>
          <p:spPr>
            <a:xfrm>
              <a:off x="-1571040" y="0"/>
              <a:ext cx="316080" cy="68565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Google Shape;1193;p81"/>
            <p:cNvSpPr/>
            <p:nvPr/>
          </p:nvSpPr>
          <p:spPr>
            <a:xfrm>
              <a:off x="-1571040" y="0"/>
              <a:ext cx="316080" cy="24876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9" name="Google Shape;1194;p81"/>
          <p:cNvGrpSpPr/>
          <p:nvPr/>
        </p:nvGrpSpPr>
        <p:grpSpPr>
          <a:xfrm>
            <a:off x="1734120" y="843120"/>
            <a:ext cx="1368720" cy="1094760"/>
            <a:chOff x="1734120" y="843120"/>
            <a:chExt cx="1368720" cy="1094760"/>
          </a:xfrm>
        </p:grpSpPr>
        <p:sp>
          <p:nvSpPr>
            <p:cNvPr id="310" name="Google Shape;1195;p81"/>
            <p:cNvSpPr/>
            <p:nvPr/>
          </p:nvSpPr>
          <p:spPr>
            <a:xfrm>
              <a:off x="2282400" y="84312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Google Shape;1196;p81"/>
            <p:cNvSpPr/>
            <p:nvPr/>
          </p:nvSpPr>
          <p:spPr>
            <a:xfrm>
              <a:off x="2008080" y="111744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Google Shape;1197;p81"/>
            <p:cNvSpPr/>
            <p:nvPr/>
          </p:nvSpPr>
          <p:spPr>
            <a:xfrm>
              <a:off x="1734120" y="13914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Google Shape;1198;p81"/>
            <p:cNvSpPr/>
            <p:nvPr/>
          </p:nvSpPr>
          <p:spPr>
            <a:xfrm>
              <a:off x="173412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Google Shape;1199;p81"/>
            <p:cNvSpPr/>
            <p:nvPr/>
          </p:nvSpPr>
          <p:spPr>
            <a:xfrm>
              <a:off x="200808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Google Shape;1200;p81"/>
            <p:cNvSpPr/>
            <p:nvPr/>
          </p:nvSpPr>
          <p:spPr>
            <a:xfrm>
              <a:off x="228240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Google Shape;1201;p81"/>
            <p:cNvSpPr/>
            <p:nvPr/>
          </p:nvSpPr>
          <p:spPr>
            <a:xfrm>
              <a:off x="255636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Google Shape;1202;p81"/>
            <p:cNvSpPr/>
            <p:nvPr/>
          </p:nvSpPr>
          <p:spPr>
            <a:xfrm>
              <a:off x="283032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Google Shape;1203;p81"/>
            <p:cNvSpPr/>
            <p:nvPr/>
          </p:nvSpPr>
          <p:spPr>
            <a:xfrm>
              <a:off x="2830320" y="13914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Google Shape;1204;p81"/>
            <p:cNvSpPr/>
            <p:nvPr/>
          </p:nvSpPr>
          <p:spPr>
            <a:xfrm>
              <a:off x="2556360" y="111744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0" name="Google Shape;1205;p81"/>
          <p:cNvGrpSpPr/>
          <p:nvPr/>
        </p:nvGrpSpPr>
        <p:grpSpPr>
          <a:xfrm>
            <a:off x="9761760" y="5104080"/>
            <a:ext cx="1396800" cy="993240"/>
            <a:chOff x="9761760" y="5104080"/>
            <a:chExt cx="1396800" cy="993240"/>
          </a:xfrm>
        </p:grpSpPr>
        <p:grpSp>
          <p:nvGrpSpPr>
            <p:cNvPr id="321" name="Google Shape;1206;p81"/>
            <p:cNvGrpSpPr/>
            <p:nvPr/>
          </p:nvGrpSpPr>
          <p:grpSpPr>
            <a:xfrm>
              <a:off x="9761760" y="5367240"/>
              <a:ext cx="1396800" cy="730080"/>
              <a:chOff x="9761760" y="5367240"/>
              <a:chExt cx="1396800" cy="730080"/>
            </a:xfrm>
          </p:grpSpPr>
          <p:grpSp>
            <p:nvGrpSpPr>
              <p:cNvPr id="322" name="Google Shape;1207;p81"/>
              <p:cNvGrpSpPr/>
              <p:nvPr/>
            </p:nvGrpSpPr>
            <p:grpSpPr>
              <a:xfrm>
                <a:off x="9761760" y="5367240"/>
                <a:ext cx="1163160" cy="283680"/>
                <a:chOff x="9761760" y="5367240"/>
                <a:chExt cx="1163160" cy="283680"/>
              </a:xfrm>
            </p:grpSpPr>
            <p:sp>
              <p:nvSpPr>
                <p:cNvPr id="323" name="Google Shape;1208;p81"/>
                <p:cNvSpPr/>
                <p:nvPr/>
              </p:nvSpPr>
              <p:spPr>
                <a:xfrm>
                  <a:off x="9761760" y="5367240"/>
                  <a:ext cx="140760" cy="282240"/>
                </a:xfrm>
                <a:custGeom>
                  <a:avLst/>
                  <a:gdLst>
                    <a:gd name="textAreaLeft" fmla="*/ 0 w 140760"/>
                    <a:gd name="textAreaRight" fmla="*/ 142200 w 140760"/>
                    <a:gd name="textAreaTop" fmla="*/ 0 h 282240"/>
                    <a:gd name="textAreaBottom" fmla="*/ 283680 h 28224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4" name="Google Shape;1209;p81"/>
                <p:cNvSpPr/>
                <p:nvPr/>
              </p:nvSpPr>
              <p:spPr>
                <a:xfrm>
                  <a:off x="9933480" y="5420160"/>
                  <a:ext cx="217440" cy="230760"/>
                </a:xfrm>
                <a:custGeom>
                  <a:avLst/>
                  <a:gdLst>
                    <a:gd name="textAreaLeft" fmla="*/ 0 w 217440"/>
                    <a:gd name="textAreaRight" fmla="*/ 218880 w 217440"/>
                    <a:gd name="textAreaTop" fmla="*/ 0 h 230760"/>
                    <a:gd name="textAreaBottom" fmla="*/ 232200 h 23076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5" name="Google Shape;1210;p81"/>
                <p:cNvSpPr/>
                <p:nvPr/>
              </p:nvSpPr>
              <p:spPr>
                <a:xfrm>
                  <a:off x="10188360" y="5420160"/>
                  <a:ext cx="205560" cy="230760"/>
                </a:xfrm>
                <a:custGeom>
                  <a:avLst/>
                  <a:gdLst>
                    <a:gd name="textAreaLeft" fmla="*/ 0 w 205560"/>
                    <a:gd name="textAreaRight" fmla="*/ 207000 w 205560"/>
                    <a:gd name="textAreaTop" fmla="*/ 0 h 230760"/>
                    <a:gd name="textAreaBottom" fmla="*/ 232200 h 23076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6" name="Google Shape;1211;p81"/>
                <p:cNvSpPr/>
                <p:nvPr/>
              </p:nvSpPr>
              <p:spPr>
                <a:xfrm>
                  <a:off x="10436760" y="5420160"/>
                  <a:ext cx="202680" cy="225720"/>
                </a:xfrm>
                <a:custGeom>
                  <a:avLst/>
                  <a:gdLst>
                    <a:gd name="textAreaLeft" fmla="*/ 0 w 202680"/>
                    <a:gd name="textAreaRight" fmla="*/ 204120 w 202680"/>
                    <a:gd name="textAreaTop" fmla="*/ 0 h 225720"/>
                    <a:gd name="textAreaBottom" fmla="*/ 227160 h 22572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7" name="Google Shape;1212;p81"/>
                <p:cNvSpPr/>
                <p:nvPr/>
              </p:nvSpPr>
              <p:spPr>
                <a:xfrm>
                  <a:off x="10685160" y="5420160"/>
                  <a:ext cx="239760" cy="230760"/>
                </a:xfrm>
                <a:custGeom>
                  <a:avLst/>
                  <a:gdLst>
                    <a:gd name="textAreaLeft" fmla="*/ 0 w 239760"/>
                    <a:gd name="textAreaRight" fmla="*/ 241200 w 239760"/>
                    <a:gd name="textAreaTop" fmla="*/ 0 h 230760"/>
                    <a:gd name="textAreaBottom" fmla="*/ 232200 h 2307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28" name="Google Shape;1213;p81"/>
              <p:cNvGrpSpPr/>
              <p:nvPr/>
            </p:nvGrpSpPr>
            <p:grpSpPr>
              <a:xfrm>
                <a:off x="10162800" y="5727600"/>
                <a:ext cx="995760" cy="369720"/>
                <a:chOff x="10162800" y="5727600"/>
                <a:chExt cx="995760" cy="369720"/>
              </a:xfrm>
            </p:grpSpPr>
            <p:sp>
              <p:nvSpPr>
                <p:cNvPr id="329" name="Google Shape;1214;p81"/>
                <p:cNvSpPr/>
                <p:nvPr/>
              </p:nvSpPr>
              <p:spPr>
                <a:xfrm>
                  <a:off x="10162800" y="5727600"/>
                  <a:ext cx="61920" cy="302040"/>
                </a:xfrm>
                <a:custGeom>
                  <a:avLst/>
                  <a:gdLst>
                    <a:gd name="textAreaLeft" fmla="*/ 0 w 61920"/>
                    <a:gd name="textAreaRight" fmla="*/ 63360 w 61920"/>
                    <a:gd name="textAreaTop" fmla="*/ 0 h 302040"/>
                    <a:gd name="textAreaBottom" fmla="*/ 303480 h 30204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0" name="Google Shape;1215;p81"/>
                <p:cNvSpPr/>
                <p:nvPr/>
              </p:nvSpPr>
              <p:spPr>
                <a:xfrm>
                  <a:off x="10274760" y="5804280"/>
                  <a:ext cx="239760" cy="230760"/>
                </a:xfrm>
                <a:custGeom>
                  <a:avLst/>
                  <a:gdLst>
                    <a:gd name="textAreaLeft" fmla="*/ 0 w 239760"/>
                    <a:gd name="textAreaRight" fmla="*/ 241200 w 239760"/>
                    <a:gd name="textAreaTop" fmla="*/ 0 h 230760"/>
                    <a:gd name="textAreaBottom" fmla="*/ 232200 h 2307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1" name="Google Shape;1216;p81"/>
                <p:cNvSpPr/>
                <p:nvPr/>
              </p:nvSpPr>
              <p:spPr>
                <a:xfrm>
                  <a:off x="10551960" y="5804280"/>
                  <a:ext cx="232560" cy="293040"/>
                </a:xfrm>
                <a:custGeom>
                  <a:avLst/>
                  <a:gdLst>
                    <a:gd name="textAreaLeft" fmla="*/ 0 w 232560"/>
                    <a:gd name="textAreaRight" fmla="*/ 234000 w 232560"/>
                    <a:gd name="textAreaTop" fmla="*/ 0 h 293040"/>
                    <a:gd name="textAreaBottom" fmla="*/ 294480 h 29304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2" name="Google Shape;1217;p81"/>
                <p:cNvSpPr/>
                <p:nvPr/>
              </p:nvSpPr>
              <p:spPr>
                <a:xfrm>
                  <a:off x="10843920" y="5727600"/>
                  <a:ext cx="65160" cy="302040"/>
                </a:xfrm>
                <a:custGeom>
                  <a:avLst/>
                  <a:gdLst>
                    <a:gd name="textAreaLeft" fmla="*/ 0 w 65160"/>
                    <a:gd name="textAreaRight" fmla="*/ 66600 w 65160"/>
                    <a:gd name="textAreaTop" fmla="*/ 0 h 302040"/>
                    <a:gd name="textAreaBottom" fmla="*/ 303480 h 30204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3" name="Google Shape;1218;p81"/>
                <p:cNvSpPr/>
                <p:nvPr/>
              </p:nvSpPr>
              <p:spPr>
                <a:xfrm>
                  <a:off x="10954800" y="5806080"/>
                  <a:ext cx="203760" cy="228240"/>
                </a:xfrm>
                <a:custGeom>
                  <a:avLst/>
                  <a:gdLst>
                    <a:gd name="textAreaLeft" fmla="*/ 0 w 203760"/>
                    <a:gd name="textAreaRight" fmla="*/ 205200 w 203760"/>
                    <a:gd name="textAreaTop" fmla="*/ 0 h 228240"/>
                    <a:gd name="textAreaBottom" fmla="*/ 229680 h 22824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34" name="Google Shape;1219;p81"/>
            <p:cNvGrpSpPr/>
            <p:nvPr/>
          </p:nvGrpSpPr>
          <p:grpSpPr>
            <a:xfrm>
              <a:off x="9844560" y="5104080"/>
              <a:ext cx="578520" cy="143640"/>
              <a:chOff x="9844560" y="5104080"/>
              <a:chExt cx="578520" cy="143640"/>
            </a:xfrm>
          </p:grpSpPr>
          <p:sp>
            <p:nvSpPr>
              <p:cNvPr id="335" name="Google Shape;1220;p81"/>
              <p:cNvSpPr/>
              <p:nvPr/>
            </p:nvSpPr>
            <p:spPr>
              <a:xfrm>
                <a:off x="10333800" y="5109840"/>
                <a:ext cx="89280" cy="137160"/>
              </a:xfrm>
              <a:custGeom>
                <a:avLst/>
                <a:gdLst>
                  <a:gd name="textAreaLeft" fmla="*/ 0 w 89280"/>
                  <a:gd name="textAreaRight" fmla="*/ 90720 w 89280"/>
                  <a:gd name="textAreaTop" fmla="*/ 0 h 137160"/>
                  <a:gd name="textAreaBottom" fmla="*/ 138600 h 13716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6" name="Google Shape;1221;p81"/>
              <p:cNvSpPr/>
              <p:nvPr/>
            </p:nvSpPr>
            <p:spPr>
              <a:xfrm>
                <a:off x="9844560" y="5104080"/>
                <a:ext cx="129600" cy="143640"/>
              </a:xfrm>
              <a:custGeom>
                <a:avLst/>
                <a:gdLst>
                  <a:gd name="textAreaLeft" fmla="*/ 0 w 129600"/>
                  <a:gd name="textAreaRight" fmla="*/ 131040 w 129600"/>
                  <a:gd name="textAreaTop" fmla="*/ 0 h 143640"/>
                  <a:gd name="textAreaBottom" fmla="*/ 145080 h 14364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7" name="Google Shape;1222;p81"/>
              <p:cNvSpPr/>
              <p:nvPr/>
            </p:nvSpPr>
            <p:spPr>
              <a:xfrm>
                <a:off x="9970920" y="5124240"/>
                <a:ext cx="126000" cy="119160"/>
              </a:xfrm>
              <a:custGeom>
                <a:avLst/>
                <a:gdLst>
                  <a:gd name="textAreaLeft" fmla="*/ 0 w 126000"/>
                  <a:gd name="textAreaRight" fmla="*/ 127440 w 126000"/>
                  <a:gd name="textAreaTop" fmla="*/ 0 h 119160"/>
                  <a:gd name="textAreaBottom" fmla="*/ 120600 h 11916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8" name="Google Shape;1223;p81"/>
              <p:cNvSpPr/>
              <p:nvPr/>
            </p:nvSpPr>
            <p:spPr>
              <a:xfrm>
                <a:off x="10096920" y="5125680"/>
                <a:ext cx="117720" cy="115560"/>
              </a:xfrm>
              <a:custGeom>
                <a:avLst/>
                <a:gdLst>
                  <a:gd name="textAreaLeft" fmla="*/ 0 w 117720"/>
                  <a:gd name="textAreaRight" fmla="*/ 119160 w 117720"/>
                  <a:gd name="textAreaTop" fmla="*/ 0 h 115560"/>
                  <a:gd name="textAreaBottom" fmla="*/ 117000 h 11556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9" name="Google Shape;1224;p81"/>
              <p:cNvSpPr/>
              <p:nvPr/>
            </p:nvSpPr>
            <p:spPr>
              <a:xfrm>
                <a:off x="10215360" y="5124960"/>
                <a:ext cx="118800" cy="117720"/>
              </a:xfrm>
              <a:custGeom>
                <a:avLst/>
                <a:gdLst>
                  <a:gd name="textAreaLeft" fmla="*/ 0 w 118800"/>
                  <a:gd name="textAreaRight" fmla="*/ 120240 w 118800"/>
                  <a:gd name="textAreaTop" fmla="*/ 0 h 117720"/>
                  <a:gd name="textAreaBottom" fmla="*/ 119160 h 11772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0" name="Google Shape;1225;p81"/>
          <p:cNvSpPr/>
          <p:nvPr/>
        </p:nvSpPr>
        <p:spPr>
          <a:xfrm>
            <a:off x="8377920" y="13320"/>
            <a:ext cx="3610440" cy="3610440"/>
          </a:xfrm>
          <a:custGeom>
            <a:avLst/>
            <a:gdLst>
              <a:gd name="textAreaLeft" fmla="*/ 0 w 3610440"/>
              <a:gd name="textAreaRight" fmla="*/ 3611880 w 3610440"/>
              <a:gd name="textAreaTop" fmla="*/ 0 h 3610440"/>
              <a:gd name="textAreaBottom" fmla="*/ 3611880 h 36104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226;p81"/>
          <p:cNvGrpSpPr/>
          <p:nvPr/>
        </p:nvGrpSpPr>
        <p:grpSpPr>
          <a:xfrm>
            <a:off x="401040" y="198360"/>
            <a:ext cx="2382480" cy="1623600"/>
            <a:chOff x="401040" y="198360"/>
            <a:chExt cx="2382480" cy="1623600"/>
          </a:xfrm>
        </p:grpSpPr>
        <p:sp>
          <p:nvSpPr>
            <p:cNvPr id="342" name="Google Shape;1227;p81"/>
            <p:cNvSpPr/>
            <p:nvPr/>
          </p:nvSpPr>
          <p:spPr>
            <a:xfrm>
              <a:off x="690480" y="275760"/>
              <a:ext cx="209304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43" name="Google Shape;1228;p81"/>
            <p:cNvGrpSpPr/>
            <p:nvPr/>
          </p:nvGrpSpPr>
          <p:grpSpPr>
            <a:xfrm>
              <a:off x="401040" y="198360"/>
              <a:ext cx="691920" cy="691920"/>
              <a:chOff x="401040" y="198360"/>
              <a:chExt cx="691920" cy="691920"/>
            </a:xfrm>
          </p:grpSpPr>
          <p:sp>
            <p:nvSpPr>
              <p:cNvPr id="344" name="Google Shape;1229;p81"/>
              <p:cNvSpPr/>
              <p:nvPr/>
            </p:nvSpPr>
            <p:spPr>
              <a:xfrm>
                <a:off x="401040" y="545040"/>
                <a:ext cx="345240" cy="3452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Google Shape;1230;p81"/>
              <p:cNvSpPr/>
              <p:nvPr/>
            </p:nvSpPr>
            <p:spPr>
              <a:xfrm>
                <a:off x="747720" y="198360"/>
                <a:ext cx="345240" cy="3452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6" name="Google Shape;1231;p81"/>
          <p:cNvSpPr/>
          <p:nvPr/>
        </p:nvSpPr>
        <p:spPr>
          <a:xfrm>
            <a:off x="706680" y="3871800"/>
            <a:ext cx="3557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7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7720" cy="486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1234;p82"/>
          <p:cNvGrpSpPr/>
          <p:nvPr/>
        </p:nvGrpSpPr>
        <p:grpSpPr>
          <a:xfrm>
            <a:off x="727560" y="3082680"/>
            <a:ext cx="7661520" cy="2467800"/>
            <a:chOff x="727560" y="3082680"/>
            <a:chExt cx="7661520" cy="2467800"/>
          </a:xfrm>
        </p:grpSpPr>
        <p:sp>
          <p:nvSpPr>
            <p:cNvPr id="349" name="Google Shape;1235;p82"/>
            <p:cNvSpPr/>
            <p:nvPr/>
          </p:nvSpPr>
          <p:spPr>
            <a:xfrm>
              <a:off x="1363680" y="3299400"/>
              <a:ext cx="702540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Google Shape;1236;p82"/>
            <p:cNvSpPr/>
            <p:nvPr/>
          </p:nvSpPr>
          <p:spPr>
            <a:xfrm rot="16200000">
              <a:off x="-252360" y="4062960"/>
              <a:ext cx="24156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Google Shape;1237;p82"/>
            <p:cNvSpPr/>
            <p:nvPr/>
          </p:nvSpPr>
          <p:spPr>
            <a:xfrm>
              <a:off x="1363680" y="4781520"/>
              <a:ext cx="521640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2" name="Google Shape;1238;p82"/>
          <p:cNvGrpSpPr/>
          <p:nvPr/>
        </p:nvGrpSpPr>
        <p:grpSpPr>
          <a:xfrm>
            <a:off x="755280" y="2794320"/>
            <a:ext cx="691920" cy="691920"/>
            <a:chOff x="755280" y="2794320"/>
            <a:chExt cx="691920" cy="691920"/>
          </a:xfrm>
        </p:grpSpPr>
        <p:sp>
          <p:nvSpPr>
            <p:cNvPr id="353" name="Google Shape;1239;p82"/>
            <p:cNvSpPr/>
            <p:nvPr/>
          </p:nvSpPr>
          <p:spPr>
            <a:xfrm>
              <a:off x="755280" y="314100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Google Shape;1240;p82"/>
            <p:cNvSpPr/>
            <p:nvPr/>
          </p:nvSpPr>
          <p:spPr>
            <a:xfrm>
              <a:off x="1101960" y="279432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5" name="Google Shape;1241;p82"/>
          <p:cNvGrpSpPr/>
          <p:nvPr/>
        </p:nvGrpSpPr>
        <p:grpSpPr>
          <a:xfrm>
            <a:off x="5260680" y="5098320"/>
            <a:ext cx="691920" cy="691920"/>
            <a:chOff x="5260680" y="5098320"/>
            <a:chExt cx="691920" cy="691920"/>
          </a:xfrm>
        </p:grpSpPr>
        <p:sp>
          <p:nvSpPr>
            <p:cNvPr id="356" name="Google Shape;1242;p82"/>
            <p:cNvSpPr/>
            <p:nvPr/>
          </p:nvSpPr>
          <p:spPr>
            <a:xfrm>
              <a:off x="5260680" y="544500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Google Shape;1243;p82"/>
            <p:cNvSpPr/>
            <p:nvPr/>
          </p:nvSpPr>
          <p:spPr>
            <a:xfrm>
              <a:off x="5607360" y="509832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8" name="Google Shape;1244;p82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1245;p82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1246;p82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1247;p82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1248;p82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1249;p82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Google Shape;1250;p82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Google Shape;1251;p82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Google Shape;1252;p82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1253;p82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8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8960" cy="592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69" name="Google Shape;1255;p82"/>
          <p:cNvGrpSpPr/>
          <p:nvPr/>
        </p:nvGrpSpPr>
        <p:grpSpPr>
          <a:xfrm>
            <a:off x="10124640" y="1269360"/>
            <a:ext cx="1468800" cy="767520"/>
            <a:chOff x="10124640" y="1269360"/>
            <a:chExt cx="1468800" cy="767520"/>
          </a:xfrm>
        </p:grpSpPr>
        <p:grpSp>
          <p:nvGrpSpPr>
            <p:cNvPr id="370" name="Google Shape;1256;p82"/>
            <p:cNvGrpSpPr/>
            <p:nvPr/>
          </p:nvGrpSpPr>
          <p:grpSpPr>
            <a:xfrm>
              <a:off x="10124640" y="1269360"/>
              <a:ext cx="1223280" cy="298440"/>
              <a:chOff x="10124640" y="1269360"/>
              <a:chExt cx="1223280" cy="298440"/>
            </a:xfrm>
          </p:grpSpPr>
          <p:sp>
            <p:nvSpPr>
              <p:cNvPr id="371" name="Google Shape;1257;p82"/>
              <p:cNvSpPr/>
              <p:nvPr/>
            </p:nvSpPr>
            <p:spPr>
              <a:xfrm>
                <a:off x="10124640" y="1269360"/>
                <a:ext cx="148320" cy="297000"/>
              </a:xfrm>
              <a:custGeom>
                <a:avLst/>
                <a:gdLst>
                  <a:gd name="textAreaLeft" fmla="*/ 0 w 148320"/>
                  <a:gd name="textAreaRight" fmla="*/ 149760 w 148320"/>
                  <a:gd name="textAreaTop" fmla="*/ 0 h 297000"/>
                  <a:gd name="textAreaBottom" fmla="*/ 298440 h 2970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258;p82"/>
              <p:cNvSpPr/>
              <p:nvPr/>
            </p:nvSpPr>
            <p:spPr>
              <a:xfrm>
                <a:off x="10305360" y="1324800"/>
                <a:ext cx="228600" cy="242640"/>
              </a:xfrm>
              <a:custGeom>
                <a:avLst/>
                <a:gdLst>
                  <a:gd name="textAreaLeft" fmla="*/ 0 w 228600"/>
                  <a:gd name="textAreaRight" fmla="*/ 230040 w 22860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259;p82"/>
              <p:cNvSpPr/>
              <p:nvPr/>
            </p:nvSpPr>
            <p:spPr>
              <a:xfrm>
                <a:off x="10573560" y="1325160"/>
                <a:ext cx="216360" cy="242640"/>
              </a:xfrm>
              <a:custGeom>
                <a:avLst/>
                <a:gdLst>
                  <a:gd name="textAreaLeft" fmla="*/ 0 w 216360"/>
                  <a:gd name="textAreaRight" fmla="*/ 217800 w 216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260;p82"/>
              <p:cNvSpPr/>
              <p:nvPr/>
            </p:nvSpPr>
            <p:spPr>
              <a:xfrm>
                <a:off x="10834560" y="1325160"/>
                <a:ext cx="213480" cy="237240"/>
              </a:xfrm>
              <a:custGeom>
                <a:avLst/>
                <a:gdLst>
                  <a:gd name="textAreaLeft" fmla="*/ 0 w 213480"/>
                  <a:gd name="textAreaRight" fmla="*/ 214920 w 213480"/>
                  <a:gd name="textAreaTop" fmla="*/ 0 h 237240"/>
                  <a:gd name="textAreaBottom" fmla="*/ 238680 h 2372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261;p82"/>
              <p:cNvSpPr/>
              <p:nvPr/>
            </p:nvSpPr>
            <p:spPr>
              <a:xfrm>
                <a:off x="11095560" y="132516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6" name="Google Shape;1262;p82"/>
            <p:cNvGrpSpPr/>
            <p:nvPr/>
          </p:nvGrpSpPr>
          <p:grpSpPr>
            <a:xfrm>
              <a:off x="10546560" y="1648080"/>
              <a:ext cx="1046880" cy="388800"/>
              <a:chOff x="10546560" y="1648080"/>
              <a:chExt cx="1046880" cy="388800"/>
            </a:xfrm>
          </p:grpSpPr>
          <p:sp>
            <p:nvSpPr>
              <p:cNvPr id="377" name="Google Shape;1263;p82"/>
              <p:cNvSpPr/>
              <p:nvPr/>
            </p:nvSpPr>
            <p:spPr>
              <a:xfrm>
                <a:off x="10546560" y="1648080"/>
                <a:ext cx="65160" cy="31788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264;p82"/>
              <p:cNvSpPr/>
              <p:nvPr/>
            </p:nvSpPr>
            <p:spPr>
              <a:xfrm>
                <a:off x="10664280" y="172872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Google Shape;1265;p82"/>
              <p:cNvSpPr/>
              <p:nvPr/>
            </p:nvSpPr>
            <p:spPr>
              <a:xfrm>
                <a:off x="10955160" y="1728720"/>
                <a:ext cx="244800" cy="308160"/>
              </a:xfrm>
              <a:custGeom>
                <a:avLst/>
                <a:gdLst>
                  <a:gd name="textAreaLeft" fmla="*/ 0 w 244800"/>
                  <a:gd name="textAreaRight" fmla="*/ 246240 w 244800"/>
                  <a:gd name="textAreaTop" fmla="*/ 0 h 308160"/>
                  <a:gd name="textAreaBottom" fmla="*/ 309600 h 3081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Google Shape;1266;p82"/>
              <p:cNvSpPr/>
              <p:nvPr/>
            </p:nvSpPr>
            <p:spPr>
              <a:xfrm>
                <a:off x="11262240" y="1648440"/>
                <a:ext cx="68760" cy="317880"/>
              </a:xfrm>
              <a:custGeom>
                <a:avLst/>
                <a:gdLst>
                  <a:gd name="textAreaLeft" fmla="*/ 0 w 68760"/>
                  <a:gd name="textAreaRight" fmla="*/ 70200 w 687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267;p82"/>
              <p:cNvSpPr/>
              <p:nvPr/>
            </p:nvSpPr>
            <p:spPr>
              <a:xfrm>
                <a:off x="11379240" y="1730520"/>
                <a:ext cx="214200" cy="240120"/>
              </a:xfrm>
              <a:custGeom>
                <a:avLst/>
                <a:gdLst>
                  <a:gd name="textAreaLeft" fmla="*/ 0 w 214200"/>
                  <a:gd name="textAreaRight" fmla="*/ 215640 w 214200"/>
                  <a:gd name="textAreaTop" fmla="*/ 0 h 240120"/>
                  <a:gd name="textAreaBottom" fmla="*/ 241560 h 2401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82" name="Google Shape;1268;p82"/>
          <p:cNvGrpSpPr/>
          <p:nvPr/>
        </p:nvGrpSpPr>
        <p:grpSpPr>
          <a:xfrm>
            <a:off x="10207440" y="873000"/>
            <a:ext cx="1175400" cy="297360"/>
            <a:chOff x="10207440" y="873000"/>
            <a:chExt cx="1175400" cy="297360"/>
          </a:xfrm>
        </p:grpSpPr>
        <p:sp>
          <p:nvSpPr>
            <p:cNvPr id="383" name="Google Shape;1269;p82"/>
            <p:cNvSpPr/>
            <p:nvPr/>
          </p:nvSpPr>
          <p:spPr>
            <a:xfrm>
              <a:off x="10207440" y="878040"/>
              <a:ext cx="80280" cy="102600"/>
            </a:xfrm>
            <a:custGeom>
              <a:avLst/>
              <a:gdLst>
                <a:gd name="textAreaLeft" fmla="*/ 0 w 80280"/>
                <a:gd name="textAreaRight" fmla="*/ 81720 w 80280"/>
                <a:gd name="textAreaTop" fmla="*/ 0 h 102600"/>
                <a:gd name="textAreaBottom" fmla="*/ 104040 h 10260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Google Shape;1270;p82"/>
            <p:cNvSpPr/>
            <p:nvPr/>
          </p:nvSpPr>
          <p:spPr>
            <a:xfrm>
              <a:off x="10285560" y="903600"/>
              <a:ext cx="78840" cy="78840"/>
            </a:xfrm>
            <a:custGeom>
              <a:avLst/>
              <a:gdLst>
                <a:gd name="textAreaLeft" fmla="*/ 0 w 78840"/>
                <a:gd name="textAreaRight" fmla="*/ 80280 w 7884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Google Shape;1271;p82"/>
            <p:cNvSpPr/>
            <p:nvPr/>
          </p:nvSpPr>
          <p:spPr>
            <a:xfrm>
              <a:off x="10381680" y="873720"/>
              <a:ext cx="76320" cy="10872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8720"/>
                <a:gd name="textAreaBottom" fmla="*/ 110160 h 1087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Google Shape;1272;p82"/>
            <p:cNvSpPr/>
            <p:nvPr/>
          </p:nvSpPr>
          <p:spPr>
            <a:xfrm>
              <a:off x="10479240" y="90396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Google Shape;1273;p82"/>
            <p:cNvSpPr/>
            <p:nvPr/>
          </p:nvSpPr>
          <p:spPr>
            <a:xfrm>
              <a:off x="10564560" y="903960"/>
              <a:ext cx="57960" cy="78120"/>
            </a:xfrm>
            <a:custGeom>
              <a:avLst/>
              <a:gdLst>
                <a:gd name="textAreaLeft" fmla="*/ 0 w 57960"/>
                <a:gd name="textAreaRight" fmla="*/ 59400 w 5796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Google Shape;1274;p82"/>
            <p:cNvSpPr/>
            <p:nvPr/>
          </p:nvSpPr>
          <p:spPr>
            <a:xfrm>
              <a:off x="10683720" y="90396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Google Shape;1275;p82"/>
            <p:cNvSpPr/>
            <p:nvPr/>
          </p:nvSpPr>
          <p:spPr>
            <a:xfrm>
              <a:off x="10769400" y="903960"/>
              <a:ext cx="57960" cy="78120"/>
            </a:xfrm>
            <a:custGeom>
              <a:avLst/>
              <a:gdLst>
                <a:gd name="textAreaLeft" fmla="*/ 0 w 57960"/>
                <a:gd name="textAreaRight" fmla="*/ 59400 w 5796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Google Shape;1276;p82"/>
            <p:cNvSpPr/>
            <p:nvPr/>
          </p:nvSpPr>
          <p:spPr>
            <a:xfrm>
              <a:off x="10888200" y="873000"/>
              <a:ext cx="45000" cy="107640"/>
            </a:xfrm>
            <a:custGeom>
              <a:avLst/>
              <a:gdLst>
                <a:gd name="textAreaLeft" fmla="*/ 0 w 45000"/>
                <a:gd name="textAreaRight" fmla="*/ 46440 w 45000"/>
                <a:gd name="textAreaTop" fmla="*/ 0 h 107640"/>
                <a:gd name="textAreaBottom" fmla="*/ 109080 h 10764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Google Shape;1277;p82"/>
            <p:cNvSpPr/>
            <p:nvPr/>
          </p:nvSpPr>
          <p:spPr>
            <a:xfrm>
              <a:off x="10942920" y="903600"/>
              <a:ext cx="78840" cy="78840"/>
            </a:xfrm>
            <a:custGeom>
              <a:avLst/>
              <a:gdLst>
                <a:gd name="textAreaLeft" fmla="*/ 0 w 78840"/>
                <a:gd name="textAreaRight" fmla="*/ 80280 w 7884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Google Shape;1278;p82"/>
            <p:cNvSpPr/>
            <p:nvPr/>
          </p:nvSpPr>
          <p:spPr>
            <a:xfrm>
              <a:off x="11043720" y="903960"/>
              <a:ext cx="41400" cy="76680"/>
            </a:xfrm>
            <a:custGeom>
              <a:avLst/>
              <a:gdLst>
                <a:gd name="textAreaLeft" fmla="*/ 0 w 41400"/>
                <a:gd name="textAreaRight" fmla="*/ 42840 w 41400"/>
                <a:gd name="textAreaTop" fmla="*/ 0 h 76680"/>
                <a:gd name="textAreaBottom" fmla="*/ 78120 h 766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Google Shape;1279;p82"/>
            <p:cNvSpPr/>
            <p:nvPr/>
          </p:nvSpPr>
          <p:spPr>
            <a:xfrm>
              <a:off x="11103840" y="903600"/>
              <a:ext cx="114840" cy="77040"/>
            </a:xfrm>
            <a:custGeom>
              <a:avLst/>
              <a:gdLst>
                <a:gd name="textAreaLeft" fmla="*/ 0 w 114840"/>
                <a:gd name="textAreaRight" fmla="*/ 116280 w 114840"/>
                <a:gd name="textAreaTop" fmla="*/ 0 h 77040"/>
                <a:gd name="textAreaBottom" fmla="*/ 78480 h 7704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Google Shape;1280;p82"/>
            <p:cNvSpPr/>
            <p:nvPr/>
          </p:nvSpPr>
          <p:spPr>
            <a:xfrm>
              <a:off x="11239560" y="90396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Google Shape;1281;p82"/>
            <p:cNvSpPr/>
            <p:nvPr/>
          </p:nvSpPr>
          <p:spPr>
            <a:xfrm>
              <a:off x="11324880" y="903960"/>
              <a:ext cx="57960" cy="78120"/>
            </a:xfrm>
            <a:custGeom>
              <a:avLst/>
              <a:gdLst>
                <a:gd name="textAreaLeft" fmla="*/ 0 w 57960"/>
                <a:gd name="textAreaRight" fmla="*/ 59400 w 5796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Google Shape;1282;p82"/>
            <p:cNvSpPr/>
            <p:nvPr/>
          </p:nvSpPr>
          <p:spPr>
            <a:xfrm>
              <a:off x="10208160" y="1039680"/>
              <a:ext cx="76320" cy="10872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8720"/>
                <a:gd name="textAreaBottom" fmla="*/ 110160 h 1087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Google Shape;1283;p82"/>
            <p:cNvSpPr/>
            <p:nvPr/>
          </p:nvSpPr>
          <p:spPr>
            <a:xfrm>
              <a:off x="10306800" y="1069920"/>
              <a:ext cx="71280" cy="78840"/>
            </a:xfrm>
            <a:custGeom>
              <a:avLst/>
              <a:gdLst>
                <a:gd name="textAreaLeft" fmla="*/ 0 w 71280"/>
                <a:gd name="textAreaRight" fmla="*/ 72720 w 7128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Google Shape;1284;p82"/>
            <p:cNvSpPr/>
            <p:nvPr/>
          </p:nvSpPr>
          <p:spPr>
            <a:xfrm>
              <a:off x="10438200" y="107028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Google Shape;1285;p82"/>
            <p:cNvSpPr/>
            <p:nvPr/>
          </p:nvSpPr>
          <p:spPr>
            <a:xfrm>
              <a:off x="10530360" y="1069560"/>
              <a:ext cx="76320" cy="10080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0800"/>
                <a:gd name="textAreaBottom" fmla="*/ 102240 h 10080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286;p82"/>
            <p:cNvSpPr/>
            <p:nvPr/>
          </p:nvSpPr>
          <p:spPr>
            <a:xfrm>
              <a:off x="10629000" y="1069920"/>
              <a:ext cx="41400" cy="76680"/>
            </a:xfrm>
            <a:custGeom>
              <a:avLst/>
              <a:gdLst>
                <a:gd name="textAreaLeft" fmla="*/ 0 w 41400"/>
                <a:gd name="textAreaRight" fmla="*/ 42840 w 41400"/>
                <a:gd name="textAreaTop" fmla="*/ 0 h 76680"/>
                <a:gd name="textAreaBottom" fmla="*/ 78120 h 766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287;p82"/>
            <p:cNvSpPr/>
            <p:nvPr/>
          </p:nvSpPr>
          <p:spPr>
            <a:xfrm>
              <a:off x="10681200" y="1069920"/>
              <a:ext cx="71280" cy="78840"/>
            </a:xfrm>
            <a:custGeom>
              <a:avLst/>
              <a:gdLst>
                <a:gd name="textAreaLeft" fmla="*/ 0 w 71280"/>
                <a:gd name="textAreaRight" fmla="*/ 72720 w 7128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288;p82"/>
            <p:cNvSpPr/>
            <p:nvPr/>
          </p:nvSpPr>
          <p:spPr>
            <a:xfrm>
              <a:off x="10774080" y="1069560"/>
              <a:ext cx="65880" cy="7704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7040"/>
                <a:gd name="textAreaBottom" fmla="*/ 78480 h 7704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289;p82"/>
            <p:cNvSpPr/>
            <p:nvPr/>
          </p:nvSpPr>
          <p:spPr>
            <a:xfrm>
              <a:off x="10860840" y="1039680"/>
              <a:ext cx="76320" cy="10872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8720"/>
                <a:gd name="textAreaBottom" fmla="*/ 110160 h 1087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290;p82"/>
            <p:cNvSpPr/>
            <p:nvPr/>
          </p:nvSpPr>
          <p:spPr>
            <a:xfrm>
              <a:off x="10959480" y="1069920"/>
              <a:ext cx="71280" cy="78840"/>
            </a:xfrm>
            <a:custGeom>
              <a:avLst/>
              <a:gdLst>
                <a:gd name="textAreaLeft" fmla="*/ 0 w 71280"/>
                <a:gd name="textAreaRight" fmla="*/ 72720 w 7128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Google Shape;1291;p82"/>
            <p:cNvSpPr/>
            <p:nvPr/>
          </p:nvSpPr>
          <p:spPr>
            <a:xfrm>
              <a:off x="11052360" y="1069920"/>
              <a:ext cx="41400" cy="76680"/>
            </a:xfrm>
            <a:custGeom>
              <a:avLst/>
              <a:gdLst>
                <a:gd name="textAreaLeft" fmla="*/ 0 w 41400"/>
                <a:gd name="textAreaRight" fmla="*/ 42840 w 41400"/>
                <a:gd name="textAreaTop" fmla="*/ 0 h 76680"/>
                <a:gd name="textAreaBottom" fmla="*/ 78120 h 766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6" name="Google Shape;1292;p82"/>
          <p:cNvGrpSpPr/>
          <p:nvPr/>
        </p:nvGrpSpPr>
        <p:grpSpPr>
          <a:xfrm>
            <a:off x="10113480" y="597240"/>
            <a:ext cx="608040" cy="151200"/>
            <a:chOff x="10113480" y="597240"/>
            <a:chExt cx="608040" cy="151200"/>
          </a:xfrm>
        </p:grpSpPr>
        <p:sp>
          <p:nvSpPr>
            <p:cNvPr id="407" name="Google Shape;1293;p82"/>
            <p:cNvSpPr/>
            <p:nvPr/>
          </p:nvSpPr>
          <p:spPr>
            <a:xfrm>
              <a:off x="10627560" y="603360"/>
              <a:ext cx="93960" cy="144360"/>
            </a:xfrm>
            <a:custGeom>
              <a:avLst/>
              <a:gdLst>
                <a:gd name="textAreaLeft" fmla="*/ 0 w 93960"/>
                <a:gd name="textAreaRight" fmla="*/ 95400 w 93960"/>
                <a:gd name="textAreaTop" fmla="*/ 0 h 144360"/>
                <a:gd name="textAreaBottom" fmla="*/ 145800 h 1443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294;p82"/>
            <p:cNvSpPr/>
            <p:nvPr/>
          </p:nvSpPr>
          <p:spPr>
            <a:xfrm>
              <a:off x="10113480" y="597240"/>
              <a:ext cx="136440" cy="151200"/>
            </a:xfrm>
            <a:custGeom>
              <a:avLst/>
              <a:gdLst>
                <a:gd name="textAreaLeft" fmla="*/ 0 w 136440"/>
                <a:gd name="textAreaRight" fmla="*/ 137880 w 136440"/>
                <a:gd name="textAreaTop" fmla="*/ 0 h 151200"/>
                <a:gd name="textAreaBottom" fmla="*/ 152640 h 1512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295;p82"/>
            <p:cNvSpPr/>
            <p:nvPr/>
          </p:nvSpPr>
          <p:spPr>
            <a:xfrm>
              <a:off x="10246320" y="618480"/>
              <a:ext cx="132840" cy="125280"/>
            </a:xfrm>
            <a:custGeom>
              <a:avLst/>
              <a:gdLst>
                <a:gd name="textAreaLeft" fmla="*/ 0 w 132840"/>
                <a:gd name="textAreaRight" fmla="*/ 134280 w 132840"/>
                <a:gd name="textAreaTop" fmla="*/ 0 h 125280"/>
                <a:gd name="textAreaBottom" fmla="*/ 126720 h 1252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296;p82"/>
            <p:cNvSpPr/>
            <p:nvPr/>
          </p:nvSpPr>
          <p:spPr>
            <a:xfrm>
              <a:off x="10378800" y="619920"/>
              <a:ext cx="124200" cy="121680"/>
            </a:xfrm>
            <a:custGeom>
              <a:avLst/>
              <a:gdLst>
                <a:gd name="textAreaLeft" fmla="*/ 0 w 124200"/>
                <a:gd name="textAreaRight" fmla="*/ 125640 w 124200"/>
                <a:gd name="textAreaTop" fmla="*/ 0 h 121680"/>
                <a:gd name="textAreaBottom" fmla="*/ 123120 h 1216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297;p82"/>
            <p:cNvSpPr/>
            <p:nvPr/>
          </p:nvSpPr>
          <p:spPr>
            <a:xfrm>
              <a:off x="10503000" y="619200"/>
              <a:ext cx="125280" cy="123840"/>
            </a:xfrm>
            <a:custGeom>
              <a:avLst/>
              <a:gdLst>
                <a:gd name="textAreaLeft" fmla="*/ 0 w 125280"/>
                <a:gd name="textAreaRight" fmla="*/ 126720 w 125280"/>
                <a:gd name="textAreaTop" fmla="*/ 0 h 123840"/>
                <a:gd name="textAreaBottom" fmla="*/ 125280 h 1238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12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82840" cy="1555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1300;p83"/>
          <p:cNvGrpSpPr/>
          <p:nvPr/>
        </p:nvGrpSpPr>
        <p:grpSpPr>
          <a:xfrm>
            <a:off x="795240" y="2890800"/>
            <a:ext cx="3672720" cy="3107520"/>
            <a:chOff x="795240" y="2890800"/>
            <a:chExt cx="3672720" cy="3107520"/>
          </a:xfrm>
        </p:grpSpPr>
        <p:sp>
          <p:nvSpPr>
            <p:cNvPr id="414" name="Google Shape;1301;p83"/>
            <p:cNvSpPr/>
            <p:nvPr/>
          </p:nvSpPr>
          <p:spPr>
            <a:xfrm>
              <a:off x="795240" y="4303800"/>
              <a:ext cx="563760" cy="169452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694520"/>
                <a:gd name="textAreaBottom" fmla="*/ 1695960 h 16945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302;p83"/>
            <p:cNvSpPr/>
            <p:nvPr/>
          </p:nvSpPr>
          <p:spPr>
            <a:xfrm>
              <a:off x="3904200" y="3738600"/>
              <a:ext cx="563760" cy="112896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303;p83"/>
            <p:cNvSpPr/>
            <p:nvPr/>
          </p:nvSpPr>
          <p:spPr>
            <a:xfrm>
              <a:off x="4186800" y="543456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Google Shape;1304;p83"/>
            <p:cNvSpPr/>
            <p:nvPr/>
          </p:nvSpPr>
          <p:spPr>
            <a:xfrm>
              <a:off x="2490840" y="317340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Google Shape;1305;p83"/>
            <p:cNvSpPr/>
            <p:nvPr/>
          </p:nvSpPr>
          <p:spPr>
            <a:xfrm>
              <a:off x="1360440" y="2890800"/>
              <a:ext cx="1128960" cy="1128960"/>
            </a:xfrm>
            <a:custGeom>
              <a:avLst/>
              <a:gdLst>
                <a:gd name="textAreaLeft" fmla="*/ 0 w 1128960"/>
                <a:gd name="textAreaRight" fmla="*/ 1130400 w 11289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Google Shape;1306;p83"/>
            <p:cNvSpPr/>
            <p:nvPr/>
          </p:nvSpPr>
          <p:spPr>
            <a:xfrm>
              <a:off x="1925640" y="4303800"/>
              <a:ext cx="1411560" cy="1411560"/>
            </a:xfrm>
            <a:custGeom>
              <a:avLst/>
              <a:gdLst>
                <a:gd name="textAreaLeft" fmla="*/ 0 w 1411560"/>
                <a:gd name="textAreaRight" fmla="*/ 1413000 w 1411560"/>
                <a:gd name="textAreaTop" fmla="*/ 0 h 1411560"/>
                <a:gd name="textAreaBottom" fmla="*/ 1413000 h 14115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0" name="Google Shape;1307;p83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Google Shape;1308;p83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Google Shape;1309;p83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Google Shape;1310;p83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Google Shape;1311;p83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Google Shape;1312;p83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Google Shape;1313;p83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Google Shape;1314;p83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Google Shape;1315;p83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Google Shape;1316;p83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30" name="Google Shape;1317;p83"/>
          <p:cNvGrpSpPr/>
          <p:nvPr/>
        </p:nvGrpSpPr>
        <p:grpSpPr>
          <a:xfrm>
            <a:off x="-2185920" y="0"/>
            <a:ext cx="930960" cy="6856560"/>
            <a:chOff x="-2185920" y="0"/>
            <a:chExt cx="930960" cy="6856560"/>
          </a:xfrm>
        </p:grpSpPr>
        <p:sp>
          <p:nvSpPr>
            <p:cNvPr id="431" name="Google Shape;1318;p83"/>
            <p:cNvSpPr/>
            <p:nvPr/>
          </p:nvSpPr>
          <p:spPr>
            <a:xfrm>
              <a:off x="-2185920" y="0"/>
              <a:ext cx="316080" cy="68565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Google Shape;1319;p83"/>
            <p:cNvSpPr/>
            <p:nvPr/>
          </p:nvSpPr>
          <p:spPr>
            <a:xfrm>
              <a:off x="-2185920" y="0"/>
              <a:ext cx="316080" cy="24876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Google Shape;1320;p83"/>
            <p:cNvSpPr/>
            <p:nvPr/>
          </p:nvSpPr>
          <p:spPr>
            <a:xfrm>
              <a:off x="-1881720" y="0"/>
              <a:ext cx="316080" cy="68565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Google Shape;1321;p83"/>
            <p:cNvSpPr/>
            <p:nvPr/>
          </p:nvSpPr>
          <p:spPr>
            <a:xfrm>
              <a:off x="-1881720" y="4368960"/>
              <a:ext cx="316080" cy="24876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Google Shape;1322;p83"/>
            <p:cNvSpPr/>
            <p:nvPr/>
          </p:nvSpPr>
          <p:spPr>
            <a:xfrm>
              <a:off x="-1571040" y="0"/>
              <a:ext cx="316080" cy="68565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Google Shape;1323;p83"/>
            <p:cNvSpPr/>
            <p:nvPr/>
          </p:nvSpPr>
          <p:spPr>
            <a:xfrm>
              <a:off x="-1571040" y="0"/>
              <a:ext cx="316080" cy="24876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7" name="Google Shape;1324;p83"/>
          <p:cNvGrpSpPr/>
          <p:nvPr/>
        </p:nvGrpSpPr>
        <p:grpSpPr>
          <a:xfrm>
            <a:off x="9761760" y="5104080"/>
            <a:ext cx="1396800" cy="993240"/>
            <a:chOff x="9761760" y="5104080"/>
            <a:chExt cx="1396800" cy="993240"/>
          </a:xfrm>
        </p:grpSpPr>
        <p:grpSp>
          <p:nvGrpSpPr>
            <p:cNvPr id="438" name="Google Shape;1325;p83"/>
            <p:cNvGrpSpPr/>
            <p:nvPr/>
          </p:nvGrpSpPr>
          <p:grpSpPr>
            <a:xfrm>
              <a:off x="9761760" y="5367240"/>
              <a:ext cx="1396800" cy="730080"/>
              <a:chOff x="9761760" y="5367240"/>
              <a:chExt cx="1396800" cy="730080"/>
            </a:xfrm>
          </p:grpSpPr>
          <p:grpSp>
            <p:nvGrpSpPr>
              <p:cNvPr id="439" name="Google Shape;1326;p83"/>
              <p:cNvGrpSpPr/>
              <p:nvPr/>
            </p:nvGrpSpPr>
            <p:grpSpPr>
              <a:xfrm>
                <a:off x="9761760" y="5367240"/>
                <a:ext cx="1163160" cy="283680"/>
                <a:chOff x="9761760" y="5367240"/>
                <a:chExt cx="1163160" cy="283680"/>
              </a:xfrm>
            </p:grpSpPr>
            <p:sp>
              <p:nvSpPr>
                <p:cNvPr id="440" name="Google Shape;1327;p83"/>
                <p:cNvSpPr/>
                <p:nvPr/>
              </p:nvSpPr>
              <p:spPr>
                <a:xfrm>
                  <a:off x="9761760" y="5367240"/>
                  <a:ext cx="140760" cy="282240"/>
                </a:xfrm>
                <a:custGeom>
                  <a:avLst/>
                  <a:gdLst>
                    <a:gd name="textAreaLeft" fmla="*/ 0 w 140760"/>
                    <a:gd name="textAreaRight" fmla="*/ 142200 w 140760"/>
                    <a:gd name="textAreaTop" fmla="*/ 0 h 282240"/>
                    <a:gd name="textAreaBottom" fmla="*/ 283680 h 28224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1" name="Google Shape;1328;p83"/>
                <p:cNvSpPr/>
                <p:nvPr/>
              </p:nvSpPr>
              <p:spPr>
                <a:xfrm>
                  <a:off x="9933480" y="5420160"/>
                  <a:ext cx="217440" cy="230760"/>
                </a:xfrm>
                <a:custGeom>
                  <a:avLst/>
                  <a:gdLst>
                    <a:gd name="textAreaLeft" fmla="*/ 0 w 217440"/>
                    <a:gd name="textAreaRight" fmla="*/ 218880 w 217440"/>
                    <a:gd name="textAreaTop" fmla="*/ 0 h 230760"/>
                    <a:gd name="textAreaBottom" fmla="*/ 232200 h 23076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2" name="Google Shape;1329;p83"/>
                <p:cNvSpPr/>
                <p:nvPr/>
              </p:nvSpPr>
              <p:spPr>
                <a:xfrm>
                  <a:off x="10188360" y="5420160"/>
                  <a:ext cx="205560" cy="230760"/>
                </a:xfrm>
                <a:custGeom>
                  <a:avLst/>
                  <a:gdLst>
                    <a:gd name="textAreaLeft" fmla="*/ 0 w 205560"/>
                    <a:gd name="textAreaRight" fmla="*/ 207000 w 205560"/>
                    <a:gd name="textAreaTop" fmla="*/ 0 h 230760"/>
                    <a:gd name="textAreaBottom" fmla="*/ 232200 h 23076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3" name="Google Shape;1330;p83"/>
                <p:cNvSpPr/>
                <p:nvPr/>
              </p:nvSpPr>
              <p:spPr>
                <a:xfrm>
                  <a:off x="10436760" y="5420160"/>
                  <a:ext cx="202680" cy="225720"/>
                </a:xfrm>
                <a:custGeom>
                  <a:avLst/>
                  <a:gdLst>
                    <a:gd name="textAreaLeft" fmla="*/ 0 w 202680"/>
                    <a:gd name="textAreaRight" fmla="*/ 204120 w 202680"/>
                    <a:gd name="textAreaTop" fmla="*/ 0 h 225720"/>
                    <a:gd name="textAreaBottom" fmla="*/ 227160 h 22572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4" name="Google Shape;1331;p83"/>
                <p:cNvSpPr/>
                <p:nvPr/>
              </p:nvSpPr>
              <p:spPr>
                <a:xfrm>
                  <a:off x="10685160" y="5420160"/>
                  <a:ext cx="239760" cy="230760"/>
                </a:xfrm>
                <a:custGeom>
                  <a:avLst/>
                  <a:gdLst>
                    <a:gd name="textAreaLeft" fmla="*/ 0 w 239760"/>
                    <a:gd name="textAreaRight" fmla="*/ 241200 w 239760"/>
                    <a:gd name="textAreaTop" fmla="*/ 0 h 230760"/>
                    <a:gd name="textAreaBottom" fmla="*/ 232200 h 2307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45" name="Google Shape;1332;p83"/>
              <p:cNvGrpSpPr/>
              <p:nvPr/>
            </p:nvGrpSpPr>
            <p:grpSpPr>
              <a:xfrm>
                <a:off x="10162800" y="5727600"/>
                <a:ext cx="995760" cy="369720"/>
                <a:chOff x="10162800" y="5727600"/>
                <a:chExt cx="995760" cy="369720"/>
              </a:xfrm>
            </p:grpSpPr>
            <p:sp>
              <p:nvSpPr>
                <p:cNvPr id="446" name="Google Shape;1333;p83"/>
                <p:cNvSpPr/>
                <p:nvPr/>
              </p:nvSpPr>
              <p:spPr>
                <a:xfrm>
                  <a:off x="10162800" y="5727600"/>
                  <a:ext cx="61920" cy="302040"/>
                </a:xfrm>
                <a:custGeom>
                  <a:avLst/>
                  <a:gdLst>
                    <a:gd name="textAreaLeft" fmla="*/ 0 w 61920"/>
                    <a:gd name="textAreaRight" fmla="*/ 63360 w 61920"/>
                    <a:gd name="textAreaTop" fmla="*/ 0 h 302040"/>
                    <a:gd name="textAreaBottom" fmla="*/ 303480 h 30204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7" name="Google Shape;1334;p83"/>
                <p:cNvSpPr/>
                <p:nvPr/>
              </p:nvSpPr>
              <p:spPr>
                <a:xfrm>
                  <a:off x="10274760" y="5804280"/>
                  <a:ext cx="239760" cy="230760"/>
                </a:xfrm>
                <a:custGeom>
                  <a:avLst/>
                  <a:gdLst>
                    <a:gd name="textAreaLeft" fmla="*/ 0 w 239760"/>
                    <a:gd name="textAreaRight" fmla="*/ 241200 w 239760"/>
                    <a:gd name="textAreaTop" fmla="*/ 0 h 230760"/>
                    <a:gd name="textAreaBottom" fmla="*/ 232200 h 2307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8" name="Google Shape;1335;p83"/>
                <p:cNvSpPr/>
                <p:nvPr/>
              </p:nvSpPr>
              <p:spPr>
                <a:xfrm>
                  <a:off x="10551960" y="5804280"/>
                  <a:ext cx="232560" cy="293040"/>
                </a:xfrm>
                <a:custGeom>
                  <a:avLst/>
                  <a:gdLst>
                    <a:gd name="textAreaLeft" fmla="*/ 0 w 232560"/>
                    <a:gd name="textAreaRight" fmla="*/ 234000 w 232560"/>
                    <a:gd name="textAreaTop" fmla="*/ 0 h 293040"/>
                    <a:gd name="textAreaBottom" fmla="*/ 294480 h 29304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9" name="Google Shape;1336;p83"/>
                <p:cNvSpPr/>
                <p:nvPr/>
              </p:nvSpPr>
              <p:spPr>
                <a:xfrm>
                  <a:off x="10843920" y="5727600"/>
                  <a:ext cx="65160" cy="302040"/>
                </a:xfrm>
                <a:custGeom>
                  <a:avLst/>
                  <a:gdLst>
                    <a:gd name="textAreaLeft" fmla="*/ 0 w 65160"/>
                    <a:gd name="textAreaRight" fmla="*/ 66600 w 65160"/>
                    <a:gd name="textAreaTop" fmla="*/ 0 h 302040"/>
                    <a:gd name="textAreaBottom" fmla="*/ 303480 h 30204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0" name="Google Shape;1337;p83"/>
                <p:cNvSpPr/>
                <p:nvPr/>
              </p:nvSpPr>
              <p:spPr>
                <a:xfrm>
                  <a:off x="10954800" y="5806080"/>
                  <a:ext cx="203760" cy="228240"/>
                </a:xfrm>
                <a:custGeom>
                  <a:avLst/>
                  <a:gdLst>
                    <a:gd name="textAreaLeft" fmla="*/ 0 w 203760"/>
                    <a:gd name="textAreaRight" fmla="*/ 205200 w 203760"/>
                    <a:gd name="textAreaTop" fmla="*/ 0 h 228240"/>
                    <a:gd name="textAreaBottom" fmla="*/ 229680 h 22824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51" name="Google Shape;1338;p83"/>
            <p:cNvGrpSpPr/>
            <p:nvPr/>
          </p:nvGrpSpPr>
          <p:grpSpPr>
            <a:xfrm>
              <a:off x="9844560" y="5104080"/>
              <a:ext cx="578520" cy="143640"/>
              <a:chOff x="9844560" y="5104080"/>
              <a:chExt cx="578520" cy="143640"/>
            </a:xfrm>
          </p:grpSpPr>
          <p:sp>
            <p:nvSpPr>
              <p:cNvPr id="452" name="Google Shape;1339;p83"/>
              <p:cNvSpPr/>
              <p:nvPr/>
            </p:nvSpPr>
            <p:spPr>
              <a:xfrm>
                <a:off x="10333800" y="5109840"/>
                <a:ext cx="89280" cy="137160"/>
              </a:xfrm>
              <a:custGeom>
                <a:avLst/>
                <a:gdLst>
                  <a:gd name="textAreaLeft" fmla="*/ 0 w 89280"/>
                  <a:gd name="textAreaRight" fmla="*/ 90720 w 89280"/>
                  <a:gd name="textAreaTop" fmla="*/ 0 h 137160"/>
                  <a:gd name="textAreaBottom" fmla="*/ 138600 h 13716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Google Shape;1340;p83"/>
              <p:cNvSpPr/>
              <p:nvPr/>
            </p:nvSpPr>
            <p:spPr>
              <a:xfrm>
                <a:off x="9844560" y="5104080"/>
                <a:ext cx="129600" cy="143640"/>
              </a:xfrm>
              <a:custGeom>
                <a:avLst/>
                <a:gdLst>
                  <a:gd name="textAreaLeft" fmla="*/ 0 w 129600"/>
                  <a:gd name="textAreaRight" fmla="*/ 131040 w 129600"/>
                  <a:gd name="textAreaTop" fmla="*/ 0 h 143640"/>
                  <a:gd name="textAreaBottom" fmla="*/ 145080 h 14364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Google Shape;1341;p83"/>
              <p:cNvSpPr/>
              <p:nvPr/>
            </p:nvSpPr>
            <p:spPr>
              <a:xfrm>
                <a:off x="9970920" y="5124240"/>
                <a:ext cx="126000" cy="119160"/>
              </a:xfrm>
              <a:custGeom>
                <a:avLst/>
                <a:gdLst>
                  <a:gd name="textAreaLeft" fmla="*/ 0 w 126000"/>
                  <a:gd name="textAreaRight" fmla="*/ 127440 w 126000"/>
                  <a:gd name="textAreaTop" fmla="*/ 0 h 119160"/>
                  <a:gd name="textAreaBottom" fmla="*/ 120600 h 11916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Google Shape;1342;p83"/>
              <p:cNvSpPr/>
              <p:nvPr/>
            </p:nvSpPr>
            <p:spPr>
              <a:xfrm>
                <a:off x="10096920" y="5125680"/>
                <a:ext cx="117720" cy="115560"/>
              </a:xfrm>
              <a:custGeom>
                <a:avLst/>
                <a:gdLst>
                  <a:gd name="textAreaLeft" fmla="*/ 0 w 117720"/>
                  <a:gd name="textAreaRight" fmla="*/ 119160 w 117720"/>
                  <a:gd name="textAreaTop" fmla="*/ 0 h 115560"/>
                  <a:gd name="textAreaBottom" fmla="*/ 117000 h 11556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Google Shape;1343;p83"/>
              <p:cNvSpPr/>
              <p:nvPr/>
            </p:nvSpPr>
            <p:spPr>
              <a:xfrm>
                <a:off x="10215360" y="5124960"/>
                <a:ext cx="118800" cy="117720"/>
              </a:xfrm>
              <a:custGeom>
                <a:avLst/>
                <a:gdLst>
                  <a:gd name="textAreaLeft" fmla="*/ 0 w 118800"/>
                  <a:gd name="textAreaRight" fmla="*/ 120240 w 118800"/>
                  <a:gd name="textAreaTop" fmla="*/ 0 h 117720"/>
                  <a:gd name="textAreaBottom" fmla="*/ 119160 h 11772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57" name="Google Shape;1344;p83"/>
          <p:cNvSpPr/>
          <p:nvPr/>
        </p:nvSpPr>
        <p:spPr>
          <a:xfrm>
            <a:off x="8377920" y="13320"/>
            <a:ext cx="3610440" cy="3610440"/>
          </a:xfrm>
          <a:custGeom>
            <a:avLst/>
            <a:gdLst>
              <a:gd name="textAreaLeft" fmla="*/ 0 w 3610440"/>
              <a:gd name="textAreaRight" fmla="*/ 3611880 w 3610440"/>
              <a:gd name="textAreaTop" fmla="*/ 0 h 3610440"/>
              <a:gd name="textAreaBottom" fmla="*/ 3611880 h 36104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1345;p83"/>
          <p:cNvSpPr/>
          <p:nvPr/>
        </p:nvSpPr>
        <p:spPr>
          <a:xfrm>
            <a:off x="706680" y="3871800"/>
            <a:ext cx="3557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7720" cy="486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60" name="Google Shape;1347;p83"/>
          <p:cNvGrpSpPr/>
          <p:nvPr/>
        </p:nvGrpSpPr>
        <p:grpSpPr>
          <a:xfrm>
            <a:off x="401040" y="198360"/>
            <a:ext cx="6900840" cy="1623600"/>
            <a:chOff x="401040" y="198360"/>
            <a:chExt cx="6900840" cy="1623600"/>
          </a:xfrm>
        </p:grpSpPr>
        <p:sp>
          <p:nvSpPr>
            <p:cNvPr id="461" name="Google Shape;1348;p83"/>
            <p:cNvSpPr/>
            <p:nvPr/>
          </p:nvSpPr>
          <p:spPr>
            <a:xfrm>
              <a:off x="690480" y="275760"/>
              <a:ext cx="321228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Google Shape;1349;p83"/>
            <p:cNvSpPr/>
            <p:nvPr/>
          </p:nvSpPr>
          <p:spPr>
            <a:xfrm>
              <a:off x="2085480" y="838080"/>
              <a:ext cx="521640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3" name="Google Shape;1350;p83"/>
            <p:cNvGrpSpPr/>
            <p:nvPr/>
          </p:nvGrpSpPr>
          <p:grpSpPr>
            <a:xfrm>
              <a:off x="401040" y="198360"/>
              <a:ext cx="691920" cy="691920"/>
              <a:chOff x="401040" y="198360"/>
              <a:chExt cx="691920" cy="691920"/>
            </a:xfrm>
          </p:grpSpPr>
          <p:sp>
            <p:nvSpPr>
              <p:cNvPr id="464" name="Google Shape;1351;p83"/>
              <p:cNvSpPr/>
              <p:nvPr/>
            </p:nvSpPr>
            <p:spPr>
              <a:xfrm>
                <a:off x="401040" y="545040"/>
                <a:ext cx="345240" cy="3452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Google Shape;1352;p83"/>
              <p:cNvSpPr/>
              <p:nvPr/>
            </p:nvSpPr>
            <p:spPr>
              <a:xfrm>
                <a:off x="747720" y="198360"/>
                <a:ext cx="345240" cy="3452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40080" cy="1018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7" name="Google Shape;728;p70" descr=""/>
          <p:cNvPicPr/>
          <p:nvPr/>
        </p:nvPicPr>
        <p:blipFill>
          <a:blip r:embed="rId3"/>
          <a:stretch/>
        </p:blipFill>
        <p:spPr>
          <a:xfrm flipH="1">
            <a:off x="502920" y="1314000"/>
            <a:ext cx="6079680" cy="478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Google Shape;729;p70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Google Shape;730;p70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Google Shape;731;p70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Google Shape;732;p70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Google Shape;733;p70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Google Shape;734;p70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Google Shape;735;p70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Google Shape;736;p70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Google Shape;737;p70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Google Shape;738;p70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1354;p84"/>
          <p:cNvGrpSpPr/>
          <p:nvPr/>
        </p:nvGrpSpPr>
        <p:grpSpPr>
          <a:xfrm>
            <a:off x="727560" y="3082680"/>
            <a:ext cx="5709960" cy="2415600"/>
            <a:chOff x="727560" y="3082680"/>
            <a:chExt cx="5709960" cy="2415600"/>
          </a:xfrm>
        </p:grpSpPr>
        <p:sp>
          <p:nvSpPr>
            <p:cNvPr id="481" name="Google Shape;1355;p84"/>
            <p:cNvSpPr/>
            <p:nvPr/>
          </p:nvSpPr>
          <p:spPr>
            <a:xfrm>
              <a:off x="1363680" y="3640680"/>
              <a:ext cx="507384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Google Shape;1356;p84"/>
            <p:cNvSpPr/>
            <p:nvPr/>
          </p:nvSpPr>
          <p:spPr>
            <a:xfrm rot="16200000">
              <a:off x="-252360" y="4062960"/>
              <a:ext cx="24156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3" name="Google Shape;1357;p84"/>
          <p:cNvGrpSpPr/>
          <p:nvPr/>
        </p:nvGrpSpPr>
        <p:grpSpPr>
          <a:xfrm>
            <a:off x="755280" y="2794320"/>
            <a:ext cx="691920" cy="691920"/>
            <a:chOff x="755280" y="2794320"/>
            <a:chExt cx="691920" cy="691920"/>
          </a:xfrm>
        </p:grpSpPr>
        <p:sp>
          <p:nvSpPr>
            <p:cNvPr id="484" name="Google Shape;1358;p84"/>
            <p:cNvSpPr/>
            <p:nvPr/>
          </p:nvSpPr>
          <p:spPr>
            <a:xfrm>
              <a:off x="755280" y="314100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Google Shape;1359;p84"/>
            <p:cNvSpPr/>
            <p:nvPr/>
          </p:nvSpPr>
          <p:spPr>
            <a:xfrm>
              <a:off x="1101960" y="279432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6" name="Google Shape;1360;p84"/>
          <p:cNvGrpSpPr/>
          <p:nvPr/>
        </p:nvGrpSpPr>
        <p:grpSpPr>
          <a:xfrm>
            <a:off x="6171480" y="5188680"/>
            <a:ext cx="691920" cy="691920"/>
            <a:chOff x="6171480" y="5188680"/>
            <a:chExt cx="691920" cy="691920"/>
          </a:xfrm>
        </p:grpSpPr>
        <p:sp>
          <p:nvSpPr>
            <p:cNvPr id="487" name="Google Shape;1361;p84"/>
            <p:cNvSpPr/>
            <p:nvPr/>
          </p:nvSpPr>
          <p:spPr>
            <a:xfrm>
              <a:off x="6171480" y="553536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Google Shape;1362;p84"/>
            <p:cNvSpPr/>
            <p:nvPr/>
          </p:nvSpPr>
          <p:spPr>
            <a:xfrm>
              <a:off x="6518160" y="518868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9" name="Google Shape;1363;p84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Google Shape;1364;p84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Google Shape;1365;p84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1366;p84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1367;p84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Google Shape;1368;p84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Google Shape;1369;p84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Google Shape;1370;p84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Google Shape;1371;p84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Google Shape;1372;p84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99" name="Google Shape;1373;p84"/>
          <p:cNvGrpSpPr/>
          <p:nvPr/>
        </p:nvGrpSpPr>
        <p:grpSpPr>
          <a:xfrm>
            <a:off x="10113480" y="597240"/>
            <a:ext cx="1479960" cy="1439640"/>
            <a:chOff x="10113480" y="597240"/>
            <a:chExt cx="1479960" cy="1439640"/>
          </a:xfrm>
        </p:grpSpPr>
        <p:grpSp>
          <p:nvGrpSpPr>
            <p:cNvPr id="500" name="Google Shape;1374;p84"/>
            <p:cNvGrpSpPr/>
            <p:nvPr/>
          </p:nvGrpSpPr>
          <p:grpSpPr>
            <a:xfrm>
              <a:off x="10124640" y="1269360"/>
              <a:ext cx="1468800" cy="767520"/>
              <a:chOff x="10124640" y="1269360"/>
              <a:chExt cx="1468800" cy="767520"/>
            </a:xfrm>
          </p:grpSpPr>
          <p:grpSp>
            <p:nvGrpSpPr>
              <p:cNvPr id="501" name="Google Shape;1375;p84"/>
              <p:cNvGrpSpPr/>
              <p:nvPr/>
            </p:nvGrpSpPr>
            <p:grpSpPr>
              <a:xfrm>
                <a:off x="10124640" y="1269360"/>
                <a:ext cx="1223280" cy="298440"/>
                <a:chOff x="10124640" y="1269360"/>
                <a:chExt cx="1223280" cy="298440"/>
              </a:xfrm>
            </p:grpSpPr>
            <p:sp>
              <p:nvSpPr>
                <p:cNvPr id="502" name="Google Shape;1376;p84"/>
                <p:cNvSpPr/>
                <p:nvPr/>
              </p:nvSpPr>
              <p:spPr>
                <a:xfrm>
                  <a:off x="10124640" y="1269360"/>
                  <a:ext cx="148320" cy="297000"/>
                </a:xfrm>
                <a:custGeom>
                  <a:avLst/>
                  <a:gdLst>
                    <a:gd name="textAreaLeft" fmla="*/ 0 w 148320"/>
                    <a:gd name="textAreaRight" fmla="*/ 149760 w 148320"/>
                    <a:gd name="textAreaTop" fmla="*/ 0 h 297000"/>
                    <a:gd name="textAreaBottom" fmla="*/ 298440 h 2970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3" name="Google Shape;1377;p84"/>
                <p:cNvSpPr/>
                <p:nvPr/>
              </p:nvSpPr>
              <p:spPr>
                <a:xfrm>
                  <a:off x="10305360" y="1324800"/>
                  <a:ext cx="228600" cy="242640"/>
                </a:xfrm>
                <a:custGeom>
                  <a:avLst/>
                  <a:gdLst>
                    <a:gd name="textAreaLeft" fmla="*/ 0 w 228600"/>
                    <a:gd name="textAreaRight" fmla="*/ 230040 w 22860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4" name="Google Shape;1378;p84"/>
                <p:cNvSpPr/>
                <p:nvPr/>
              </p:nvSpPr>
              <p:spPr>
                <a:xfrm>
                  <a:off x="10573560" y="1325160"/>
                  <a:ext cx="216360" cy="242640"/>
                </a:xfrm>
                <a:custGeom>
                  <a:avLst/>
                  <a:gdLst>
                    <a:gd name="textAreaLeft" fmla="*/ 0 w 216360"/>
                    <a:gd name="textAreaRight" fmla="*/ 217800 w 216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5" name="Google Shape;1379;p84"/>
                <p:cNvSpPr/>
                <p:nvPr/>
              </p:nvSpPr>
              <p:spPr>
                <a:xfrm>
                  <a:off x="10834560" y="1325160"/>
                  <a:ext cx="213480" cy="237240"/>
                </a:xfrm>
                <a:custGeom>
                  <a:avLst/>
                  <a:gdLst>
                    <a:gd name="textAreaLeft" fmla="*/ 0 w 213480"/>
                    <a:gd name="textAreaRight" fmla="*/ 214920 w 213480"/>
                    <a:gd name="textAreaTop" fmla="*/ 0 h 237240"/>
                    <a:gd name="textAreaBottom" fmla="*/ 238680 h 2372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6" name="Google Shape;1380;p84"/>
                <p:cNvSpPr/>
                <p:nvPr/>
              </p:nvSpPr>
              <p:spPr>
                <a:xfrm>
                  <a:off x="11095560" y="1325160"/>
                  <a:ext cx="252360" cy="242640"/>
                </a:xfrm>
                <a:custGeom>
                  <a:avLst/>
                  <a:gdLst>
                    <a:gd name="textAreaLeft" fmla="*/ 0 w 252360"/>
                    <a:gd name="textAreaRight" fmla="*/ 253800 w 252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07" name="Google Shape;1381;p84"/>
              <p:cNvGrpSpPr/>
              <p:nvPr/>
            </p:nvGrpSpPr>
            <p:grpSpPr>
              <a:xfrm>
                <a:off x="10546560" y="1648080"/>
                <a:ext cx="1046880" cy="388800"/>
                <a:chOff x="10546560" y="1648080"/>
                <a:chExt cx="1046880" cy="388800"/>
              </a:xfrm>
            </p:grpSpPr>
            <p:sp>
              <p:nvSpPr>
                <p:cNvPr id="508" name="Google Shape;1382;p84"/>
                <p:cNvSpPr/>
                <p:nvPr/>
              </p:nvSpPr>
              <p:spPr>
                <a:xfrm>
                  <a:off x="10546560" y="1648080"/>
                  <a:ext cx="65160" cy="317880"/>
                </a:xfrm>
                <a:custGeom>
                  <a:avLst/>
                  <a:gdLst>
                    <a:gd name="textAreaLeft" fmla="*/ 0 w 65160"/>
                    <a:gd name="textAreaRight" fmla="*/ 66600 w 65160"/>
                    <a:gd name="textAreaTop" fmla="*/ 0 h 317880"/>
                    <a:gd name="textAreaBottom" fmla="*/ 319320 h 3178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9" name="Google Shape;1383;p84"/>
                <p:cNvSpPr/>
                <p:nvPr/>
              </p:nvSpPr>
              <p:spPr>
                <a:xfrm>
                  <a:off x="10664280" y="1728720"/>
                  <a:ext cx="252360" cy="242640"/>
                </a:xfrm>
                <a:custGeom>
                  <a:avLst/>
                  <a:gdLst>
                    <a:gd name="textAreaLeft" fmla="*/ 0 w 252360"/>
                    <a:gd name="textAreaRight" fmla="*/ 253800 w 252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0" name="Google Shape;1384;p84"/>
                <p:cNvSpPr/>
                <p:nvPr/>
              </p:nvSpPr>
              <p:spPr>
                <a:xfrm>
                  <a:off x="10955160" y="1728720"/>
                  <a:ext cx="244800" cy="308160"/>
                </a:xfrm>
                <a:custGeom>
                  <a:avLst/>
                  <a:gdLst>
                    <a:gd name="textAreaLeft" fmla="*/ 0 w 244800"/>
                    <a:gd name="textAreaRight" fmla="*/ 246240 w 244800"/>
                    <a:gd name="textAreaTop" fmla="*/ 0 h 308160"/>
                    <a:gd name="textAreaBottom" fmla="*/ 309600 h 3081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1" name="Google Shape;1385;p84"/>
                <p:cNvSpPr/>
                <p:nvPr/>
              </p:nvSpPr>
              <p:spPr>
                <a:xfrm>
                  <a:off x="11262240" y="1648440"/>
                  <a:ext cx="68760" cy="317880"/>
                </a:xfrm>
                <a:custGeom>
                  <a:avLst/>
                  <a:gdLst>
                    <a:gd name="textAreaLeft" fmla="*/ 0 w 68760"/>
                    <a:gd name="textAreaRight" fmla="*/ 70200 w 68760"/>
                    <a:gd name="textAreaTop" fmla="*/ 0 h 317880"/>
                    <a:gd name="textAreaBottom" fmla="*/ 319320 h 3178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2" name="Google Shape;1386;p84"/>
                <p:cNvSpPr/>
                <p:nvPr/>
              </p:nvSpPr>
              <p:spPr>
                <a:xfrm>
                  <a:off x="11379240" y="1730520"/>
                  <a:ext cx="214200" cy="240120"/>
                </a:xfrm>
                <a:custGeom>
                  <a:avLst/>
                  <a:gdLst>
                    <a:gd name="textAreaLeft" fmla="*/ 0 w 214200"/>
                    <a:gd name="textAreaRight" fmla="*/ 215640 w 214200"/>
                    <a:gd name="textAreaTop" fmla="*/ 0 h 240120"/>
                    <a:gd name="textAreaBottom" fmla="*/ 241560 h 2401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13" name="Google Shape;1387;p84"/>
            <p:cNvGrpSpPr/>
            <p:nvPr/>
          </p:nvGrpSpPr>
          <p:grpSpPr>
            <a:xfrm>
              <a:off x="10207440" y="873000"/>
              <a:ext cx="1175400" cy="297360"/>
              <a:chOff x="10207440" y="873000"/>
              <a:chExt cx="1175400" cy="297360"/>
            </a:xfrm>
          </p:grpSpPr>
          <p:sp>
            <p:nvSpPr>
              <p:cNvPr id="514" name="Google Shape;1388;p84"/>
              <p:cNvSpPr/>
              <p:nvPr/>
            </p:nvSpPr>
            <p:spPr>
              <a:xfrm>
                <a:off x="10207440" y="878040"/>
                <a:ext cx="80280" cy="102600"/>
              </a:xfrm>
              <a:custGeom>
                <a:avLst/>
                <a:gdLst>
                  <a:gd name="textAreaLeft" fmla="*/ 0 w 80280"/>
                  <a:gd name="textAreaRight" fmla="*/ 81720 w 80280"/>
                  <a:gd name="textAreaTop" fmla="*/ 0 h 102600"/>
                  <a:gd name="textAreaBottom" fmla="*/ 104040 h 1026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Google Shape;1389;p84"/>
              <p:cNvSpPr/>
              <p:nvPr/>
            </p:nvSpPr>
            <p:spPr>
              <a:xfrm>
                <a:off x="1028556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Google Shape;1390;p84"/>
              <p:cNvSpPr/>
              <p:nvPr/>
            </p:nvSpPr>
            <p:spPr>
              <a:xfrm>
                <a:off x="10381680" y="87372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7" name="Google Shape;1391;p84"/>
              <p:cNvSpPr/>
              <p:nvPr/>
            </p:nvSpPr>
            <p:spPr>
              <a:xfrm>
                <a:off x="1047924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8" name="Google Shape;1392;p84"/>
              <p:cNvSpPr/>
              <p:nvPr/>
            </p:nvSpPr>
            <p:spPr>
              <a:xfrm>
                <a:off x="1056456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Google Shape;1393;p84"/>
              <p:cNvSpPr/>
              <p:nvPr/>
            </p:nvSpPr>
            <p:spPr>
              <a:xfrm>
                <a:off x="1068372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0" name="Google Shape;1394;p84"/>
              <p:cNvSpPr/>
              <p:nvPr/>
            </p:nvSpPr>
            <p:spPr>
              <a:xfrm>
                <a:off x="1076940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1" name="Google Shape;1395;p84"/>
              <p:cNvSpPr/>
              <p:nvPr/>
            </p:nvSpPr>
            <p:spPr>
              <a:xfrm>
                <a:off x="10888200" y="873000"/>
                <a:ext cx="45000" cy="107640"/>
              </a:xfrm>
              <a:custGeom>
                <a:avLst/>
                <a:gdLst>
                  <a:gd name="textAreaLeft" fmla="*/ 0 w 45000"/>
                  <a:gd name="textAreaRight" fmla="*/ 46440 w 45000"/>
                  <a:gd name="textAreaTop" fmla="*/ 0 h 107640"/>
                  <a:gd name="textAreaBottom" fmla="*/ 109080 h 1076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2" name="Google Shape;1396;p84"/>
              <p:cNvSpPr/>
              <p:nvPr/>
            </p:nvSpPr>
            <p:spPr>
              <a:xfrm>
                <a:off x="1094292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Google Shape;1397;p84"/>
              <p:cNvSpPr/>
              <p:nvPr/>
            </p:nvSpPr>
            <p:spPr>
              <a:xfrm>
                <a:off x="11043720" y="90396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4" name="Google Shape;1398;p84"/>
              <p:cNvSpPr/>
              <p:nvPr/>
            </p:nvSpPr>
            <p:spPr>
              <a:xfrm>
                <a:off x="11103840" y="903600"/>
                <a:ext cx="114840" cy="77040"/>
              </a:xfrm>
              <a:custGeom>
                <a:avLst/>
                <a:gdLst>
                  <a:gd name="textAreaLeft" fmla="*/ 0 w 114840"/>
                  <a:gd name="textAreaRight" fmla="*/ 116280 w 11484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5" name="Google Shape;1399;p84"/>
              <p:cNvSpPr/>
              <p:nvPr/>
            </p:nvSpPr>
            <p:spPr>
              <a:xfrm>
                <a:off x="1123956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6" name="Google Shape;1400;p84"/>
              <p:cNvSpPr/>
              <p:nvPr/>
            </p:nvSpPr>
            <p:spPr>
              <a:xfrm>
                <a:off x="1132488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Google Shape;1401;p84"/>
              <p:cNvSpPr/>
              <p:nvPr/>
            </p:nvSpPr>
            <p:spPr>
              <a:xfrm>
                <a:off x="1020816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8" name="Google Shape;1402;p84"/>
              <p:cNvSpPr/>
              <p:nvPr/>
            </p:nvSpPr>
            <p:spPr>
              <a:xfrm>
                <a:off x="103068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Google Shape;1403;p84"/>
              <p:cNvSpPr/>
              <p:nvPr/>
            </p:nvSpPr>
            <p:spPr>
              <a:xfrm>
                <a:off x="10438200" y="107028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Google Shape;1404;p84"/>
              <p:cNvSpPr/>
              <p:nvPr/>
            </p:nvSpPr>
            <p:spPr>
              <a:xfrm>
                <a:off x="10530360" y="1069560"/>
                <a:ext cx="76320" cy="10080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0800"/>
                  <a:gd name="textAreaBottom" fmla="*/ 102240 h 1008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Google Shape;1405;p84"/>
              <p:cNvSpPr/>
              <p:nvPr/>
            </p:nvSpPr>
            <p:spPr>
              <a:xfrm>
                <a:off x="1062900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Google Shape;1406;p84"/>
              <p:cNvSpPr/>
              <p:nvPr/>
            </p:nvSpPr>
            <p:spPr>
              <a:xfrm>
                <a:off x="106812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Google Shape;1407;p84"/>
              <p:cNvSpPr/>
              <p:nvPr/>
            </p:nvSpPr>
            <p:spPr>
              <a:xfrm>
                <a:off x="10774080" y="1069560"/>
                <a:ext cx="65880" cy="7704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Google Shape;1408;p84"/>
              <p:cNvSpPr/>
              <p:nvPr/>
            </p:nvSpPr>
            <p:spPr>
              <a:xfrm>
                <a:off x="1086084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Google Shape;1409;p84"/>
              <p:cNvSpPr/>
              <p:nvPr/>
            </p:nvSpPr>
            <p:spPr>
              <a:xfrm>
                <a:off x="1095948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6" name="Google Shape;1410;p84"/>
              <p:cNvSpPr/>
              <p:nvPr/>
            </p:nvSpPr>
            <p:spPr>
              <a:xfrm>
                <a:off x="1105236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37" name="Google Shape;1411;p84"/>
            <p:cNvGrpSpPr/>
            <p:nvPr/>
          </p:nvGrpSpPr>
          <p:grpSpPr>
            <a:xfrm>
              <a:off x="10113480" y="597240"/>
              <a:ext cx="608040" cy="151200"/>
              <a:chOff x="10113480" y="597240"/>
              <a:chExt cx="608040" cy="151200"/>
            </a:xfrm>
          </p:grpSpPr>
          <p:sp>
            <p:nvSpPr>
              <p:cNvPr id="538" name="Google Shape;1412;p84"/>
              <p:cNvSpPr/>
              <p:nvPr/>
            </p:nvSpPr>
            <p:spPr>
              <a:xfrm>
                <a:off x="10627560" y="603360"/>
                <a:ext cx="93960" cy="144360"/>
              </a:xfrm>
              <a:custGeom>
                <a:avLst/>
                <a:gdLst>
                  <a:gd name="textAreaLeft" fmla="*/ 0 w 93960"/>
                  <a:gd name="textAreaRight" fmla="*/ 95400 w 93960"/>
                  <a:gd name="textAreaTop" fmla="*/ 0 h 144360"/>
                  <a:gd name="textAreaBottom" fmla="*/ 145800 h 1443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Google Shape;1413;p84"/>
              <p:cNvSpPr/>
              <p:nvPr/>
            </p:nvSpPr>
            <p:spPr>
              <a:xfrm>
                <a:off x="10113480" y="597240"/>
                <a:ext cx="136440" cy="151200"/>
              </a:xfrm>
              <a:custGeom>
                <a:avLst/>
                <a:gdLst>
                  <a:gd name="textAreaLeft" fmla="*/ 0 w 136440"/>
                  <a:gd name="textAreaRight" fmla="*/ 137880 w 136440"/>
                  <a:gd name="textAreaTop" fmla="*/ 0 h 151200"/>
                  <a:gd name="textAreaBottom" fmla="*/ 152640 h 1512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0" name="Google Shape;1414;p84"/>
              <p:cNvSpPr/>
              <p:nvPr/>
            </p:nvSpPr>
            <p:spPr>
              <a:xfrm>
                <a:off x="10246320" y="618480"/>
                <a:ext cx="132840" cy="125280"/>
              </a:xfrm>
              <a:custGeom>
                <a:avLst/>
                <a:gdLst>
                  <a:gd name="textAreaLeft" fmla="*/ 0 w 132840"/>
                  <a:gd name="textAreaRight" fmla="*/ 134280 w 132840"/>
                  <a:gd name="textAreaTop" fmla="*/ 0 h 125280"/>
                  <a:gd name="textAreaBottom" fmla="*/ 126720 h 1252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Google Shape;1415;p84"/>
              <p:cNvSpPr/>
              <p:nvPr/>
            </p:nvSpPr>
            <p:spPr>
              <a:xfrm>
                <a:off x="10378800" y="619920"/>
                <a:ext cx="124200" cy="121680"/>
              </a:xfrm>
              <a:custGeom>
                <a:avLst/>
                <a:gdLst>
                  <a:gd name="textAreaLeft" fmla="*/ 0 w 124200"/>
                  <a:gd name="textAreaRight" fmla="*/ 125640 w 124200"/>
                  <a:gd name="textAreaTop" fmla="*/ 0 h 121680"/>
                  <a:gd name="textAreaBottom" fmla="*/ 123120 h 1216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Google Shape;1416;p84"/>
              <p:cNvSpPr/>
              <p:nvPr/>
            </p:nvSpPr>
            <p:spPr>
              <a:xfrm>
                <a:off x="10503000" y="619200"/>
                <a:ext cx="125280" cy="123840"/>
              </a:xfrm>
              <a:custGeom>
                <a:avLst/>
                <a:gdLst>
                  <a:gd name="textAreaLeft" fmla="*/ 0 w 125280"/>
                  <a:gd name="textAreaRight" fmla="*/ 126720 w 125280"/>
                  <a:gd name="textAreaTop" fmla="*/ 0 h 123840"/>
                  <a:gd name="textAreaBottom" fmla="*/ 125280 h 1238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543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8160" cy="102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4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50600" cy="388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1420;p85"/>
          <p:cNvSpPr/>
          <p:nvPr/>
        </p:nvSpPr>
        <p:spPr>
          <a:xfrm>
            <a:off x="8377920" y="13320"/>
            <a:ext cx="3610440" cy="3610440"/>
          </a:xfrm>
          <a:custGeom>
            <a:avLst/>
            <a:gdLst>
              <a:gd name="textAreaLeft" fmla="*/ 0 w 3610440"/>
              <a:gd name="textAreaRight" fmla="*/ 3611880 w 3610440"/>
              <a:gd name="textAreaTop" fmla="*/ 0 h 3610440"/>
              <a:gd name="textAreaBottom" fmla="*/ 3611880 h 36104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Google Shape;1421;p85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Google Shape;1422;p85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Google Shape;1423;p85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Google Shape;1424;p85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Google Shape;1425;p85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Google Shape;1426;p85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Google Shape;1427;p85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Google Shape;1428;p85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Google Shape;1429;p85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Google Shape;1430;p85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56" name="Google Shape;1431;p85"/>
          <p:cNvGrpSpPr/>
          <p:nvPr/>
        </p:nvGrpSpPr>
        <p:grpSpPr>
          <a:xfrm>
            <a:off x="795240" y="2890800"/>
            <a:ext cx="3672720" cy="3107520"/>
            <a:chOff x="795240" y="2890800"/>
            <a:chExt cx="3672720" cy="3107520"/>
          </a:xfrm>
        </p:grpSpPr>
        <p:sp>
          <p:nvSpPr>
            <p:cNvPr id="557" name="Google Shape;1432;p85"/>
            <p:cNvSpPr/>
            <p:nvPr/>
          </p:nvSpPr>
          <p:spPr>
            <a:xfrm>
              <a:off x="795240" y="4303800"/>
              <a:ext cx="563760" cy="169452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694520"/>
                <a:gd name="textAreaBottom" fmla="*/ 1695960 h 16945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Google Shape;1433;p85"/>
            <p:cNvSpPr/>
            <p:nvPr/>
          </p:nvSpPr>
          <p:spPr>
            <a:xfrm>
              <a:off x="3904200" y="3738600"/>
              <a:ext cx="563760" cy="112896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Google Shape;1434;p85"/>
            <p:cNvSpPr/>
            <p:nvPr/>
          </p:nvSpPr>
          <p:spPr>
            <a:xfrm>
              <a:off x="4186800" y="543456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Google Shape;1435;p85"/>
            <p:cNvSpPr/>
            <p:nvPr/>
          </p:nvSpPr>
          <p:spPr>
            <a:xfrm>
              <a:off x="2490840" y="317340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Google Shape;1436;p85"/>
            <p:cNvSpPr/>
            <p:nvPr/>
          </p:nvSpPr>
          <p:spPr>
            <a:xfrm>
              <a:off x="1360440" y="2890800"/>
              <a:ext cx="1128960" cy="1128960"/>
            </a:xfrm>
            <a:custGeom>
              <a:avLst/>
              <a:gdLst>
                <a:gd name="textAreaLeft" fmla="*/ 0 w 1128960"/>
                <a:gd name="textAreaRight" fmla="*/ 1130400 w 11289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Google Shape;1437;p85"/>
            <p:cNvSpPr/>
            <p:nvPr/>
          </p:nvSpPr>
          <p:spPr>
            <a:xfrm>
              <a:off x="1925640" y="4303800"/>
              <a:ext cx="1411560" cy="1411560"/>
            </a:xfrm>
            <a:custGeom>
              <a:avLst/>
              <a:gdLst>
                <a:gd name="textAreaLeft" fmla="*/ 0 w 1411560"/>
                <a:gd name="textAreaRight" fmla="*/ 1413000 w 1411560"/>
                <a:gd name="textAreaTop" fmla="*/ 0 h 1411560"/>
                <a:gd name="textAreaBottom" fmla="*/ 1413000 h 14115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3" name="Google Shape;1438;p85"/>
          <p:cNvSpPr/>
          <p:nvPr/>
        </p:nvSpPr>
        <p:spPr>
          <a:xfrm>
            <a:off x="706680" y="3871800"/>
            <a:ext cx="3557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4" name="Google Shape;1439;p85"/>
          <p:cNvGrpSpPr/>
          <p:nvPr/>
        </p:nvGrpSpPr>
        <p:grpSpPr>
          <a:xfrm>
            <a:off x="1734120" y="843120"/>
            <a:ext cx="1368720" cy="1094760"/>
            <a:chOff x="1734120" y="843120"/>
            <a:chExt cx="1368720" cy="1094760"/>
          </a:xfrm>
        </p:grpSpPr>
        <p:sp>
          <p:nvSpPr>
            <p:cNvPr id="565" name="Google Shape;1440;p85"/>
            <p:cNvSpPr/>
            <p:nvPr/>
          </p:nvSpPr>
          <p:spPr>
            <a:xfrm>
              <a:off x="2282400" y="84312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Google Shape;1441;p85"/>
            <p:cNvSpPr/>
            <p:nvPr/>
          </p:nvSpPr>
          <p:spPr>
            <a:xfrm>
              <a:off x="2008080" y="111744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Google Shape;1442;p85"/>
            <p:cNvSpPr/>
            <p:nvPr/>
          </p:nvSpPr>
          <p:spPr>
            <a:xfrm>
              <a:off x="1734120" y="13914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8" name="Google Shape;1443;p85"/>
            <p:cNvSpPr/>
            <p:nvPr/>
          </p:nvSpPr>
          <p:spPr>
            <a:xfrm>
              <a:off x="173412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9" name="Google Shape;1444;p85"/>
            <p:cNvSpPr/>
            <p:nvPr/>
          </p:nvSpPr>
          <p:spPr>
            <a:xfrm>
              <a:off x="200808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Google Shape;1445;p85"/>
            <p:cNvSpPr/>
            <p:nvPr/>
          </p:nvSpPr>
          <p:spPr>
            <a:xfrm>
              <a:off x="228240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Google Shape;1446;p85"/>
            <p:cNvSpPr/>
            <p:nvPr/>
          </p:nvSpPr>
          <p:spPr>
            <a:xfrm>
              <a:off x="255636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Google Shape;1447;p85"/>
            <p:cNvSpPr/>
            <p:nvPr/>
          </p:nvSpPr>
          <p:spPr>
            <a:xfrm>
              <a:off x="283032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Google Shape;1448;p85"/>
            <p:cNvSpPr/>
            <p:nvPr/>
          </p:nvSpPr>
          <p:spPr>
            <a:xfrm>
              <a:off x="2830320" y="13914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Google Shape;1449;p85"/>
            <p:cNvSpPr/>
            <p:nvPr/>
          </p:nvSpPr>
          <p:spPr>
            <a:xfrm>
              <a:off x="2556360" y="111744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5" name="Google Shape;1450;p85"/>
          <p:cNvGrpSpPr/>
          <p:nvPr/>
        </p:nvGrpSpPr>
        <p:grpSpPr>
          <a:xfrm>
            <a:off x="401040" y="198360"/>
            <a:ext cx="2382480" cy="1623600"/>
            <a:chOff x="401040" y="198360"/>
            <a:chExt cx="2382480" cy="1623600"/>
          </a:xfrm>
        </p:grpSpPr>
        <p:sp>
          <p:nvSpPr>
            <p:cNvPr id="576" name="Google Shape;1451;p85"/>
            <p:cNvSpPr/>
            <p:nvPr/>
          </p:nvSpPr>
          <p:spPr>
            <a:xfrm>
              <a:off x="690480" y="275760"/>
              <a:ext cx="209304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7" name="Google Shape;1452;p85"/>
            <p:cNvGrpSpPr/>
            <p:nvPr/>
          </p:nvGrpSpPr>
          <p:grpSpPr>
            <a:xfrm>
              <a:off x="401040" y="198360"/>
              <a:ext cx="691920" cy="691920"/>
              <a:chOff x="401040" y="198360"/>
              <a:chExt cx="691920" cy="691920"/>
            </a:xfrm>
          </p:grpSpPr>
          <p:sp>
            <p:nvSpPr>
              <p:cNvPr id="578" name="Google Shape;1453;p85"/>
              <p:cNvSpPr/>
              <p:nvPr/>
            </p:nvSpPr>
            <p:spPr>
              <a:xfrm>
                <a:off x="401040" y="545040"/>
                <a:ext cx="345240" cy="3452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Google Shape;1454;p85"/>
              <p:cNvSpPr/>
              <p:nvPr/>
            </p:nvSpPr>
            <p:spPr>
              <a:xfrm>
                <a:off x="747720" y="198360"/>
                <a:ext cx="345240" cy="3452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580" name="Google Shape;1455;p85"/>
          <p:cNvGrpSpPr/>
          <p:nvPr/>
        </p:nvGrpSpPr>
        <p:grpSpPr>
          <a:xfrm>
            <a:off x="9761760" y="5367240"/>
            <a:ext cx="1396800" cy="730080"/>
            <a:chOff x="9761760" y="5367240"/>
            <a:chExt cx="1396800" cy="730080"/>
          </a:xfrm>
        </p:grpSpPr>
        <p:grpSp>
          <p:nvGrpSpPr>
            <p:cNvPr id="581" name="Google Shape;1456;p85"/>
            <p:cNvGrpSpPr/>
            <p:nvPr/>
          </p:nvGrpSpPr>
          <p:grpSpPr>
            <a:xfrm>
              <a:off x="9761760" y="5367240"/>
              <a:ext cx="1163160" cy="283680"/>
              <a:chOff x="9761760" y="5367240"/>
              <a:chExt cx="1163160" cy="283680"/>
            </a:xfrm>
          </p:grpSpPr>
          <p:sp>
            <p:nvSpPr>
              <p:cNvPr id="582" name="Google Shape;1457;p85"/>
              <p:cNvSpPr/>
              <p:nvPr/>
            </p:nvSpPr>
            <p:spPr>
              <a:xfrm>
                <a:off x="9761760" y="5367240"/>
                <a:ext cx="140760" cy="282240"/>
              </a:xfrm>
              <a:custGeom>
                <a:avLst/>
                <a:gdLst>
                  <a:gd name="textAreaLeft" fmla="*/ 0 w 140760"/>
                  <a:gd name="textAreaRight" fmla="*/ 142200 w 140760"/>
                  <a:gd name="textAreaTop" fmla="*/ 0 h 282240"/>
                  <a:gd name="textAreaBottom" fmla="*/ 283680 h 2822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3" name="Google Shape;1458;p85"/>
              <p:cNvSpPr/>
              <p:nvPr/>
            </p:nvSpPr>
            <p:spPr>
              <a:xfrm>
                <a:off x="9933480" y="5420160"/>
                <a:ext cx="217440" cy="230760"/>
              </a:xfrm>
              <a:custGeom>
                <a:avLst/>
                <a:gdLst>
                  <a:gd name="textAreaLeft" fmla="*/ 0 w 217440"/>
                  <a:gd name="textAreaRight" fmla="*/ 218880 w 21744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4" name="Google Shape;1459;p85"/>
              <p:cNvSpPr/>
              <p:nvPr/>
            </p:nvSpPr>
            <p:spPr>
              <a:xfrm>
                <a:off x="10188360" y="5420160"/>
                <a:ext cx="205560" cy="230760"/>
              </a:xfrm>
              <a:custGeom>
                <a:avLst/>
                <a:gdLst>
                  <a:gd name="textAreaLeft" fmla="*/ 0 w 205560"/>
                  <a:gd name="textAreaRight" fmla="*/ 207000 w 2055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Google Shape;1460;p85"/>
              <p:cNvSpPr/>
              <p:nvPr/>
            </p:nvSpPr>
            <p:spPr>
              <a:xfrm>
                <a:off x="10436760" y="5420160"/>
                <a:ext cx="202680" cy="225720"/>
              </a:xfrm>
              <a:custGeom>
                <a:avLst/>
                <a:gdLst>
                  <a:gd name="textAreaLeft" fmla="*/ 0 w 202680"/>
                  <a:gd name="textAreaRight" fmla="*/ 204120 w 202680"/>
                  <a:gd name="textAreaTop" fmla="*/ 0 h 225720"/>
                  <a:gd name="textAreaBottom" fmla="*/ 227160 h 2257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Google Shape;1461;p85"/>
              <p:cNvSpPr/>
              <p:nvPr/>
            </p:nvSpPr>
            <p:spPr>
              <a:xfrm>
                <a:off x="10685160" y="542016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87" name="Google Shape;1462;p85"/>
            <p:cNvGrpSpPr/>
            <p:nvPr/>
          </p:nvGrpSpPr>
          <p:grpSpPr>
            <a:xfrm>
              <a:off x="10162800" y="5727600"/>
              <a:ext cx="995760" cy="369720"/>
              <a:chOff x="10162800" y="5727600"/>
              <a:chExt cx="995760" cy="369720"/>
            </a:xfrm>
          </p:grpSpPr>
          <p:sp>
            <p:nvSpPr>
              <p:cNvPr id="588" name="Google Shape;1463;p85"/>
              <p:cNvSpPr/>
              <p:nvPr/>
            </p:nvSpPr>
            <p:spPr>
              <a:xfrm>
                <a:off x="10162800" y="5727600"/>
                <a:ext cx="61920" cy="302040"/>
              </a:xfrm>
              <a:custGeom>
                <a:avLst/>
                <a:gdLst>
                  <a:gd name="textAreaLeft" fmla="*/ 0 w 61920"/>
                  <a:gd name="textAreaRight" fmla="*/ 63360 w 6192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Google Shape;1464;p85"/>
              <p:cNvSpPr/>
              <p:nvPr/>
            </p:nvSpPr>
            <p:spPr>
              <a:xfrm>
                <a:off x="10274760" y="580428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Google Shape;1465;p85"/>
              <p:cNvSpPr/>
              <p:nvPr/>
            </p:nvSpPr>
            <p:spPr>
              <a:xfrm>
                <a:off x="10551960" y="5804280"/>
                <a:ext cx="232560" cy="293040"/>
              </a:xfrm>
              <a:custGeom>
                <a:avLst/>
                <a:gdLst>
                  <a:gd name="textAreaLeft" fmla="*/ 0 w 232560"/>
                  <a:gd name="textAreaRight" fmla="*/ 234000 w 232560"/>
                  <a:gd name="textAreaTop" fmla="*/ 0 h 293040"/>
                  <a:gd name="textAreaBottom" fmla="*/ 294480 h 2930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Google Shape;1466;p85"/>
              <p:cNvSpPr/>
              <p:nvPr/>
            </p:nvSpPr>
            <p:spPr>
              <a:xfrm>
                <a:off x="10843920" y="5727600"/>
                <a:ext cx="65160" cy="30204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Google Shape;1467;p85"/>
              <p:cNvSpPr/>
              <p:nvPr/>
            </p:nvSpPr>
            <p:spPr>
              <a:xfrm>
                <a:off x="10954800" y="5806080"/>
                <a:ext cx="203760" cy="228240"/>
              </a:xfrm>
              <a:custGeom>
                <a:avLst/>
                <a:gdLst>
                  <a:gd name="textAreaLeft" fmla="*/ 0 w 203760"/>
                  <a:gd name="textAreaRight" fmla="*/ 205200 w 203760"/>
                  <a:gd name="textAreaTop" fmla="*/ 0 h 228240"/>
                  <a:gd name="textAreaBottom" fmla="*/ 229680 h 2282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593" name="Google Shape;1468;p85"/>
          <p:cNvGrpSpPr/>
          <p:nvPr/>
        </p:nvGrpSpPr>
        <p:grpSpPr>
          <a:xfrm>
            <a:off x="9844560" y="5104080"/>
            <a:ext cx="578520" cy="143640"/>
            <a:chOff x="9844560" y="5104080"/>
            <a:chExt cx="578520" cy="143640"/>
          </a:xfrm>
        </p:grpSpPr>
        <p:sp>
          <p:nvSpPr>
            <p:cNvPr id="594" name="Google Shape;1469;p85"/>
            <p:cNvSpPr/>
            <p:nvPr/>
          </p:nvSpPr>
          <p:spPr>
            <a:xfrm>
              <a:off x="10333800" y="5109840"/>
              <a:ext cx="89280" cy="137160"/>
            </a:xfrm>
            <a:custGeom>
              <a:avLst/>
              <a:gdLst>
                <a:gd name="textAreaLeft" fmla="*/ 0 w 89280"/>
                <a:gd name="textAreaRight" fmla="*/ 90720 w 89280"/>
                <a:gd name="textAreaTop" fmla="*/ 0 h 137160"/>
                <a:gd name="textAreaBottom" fmla="*/ 138600 h 1371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Google Shape;1470;p85"/>
            <p:cNvSpPr/>
            <p:nvPr/>
          </p:nvSpPr>
          <p:spPr>
            <a:xfrm>
              <a:off x="9844560" y="5104080"/>
              <a:ext cx="129600" cy="143640"/>
            </a:xfrm>
            <a:custGeom>
              <a:avLst/>
              <a:gdLst>
                <a:gd name="textAreaLeft" fmla="*/ 0 w 129600"/>
                <a:gd name="textAreaRight" fmla="*/ 131040 w 129600"/>
                <a:gd name="textAreaTop" fmla="*/ 0 h 143640"/>
                <a:gd name="textAreaBottom" fmla="*/ 145080 h 1436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Google Shape;1471;p85"/>
            <p:cNvSpPr/>
            <p:nvPr/>
          </p:nvSpPr>
          <p:spPr>
            <a:xfrm>
              <a:off x="9970920" y="5124240"/>
              <a:ext cx="126000" cy="119160"/>
            </a:xfrm>
            <a:custGeom>
              <a:avLst/>
              <a:gdLst>
                <a:gd name="textAreaLeft" fmla="*/ 0 w 126000"/>
                <a:gd name="textAreaRight" fmla="*/ 127440 w 126000"/>
                <a:gd name="textAreaTop" fmla="*/ 0 h 119160"/>
                <a:gd name="textAreaBottom" fmla="*/ 120600 h 1191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Google Shape;1472;p85"/>
            <p:cNvSpPr/>
            <p:nvPr/>
          </p:nvSpPr>
          <p:spPr>
            <a:xfrm>
              <a:off x="10096920" y="5125680"/>
              <a:ext cx="117720" cy="115560"/>
            </a:xfrm>
            <a:custGeom>
              <a:avLst/>
              <a:gdLst>
                <a:gd name="textAreaLeft" fmla="*/ 0 w 117720"/>
                <a:gd name="textAreaRight" fmla="*/ 119160 w 117720"/>
                <a:gd name="textAreaTop" fmla="*/ 0 h 115560"/>
                <a:gd name="textAreaBottom" fmla="*/ 117000 h 1155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Google Shape;1473;p85"/>
            <p:cNvSpPr/>
            <p:nvPr/>
          </p:nvSpPr>
          <p:spPr>
            <a:xfrm>
              <a:off x="10215360" y="5124960"/>
              <a:ext cx="118800" cy="117720"/>
            </a:xfrm>
            <a:custGeom>
              <a:avLst/>
              <a:gdLst>
                <a:gd name="textAreaLeft" fmla="*/ 0 w 118800"/>
                <a:gd name="textAreaRight" fmla="*/ 120240 w 118800"/>
                <a:gd name="textAreaTop" fmla="*/ 0 h 117720"/>
                <a:gd name="textAreaBottom" fmla="*/ 119160 h 1177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99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50600" cy="388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Google Shape;83;p50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Google Shape;84;p50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Google Shape;85;p50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Google Shape;86;p50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Google Shape;87;p50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Google Shape;88;p50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Google Shape;89;p50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Google Shape;90;p50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Google Shape;91;p50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Google Shape;92;p50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1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Google Shape;94;p50"/>
          <p:cNvSpPr/>
          <p:nvPr/>
        </p:nvSpPr>
        <p:spPr>
          <a:xfrm>
            <a:off x="9651960" y="2103120"/>
            <a:ext cx="2287080" cy="47332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3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9880" cy="473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Google Shape;96;p50"/>
          <p:cNvSpPr/>
          <p:nvPr/>
        </p:nvSpPr>
        <p:spPr>
          <a:xfrm>
            <a:off x="6783120" y="2185200"/>
            <a:ext cx="4551120" cy="15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476;p64"/>
          <p:cNvSpPr/>
          <p:nvPr/>
        </p:nvSpPr>
        <p:spPr>
          <a:xfrm>
            <a:off x="35420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Google Shape;477;p64"/>
          <p:cNvSpPr/>
          <p:nvPr/>
        </p:nvSpPr>
        <p:spPr>
          <a:xfrm>
            <a:off x="40971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Google Shape;478;p64"/>
          <p:cNvSpPr/>
          <p:nvPr/>
        </p:nvSpPr>
        <p:spPr>
          <a:xfrm>
            <a:off x="46047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Google Shape;479;p64"/>
          <p:cNvSpPr/>
          <p:nvPr/>
        </p:nvSpPr>
        <p:spPr>
          <a:xfrm>
            <a:off x="51192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Google Shape;480;p64"/>
          <p:cNvSpPr/>
          <p:nvPr/>
        </p:nvSpPr>
        <p:spPr>
          <a:xfrm>
            <a:off x="56336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Google Shape;481;p64"/>
          <p:cNvSpPr/>
          <p:nvPr/>
        </p:nvSpPr>
        <p:spPr>
          <a:xfrm>
            <a:off x="67003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Google Shape;482;p64"/>
          <p:cNvSpPr/>
          <p:nvPr/>
        </p:nvSpPr>
        <p:spPr>
          <a:xfrm>
            <a:off x="61891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Google Shape;483;p64"/>
          <p:cNvSpPr/>
          <p:nvPr/>
        </p:nvSpPr>
        <p:spPr>
          <a:xfrm>
            <a:off x="72968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Google Shape;484;p64"/>
          <p:cNvSpPr/>
          <p:nvPr/>
        </p:nvSpPr>
        <p:spPr>
          <a:xfrm>
            <a:off x="78588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Google Shape;485;p64"/>
          <p:cNvSpPr/>
          <p:nvPr/>
        </p:nvSpPr>
        <p:spPr>
          <a:xfrm>
            <a:off x="840168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27" name="Google Shape;486;p64"/>
          <p:cNvGrpSpPr/>
          <p:nvPr/>
        </p:nvGrpSpPr>
        <p:grpSpPr>
          <a:xfrm>
            <a:off x="384840" y="6026040"/>
            <a:ext cx="894960" cy="217800"/>
            <a:chOff x="384840" y="6026040"/>
            <a:chExt cx="894960" cy="217800"/>
          </a:xfrm>
        </p:grpSpPr>
        <p:sp>
          <p:nvSpPr>
            <p:cNvPr id="628" name="Google Shape;487;p64"/>
            <p:cNvSpPr/>
            <p:nvPr/>
          </p:nvSpPr>
          <p:spPr>
            <a:xfrm>
              <a:off x="384840" y="6026040"/>
              <a:ext cx="108000" cy="217080"/>
            </a:xfrm>
            <a:custGeom>
              <a:avLst/>
              <a:gdLst>
                <a:gd name="textAreaLeft" fmla="*/ 0 w 108000"/>
                <a:gd name="textAreaRight" fmla="*/ 109440 w 108000"/>
                <a:gd name="textAreaTop" fmla="*/ 0 h 217080"/>
                <a:gd name="textAreaBottom" fmla="*/ 218520 h 21708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Google Shape;488;p64"/>
            <p:cNvSpPr/>
            <p:nvPr/>
          </p:nvSpPr>
          <p:spPr>
            <a:xfrm>
              <a:off x="516960" y="6066720"/>
              <a:ext cx="167040" cy="177120"/>
            </a:xfrm>
            <a:custGeom>
              <a:avLst/>
              <a:gdLst>
                <a:gd name="textAreaLeft" fmla="*/ 0 w 167040"/>
                <a:gd name="textAreaRight" fmla="*/ 168480 w 167040"/>
                <a:gd name="textAreaTop" fmla="*/ 0 h 177120"/>
                <a:gd name="textAreaBottom" fmla="*/ 178560 h 17712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Google Shape;489;p64"/>
            <p:cNvSpPr/>
            <p:nvPr/>
          </p:nvSpPr>
          <p:spPr>
            <a:xfrm>
              <a:off x="713160" y="6066720"/>
              <a:ext cx="158040" cy="177120"/>
            </a:xfrm>
            <a:custGeom>
              <a:avLst/>
              <a:gdLst>
                <a:gd name="textAreaLeft" fmla="*/ 0 w 158040"/>
                <a:gd name="textAreaRight" fmla="*/ 159480 w 158040"/>
                <a:gd name="textAreaTop" fmla="*/ 0 h 177120"/>
                <a:gd name="textAreaBottom" fmla="*/ 178560 h 17712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Google Shape;490;p64"/>
            <p:cNvSpPr/>
            <p:nvPr/>
          </p:nvSpPr>
          <p:spPr>
            <a:xfrm>
              <a:off x="904320" y="6066720"/>
              <a:ext cx="155880" cy="173520"/>
            </a:xfrm>
            <a:custGeom>
              <a:avLst/>
              <a:gdLst>
                <a:gd name="textAreaLeft" fmla="*/ 0 w 155880"/>
                <a:gd name="textAreaRight" fmla="*/ 157320 w 155880"/>
                <a:gd name="textAreaTop" fmla="*/ 0 h 173520"/>
                <a:gd name="textAreaBottom" fmla="*/ 174960 h 17352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Google Shape;491;p64"/>
            <p:cNvSpPr/>
            <p:nvPr/>
          </p:nvSpPr>
          <p:spPr>
            <a:xfrm>
              <a:off x="1095480" y="6066720"/>
              <a:ext cx="184320" cy="177120"/>
            </a:xfrm>
            <a:custGeom>
              <a:avLst/>
              <a:gdLst>
                <a:gd name="textAreaLeft" fmla="*/ 0 w 184320"/>
                <a:gd name="textAreaRight" fmla="*/ 185760 w 184320"/>
                <a:gd name="textAreaTop" fmla="*/ 0 h 177120"/>
                <a:gd name="textAreaBottom" fmla="*/ 178560 h 17712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3" name="Google Shape;492;p64"/>
          <p:cNvGrpSpPr/>
          <p:nvPr/>
        </p:nvGrpSpPr>
        <p:grpSpPr>
          <a:xfrm>
            <a:off x="693720" y="6303600"/>
            <a:ext cx="765720" cy="284040"/>
            <a:chOff x="693720" y="6303600"/>
            <a:chExt cx="765720" cy="284040"/>
          </a:xfrm>
        </p:grpSpPr>
        <p:sp>
          <p:nvSpPr>
            <p:cNvPr id="634" name="Google Shape;493;p64"/>
            <p:cNvSpPr/>
            <p:nvPr/>
          </p:nvSpPr>
          <p:spPr>
            <a:xfrm>
              <a:off x="693720" y="6303600"/>
              <a:ext cx="47160" cy="232200"/>
            </a:xfrm>
            <a:custGeom>
              <a:avLst/>
              <a:gdLst>
                <a:gd name="textAreaLeft" fmla="*/ 0 w 47160"/>
                <a:gd name="textAreaRight" fmla="*/ 48600 w 47160"/>
                <a:gd name="textAreaTop" fmla="*/ 0 h 232200"/>
                <a:gd name="textAreaBottom" fmla="*/ 233640 h 23220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Google Shape;494;p64"/>
            <p:cNvSpPr/>
            <p:nvPr/>
          </p:nvSpPr>
          <p:spPr>
            <a:xfrm>
              <a:off x="779760" y="6362280"/>
              <a:ext cx="184320" cy="177120"/>
            </a:xfrm>
            <a:custGeom>
              <a:avLst/>
              <a:gdLst>
                <a:gd name="textAreaLeft" fmla="*/ 0 w 184320"/>
                <a:gd name="textAreaRight" fmla="*/ 185760 w 184320"/>
                <a:gd name="textAreaTop" fmla="*/ 0 h 177120"/>
                <a:gd name="textAreaBottom" fmla="*/ 178560 h 17712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Google Shape;495;p64"/>
            <p:cNvSpPr/>
            <p:nvPr/>
          </p:nvSpPr>
          <p:spPr>
            <a:xfrm>
              <a:off x="992880" y="6362280"/>
              <a:ext cx="178920" cy="225360"/>
            </a:xfrm>
            <a:custGeom>
              <a:avLst/>
              <a:gdLst>
                <a:gd name="textAreaLeft" fmla="*/ 0 w 178920"/>
                <a:gd name="textAreaRight" fmla="*/ 180360 w 178920"/>
                <a:gd name="textAreaTop" fmla="*/ 0 h 225360"/>
                <a:gd name="textAreaBottom" fmla="*/ 226800 h 22536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Google Shape;496;p64"/>
            <p:cNvSpPr/>
            <p:nvPr/>
          </p:nvSpPr>
          <p:spPr>
            <a:xfrm>
              <a:off x="1217520" y="6303600"/>
              <a:ext cx="49680" cy="232200"/>
            </a:xfrm>
            <a:custGeom>
              <a:avLst/>
              <a:gdLst>
                <a:gd name="textAreaLeft" fmla="*/ 0 w 49680"/>
                <a:gd name="textAreaRight" fmla="*/ 51120 w 49680"/>
                <a:gd name="textAreaTop" fmla="*/ 0 h 232200"/>
                <a:gd name="textAreaBottom" fmla="*/ 233640 h 23220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Google Shape;497;p64"/>
            <p:cNvSpPr/>
            <p:nvPr/>
          </p:nvSpPr>
          <p:spPr>
            <a:xfrm>
              <a:off x="1303200" y="6363720"/>
              <a:ext cx="156240" cy="175320"/>
            </a:xfrm>
            <a:custGeom>
              <a:avLst/>
              <a:gdLst>
                <a:gd name="textAreaLeft" fmla="*/ 0 w 156240"/>
                <a:gd name="textAreaRight" fmla="*/ 157680 w 156240"/>
                <a:gd name="textAreaTop" fmla="*/ 0 h 175320"/>
                <a:gd name="textAreaBottom" fmla="*/ 176760 h 17532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9" name="Google Shape;498;p64"/>
          <p:cNvGrpSpPr/>
          <p:nvPr/>
        </p:nvGrpSpPr>
        <p:grpSpPr>
          <a:xfrm>
            <a:off x="448560" y="5823720"/>
            <a:ext cx="444960" cy="110160"/>
            <a:chOff x="448560" y="5823720"/>
            <a:chExt cx="444960" cy="110160"/>
          </a:xfrm>
        </p:grpSpPr>
        <p:sp>
          <p:nvSpPr>
            <p:cNvPr id="640" name="Google Shape;499;p64"/>
            <p:cNvSpPr/>
            <p:nvPr/>
          </p:nvSpPr>
          <p:spPr>
            <a:xfrm>
              <a:off x="825120" y="5828040"/>
              <a:ext cx="68400" cy="105480"/>
            </a:xfrm>
            <a:custGeom>
              <a:avLst/>
              <a:gdLst>
                <a:gd name="textAreaLeft" fmla="*/ 0 w 68400"/>
                <a:gd name="textAreaRight" fmla="*/ 69840 w 68400"/>
                <a:gd name="textAreaTop" fmla="*/ 0 h 105480"/>
                <a:gd name="textAreaBottom" fmla="*/ 106920 h 10548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Google Shape;500;p64"/>
            <p:cNvSpPr/>
            <p:nvPr/>
          </p:nvSpPr>
          <p:spPr>
            <a:xfrm>
              <a:off x="448560" y="5823720"/>
              <a:ext cx="99720" cy="110160"/>
            </a:xfrm>
            <a:custGeom>
              <a:avLst/>
              <a:gdLst>
                <a:gd name="textAreaLeft" fmla="*/ 0 w 99720"/>
                <a:gd name="textAreaRight" fmla="*/ 101160 w 99720"/>
                <a:gd name="textAreaTop" fmla="*/ 0 h 110160"/>
                <a:gd name="textAreaBottom" fmla="*/ 111600 h 11016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Google Shape;501;p64"/>
            <p:cNvSpPr/>
            <p:nvPr/>
          </p:nvSpPr>
          <p:spPr>
            <a:xfrm>
              <a:off x="545760" y="5839200"/>
              <a:ext cx="96840" cy="91440"/>
            </a:xfrm>
            <a:custGeom>
              <a:avLst/>
              <a:gdLst>
                <a:gd name="textAreaLeft" fmla="*/ 0 w 96840"/>
                <a:gd name="textAreaRight" fmla="*/ 98280 w 96840"/>
                <a:gd name="textAreaTop" fmla="*/ 0 h 91440"/>
                <a:gd name="textAreaBottom" fmla="*/ 92880 h 9144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Google Shape;502;p64"/>
            <p:cNvSpPr/>
            <p:nvPr/>
          </p:nvSpPr>
          <p:spPr>
            <a:xfrm>
              <a:off x="642960" y="5840280"/>
              <a:ext cx="90360" cy="88560"/>
            </a:xfrm>
            <a:custGeom>
              <a:avLst/>
              <a:gdLst>
                <a:gd name="textAreaLeft" fmla="*/ 0 w 90360"/>
                <a:gd name="textAreaRight" fmla="*/ 91800 w 90360"/>
                <a:gd name="textAreaTop" fmla="*/ 0 h 88560"/>
                <a:gd name="textAreaBottom" fmla="*/ 90000 h 8856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Google Shape;503;p64"/>
            <p:cNvSpPr/>
            <p:nvPr/>
          </p:nvSpPr>
          <p:spPr>
            <a:xfrm>
              <a:off x="733680" y="5839560"/>
              <a:ext cx="91080" cy="90360"/>
            </a:xfrm>
            <a:custGeom>
              <a:avLst/>
              <a:gdLst>
                <a:gd name="textAreaLeft" fmla="*/ 0 w 91080"/>
                <a:gd name="textAreaRight" fmla="*/ 92520 w 91080"/>
                <a:gd name="textAreaTop" fmla="*/ 0 h 90360"/>
                <a:gd name="textAreaBottom" fmla="*/ 91800 h 9036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5" name="Google Shape;504;p64"/>
          <p:cNvSpPr/>
          <p:nvPr/>
        </p:nvSpPr>
        <p:spPr>
          <a:xfrm>
            <a:off x="-254160" y="6756120"/>
            <a:ext cx="12939840" cy="456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46" name="Google Shape;505;p64"/>
          <p:cNvGrpSpPr/>
          <p:nvPr/>
        </p:nvGrpSpPr>
        <p:grpSpPr>
          <a:xfrm>
            <a:off x="1440" y="0"/>
            <a:ext cx="12398400" cy="4205880"/>
            <a:chOff x="1440" y="0"/>
            <a:chExt cx="12398400" cy="4205880"/>
          </a:xfrm>
        </p:grpSpPr>
        <p:pic>
          <p:nvPicPr>
            <p:cNvPr id="647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1440" y="1440"/>
              <a:ext cx="4484880" cy="42044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48" name="Google Shape;507;p64"/>
            <p:cNvGrpSpPr/>
            <p:nvPr/>
          </p:nvGrpSpPr>
          <p:grpSpPr>
            <a:xfrm>
              <a:off x="2914560" y="0"/>
              <a:ext cx="9485280" cy="2855880"/>
              <a:chOff x="2914560" y="0"/>
              <a:chExt cx="9485280" cy="2855880"/>
            </a:xfrm>
          </p:grpSpPr>
          <p:sp>
            <p:nvSpPr>
              <p:cNvPr id="649" name="Google Shape;508;p64"/>
              <p:cNvSpPr/>
              <p:nvPr/>
            </p:nvSpPr>
            <p:spPr>
              <a:xfrm>
                <a:off x="3538440" y="0"/>
                <a:ext cx="8861400" cy="59220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0" name="Google Shape;509;p64"/>
              <p:cNvSpPr/>
              <p:nvPr/>
            </p:nvSpPr>
            <p:spPr>
              <a:xfrm>
                <a:off x="2914560" y="152280"/>
                <a:ext cx="1570320" cy="270360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51" name="Google Shape;510;p64"/>
          <p:cNvSpPr/>
          <p:nvPr/>
        </p:nvSpPr>
        <p:spPr>
          <a:xfrm>
            <a:off x="-254160" y="-12600"/>
            <a:ext cx="12939840" cy="6364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1476;p86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Google Shape;1477;p86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Google Shape;1478;p86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1479;p86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Google Shape;1480;p86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Google Shape;1481;p86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Google Shape;1482;p86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Google Shape;1483;p86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Google Shape;1484;p86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Google Shape;1485;p86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64" name="Google Shape;1486;p86"/>
          <p:cNvGrpSpPr/>
          <p:nvPr/>
        </p:nvGrpSpPr>
        <p:grpSpPr>
          <a:xfrm>
            <a:off x="727560" y="3082680"/>
            <a:ext cx="6574680" cy="2467800"/>
            <a:chOff x="727560" y="3082680"/>
            <a:chExt cx="6574680" cy="2467800"/>
          </a:xfrm>
        </p:grpSpPr>
        <p:sp>
          <p:nvSpPr>
            <p:cNvPr id="665" name="Google Shape;1487;p86"/>
            <p:cNvSpPr/>
            <p:nvPr/>
          </p:nvSpPr>
          <p:spPr>
            <a:xfrm>
              <a:off x="1363680" y="3424680"/>
              <a:ext cx="593856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6" name="Google Shape;1488;p86"/>
            <p:cNvSpPr/>
            <p:nvPr/>
          </p:nvSpPr>
          <p:spPr>
            <a:xfrm rot="16200000">
              <a:off x="-252360" y="4062960"/>
              <a:ext cx="24156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7" name="Google Shape;1489;p86"/>
            <p:cNvSpPr/>
            <p:nvPr/>
          </p:nvSpPr>
          <p:spPr>
            <a:xfrm>
              <a:off x="1363680" y="4781520"/>
              <a:ext cx="593856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8" name="Google Shape;1490;p86"/>
          <p:cNvGrpSpPr/>
          <p:nvPr/>
        </p:nvGrpSpPr>
        <p:grpSpPr>
          <a:xfrm>
            <a:off x="755280" y="2845440"/>
            <a:ext cx="691920" cy="691560"/>
            <a:chOff x="755280" y="2845440"/>
            <a:chExt cx="691920" cy="691560"/>
          </a:xfrm>
        </p:grpSpPr>
        <p:sp>
          <p:nvSpPr>
            <p:cNvPr id="669" name="Google Shape;1491;p86"/>
            <p:cNvSpPr/>
            <p:nvPr/>
          </p:nvSpPr>
          <p:spPr>
            <a:xfrm>
              <a:off x="755280" y="319176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Google Shape;1492;p86"/>
            <p:cNvSpPr/>
            <p:nvPr/>
          </p:nvSpPr>
          <p:spPr>
            <a:xfrm>
              <a:off x="1101960" y="284544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1" name="Google Shape;1493;p86"/>
          <p:cNvGrpSpPr/>
          <p:nvPr/>
        </p:nvGrpSpPr>
        <p:grpSpPr>
          <a:xfrm>
            <a:off x="6717960" y="5098320"/>
            <a:ext cx="691920" cy="691920"/>
            <a:chOff x="6717960" y="5098320"/>
            <a:chExt cx="691920" cy="691920"/>
          </a:xfrm>
        </p:grpSpPr>
        <p:sp>
          <p:nvSpPr>
            <p:cNvPr id="672" name="Google Shape;1494;p86"/>
            <p:cNvSpPr/>
            <p:nvPr/>
          </p:nvSpPr>
          <p:spPr>
            <a:xfrm>
              <a:off x="6717960" y="544500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Google Shape;1495;p86"/>
            <p:cNvSpPr/>
            <p:nvPr/>
          </p:nvSpPr>
          <p:spPr>
            <a:xfrm>
              <a:off x="7064640" y="509832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74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9000" cy="1629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5" name="Google Shape;1497;p86"/>
          <p:cNvGrpSpPr/>
          <p:nvPr/>
        </p:nvGrpSpPr>
        <p:grpSpPr>
          <a:xfrm>
            <a:off x="10113480" y="597240"/>
            <a:ext cx="1479960" cy="1439640"/>
            <a:chOff x="10113480" y="597240"/>
            <a:chExt cx="1479960" cy="1439640"/>
          </a:xfrm>
        </p:grpSpPr>
        <p:grpSp>
          <p:nvGrpSpPr>
            <p:cNvPr id="676" name="Google Shape;1498;p86"/>
            <p:cNvGrpSpPr/>
            <p:nvPr/>
          </p:nvGrpSpPr>
          <p:grpSpPr>
            <a:xfrm>
              <a:off x="10124640" y="1269360"/>
              <a:ext cx="1468800" cy="767520"/>
              <a:chOff x="10124640" y="1269360"/>
              <a:chExt cx="1468800" cy="767520"/>
            </a:xfrm>
          </p:grpSpPr>
          <p:grpSp>
            <p:nvGrpSpPr>
              <p:cNvPr id="677" name="Google Shape;1499;p86"/>
              <p:cNvGrpSpPr/>
              <p:nvPr/>
            </p:nvGrpSpPr>
            <p:grpSpPr>
              <a:xfrm>
                <a:off x="10124640" y="1269360"/>
                <a:ext cx="1223280" cy="298440"/>
                <a:chOff x="10124640" y="1269360"/>
                <a:chExt cx="1223280" cy="298440"/>
              </a:xfrm>
            </p:grpSpPr>
            <p:sp>
              <p:nvSpPr>
                <p:cNvPr id="678" name="Google Shape;1500;p86"/>
                <p:cNvSpPr/>
                <p:nvPr/>
              </p:nvSpPr>
              <p:spPr>
                <a:xfrm>
                  <a:off x="10124640" y="1269360"/>
                  <a:ext cx="148320" cy="297000"/>
                </a:xfrm>
                <a:custGeom>
                  <a:avLst/>
                  <a:gdLst>
                    <a:gd name="textAreaLeft" fmla="*/ 0 w 148320"/>
                    <a:gd name="textAreaRight" fmla="*/ 149760 w 148320"/>
                    <a:gd name="textAreaTop" fmla="*/ 0 h 297000"/>
                    <a:gd name="textAreaBottom" fmla="*/ 298440 h 2970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9" name="Google Shape;1501;p86"/>
                <p:cNvSpPr/>
                <p:nvPr/>
              </p:nvSpPr>
              <p:spPr>
                <a:xfrm>
                  <a:off x="10305360" y="1324800"/>
                  <a:ext cx="228600" cy="242640"/>
                </a:xfrm>
                <a:custGeom>
                  <a:avLst/>
                  <a:gdLst>
                    <a:gd name="textAreaLeft" fmla="*/ 0 w 228600"/>
                    <a:gd name="textAreaRight" fmla="*/ 230040 w 22860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0" name="Google Shape;1502;p86"/>
                <p:cNvSpPr/>
                <p:nvPr/>
              </p:nvSpPr>
              <p:spPr>
                <a:xfrm>
                  <a:off x="10573560" y="1325160"/>
                  <a:ext cx="216360" cy="242640"/>
                </a:xfrm>
                <a:custGeom>
                  <a:avLst/>
                  <a:gdLst>
                    <a:gd name="textAreaLeft" fmla="*/ 0 w 216360"/>
                    <a:gd name="textAreaRight" fmla="*/ 217800 w 216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1" name="Google Shape;1503;p86"/>
                <p:cNvSpPr/>
                <p:nvPr/>
              </p:nvSpPr>
              <p:spPr>
                <a:xfrm>
                  <a:off x="10834560" y="1325160"/>
                  <a:ext cx="213480" cy="237240"/>
                </a:xfrm>
                <a:custGeom>
                  <a:avLst/>
                  <a:gdLst>
                    <a:gd name="textAreaLeft" fmla="*/ 0 w 213480"/>
                    <a:gd name="textAreaRight" fmla="*/ 214920 w 213480"/>
                    <a:gd name="textAreaTop" fmla="*/ 0 h 237240"/>
                    <a:gd name="textAreaBottom" fmla="*/ 238680 h 2372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2" name="Google Shape;1504;p86"/>
                <p:cNvSpPr/>
                <p:nvPr/>
              </p:nvSpPr>
              <p:spPr>
                <a:xfrm>
                  <a:off x="11095560" y="1325160"/>
                  <a:ext cx="252360" cy="242640"/>
                </a:xfrm>
                <a:custGeom>
                  <a:avLst/>
                  <a:gdLst>
                    <a:gd name="textAreaLeft" fmla="*/ 0 w 252360"/>
                    <a:gd name="textAreaRight" fmla="*/ 253800 w 252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83" name="Google Shape;1505;p86"/>
              <p:cNvGrpSpPr/>
              <p:nvPr/>
            </p:nvGrpSpPr>
            <p:grpSpPr>
              <a:xfrm>
                <a:off x="10546560" y="1648080"/>
                <a:ext cx="1046880" cy="388800"/>
                <a:chOff x="10546560" y="1648080"/>
                <a:chExt cx="1046880" cy="388800"/>
              </a:xfrm>
            </p:grpSpPr>
            <p:sp>
              <p:nvSpPr>
                <p:cNvPr id="684" name="Google Shape;1506;p86"/>
                <p:cNvSpPr/>
                <p:nvPr/>
              </p:nvSpPr>
              <p:spPr>
                <a:xfrm>
                  <a:off x="10546560" y="1648080"/>
                  <a:ext cx="65160" cy="317880"/>
                </a:xfrm>
                <a:custGeom>
                  <a:avLst/>
                  <a:gdLst>
                    <a:gd name="textAreaLeft" fmla="*/ 0 w 65160"/>
                    <a:gd name="textAreaRight" fmla="*/ 66600 w 65160"/>
                    <a:gd name="textAreaTop" fmla="*/ 0 h 317880"/>
                    <a:gd name="textAreaBottom" fmla="*/ 319320 h 3178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5" name="Google Shape;1507;p86"/>
                <p:cNvSpPr/>
                <p:nvPr/>
              </p:nvSpPr>
              <p:spPr>
                <a:xfrm>
                  <a:off x="10664280" y="1728720"/>
                  <a:ext cx="252360" cy="242640"/>
                </a:xfrm>
                <a:custGeom>
                  <a:avLst/>
                  <a:gdLst>
                    <a:gd name="textAreaLeft" fmla="*/ 0 w 252360"/>
                    <a:gd name="textAreaRight" fmla="*/ 253800 w 252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6" name="Google Shape;1508;p86"/>
                <p:cNvSpPr/>
                <p:nvPr/>
              </p:nvSpPr>
              <p:spPr>
                <a:xfrm>
                  <a:off x="10955160" y="1728720"/>
                  <a:ext cx="244800" cy="308160"/>
                </a:xfrm>
                <a:custGeom>
                  <a:avLst/>
                  <a:gdLst>
                    <a:gd name="textAreaLeft" fmla="*/ 0 w 244800"/>
                    <a:gd name="textAreaRight" fmla="*/ 246240 w 244800"/>
                    <a:gd name="textAreaTop" fmla="*/ 0 h 308160"/>
                    <a:gd name="textAreaBottom" fmla="*/ 309600 h 3081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7" name="Google Shape;1509;p86"/>
                <p:cNvSpPr/>
                <p:nvPr/>
              </p:nvSpPr>
              <p:spPr>
                <a:xfrm>
                  <a:off x="11262240" y="1648440"/>
                  <a:ext cx="68760" cy="317880"/>
                </a:xfrm>
                <a:custGeom>
                  <a:avLst/>
                  <a:gdLst>
                    <a:gd name="textAreaLeft" fmla="*/ 0 w 68760"/>
                    <a:gd name="textAreaRight" fmla="*/ 70200 w 68760"/>
                    <a:gd name="textAreaTop" fmla="*/ 0 h 317880"/>
                    <a:gd name="textAreaBottom" fmla="*/ 319320 h 3178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8" name="Google Shape;1510;p86"/>
                <p:cNvSpPr/>
                <p:nvPr/>
              </p:nvSpPr>
              <p:spPr>
                <a:xfrm>
                  <a:off x="11379240" y="1730520"/>
                  <a:ext cx="214200" cy="240120"/>
                </a:xfrm>
                <a:custGeom>
                  <a:avLst/>
                  <a:gdLst>
                    <a:gd name="textAreaLeft" fmla="*/ 0 w 214200"/>
                    <a:gd name="textAreaRight" fmla="*/ 215640 w 214200"/>
                    <a:gd name="textAreaTop" fmla="*/ 0 h 240120"/>
                    <a:gd name="textAreaBottom" fmla="*/ 241560 h 2401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89" name="Google Shape;1511;p86"/>
            <p:cNvGrpSpPr/>
            <p:nvPr/>
          </p:nvGrpSpPr>
          <p:grpSpPr>
            <a:xfrm>
              <a:off x="10207440" y="873000"/>
              <a:ext cx="1175400" cy="297360"/>
              <a:chOff x="10207440" y="873000"/>
              <a:chExt cx="1175400" cy="297360"/>
            </a:xfrm>
          </p:grpSpPr>
          <p:sp>
            <p:nvSpPr>
              <p:cNvPr id="690" name="Google Shape;1512;p86"/>
              <p:cNvSpPr/>
              <p:nvPr/>
            </p:nvSpPr>
            <p:spPr>
              <a:xfrm>
                <a:off x="10207440" y="878040"/>
                <a:ext cx="80280" cy="102600"/>
              </a:xfrm>
              <a:custGeom>
                <a:avLst/>
                <a:gdLst>
                  <a:gd name="textAreaLeft" fmla="*/ 0 w 80280"/>
                  <a:gd name="textAreaRight" fmla="*/ 81720 w 80280"/>
                  <a:gd name="textAreaTop" fmla="*/ 0 h 102600"/>
                  <a:gd name="textAreaBottom" fmla="*/ 104040 h 1026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Google Shape;1513;p86"/>
              <p:cNvSpPr/>
              <p:nvPr/>
            </p:nvSpPr>
            <p:spPr>
              <a:xfrm>
                <a:off x="1028556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2" name="Google Shape;1514;p86"/>
              <p:cNvSpPr/>
              <p:nvPr/>
            </p:nvSpPr>
            <p:spPr>
              <a:xfrm>
                <a:off x="10381680" y="87372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3" name="Google Shape;1515;p86"/>
              <p:cNvSpPr/>
              <p:nvPr/>
            </p:nvSpPr>
            <p:spPr>
              <a:xfrm>
                <a:off x="1047924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Google Shape;1516;p86"/>
              <p:cNvSpPr/>
              <p:nvPr/>
            </p:nvSpPr>
            <p:spPr>
              <a:xfrm>
                <a:off x="1056456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Google Shape;1517;p86"/>
              <p:cNvSpPr/>
              <p:nvPr/>
            </p:nvSpPr>
            <p:spPr>
              <a:xfrm>
                <a:off x="1068372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Google Shape;1518;p86"/>
              <p:cNvSpPr/>
              <p:nvPr/>
            </p:nvSpPr>
            <p:spPr>
              <a:xfrm>
                <a:off x="1076940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Google Shape;1519;p86"/>
              <p:cNvSpPr/>
              <p:nvPr/>
            </p:nvSpPr>
            <p:spPr>
              <a:xfrm>
                <a:off x="10888200" y="873000"/>
                <a:ext cx="45000" cy="107640"/>
              </a:xfrm>
              <a:custGeom>
                <a:avLst/>
                <a:gdLst>
                  <a:gd name="textAreaLeft" fmla="*/ 0 w 45000"/>
                  <a:gd name="textAreaRight" fmla="*/ 46440 w 45000"/>
                  <a:gd name="textAreaTop" fmla="*/ 0 h 107640"/>
                  <a:gd name="textAreaBottom" fmla="*/ 109080 h 1076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Google Shape;1520;p86"/>
              <p:cNvSpPr/>
              <p:nvPr/>
            </p:nvSpPr>
            <p:spPr>
              <a:xfrm>
                <a:off x="1094292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Google Shape;1521;p86"/>
              <p:cNvSpPr/>
              <p:nvPr/>
            </p:nvSpPr>
            <p:spPr>
              <a:xfrm>
                <a:off x="11043720" y="90396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Google Shape;1522;p86"/>
              <p:cNvSpPr/>
              <p:nvPr/>
            </p:nvSpPr>
            <p:spPr>
              <a:xfrm>
                <a:off x="11103840" y="903600"/>
                <a:ext cx="114840" cy="77040"/>
              </a:xfrm>
              <a:custGeom>
                <a:avLst/>
                <a:gdLst>
                  <a:gd name="textAreaLeft" fmla="*/ 0 w 114840"/>
                  <a:gd name="textAreaRight" fmla="*/ 116280 w 11484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Google Shape;1523;p86"/>
              <p:cNvSpPr/>
              <p:nvPr/>
            </p:nvSpPr>
            <p:spPr>
              <a:xfrm>
                <a:off x="1123956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2" name="Google Shape;1524;p86"/>
              <p:cNvSpPr/>
              <p:nvPr/>
            </p:nvSpPr>
            <p:spPr>
              <a:xfrm>
                <a:off x="1132488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Google Shape;1525;p86"/>
              <p:cNvSpPr/>
              <p:nvPr/>
            </p:nvSpPr>
            <p:spPr>
              <a:xfrm>
                <a:off x="1020816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Google Shape;1526;p86"/>
              <p:cNvSpPr/>
              <p:nvPr/>
            </p:nvSpPr>
            <p:spPr>
              <a:xfrm>
                <a:off x="103068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Google Shape;1527;p86"/>
              <p:cNvSpPr/>
              <p:nvPr/>
            </p:nvSpPr>
            <p:spPr>
              <a:xfrm>
                <a:off x="10438200" y="107028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6" name="Google Shape;1528;p86"/>
              <p:cNvSpPr/>
              <p:nvPr/>
            </p:nvSpPr>
            <p:spPr>
              <a:xfrm>
                <a:off x="10530360" y="1069560"/>
                <a:ext cx="76320" cy="10080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0800"/>
                  <a:gd name="textAreaBottom" fmla="*/ 102240 h 1008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Google Shape;1529;p86"/>
              <p:cNvSpPr/>
              <p:nvPr/>
            </p:nvSpPr>
            <p:spPr>
              <a:xfrm>
                <a:off x="1062900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Google Shape;1530;p86"/>
              <p:cNvSpPr/>
              <p:nvPr/>
            </p:nvSpPr>
            <p:spPr>
              <a:xfrm>
                <a:off x="106812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Google Shape;1531;p86"/>
              <p:cNvSpPr/>
              <p:nvPr/>
            </p:nvSpPr>
            <p:spPr>
              <a:xfrm>
                <a:off x="10774080" y="1069560"/>
                <a:ext cx="65880" cy="7704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Google Shape;1532;p86"/>
              <p:cNvSpPr/>
              <p:nvPr/>
            </p:nvSpPr>
            <p:spPr>
              <a:xfrm>
                <a:off x="1086084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Google Shape;1533;p86"/>
              <p:cNvSpPr/>
              <p:nvPr/>
            </p:nvSpPr>
            <p:spPr>
              <a:xfrm>
                <a:off x="1095948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Google Shape;1534;p86"/>
              <p:cNvSpPr/>
              <p:nvPr/>
            </p:nvSpPr>
            <p:spPr>
              <a:xfrm>
                <a:off x="1105236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13" name="Google Shape;1535;p86"/>
            <p:cNvGrpSpPr/>
            <p:nvPr/>
          </p:nvGrpSpPr>
          <p:grpSpPr>
            <a:xfrm>
              <a:off x="10113480" y="597240"/>
              <a:ext cx="608040" cy="151200"/>
              <a:chOff x="10113480" y="597240"/>
              <a:chExt cx="608040" cy="151200"/>
            </a:xfrm>
          </p:grpSpPr>
          <p:sp>
            <p:nvSpPr>
              <p:cNvPr id="714" name="Google Shape;1536;p86"/>
              <p:cNvSpPr/>
              <p:nvPr/>
            </p:nvSpPr>
            <p:spPr>
              <a:xfrm>
                <a:off x="10627560" y="603360"/>
                <a:ext cx="93960" cy="144360"/>
              </a:xfrm>
              <a:custGeom>
                <a:avLst/>
                <a:gdLst>
                  <a:gd name="textAreaLeft" fmla="*/ 0 w 93960"/>
                  <a:gd name="textAreaRight" fmla="*/ 95400 w 93960"/>
                  <a:gd name="textAreaTop" fmla="*/ 0 h 144360"/>
                  <a:gd name="textAreaBottom" fmla="*/ 145800 h 1443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Google Shape;1537;p86"/>
              <p:cNvSpPr/>
              <p:nvPr/>
            </p:nvSpPr>
            <p:spPr>
              <a:xfrm>
                <a:off x="10113480" y="597240"/>
                <a:ext cx="136440" cy="151200"/>
              </a:xfrm>
              <a:custGeom>
                <a:avLst/>
                <a:gdLst>
                  <a:gd name="textAreaLeft" fmla="*/ 0 w 136440"/>
                  <a:gd name="textAreaRight" fmla="*/ 137880 w 136440"/>
                  <a:gd name="textAreaTop" fmla="*/ 0 h 151200"/>
                  <a:gd name="textAreaBottom" fmla="*/ 152640 h 1512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Google Shape;1538;p86"/>
              <p:cNvSpPr/>
              <p:nvPr/>
            </p:nvSpPr>
            <p:spPr>
              <a:xfrm>
                <a:off x="10246320" y="618480"/>
                <a:ext cx="132840" cy="125280"/>
              </a:xfrm>
              <a:custGeom>
                <a:avLst/>
                <a:gdLst>
                  <a:gd name="textAreaLeft" fmla="*/ 0 w 132840"/>
                  <a:gd name="textAreaRight" fmla="*/ 134280 w 132840"/>
                  <a:gd name="textAreaTop" fmla="*/ 0 h 125280"/>
                  <a:gd name="textAreaBottom" fmla="*/ 126720 h 1252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Google Shape;1539;p86"/>
              <p:cNvSpPr/>
              <p:nvPr/>
            </p:nvSpPr>
            <p:spPr>
              <a:xfrm>
                <a:off x="10378800" y="619920"/>
                <a:ext cx="124200" cy="121680"/>
              </a:xfrm>
              <a:custGeom>
                <a:avLst/>
                <a:gdLst>
                  <a:gd name="textAreaLeft" fmla="*/ 0 w 124200"/>
                  <a:gd name="textAreaRight" fmla="*/ 125640 w 124200"/>
                  <a:gd name="textAreaTop" fmla="*/ 0 h 121680"/>
                  <a:gd name="textAreaBottom" fmla="*/ 123120 h 1216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8" name="Google Shape;1540;p86"/>
              <p:cNvSpPr/>
              <p:nvPr/>
            </p:nvSpPr>
            <p:spPr>
              <a:xfrm>
                <a:off x="10503000" y="619200"/>
                <a:ext cx="125280" cy="123840"/>
              </a:xfrm>
              <a:custGeom>
                <a:avLst/>
                <a:gdLst>
                  <a:gd name="textAreaLeft" fmla="*/ 0 w 125280"/>
                  <a:gd name="textAreaRight" fmla="*/ 126720 w 125280"/>
                  <a:gd name="textAreaTop" fmla="*/ 0 h 123840"/>
                  <a:gd name="textAreaBottom" fmla="*/ 125280 h 1238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19" name="Google Shape;1541;p86"/>
          <p:cNvGrpSpPr/>
          <p:nvPr/>
        </p:nvGrpSpPr>
        <p:grpSpPr>
          <a:xfrm>
            <a:off x="770400" y="618480"/>
            <a:ext cx="2595600" cy="378360"/>
            <a:chOff x="770400" y="618480"/>
            <a:chExt cx="2595600" cy="378360"/>
          </a:xfrm>
        </p:grpSpPr>
        <p:sp>
          <p:nvSpPr>
            <p:cNvPr id="720" name="Google Shape;1542;p86"/>
            <p:cNvSpPr/>
            <p:nvPr/>
          </p:nvSpPr>
          <p:spPr>
            <a:xfrm>
              <a:off x="770400" y="618480"/>
              <a:ext cx="179640" cy="179640"/>
            </a:xfrm>
            <a:custGeom>
              <a:avLst/>
              <a:gdLst>
                <a:gd name="textAreaLeft" fmla="*/ 0 w 179640"/>
                <a:gd name="textAreaRight" fmla="*/ 181080 w 179640"/>
                <a:gd name="textAreaTop" fmla="*/ 0 h 179640"/>
                <a:gd name="textAreaBottom" fmla="*/ 181080 h 1796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Google Shape;1543;p86"/>
            <p:cNvSpPr/>
            <p:nvPr/>
          </p:nvSpPr>
          <p:spPr>
            <a:xfrm>
              <a:off x="969120" y="618480"/>
              <a:ext cx="179640" cy="179640"/>
            </a:xfrm>
            <a:custGeom>
              <a:avLst/>
              <a:gdLst>
                <a:gd name="textAreaLeft" fmla="*/ 0 w 179640"/>
                <a:gd name="textAreaRight" fmla="*/ 181080 w 179640"/>
                <a:gd name="textAreaTop" fmla="*/ 0 h 179640"/>
                <a:gd name="textAreaBottom" fmla="*/ 181080 h 1796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2" name="Google Shape;1544;p86"/>
            <p:cNvSpPr/>
            <p:nvPr/>
          </p:nvSpPr>
          <p:spPr>
            <a:xfrm>
              <a:off x="770400" y="817200"/>
              <a:ext cx="179640" cy="179640"/>
            </a:xfrm>
            <a:custGeom>
              <a:avLst/>
              <a:gdLst>
                <a:gd name="textAreaLeft" fmla="*/ 0 w 179640"/>
                <a:gd name="textAreaRight" fmla="*/ 181080 w 179640"/>
                <a:gd name="textAreaTop" fmla="*/ 0 h 179640"/>
                <a:gd name="textAreaBottom" fmla="*/ 181080 h 1796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Google Shape;1545;p86"/>
            <p:cNvSpPr/>
            <p:nvPr/>
          </p:nvSpPr>
          <p:spPr>
            <a:xfrm>
              <a:off x="969120" y="817200"/>
              <a:ext cx="179640" cy="179640"/>
            </a:xfrm>
            <a:custGeom>
              <a:avLst/>
              <a:gdLst>
                <a:gd name="textAreaLeft" fmla="*/ 0 w 179640"/>
                <a:gd name="textAreaRight" fmla="*/ 181080 w 179640"/>
                <a:gd name="textAreaTop" fmla="*/ 0 h 179640"/>
                <a:gd name="textAreaBottom" fmla="*/ 181080 h 1796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24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9240" cy="224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1548;p87"/>
          <p:cNvSpPr/>
          <p:nvPr/>
        </p:nvSpPr>
        <p:spPr>
          <a:xfrm>
            <a:off x="8377920" y="13320"/>
            <a:ext cx="3610440" cy="3610440"/>
          </a:xfrm>
          <a:custGeom>
            <a:avLst/>
            <a:gdLst>
              <a:gd name="textAreaLeft" fmla="*/ 0 w 3610440"/>
              <a:gd name="textAreaRight" fmla="*/ 3611880 w 3610440"/>
              <a:gd name="textAreaTop" fmla="*/ 0 h 3610440"/>
              <a:gd name="textAreaBottom" fmla="*/ 3611880 h 36104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Google Shape;1549;p87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Google Shape;1550;p87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Google Shape;1551;p87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Google Shape;1552;p87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Google Shape;1553;p87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Google Shape;1554;p87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Google Shape;1555;p87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Google Shape;1556;p87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Google Shape;1557;p87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Google Shape;1558;p87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36" name="Google Shape;1559;p87"/>
          <p:cNvGrpSpPr/>
          <p:nvPr/>
        </p:nvGrpSpPr>
        <p:grpSpPr>
          <a:xfrm>
            <a:off x="755280" y="2845440"/>
            <a:ext cx="691920" cy="691560"/>
            <a:chOff x="755280" y="2845440"/>
            <a:chExt cx="691920" cy="691560"/>
          </a:xfrm>
        </p:grpSpPr>
        <p:sp>
          <p:nvSpPr>
            <p:cNvPr id="737" name="Google Shape;1560;p87"/>
            <p:cNvSpPr/>
            <p:nvPr/>
          </p:nvSpPr>
          <p:spPr>
            <a:xfrm>
              <a:off x="755280" y="319176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Google Shape;1561;p87"/>
            <p:cNvSpPr/>
            <p:nvPr/>
          </p:nvSpPr>
          <p:spPr>
            <a:xfrm>
              <a:off x="1101960" y="284544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9" name="Google Shape;1562;p87"/>
          <p:cNvGrpSpPr/>
          <p:nvPr/>
        </p:nvGrpSpPr>
        <p:grpSpPr>
          <a:xfrm>
            <a:off x="6717960" y="5098320"/>
            <a:ext cx="691920" cy="691920"/>
            <a:chOff x="6717960" y="5098320"/>
            <a:chExt cx="691920" cy="691920"/>
          </a:xfrm>
        </p:grpSpPr>
        <p:sp>
          <p:nvSpPr>
            <p:cNvPr id="740" name="Google Shape;1563;p87"/>
            <p:cNvSpPr/>
            <p:nvPr/>
          </p:nvSpPr>
          <p:spPr>
            <a:xfrm>
              <a:off x="6717960" y="544500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Google Shape;1564;p87"/>
            <p:cNvSpPr/>
            <p:nvPr/>
          </p:nvSpPr>
          <p:spPr>
            <a:xfrm>
              <a:off x="7064640" y="509832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2" name="Google Shape;1565;p87"/>
          <p:cNvGrpSpPr/>
          <p:nvPr/>
        </p:nvGrpSpPr>
        <p:grpSpPr>
          <a:xfrm>
            <a:off x="795240" y="2890800"/>
            <a:ext cx="3672720" cy="3107520"/>
            <a:chOff x="795240" y="2890800"/>
            <a:chExt cx="3672720" cy="3107520"/>
          </a:xfrm>
        </p:grpSpPr>
        <p:sp>
          <p:nvSpPr>
            <p:cNvPr id="743" name="Google Shape;1566;p87"/>
            <p:cNvSpPr/>
            <p:nvPr/>
          </p:nvSpPr>
          <p:spPr>
            <a:xfrm>
              <a:off x="795240" y="4303800"/>
              <a:ext cx="563760" cy="169452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694520"/>
                <a:gd name="textAreaBottom" fmla="*/ 1695960 h 16945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Google Shape;1567;p87"/>
            <p:cNvSpPr/>
            <p:nvPr/>
          </p:nvSpPr>
          <p:spPr>
            <a:xfrm>
              <a:off x="3904200" y="3738600"/>
              <a:ext cx="563760" cy="112896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Google Shape;1568;p87"/>
            <p:cNvSpPr/>
            <p:nvPr/>
          </p:nvSpPr>
          <p:spPr>
            <a:xfrm>
              <a:off x="4186800" y="543456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Google Shape;1569;p87"/>
            <p:cNvSpPr/>
            <p:nvPr/>
          </p:nvSpPr>
          <p:spPr>
            <a:xfrm>
              <a:off x="2490840" y="317340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7" name="Google Shape;1570;p87"/>
            <p:cNvSpPr/>
            <p:nvPr/>
          </p:nvSpPr>
          <p:spPr>
            <a:xfrm>
              <a:off x="1360440" y="2890800"/>
              <a:ext cx="1128960" cy="1128960"/>
            </a:xfrm>
            <a:custGeom>
              <a:avLst/>
              <a:gdLst>
                <a:gd name="textAreaLeft" fmla="*/ 0 w 1128960"/>
                <a:gd name="textAreaRight" fmla="*/ 1130400 w 11289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Google Shape;1571;p87"/>
            <p:cNvSpPr/>
            <p:nvPr/>
          </p:nvSpPr>
          <p:spPr>
            <a:xfrm>
              <a:off x="1925640" y="4303800"/>
              <a:ext cx="1411560" cy="1411560"/>
            </a:xfrm>
            <a:custGeom>
              <a:avLst/>
              <a:gdLst>
                <a:gd name="textAreaLeft" fmla="*/ 0 w 1411560"/>
                <a:gd name="textAreaRight" fmla="*/ 1413000 w 1411560"/>
                <a:gd name="textAreaTop" fmla="*/ 0 h 1411560"/>
                <a:gd name="textAreaBottom" fmla="*/ 1413000 h 14115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9" name="Google Shape;1572;p87"/>
          <p:cNvGrpSpPr/>
          <p:nvPr/>
        </p:nvGrpSpPr>
        <p:grpSpPr>
          <a:xfrm>
            <a:off x="1684080" y="792720"/>
            <a:ext cx="1368720" cy="1094760"/>
            <a:chOff x="1684080" y="792720"/>
            <a:chExt cx="1368720" cy="1094760"/>
          </a:xfrm>
        </p:grpSpPr>
        <p:sp>
          <p:nvSpPr>
            <p:cNvPr id="750" name="Google Shape;1573;p87"/>
            <p:cNvSpPr/>
            <p:nvPr/>
          </p:nvSpPr>
          <p:spPr>
            <a:xfrm>
              <a:off x="2232000" y="79272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Google Shape;1574;p87"/>
            <p:cNvSpPr/>
            <p:nvPr/>
          </p:nvSpPr>
          <p:spPr>
            <a:xfrm>
              <a:off x="1958040" y="106668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Google Shape;1575;p87"/>
            <p:cNvSpPr/>
            <p:nvPr/>
          </p:nvSpPr>
          <p:spPr>
            <a:xfrm>
              <a:off x="1684080" y="13410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Google Shape;1576;p87"/>
            <p:cNvSpPr/>
            <p:nvPr/>
          </p:nvSpPr>
          <p:spPr>
            <a:xfrm>
              <a:off x="168408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Google Shape;1577;p87"/>
            <p:cNvSpPr/>
            <p:nvPr/>
          </p:nvSpPr>
          <p:spPr>
            <a:xfrm>
              <a:off x="195804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5" name="Google Shape;1578;p87"/>
            <p:cNvSpPr/>
            <p:nvPr/>
          </p:nvSpPr>
          <p:spPr>
            <a:xfrm>
              <a:off x="223200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6" name="Google Shape;1579;p87"/>
            <p:cNvSpPr/>
            <p:nvPr/>
          </p:nvSpPr>
          <p:spPr>
            <a:xfrm>
              <a:off x="250632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Google Shape;1580;p87"/>
            <p:cNvSpPr/>
            <p:nvPr/>
          </p:nvSpPr>
          <p:spPr>
            <a:xfrm>
              <a:off x="278028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Google Shape;1581;p87"/>
            <p:cNvSpPr/>
            <p:nvPr/>
          </p:nvSpPr>
          <p:spPr>
            <a:xfrm>
              <a:off x="2780280" y="13410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Google Shape;1582;p87"/>
            <p:cNvSpPr/>
            <p:nvPr/>
          </p:nvSpPr>
          <p:spPr>
            <a:xfrm>
              <a:off x="2506320" y="106668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0" name="Google Shape;1583;p87"/>
          <p:cNvGrpSpPr/>
          <p:nvPr/>
        </p:nvGrpSpPr>
        <p:grpSpPr>
          <a:xfrm>
            <a:off x="9798120" y="5367240"/>
            <a:ext cx="1396800" cy="730080"/>
            <a:chOff x="9798120" y="5367240"/>
            <a:chExt cx="1396800" cy="730080"/>
          </a:xfrm>
        </p:grpSpPr>
        <p:grpSp>
          <p:nvGrpSpPr>
            <p:cNvPr id="761" name="Google Shape;1584;p87"/>
            <p:cNvGrpSpPr/>
            <p:nvPr/>
          </p:nvGrpSpPr>
          <p:grpSpPr>
            <a:xfrm>
              <a:off x="9798120" y="5367240"/>
              <a:ext cx="1163160" cy="283680"/>
              <a:chOff x="9798120" y="5367240"/>
              <a:chExt cx="1163160" cy="283680"/>
            </a:xfrm>
          </p:grpSpPr>
          <p:sp>
            <p:nvSpPr>
              <p:cNvPr id="762" name="Google Shape;1585;p87"/>
              <p:cNvSpPr/>
              <p:nvPr/>
            </p:nvSpPr>
            <p:spPr>
              <a:xfrm>
                <a:off x="9798120" y="5367240"/>
                <a:ext cx="140760" cy="282240"/>
              </a:xfrm>
              <a:custGeom>
                <a:avLst/>
                <a:gdLst>
                  <a:gd name="textAreaLeft" fmla="*/ 0 w 140760"/>
                  <a:gd name="textAreaRight" fmla="*/ 142200 w 140760"/>
                  <a:gd name="textAreaTop" fmla="*/ 0 h 282240"/>
                  <a:gd name="textAreaBottom" fmla="*/ 283680 h 2822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Google Shape;1586;p87"/>
              <p:cNvSpPr/>
              <p:nvPr/>
            </p:nvSpPr>
            <p:spPr>
              <a:xfrm>
                <a:off x="9969840" y="5420160"/>
                <a:ext cx="217440" cy="230760"/>
              </a:xfrm>
              <a:custGeom>
                <a:avLst/>
                <a:gdLst>
                  <a:gd name="textAreaLeft" fmla="*/ 0 w 217440"/>
                  <a:gd name="textAreaRight" fmla="*/ 218880 w 21744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Google Shape;1587;p87"/>
              <p:cNvSpPr/>
              <p:nvPr/>
            </p:nvSpPr>
            <p:spPr>
              <a:xfrm>
                <a:off x="10224720" y="5420160"/>
                <a:ext cx="205560" cy="230760"/>
              </a:xfrm>
              <a:custGeom>
                <a:avLst/>
                <a:gdLst>
                  <a:gd name="textAreaLeft" fmla="*/ 0 w 205560"/>
                  <a:gd name="textAreaRight" fmla="*/ 207000 w 2055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Google Shape;1588;p87"/>
              <p:cNvSpPr/>
              <p:nvPr/>
            </p:nvSpPr>
            <p:spPr>
              <a:xfrm>
                <a:off x="10473120" y="5420160"/>
                <a:ext cx="202680" cy="225720"/>
              </a:xfrm>
              <a:custGeom>
                <a:avLst/>
                <a:gdLst>
                  <a:gd name="textAreaLeft" fmla="*/ 0 w 202680"/>
                  <a:gd name="textAreaRight" fmla="*/ 204120 w 202680"/>
                  <a:gd name="textAreaTop" fmla="*/ 0 h 225720"/>
                  <a:gd name="textAreaBottom" fmla="*/ 227160 h 2257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Google Shape;1589;p87"/>
              <p:cNvSpPr/>
              <p:nvPr/>
            </p:nvSpPr>
            <p:spPr>
              <a:xfrm>
                <a:off x="10721520" y="542016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67" name="Google Shape;1590;p87"/>
            <p:cNvGrpSpPr/>
            <p:nvPr/>
          </p:nvGrpSpPr>
          <p:grpSpPr>
            <a:xfrm>
              <a:off x="10199160" y="5727600"/>
              <a:ext cx="995760" cy="369720"/>
              <a:chOff x="10199160" y="5727600"/>
              <a:chExt cx="995760" cy="369720"/>
            </a:xfrm>
          </p:grpSpPr>
          <p:sp>
            <p:nvSpPr>
              <p:cNvPr id="768" name="Google Shape;1591;p87"/>
              <p:cNvSpPr/>
              <p:nvPr/>
            </p:nvSpPr>
            <p:spPr>
              <a:xfrm>
                <a:off x="10199160" y="5727600"/>
                <a:ext cx="61920" cy="302040"/>
              </a:xfrm>
              <a:custGeom>
                <a:avLst/>
                <a:gdLst>
                  <a:gd name="textAreaLeft" fmla="*/ 0 w 61920"/>
                  <a:gd name="textAreaRight" fmla="*/ 63360 w 6192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9" name="Google Shape;1592;p87"/>
              <p:cNvSpPr/>
              <p:nvPr/>
            </p:nvSpPr>
            <p:spPr>
              <a:xfrm>
                <a:off x="10311120" y="580428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0" name="Google Shape;1593;p87"/>
              <p:cNvSpPr/>
              <p:nvPr/>
            </p:nvSpPr>
            <p:spPr>
              <a:xfrm>
                <a:off x="10588320" y="5804280"/>
                <a:ext cx="232560" cy="293040"/>
              </a:xfrm>
              <a:custGeom>
                <a:avLst/>
                <a:gdLst>
                  <a:gd name="textAreaLeft" fmla="*/ 0 w 232560"/>
                  <a:gd name="textAreaRight" fmla="*/ 234000 w 232560"/>
                  <a:gd name="textAreaTop" fmla="*/ 0 h 293040"/>
                  <a:gd name="textAreaBottom" fmla="*/ 294480 h 2930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Google Shape;1594;p87"/>
              <p:cNvSpPr/>
              <p:nvPr/>
            </p:nvSpPr>
            <p:spPr>
              <a:xfrm>
                <a:off x="10880280" y="5727600"/>
                <a:ext cx="65160" cy="30204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Google Shape;1595;p87"/>
              <p:cNvSpPr/>
              <p:nvPr/>
            </p:nvSpPr>
            <p:spPr>
              <a:xfrm>
                <a:off x="10991160" y="5806080"/>
                <a:ext cx="203760" cy="228240"/>
              </a:xfrm>
              <a:custGeom>
                <a:avLst/>
                <a:gdLst>
                  <a:gd name="textAreaLeft" fmla="*/ 0 w 203760"/>
                  <a:gd name="textAreaRight" fmla="*/ 205200 w 203760"/>
                  <a:gd name="textAreaTop" fmla="*/ 0 h 228240"/>
                  <a:gd name="textAreaBottom" fmla="*/ 229680 h 2282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73" name="Google Shape;1596;p87"/>
          <p:cNvGrpSpPr/>
          <p:nvPr/>
        </p:nvGrpSpPr>
        <p:grpSpPr>
          <a:xfrm>
            <a:off x="9880920" y="5104080"/>
            <a:ext cx="578160" cy="143640"/>
            <a:chOff x="9880920" y="5104080"/>
            <a:chExt cx="578160" cy="143640"/>
          </a:xfrm>
        </p:grpSpPr>
        <p:sp>
          <p:nvSpPr>
            <p:cNvPr id="774" name="Google Shape;1597;p87"/>
            <p:cNvSpPr/>
            <p:nvPr/>
          </p:nvSpPr>
          <p:spPr>
            <a:xfrm>
              <a:off x="10369800" y="5109840"/>
              <a:ext cx="89280" cy="137160"/>
            </a:xfrm>
            <a:custGeom>
              <a:avLst/>
              <a:gdLst>
                <a:gd name="textAreaLeft" fmla="*/ 0 w 89280"/>
                <a:gd name="textAreaRight" fmla="*/ 90720 w 89280"/>
                <a:gd name="textAreaTop" fmla="*/ 0 h 137160"/>
                <a:gd name="textAreaBottom" fmla="*/ 138600 h 1371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5" name="Google Shape;1598;p87"/>
            <p:cNvSpPr/>
            <p:nvPr/>
          </p:nvSpPr>
          <p:spPr>
            <a:xfrm>
              <a:off x="9880920" y="5104080"/>
              <a:ext cx="129600" cy="143640"/>
            </a:xfrm>
            <a:custGeom>
              <a:avLst/>
              <a:gdLst>
                <a:gd name="textAreaLeft" fmla="*/ 0 w 129600"/>
                <a:gd name="textAreaRight" fmla="*/ 131040 w 129600"/>
                <a:gd name="textAreaTop" fmla="*/ 0 h 143640"/>
                <a:gd name="textAreaBottom" fmla="*/ 145080 h 1436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Google Shape;1599;p87"/>
            <p:cNvSpPr/>
            <p:nvPr/>
          </p:nvSpPr>
          <p:spPr>
            <a:xfrm>
              <a:off x="10007280" y="5124240"/>
              <a:ext cx="126000" cy="119160"/>
            </a:xfrm>
            <a:custGeom>
              <a:avLst/>
              <a:gdLst>
                <a:gd name="textAreaLeft" fmla="*/ 0 w 126000"/>
                <a:gd name="textAreaRight" fmla="*/ 127440 w 126000"/>
                <a:gd name="textAreaTop" fmla="*/ 0 h 119160"/>
                <a:gd name="textAreaBottom" fmla="*/ 120600 h 1191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Google Shape;1600;p87"/>
            <p:cNvSpPr/>
            <p:nvPr/>
          </p:nvSpPr>
          <p:spPr>
            <a:xfrm>
              <a:off x="10133280" y="5125680"/>
              <a:ext cx="117720" cy="115560"/>
            </a:xfrm>
            <a:custGeom>
              <a:avLst/>
              <a:gdLst>
                <a:gd name="textAreaLeft" fmla="*/ 0 w 117720"/>
                <a:gd name="textAreaRight" fmla="*/ 119160 w 117720"/>
                <a:gd name="textAreaTop" fmla="*/ 0 h 115560"/>
                <a:gd name="textAreaBottom" fmla="*/ 117000 h 1155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8" name="Google Shape;1601;p87"/>
            <p:cNvSpPr/>
            <p:nvPr/>
          </p:nvSpPr>
          <p:spPr>
            <a:xfrm>
              <a:off x="10251720" y="5124960"/>
              <a:ext cx="118800" cy="117720"/>
            </a:xfrm>
            <a:custGeom>
              <a:avLst/>
              <a:gdLst>
                <a:gd name="textAreaLeft" fmla="*/ 0 w 118800"/>
                <a:gd name="textAreaRight" fmla="*/ 120240 w 118800"/>
                <a:gd name="textAreaTop" fmla="*/ 0 h 117720"/>
                <a:gd name="textAreaBottom" fmla="*/ 119160 h 1177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79" name="Google Shape;1602;p87"/>
          <p:cNvGrpSpPr/>
          <p:nvPr/>
        </p:nvGrpSpPr>
        <p:grpSpPr>
          <a:xfrm>
            <a:off x="401040" y="198360"/>
            <a:ext cx="7673760" cy="1623600"/>
            <a:chOff x="401040" y="198360"/>
            <a:chExt cx="7673760" cy="1623600"/>
          </a:xfrm>
        </p:grpSpPr>
        <p:sp>
          <p:nvSpPr>
            <p:cNvPr id="780" name="Google Shape;1603;p87"/>
            <p:cNvSpPr/>
            <p:nvPr/>
          </p:nvSpPr>
          <p:spPr>
            <a:xfrm>
              <a:off x="690480" y="275760"/>
              <a:ext cx="377748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Google Shape;1604;p87"/>
            <p:cNvSpPr/>
            <p:nvPr/>
          </p:nvSpPr>
          <p:spPr>
            <a:xfrm>
              <a:off x="2858400" y="821880"/>
              <a:ext cx="521640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2" name="Google Shape;1605;p87"/>
            <p:cNvGrpSpPr/>
            <p:nvPr/>
          </p:nvGrpSpPr>
          <p:grpSpPr>
            <a:xfrm>
              <a:off x="401040" y="198360"/>
              <a:ext cx="691920" cy="691920"/>
              <a:chOff x="401040" y="198360"/>
              <a:chExt cx="691920" cy="691920"/>
            </a:xfrm>
          </p:grpSpPr>
          <p:sp>
            <p:nvSpPr>
              <p:cNvPr id="783" name="Google Shape;1606;p87"/>
              <p:cNvSpPr/>
              <p:nvPr/>
            </p:nvSpPr>
            <p:spPr>
              <a:xfrm>
                <a:off x="401040" y="545040"/>
                <a:ext cx="345240" cy="3452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Google Shape;1607;p87"/>
              <p:cNvSpPr/>
              <p:nvPr/>
            </p:nvSpPr>
            <p:spPr>
              <a:xfrm>
                <a:off x="747720" y="198360"/>
                <a:ext cx="345240" cy="3452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5" name="Google Shape;1608;p87"/>
          <p:cNvSpPr/>
          <p:nvPr/>
        </p:nvSpPr>
        <p:spPr>
          <a:xfrm>
            <a:off x="706680" y="3871800"/>
            <a:ext cx="3557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86" name="Google Shape;1609;p87"/>
          <p:cNvGrpSpPr/>
          <p:nvPr/>
        </p:nvGrpSpPr>
        <p:grpSpPr>
          <a:xfrm>
            <a:off x="8925840" y="1445400"/>
            <a:ext cx="2595600" cy="378360"/>
            <a:chOff x="8925840" y="1445400"/>
            <a:chExt cx="2595600" cy="378360"/>
          </a:xfrm>
        </p:grpSpPr>
        <p:sp>
          <p:nvSpPr>
            <p:cNvPr id="787" name="Google Shape;1610;p87"/>
            <p:cNvSpPr/>
            <p:nvPr/>
          </p:nvSpPr>
          <p:spPr>
            <a:xfrm>
              <a:off x="8925840" y="1445400"/>
              <a:ext cx="179640" cy="179640"/>
            </a:xfrm>
            <a:custGeom>
              <a:avLst/>
              <a:gdLst>
                <a:gd name="textAreaLeft" fmla="*/ 0 w 179640"/>
                <a:gd name="textAreaRight" fmla="*/ 181080 w 179640"/>
                <a:gd name="textAreaTop" fmla="*/ 0 h 179640"/>
                <a:gd name="textAreaBottom" fmla="*/ 181080 h 1796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Google Shape;1611;p87"/>
            <p:cNvSpPr/>
            <p:nvPr/>
          </p:nvSpPr>
          <p:spPr>
            <a:xfrm>
              <a:off x="9124560" y="1445400"/>
              <a:ext cx="179640" cy="179640"/>
            </a:xfrm>
            <a:custGeom>
              <a:avLst/>
              <a:gdLst>
                <a:gd name="textAreaLeft" fmla="*/ 0 w 179640"/>
                <a:gd name="textAreaRight" fmla="*/ 181080 w 179640"/>
                <a:gd name="textAreaTop" fmla="*/ 0 h 179640"/>
                <a:gd name="textAreaBottom" fmla="*/ 181080 h 1796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Google Shape;1612;p87"/>
            <p:cNvSpPr/>
            <p:nvPr/>
          </p:nvSpPr>
          <p:spPr>
            <a:xfrm>
              <a:off x="8925840" y="1644120"/>
              <a:ext cx="179640" cy="179640"/>
            </a:xfrm>
            <a:custGeom>
              <a:avLst/>
              <a:gdLst>
                <a:gd name="textAreaLeft" fmla="*/ 0 w 179640"/>
                <a:gd name="textAreaRight" fmla="*/ 181080 w 179640"/>
                <a:gd name="textAreaTop" fmla="*/ 0 h 179640"/>
                <a:gd name="textAreaBottom" fmla="*/ 181080 h 1796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" name="Google Shape;1613;p87"/>
            <p:cNvSpPr/>
            <p:nvPr/>
          </p:nvSpPr>
          <p:spPr>
            <a:xfrm>
              <a:off x="9124560" y="1644120"/>
              <a:ext cx="179640" cy="179640"/>
            </a:xfrm>
            <a:custGeom>
              <a:avLst/>
              <a:gdLst>
                <a:gd name="textAreaLeft" fmla="*/ 0 w 179640"/>
                <a:gd name="textAreaRight" fmla="*/ 181080 w 179640"/>
                <a:gd name="textAreaTop" fmla="*/ 0 h 179640"/>
                <a:gd name="textAreaBottom" fmla="*/ 181080 h 1796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91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9240" cy="224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1616;p88"/>
          <p:cNvGrpSpPr/>
          <p:nvPr/>
        </p:nvGrpSpPr>
        <p:grpSpPr>
          <a:xfrm>
            <a:off x="727560" y="3082680"/>
            <a:ext cx="5709960" cy="2422800"/>
            <a:chOff x="727560" y="3082680"/>
            <a:chExt cx="5709960" cy="2422800"/>
          </a:xfrm>
        </p:grpSpPr>
        <p:sp>
          <p:nvSpPr>
            <p:cNvPr id="793" name="Google Shape;1617;p88"/>
            <p:cNvSpPr/>
            <p:nvPr/>
          </p:nvSpPr>
          <p:spPr>
            <a:xfrm>
              <a:off x="1363680" y="3959280"/>
              <a:ext cx="507384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Google Shape;1618;p88"/>
            <p:cNvSpPr/>
            <p:nvPr/>
          </p:nvSpPr>
          <p:spPr>
            <a:xfrm rot="16200000">
              <a:off x="-252360" y="4062960"/>
              <a:ext cx="24156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5" name="Google Shape;1619;p88"/>
          <p:cNvGrpSpPr/>
          <p:nvPr/>
        </p:nvGrpSpPr>
        <p:grpSpPr>
          <a:xfrm>
            <a:off x="755280" y="2794320"/>
            <a:ext cx="691920" cy="691920"/>
            <a:chOff x="755280" y="2794320"/>
            <a:chExt cx="691920" cy="691920"/>
          </a:xfrm>
        </p:grpSpPr>
        <p:sp>
          <p:nvSpPr>
            <p:cNvPr id="796" name="Google Shape;1620;p88"/>
            <p:cNvSpPr/>
            <p:nvPr/>
          </p:nvSpPr>
          <p:spPr>
            <a:xfrm>
              <a:off x="755280" y="3141000"/>
              <a:ext cx="345240" cy="3452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Google Shape;1621;p88"/>
            <p:cNvSpPr/>
            <p:nvPr/>
          </p:nvSpPr>
          <p:spPr>
            <a:xfrm>
              <a:off x="1101960" y="2794320"/>
              <a:ext cx="345240" cy="3452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8" name="Google Shape;1622;p88"/>
          <p:cNvGrpSpPr/>
          <p:nvPr/>
        </p:nvGrpSpPr>
        <p:grpSpPr>
          <a:xfrm>
            <a:off x="5847480" y="5352120"/>
            <a:ext cx="691920" cy="691920"/>
            <a:chOff x="5847480" y="5352120"/>
            <a:chExt cx="691920" cy="691920"/>
          </a:xfrm>
        </p:grpSpPr>
        <p:sp>
          <p:nvSpPr>
            <p:cNvPr id="799" name="Google Shape;1623;p88"/>
            <p:cNvSpPr/>
            <p:nvPr/>
          </p:nvSpPr>
          <p:spPr>
            <a:xfrm>
              <a:off x="5847480" y="5698800"/>
              <a:ext cx="345240" cy="3452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Google Shape;1624;p88"/>
            <p:cNvSpPr/>
            <p:nvPr/>
          </p:nvSpPr>
          <p:spPr>
            <a:xfrm>
              <a:off x="6194160" y="5352120"/>
              <a:ext cx="345240" cy="3452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01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6400" cy="144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2" name="Google Shape;1626;p88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Google Shape;1627;p88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Google Shape;1628;p88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Google Shape;1629;p88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Google Shape;1630;p88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Google Shape;1631;p88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Google Shape;1632;p88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Google Shape;1633;p88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Google Shape;1634;p88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Google Shape;1635;p88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12" name="Google Shape;1636;p88"/>
          <p:cNvGrpSpPr/>
          <p:nvPr/>
        </p:nvGrpSpPr>
        <p:grpSpPr>
          <a:xfrm>
            <a:off x="747000" y="880560"/>
            <a:ext cx="462600" cy="484920"/>
            <a:chOff x="747000" y="880560"/>
            <a:chExt cx="462600" cy="484920"/>
          </a:xfrm>
        </p:grpSpPr>
        <p:sp>
          <p:nvSpPr>
            <p:cNvPr id="813" name="Google Shape;1637;p88"/>
            <p:cNvSpPr/>
            <p:nvPr/>
          </p:nvSpPr>
          <p:spPr>
            <a:xfrm>
              <a:off x="747000" y="1177920"/>
              <a:ext cx="187920" cy="187560"/>
            </a:xfrm>
            <a:custGeom>
              <a:avLst/>
              <a:gdLst>
                <a:gd name="textAreaLeft" fmla="*/ 0 w 187920"/>
                <a:gd name="textAreaRight" fmla="*/ 189360 w 187920"/>
                <a:gd name="textAreaTop" fmla="*/ 0 h 187560"/>
                <a:gd name="textAreaBottom" fmla="*/ 189000 h 18756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Google Shape;1638;p88"/>
            <p:cNvSpPr/>
            <p:nvPr/>
          </p:nvSpPr>
          <p:spPr>
            <a:xfrm>
              <a:off x="852480" y="880560"/>
              <a:ext cx="357120" cy="274680"/>
            </a:xfrm>
            <a:custGeom>
              <a:avLst/>
              <a:gdLst>
                <a:gd name="textAreaLeft" fmla="*/ 0 w 357120"/>
                <a:gd name="textAreaRight" fmla="*/ 358560 w 357120"/>
                <a:gd name="textAreaTop" fmla="*/ 0 h 274680"/>
                <a:gd name="textAreaBottom" fmla="*/ 276120 h 27468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5" name="Google Shape;1639;p88"/>
            <p:cNvSpPr/>
            <p:nvPr/>
          </p:nvSpPr>
          <p:spPr>
            <a:xfrm>
              <a:off x="852480" y="880560"/>
              <a:ext cx="357120" cy="263880"/>
            </a:xfrm>
            <a:custGeom>
              <a:avLst/>
              <a:gdLst>
                <a:gd name="textAreaLeft" fmla="*/ 0 w 357120"/>
                <a:gd name="textAreaRight" fmla="*/ 358560 w 357120"/>
                <a:gd name="textAreaTop" fmla="*/ 0 h 263880"/>
                <a:gd name="textAreaBottom" fmla="*/ 265320 h 26388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6" name="Google Shape;1640;p88"/>
            <p:cNvSpPr/>
            <p:nvPr/>
          </p:nvSpPr>
          <p:spPr>
            <a:xfrm>
              <a:off x="750960" y="988920"/>
              <a:ext cx="455040" cy="210600"/>
            </a:xfrm>
            <a:custGeom>
              <a:avLst/>
              <a:gdLst>
                <a:gd name="textAreaLeft" fmla="*/ 0 w 455040"/>
                <a:gd name="textAreaRight" fmla="*/ 456480 w 455040"/>
                <a:gd name="textAreaTop" fmla="*/ 0 h 210600"/>
                <a:gd name="textAreaBottom" fmla="*/ 212040 h 21060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Google Shape;1641;p88"/>
            <p:cNvSpPr/>
            <p:nvPr/>
          </p:nvSpPr>
          <p:spPr>
            <a:xfrm>
              <a:off x="750960" y="997200"/>
              <a:ext cx="455040" cy="210600"/>
            </a:xfrm>
            <a:custGeom>
              <a:avLst/>
              <a:gdLst>
                <a:gd name="textAreaLeft" fmla="*/ 0 w 455040"/>
                <a:gd name="textAreaRight" fmla="*/ 456480 w 455040"/>
                <a:gd name="textAreaTop" fmla="*/ 0 h 210600"/>
                <a:gd name="textAreaBottom" fmla="*/ 212040 h 21060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Google Shape;1642;p88"/>
            <p:cNvSpPr/>
            <p:nvPr/>
          </p:nvSpPr>
          <p:spPr>
            <a:xfrm>
              <a:off x="750960" y="986760"/>
              <a:ext cx="455040" cy="210600"/>
            </a:xfrm>
            <a:custGeom>
              <a:avLst/>
              <a:gdLst>
                <a:gd name="textAreaLeft" fmla="*/ 0 w 455040"/>
                <a:gd name="textAreaRight" fmla="*/ 456480 w 455040"/>
                <a:gd name="textAreaTop" fmla="*/ 0 h 210600"/>
                <a:gd name="textAreaBottom" fmla="*/ 212040 h 21060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Google Shape;1643;p88"/>
            <p:cNvSpPr/>
            <p:nvPr/>
          </p:nvSpPr>
          <p:spPr>
            <a:xfrm>
              <a:off x="750960" y="997560"/>
              <a:ext cx="449640" cy="200160"/>
            </a:xfrm>
            <a:custGeom>
              <a:avLst/>
              <a:gdLst>
                <a:gd name="textAreaLeft" fmla="*/ 0 w 449640"/>
                <a:gd name="textAreaRight" fmla="*/ 451080 w 449640"/>
                <a:gd name="textAreaTop" fmla="*/ 0 h 200160"/>
                <a:gd name="textAreaBottom" fmla="*/ 201600 h 20016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0" name="Google Shape;1644;p88"/>
          <p:cNvGrpSpPr/>
          <p:nvPr/>
        </p:nvGrpSpPr>
        <p:grpSpPr>
          <a:xfrm>
            <a:off x="10124640" y="1269360"/>
            <a:ext cx="1468800" cy="767520"/>
            <a:chOff x="10124640" y="1269360"/>
            <a:chExt cx="1468800" cy="767520"/>
          </a:xfrm>
        </p:grpSpPr>
        <p:grpSp>
          <p:nvGrpSpPr>
            <p:cNvPr id="821" name="Google Shape;1645;p88"/>
            <p:cNvGrpSpPr/>
            <p:nvPr/>
          </p:nvGrpSpPr>
          <p:grpSpPr>
            <a:xfrm>
              <a:off x="10124640" y="1269360"/>
              <a:ext cx="1223280" cy="298440"/>
              <a:chOff x="10124640" y="1269360"/>
              <a:chExt cx="1223280" cy="298440"/>
            </a:xfrm>
          </p:grpSpPr>
          <p:sp>
            <p:nvSpPr>
              <p:cNvPr id="822" name="Google Shape;1646;p88"/>
              <p:cNvSpPr/>
              <p:nvPr/>
            </p:nvSpPr>
            <p:spPr>
              <a:xfrm>
                <a:off x="10124640" y="1269360"/>
                <a:ext cx="148320" cy="297000"/>
              </a:xfrm>
              <a:custGeom>
                <a:avLst/>
                <a:gdLst>
                  <a:gd name="textAreaLeft" fmla="*/ 0 w 148320"/>
                  <a:gd name="textAreaRight" fmla="*/ 149760 w 148320"/>
                  <a:gd name="textAreaTop" fmla="*/ 0 h 297000"/>
                  <a:gd name="textAreaBottom" fmla="*/ 298440 h 2970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Google Shape;1647;p88"/>
              <p:cNvSpPr/>
              <p:nvPr/>
            </p:nvSpPr>
            <p:spPr>
              <a:xfrm>
                <a:off x="10305360" y="1324800"/>
                <a:ext cx="228600" cy="242640"/>
              </a:xfrm>
              <a:custGeom>
                <a:avLst/>
                <a:gdLst>
                  <a:gd name="textAreaLeft" fmla="*/ 0 w 228600"/>
                  <a:gd name="textAreaRight" fmla="*/ 230040 w 22860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Google Shape;1648;p88"/>
              <p:cNvSpPr/>
              <p:nvPr/>
            </p:nvSpPr>
            <p:spPr>
              <a:xfrm>
                <a:off x="10573560" y="1325160"/>
                <a:ext cx="216360" cy="242640"/>
              </a:xfrm>
              <a:custGeom>
                <a:avLst/>
                <a:gdLst>
                  <a:gd name="textAreaLeft" fmla="*/ 0 w 216360"/>
                  <a:gd name="textAreaRight" fmla="*/ 217800 w 216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Google Shape;1649;p88"/>
              <p:cNvSpPr/>
              <p:nvPr/>
            </p:nvSpPr>
            <p:spPr>
              <a:xfrm>
                <a:off x="10834560" y="1325160"/>
                <a:ext cx="213480" cy="237240"/>
              </a:xfrm>
              <a:custGeom>
                <a:avLst/>
                <a:gdLst>
                  <a:gd name="textAreaLeft" fmla="*/ 0 w 213480"/>
                  <a:gd name="textAreaRight" fmla="*/ 214920 w 213480"/>
                  <a:gd name="textAreaTop" fmla="*/ 0 h 237240"/>
                  <a:gd name="textAreaBottom" fmla="*/ 238680 h 2372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Google Shape;1650;p88"/>
              <p:cNvSpPr/>
              <p:nvPr/>
            </p:nvSpPr>
            <p:spPr>
              <a:xfrm>
                <a:off x="11095560" y="132516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27" name="Google Shape;1651;p88"/>
            <p:cNvGrpSpPr/>
            <p:nvPr/>
          </p:nvGrpSpPr>
          <p:grpSpPr>
            <a:xfrm>
              <a:off x="10546560" y="1648080"/>
              <a:ext cx="1046880" cy="388800"/>
              <a:chOff x="10546560" y="1648080"/>
              <a:chExt cx="1046880" cy="388800"/>
            </a:xfrm>
          </p:grpSpPr>
          <p:sp>
            <p:nvSpPr>
              <p:cNvPr id="828" name="Google Shape;1652;p88"/>
              <p:cNvSpPr/>
              <p:nvPr/>
            </p:nvSpPr>
            <p:spPr>
              <a:xfrm>
                <a:off x="10546560" y="1648080"/>
                <a:ext cx="65160" cy="31788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9" name="Google Shape;1653;p88"/>
              <p:cNvSpPr/>
              <p:nvPr/>
            </p:nvSpPr>
            <p:spPr>
              <a:xfrm>
                <a:off x="10664280" y="172872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Google Shape;1654;p88"/>
              <p:cNvSpPr/>
              <p:nvPr/>
            </p:nvSpPr>
            <p:spPr>
              <a:xfrm>
                <a:off x="10955160" y="1728720"/>
                <a:ext cx="244800" cy="308160"/>
              </a:xfrm>
              <a:custGeom>
                <a:avLst/>
                <a:gdLst>
                  <a:gd name="textAreaLeft" fmla="*/ 0 w 244800"/>
                  <a:gd name="textAreaRight" fmla="*/ 246240 w 244800"/>
                  <a:gd name="textAreaTop" fmla="*/ 0 h 308160"/>
                  <a:gd name="textAreaBottom" fmla="*/ 309600 h 3081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1" name="Google Shape;1655;p88"/>
              <p:cNvSpPr/>
              <p:nvPr/>
            </p:nvSpPr>
            <p:spPr>
              <a:xfrm>
                <a:off x="11262240" y="1648440"/>
                <a:ext cx="68760" cy="317880"/>
              </a:xfrm>
              <a:custGeom>
                <a:avLst/>
                <a:gdLst>
                  <a:gd name="textAreaLeft" fmla="*/ 0 w 68760"/>
                  <a:gd name="textAreaRight" fmla="*/ 70200 w 687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2" name="Google Shape;1656;p88"/>
              <p:cNvSpPr/>
              <p:nvPr/>
            </p:nvSpPr>
            <p:spPr>
              <a:xfrm>
                <a:off x="11379240" y="1730520"/>
                <a:ext cx="214200" cy="240120"/>
              </a:xfrm>
              <a:custGeom>
                <a:avLst/>
                <a:gdLst>
                  <a:gd name="textAreaLeft" fmla="*/ 0 w 214200"/>
                  <a:gd name="textAreaRight" fmla="*/ 215640 w 214200"/>
                  <a:gd name="textAreaTop" fmla="*/ 0 h 240120"/>
                  <a:gd name="textAreaBottom" fmla="*/ 241560 h 2401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33" name="Google Shape;1657;p88"/>
          <p:cNvGrpSpPr/>
          <p:nvPr/>
        </p:nvGrpSpPr>
        <p:grpSpPr>
          <a:xfrm>
            <a:off x="10113480" y="597240"/>
            <a:ext cx="1269360" cy="573120"/>
            <a:chOff x="10113480" y="597240"/>
            <a:chExt cx="1269360" cy="573120"/>
          </a:xfrm>
        </p:grpSpPr>
        <p:grpSp>
          <p:nvGrpSpPr>
            <p:cNvPr id="834" name="Google Shape;1658;p88"/>
            <p:cNvGrpSpPr/>
            <p:nvPr/>
          </p:nvGrpSpPr>
          <p:grpSpPr>
            <a:xfrm>
              <a:off x="10207440" y="873000"/>
              <a:ext cx="1175400" cy="297360"/>
              <a:chOff x="10207440" y="873000"/>
              <a:chExt cx="1175400" cy="297360"/>
            </a:xfrm>
          </p:grpSpPr>
          <p:sp>
            <p:nvSpPr>
              <p:cNvPr id="835" name="Google Shape;1659;p88"/>
              <p:cNvSpPr/>
              <p:nvPr/>
            </p:nvSpPr>
            <p:spPr>
              <a:xfrm>
                <a:off x="10207440" y="878040"/>
                <a:ext cx="80280" cy="102600"/>
              </a:xfrm>
              <a:custGeom>
                <a:avLst/>
                <a:gdLst>
                  <a:gd name="textAreaLeft" fmla="*/ 0 w 80280"/>
                  <a:gd name="textAreaRight" fmla="*/ 81720 w 80280"/>
                  <a:gd name="textAreaTop" fmla="*/ 0 h 102600"/>
                  <a:gd name="textAreaBottom" fmla="*/ 104040 h 1026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Google Shape;1660;p88"/>
              <p:cNvSpPr/>
              <p:nvPr/>
            </p:nvSpPr>
            <p:spPr>
              <a:xfrm>
                <a:off x="1028556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Google Shape;1661;p88"/>
              <p:cNvSpPr/>
              <p:nvPr/>
            </p:nvSpPr>
            <p:spPr>
              <a:xfrm>
                <a:off x="10381680" y="87372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Google Shape;1662;p88"/>
              <p:cNvSpPr/>
              <p:nvPr/>
            </p:nvSpPr>
            <p:spPr>
              <a:xfrm>
                <a:off x="1047924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Google Shape;1663;p88"/>
              <p:cNvSpPr/>
              <p:nvPr/>
            </p:nvSpPr>
            <p:spPr>
              <a:xfrm>
                <a:off x="1056456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Google Shape;1664;p88"/>
              <p:cNvSpPr/>
              <p:nvPr/>
            </p:nvSpPr>
            <p:spPr>
              <a:xfrm>
                <a:off x="1068372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Google Shape;1665;p88"/>
              <p:cNvSpPr/>
              <p:nvPr/>
            </p:nvSpPr>
            <p:spPr>
              <a:xfrm>
                <a:off x="1076940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Google Shape;1666;p88"/>
              <p:cNvSpPr/>
              <p:nvPr/>
            </p:nvSpPr>
            <p:spPr>
              <a:xfrm>
                <a:off x="10888200" y="873000"/>
                <a:ext cx="45000" cy="107640"/>
              </a:xfrm>
              <a:custGeom>
                <a:avLst/>
                <a:gdLst>
                  <a:gd name="textAreaLeft" fmla="*/ 0 w 45000"/>
                  <a:gd name="textAreaRight" fmla="*/ 46440 w 45000"/>
                  <a:gd name="textAreaTop" fmla="*/ 0 h 107640"/>
                  <a:gd name="textAreaBottom" fmla="*/ 109080 h 1076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Google Shape;1667;p88"/>
              <p:cNvSpPr/>
              <p:nvPr/>
            </p:nvSpPr>
            <p:spPr>
              <a:xfrm>
                <a:off x="1094292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4" name="Google Shape;1668;p88"/>
              <p:cNvSpPr/>
              <p:nvPr/>
            </p:nvSpPr>
            <p:spPr>
              <a:xfrm>
                <a:off x="11043720" y="90396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5" name="Google Shape;1669;p88"/>
              <p:cNvSpPr/>
              <p:nvPr/>
            </p:nvSpPr>
            <p:spPr>
              <a:xfrm>
                <a:off x="11103840" y="903600"/>
                <a:ext cx="114840" cy="77040"/>
              </a:xfrm>
              <a:custGeom>
                <a:avLst/>
                <a:gdLst>
                  <a:gd name="textAreaLeft" fmla="*/ 0 w 114840"/>
                  <a:gd name="textAreaRight" fmla="*/ 116280 w 11484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6" name="Google Shape;1670;p88"/>
              <p:cNvSpPr/>
              <p:nvPr/>
            </p:nvSpPr>
            <p:spPr>
              <a:xfrm>
                <a:off x="1123956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Google Shape;1671;p88"/>
              <p:cNvSpPr/>
              <p:nvPr/>
            </p:nvSpPr>
            <p:spPr>
              <a:xfrm>
                <a:off x="1132488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8" name="Google Shape;1672;p88"/>
              <p:cNvSpPr/>
              <p:nvPr/>
            </p:nvSpPr>
            <p:spPr>
              <a:xfrm>
                <a:off x="1020816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Google Shape;1673;p88"/>
              <p:cNvSpPr/>
              <p:nvPr/>
            </p:nvSpPr>
            <p:spPr>
              <a:xfrm>
                <a:off x="103068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Google Shape;1674;p88"/>
              <p:cNvSpPr/>
              <p:nvPr/>
            </p:nvSpPr>
            <p:spPr>
              <a:xfrm>
                <a:off x="10438200" y="107028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Google Shape;1675;p88"/>
              <p:cNvSpPr/>
              <p:nvPr/>
            </p:nvSpPr>
            <p:spPr>
              <a:xfrm>
                <a:off x="10530360" y="1069560"/>
                <a:ext cx="76320" cy="10080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0800"/>
                  <a:gd name="textAreaBottom" fmla="*/ 102240 h 1008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Google Shape;1676;p88"/>
              <p:cNvSpPr/>
              <p:nvPr/>
            </p:nvSpPr>
            <p:spPr>
              <a:xfrm>
                <a:off x="1062900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Google Shape;1677;p88"/>
              <p:cNvSpPr/>
              <p:nvPr/>
            </p:nvSpPr>
            <p:spPr>
              <a:xfrm>
                <a:off x="106812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Google Shape;1678;p88"/>
              <p:cNvSpPr/>
              <p:nvPr/>
            </p:nvSpPr>
            <p:spPr>
              <a:xfrm>
                <a:off x="10774080" y="1069560"/>
                <a:ext cx="65880" cy="7704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Google Shape;1679;p88"/>
              <p:cNvSpPr/>
              <p:nvPr/>
            </p:nvSpPr>
            <p:spPr>
              <a:xfrm>
                <a:off x="1086084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" name="Google Shape;1680;p88"/>
              <p:cNvSpPr/>
              <p:nvPr/>
            </p:nvSpPr>
            <p:spPr>
              <a:xfrm>
                <a:off x="1095948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Google Shape;1681;p88"/>
              <p:cNvSpPr/>
              <p:nvPr/>
            </p:nvSpPr>
            <p:spPr>
              <a:xfrm>
                <a:off x="1105236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58" name="Google Shape;1682;p88"/>
            <p:cNvGrpSpPr/>
            <p:nvPr/>
          </p:nvGrpSpPr>
          <p:grpSpPr>
            <a:xfrm>
              <a:off x="10113480" y="597240"/>
              <a:ext cx="608040" cy="151200"/>
              <a:chOff x="10113480" y="597240"/>
              <a:chExt cx="608040" cy="151200"/>
            </a:xfrm>
          </p:grpSpPr>
          <p:sp>
            <p:nvSpPr>
              <p:cNvPr id="859" name="Google Shape;1683;p88"/>
              <p:cNvSpPr/>
              <p:nvPr/>
            </p:nvSpPr>
            <p:spPr>
              <a:xfrm>
                <a:off x="10627560" y="603360"/>
                <a:ext cx="93960" cy="144360"/>
              </a:xfrm>
              <a:custGeom>
                <a:avLst/>
                <a:gdLst>
                  <a:gd name="textAreaLeft" fmla="*/ 0 w 93960"/>
                  <a:gd name="textAreaRight" fmla="*/ 95400 w 93960"/>
                  <a:gd name="textAreaTop" fmla="*/ 0 h 144360"/>
                  <a:gd name="textAreaBottom" fmla="*/ 145800 h 1443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Google Shape;1684;p88"/>
              <p:cNvSpPr/>
              <p:nvPr/>
            </p:nvSpPr>
            <p:spPr>
              <a:xfrm>
                <a:off x="10113480" y="597240"/>
                <a:ext cx="136440" cy="151200"/>
              </a:xfrm>
              <a:custGeom>
                <a:avLst/>
                <a:gdLst>
                  <a:gd name="textAreaLeft" fmla="*/ 0 w 136440"/>
                  <a:gd name="textAreaRight" fmla="*/ 137880 w 136440"/>
                  <a:gd name="textAreaTop" fmla="*/ 0 h 151200"/>
                  <a:gd name="textAreaBottom" fmla="*/ 152640 h 1512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Google Shape;1685;p88"/>
              <p:cNvSpPr/>
              <p:nvPr/>
            </p:nvSpPr>
            <p:spPr>
              <a:xfrm>
                <a:off x="10246320" y="618480"/>
                <a:ext cx="132840" cy="125280"/>
              </a:xfrm>
              <a:custGeom>
                <a:avLst/>
                <a:gdLst>
                  <a:gd name="textAreaLeft" fmla="*/ 0 w 132840"/>
                  <a:gd name="textAreaRight" fmla="*/ 134280 w 132840"/>
                  <a:gd name="textAreaTop" fmla="*/ 0 h 125280"/>
                  <a:gd name="textAreaBottom" fmla="*/ 126720 h 1252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2" name="Google Shape;1686;p88"/>
              <p:cNvSpPr/>
              <p:nvPr/>
            </p:nvSpPr>
            <p:spPr>
              <a:xfrm>
                <a:off x="10378800" y="619920"/>
                <a:ext cx="124200" cy="121680"/>
              </a:xfrm>
              <a:custGeom>
                <a:avLst/>
                <a:gdLst>
                  <a:gd name="textAreaLeft" fmla="*/ 0 w 124200"/>
                  <a:gd name="textAreaRight" fmla="*/ 125640 w 124200"/>
                  <a:gd name="textAreaTop" fmla="*/ 0 h 121680"/>
                  <a:gd name="textAreaBottom" fmla="*/ 123120 h 1216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3" name="Google Shape;1687;p88"/>
              <p:cNvSpPr/>
              <p:nvPr/>
            </p:nvSpPr>
            <p:spPr>
              <a:xfrm>
                <a:off x="10503000" y="619200"/>
                <a:ext cx="125280" cy="123840"/>
              </a:xfrm>
              <a:custGeom>
                <a:avLst/>
                <a:gdLst>
                  <a:gd name="textAreaLeft" fmla="*/ 0 w 125280"/>
                  <a:gd name="textAreaRight" fmla="*/ 126720 w 125280"/>
                  <a:gd name="textAreaTop" fmla="*/ 0 h 123840"/>
                  <a:gd name="textAreaBottom" fmla="*/ 125280 h 1238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64" name="Google Shape;1688;p88"/>
          <p:cNvGrpSpPr/>
          <p:nvPr/>
        </p:nvGrpSpPr>
        <p:grpSpPr>
          <a:xfrm>
            <a:off x="1275480" y="995040"/>
            <a:ext cx="1191960" cy="210960"/>
            <a:chOff x="1275480" y="995040"/>
            <a:chExt cx="1191960" cy="210960"/>
          </a:xfrm>
        </p:grpSpPr>
        <p:sp>
          <p:nvSpPr>
            <p:cNvPr id="865" name="Google Shape;1689;p88"/>
            <p:cNvSpPr/>
            <p:nvPr/>
          </p:nvSpPr>
          <p:spPr>
            <a:xfrm>
              <a:off x="1275480" y="1010160"/>
              <a:ext cx="207720" cy="192600"/>
            </a:xfrm>
            <a:custGeom>
              <a:avLst/>
              <a:gdLst>
                <a:gd name="textAreaLeft" fmla="*/ 0 w 207720"/>
                <a:gd name="textAreaRight" fmla="*/ 209160 w 207720"/>
                <a:gd name="textAreaTop" fmla="*/ 0 h 192600"/>
                <a:gd name="textAreaBottom" fmla="*/ 194040 h 19260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Google Shape;1690;p88"/>
            <p:cNvSpPr/>
            <p:nvPr/>
          </p:nvSpPr>
          <p:spPr>
            <a:xfrm>
              <a:off x="1527480" y="1062360"/>
              <a:ext cx="30600" cy="140400"/>
            </a:xfrm>
            <a:custGeom>
              <a:avLst/>
              <a:gdLst>
                <a:gd name="textAreaLeft" fmla="*/ 0 w 30600"/>
                <a:gd name="textAreaRight" fmla="*/ 32040 w 30600"/>
                <a:gd name="textAreaTop" fmla="*/ 0 h 140400"/>
                <a:gd name="textAreaBottom" fmla="*/ 141840 h 14040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Google Shape;1691;p88"/>
            <p:cNvSpPr/>
            <p:nvPr/>
          </p:nvSpPr>
          <p:spPr>
            <a:xfrm>
              <a:off x="1523520" y="998640"/>
              <a:ext cx="39240" cy="37080"/>
            </a:xfrm>
            <a:custGeom>
              <a:avLst/>
              <a:gdLst>
                <a:gd name="textAreaLeft" fmla="*/ 0 w 39240"/>
                <a:gd name="textAreaRight" fmla="*/ 40680 w 39240"/>
                <a:gd name="textAreaTop" fmla="*/ 0 h 37080"/>
                <a:gd name="textAreaBottom" fmla="*/ 38520 h 3708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Google Shape;1692;p88"/>
            <p:cNvSpPr/>
            <p:nvPr/>
          </p:nvSpPr>
          <p:spPr>
            <a:xfrm>
              <a:off x="1592280" y="1058760"/>
              <a:ext cx="115560" cy="147240"/>
            </a:xfrm>
            <a:custGeom>
              <a:avLst/>
              <a:gdLst>
                <a:gd name="textAreaLeft" fmla="*/ 0 w 115560"/>
                <a:gd name="textAreaRight" fmla="*/ 117000 w 115560"/>
                <a:gd name="textAreaTop" fmla="*/ 0 h 147240"/>
                <a:gd name="textAreaBottom" fmla="*/ 148680 h 14724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9" name="Google Shape;1693;p88"/>
            <p:cNvSpPr/>
            <p:nvPr/>
          </p:nvSpPr>
          <p:spPr>
            <a:xfrm>
              <a:off x="1734120" y="1059840"/>
              <a:ext cx="81720" cy="142920"/>
            </a:xfrm>
            <a:custGeom>
              <a:avLst/>
              <a:gdLst>
                <a:gd name="textAreaLeft" fmla="*/ 0 w 81720"/>
                <a:gd name="textAreaRight" fmla="*/ 83160 w 81720"/>
                <a:gd name="textAreaTop" fmla="*/ 0 h 142920"/>
                <a:gd name="textAreaBottom" fmla="*/ 144360 h 14292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Google Shape;1694;p88"/>
            <p:cNvSpPr/>
            <p:nvPr/>
          </p:nvSpPr>
          <p:spPr>
            <a:xfrm>
              <a:off x="1828800" y="1058760"/>
              <a:ext cx="144720" cy="147240"/>
            </a:xfrm>
            <a:custGeom>
              <a:avLst/>
              <a:gdLst>
                <a:gd name="textAreaLeft" fmla="*/ 0 w 144720"/>
                <a:gd name="textAreaRight" fmla="*/ 146160 w 144720"/>
                <a:gd name="textAreaTop" fmla="*/ 0 h 147240"/>
                <a:gd name="textAreaBottom" fmla="*/ 148680 h 1472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Google Shape;1695;p88"/>
            <p:cNvSpPr/>
            <p:nvPr/>
          </p:nvSpPr>
          <p:spPr>
            <a:xfrm>
              <a:off x="1992600" y="1058760"/>
              <a:ext cx="104760" cy="147240"/>
            </a:xfrm>
            <a:custGeom>
              <a:avLst/>
              <a:gdLst>
                <a:gd name="textAreaLeft" fmla="*/ 0 w 104760"/>
                <a:gd name="textAreaRight" fmla="*/ 106200 w 104760"/>
                <a:gd name="textAreaTop" fmla="*/ 0 h 147240"/>
                <a:gd name="textAreaBottom" fmla="*/ 148680 h 14724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Google Shape;1696;p88"/>
            <p:cNvSpPr/>
            <p:nvPr/>
          </p:nvSpPr>
          <p:spPr>
            <a:xfrm>
              <a:off x="2117880" y="1058760"/>
              <a:ext cx="144720" cy="147240"/>
            </a:xfrm>
            <a:custGeom>
              <a:avLst/>
              <a:gdLst>
                <a:gd name="textAreaLeft" fmla="*/ 0 w 144720"/>
                <a:gd name="textAreaRight" fmla="*/ 146160 w 144720"/>
                <a:gd name="textAreaTop" fmla="*/ 0 h 147240"/>
                <a:gd name="textAreaBottom" fmla="*/ 148680 h 1472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Google Shape;1697;p88"/>
            <p:cNvSpPr/>
            <p:nvPr/>
          </p:nvSpPr>
          <p:spPr>
            <a:xfrm>
              <a:off x="2280960" y="995040"/>
              <a:ext cx="186480" cy="210960"/>
            </a:xfrm>
            <a:custGeom>
              <a:avLst/>
              <a:gdLst>
                <a:gd name="textAreaLeft" fmla="*/ 0 w 186480"/>
                <a:gd name="textAreaRight" fmla="*/ 187920 w 186480"/>
                <a:gd name="textAreaTop" fmla="*/ 0 h 210960"/>
                <a:gd name="textAreaBottom" fmla="*/ 212400 h 21096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4" name="Google Shape;1698;p88"/>
          <p:cNvGrpSpPr/>
          <p:nvPr/>
        </p:nvGrpSpPr>
        <p:grpSpPr>
          <a:xfrm>
            <a:off x="2568960" y="995040"/>
            <a:ext cx="1915200" cy="210960"/>
            <a:chOff x="2568960" y="995040"/>
            <a:chExt cx="1915200" cy="210960"/>
          </a:xfrm>
        </p:grpSpPr>
        <p:sp>
          <p:nvSpPr>
            <p:cNvPr id="875" name="Google Shape;1699;p88"/>
            <p:cNvSpPr/>
            <p:nvPr/>
          </p:nvSpPr>
          <p:spPr>
            <a:xfrm>
              <a:off x="2568960" y="1010160"/>
              <a:ext cx="128520" cy="192600"/>
            </a:xfrm>
            <a:custGeom>
              <a:avLst/>
              <a:gdLst>
                <a:gd name="textAreaLeft" fmla="*/ 0 w 128520"/>
                <a:gd name="textAreaRight" fmla="*/ 129960 w 128520"/>
                <a:gd name="textAreaTop" fmla="*/ 0 h 192600"/>
                <a:gd name="textAreaBottom" fmla="*/ 194040 h 19260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Google Shape;1700;p88"/>
            <p:cNvSpPr/>
            <p:nvPr/>
          </p:nvSpPr>
          <p:spPr>
            <a:xfrm>
              <a:off x="2707920" y="1058760"/>
              <a:ext cx="144720" cy="147240"/>
            </a:xfrm>
            <a:custGeom>
              <a:avLst/>
              <a:gdLst>
                <a:gd name="textAreaLeft" fmla="*/ 0 w 144720"/>
                <a:gd name="textAreaRight" fmla="*/ 146160 w 144720"/>
                <a:gd name="textAreaTop" fmla="*/ 0 h 147240"/>
                <a:gd name="textAreaBottom" fmla="*/ 148680 h 1472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Google Shape;1701;p88"/>
            <p:cNvSpPr/>
            <p:nvPr/>
          </p:nvSpPr>
          <p:spPr>
            <a:xfrm>
              <a:off x="2867040" y="1062360"/>
              <a:ext cx="207360" cy="140400"/>
            </a:xfrm>
            <a:custGeom>
              <a:avLst/>
              <a:gdLst>
                <a:gd name="textAreaLeft" fmla="*/ 0 w 207360"/>
                <a:gd name="textAreaRight" fmla="*/ 208800 w 207360"/>
                <a:gd name="textAreaTop" fmla="*/ 0 h 140400"/>
                <a:gd name="textAreaBottom" fmla="*/ 141840 h 14040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Google Shape;1702;p88"/>
            <p:cNvSpPr/>
            <p:nvPr/>
          </p:nvSpPr>
          <p:spPr>
            <a:xfrm>
              <a:off x="3089160" y="1058760"/>
              <a:ext cx="127800" cy="147240"/>
            </a:xfrm>
            <a:custGeom>
              <a:avLst/>
              <a:gdLst>
                <a:gd name="textAreaLeft" fmla="*/ 0 w 127800"/>
                <a:gd name="textAreaRight" fmla="*/ 129240 w 127800"/>
                <a:gd name="textAreaTop" fmla="*/ 0 h 147240"/>
                <a:gd name="textAreaBottom" fmla="*/ 148680 h 14724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Google Shape;1703;p88"/>
            <p:cNvSpPr/>
            <p:nvPr/>
          </p:nvSpPr>
          <p:spPr>
            <a:xfrm>
              <a:off x="3247200" y="1059840"/>
              <a:ext cx="81720" cy="142920"/>
            </a:xfrm>
            <a:custGeom>
              <a:avLst/>
              <a:gdLst>
                <a:gd name="textAreaLeft" fmla="*/ 0 w 81720"/>
                <a:gd name="textAreaRight" fmla="*/ 83160 w 81720"/>
                <a:gd name="textAreaTop" fmla="*/ 0 h 142920"/>
                <a:gd name="textAreaBottom" fmla="*/ 144360 h 14292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Google Shape;1704;p88"/>
            <p:cNvSpPr/>
            <p:nvPr/>
          </p:nvSpPr>
          <p:spPr>
            <a:xfrm>
              <a:off x="3427200" y="1010160"/>
              <a:ext cx="128520" cy="192600"/>
            </a:xfrm>
            <a:custGeom>
              <a:avLst/>
              <a:gdLst>
                <a:gd name="textAreaLeft" fmla="*/ 0 w 128520"/>
                <a:gd name="textAreaRight" fmla="*/ 129960 w 128520"/>
                <a:gd name="textAreaTop" fmla="*/ 0 h 192600"/>
                <a:gd name="textAreaBottom" fmla="*/ 194040 h 19260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Google Shape;1705;p88"/>
            <p:cNvSpPr/>
            <p:nvPr/>
          </p:nvSpPr>
          <p:spPr>
            <a:xfrm>
              <a:off x="3585240" y="999000"/>
              <a:ext cx="30600" cy="203760"/>
            </a:xfrm>
            <a:custGeom>
              <a:avLst/>
              <a:gdLst>
                <a:gd name="textAreaLeft" fmla="*/ 0 w 30600"/>
                <a:gd name="textAreaRight" fmla="*/ 32040 w 30600"/>
                <a:gd name="textAreaTop" fmla="*/ 0 h 203760"/>
                <a:gd name="textAreaBottom" fmla="*/ 205200 h 20376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Google Shape;1706;p88"/>
            <p:cNvSpPr/>
            <p:nvPr/>
          </p:nvSpPr>
          <p:spPr>
            <a:xfrm>
              <a:off x="3646800" y="1058760"/>
              <a:ext cx="117720" cy="147240"/>
            </a:xfrm>
            <a:custGeom>
              <a:avLst/>
              <a:gdLst>
                <a:gd name="textAreaLeft" fmla="*/ 0 w 117720"/>
                <a:gd name="textAreaRight" fmla="*/ 119160 w 117720"/>
                <a:gd name="textAreaTop" fmla="*/ 0 h 147240"/>
                <a:gd name="textAreaBottom" fmla="*/ 148680 h 14724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Google Shape;1707;p88"/>
            <p:cNvSpPr/>
            <p:nvPr/>
          </p:nvSpPr>
          <p:spPr>
            <a:xfrm>
              <a:off x="3788640" y="1020240"/>
              <a:ext cx="90720" cy="185400"/>
            </a:xfrm>
            <a:custGeom>
              <a:avLst/>
              <a:gdLst>
                <a:gd name="textAreaLeft" fmla="*/ 0 w 90720"/>
                <a:gd name="textAreaRight" fmla="*/ 92160 w 90720"/>
                <a:gd name="textAreaTop" fmla="*/ 0 h 185400"/>
                <a:gd name="textAreaBottom" fmla="*/ 186840 h 18540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Google Shape;1708;p88"/>
            <p:cNvSpPr/>
            <p:nvPr/>
          </p:nvSpPr>
          <p:spPr>
            <a:xfrm>
              <a:off x="3891240" y="995040"/>
              <a:ext cx="96120" cy="207720"/>
            </a:xfrm>
            <a:custGeom>
              <a:avLst/>
              <a:gdLst>
                <a:gd name="textAreaLeft" fmla="*/ 0 w 96120"/>
                <a:gd name="textAreaRight" fmla="*/ 97560 w 96120"/>
                <a:gd name="textAreaTop" fmla="*/ 0 h 207720"/>
                <a:gd name="textAreaBottom" fmla="*/ 209160 h 20772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Google Shape;1709;p88"/>
            <p:cNvSpPr/>
            <p:nvPr/>
          </p:nvSpPr>
          <p:spPr>
            <a:xfrm>
              <a:off x="3992760" y="1058760"/>
              <a:ext cx="144720" cy="147240"/>
            </a:xfrm>
            <a:custGeom>
              <a:avLst/>
              <a:gdLst>
                <a:gd name="textAreaLeft" fmla="*/ 0 w 144720"/>
                <a:gd name="textAreaRight" fmla="*/ 146160 w 144720"/>
                <a:gd name="textAreaTop" fmla="*/ 0 h 147240"/>
                <a:gd name="textAreaBottom" fmla="*/ 148680 h 1472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Google Shape;1710;p88"/>
            <p:cNvSpPr/>
            <p:nvPr/>
          </p:nvSpPr>
          <p:spPr>
            <a:xfrm>
              <a:off x="4169160" y="1059840"/>
              <a:ext cx="81720" cy="142920"/>
            </a:xfrm>
            <a:custGeom>
              <a:avLst/>
              <a:gdLst>
                <a:gd name="textAreaLeft" fmla="*/ 0 w 81720"/>
                <a:gd name="textAreaRight" fmla="*/ 83160 w 81720"/>
                <a:gd name="textAreaTop" fmla="*/ 0 h 142920"/>
                <a:gd name="textAreaBottom" fmla="*/ 144360 h 14292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7" name="Google Shape;1711;p88"/>
            <p:cNvSpPr/>
            <p:nvPr/>
          </p:nvSpPr>
          <p:spPr>
            <a:xfrm>
              <a:off x="4273200" y="1058760"/>
              <a:ext cx="210960" cy="144000"/>
            </a:xfrm>
            <a:custGeom>
              <a:avLst/>
              <a:gdLst>
                <a:gd name="textAreaLeft" fmla="*/ 0 w 210960"/>
                <a:gd name="textAreaRight" fmla="*/ 212400 w 210960"/>
                <a:gd name="textAreaTop" fmla="*/ 0 h 144000"/>
                <a:gd name="textAreaBottom" fmla="*/ 145440 h 14400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1713;p89"/>
          <p:cNvSpPr/>
          <p:nvPr/>
        </p:nvSpPr>
        <p:spPr>
          <a:xfrm>
            <a:off x="8377920" y="13320"/>
            <a:ext cx="3610440" cy="3610440"/>
          </a:xfrm>
          <a:custGeom>
            <a:avLst/>
            <a:gdLst>
              <a:gd name="textAreaLeft" fmla="*/ 0 w 3610440"/>
              <a:gd name="textAreaRight" fmla="*/ 3611880 w 3610440"/>
              <a:gd name="textAreaTop" fmla="*/ 0 h 3610440"/>
              <a:gd name="textAreaBottom" fmla="*/ 3611880 h 36104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Google Shape;1714;p89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Google Shape;1715;p89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Google Shape;1716;p89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Google Shape;1717;p89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Google Shape;1718;p89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Google Shape;1719;p89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Google Shape;1720;p89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Google Shape;1721;p89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Google Shape;1722;p89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Google Shape;1723;p89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99" name="Google Shape;1724;p89"/>
          <p:cNvGrpSpPr/>
          <p:nvPr/>
        </p:nvGrpSpPr>
        <p:grpSpPr>
          <a:xfrm>
            <a:off x="8899560" y="1396080"/>
            <a:ext cx="2466000" cy="495000"/>
            <a:chOff x="8899560" y="1396080"/>
            <a:chExt cx="2466000" cy="495000"/>
          </a:xfrm>
        </p:grpSpPr>
        <p:grpSp>
          <p:nvGrpSpPr>
            <p:cNvPr id="900" name="Google Shape;1725;p89"/>
            <p:cNvGrpSpPr/>
            <p:nvPr/>
          </p:nvGrpSpPr>
          <p:grpSpPr>
            <a:xfrm>
              <a:off x="8899560" y="1396080"/>
              <a:ext cx="472680" cy="495000"/>
              <a:chOff x="8899560" y="1396080"/>
              <a:chExt cx="472680" cy="495000"/>
            </a:xfrm>
          </p:grpSpPr>
          <p:sp>
            <p:nvSpPr>
              <p:cNvPr id="901" name="Google Shape;1726;p89"/>
              <p:cNvSpPr/>
              <p:nvPr/>
            </p:nvSpPr>
            <p:spPr>
              <a:xfrm>
                <a:off x="8899560" y="1699560"/>
                <a:ext cx="191880" cy="191520"/>
              </a:xfrm>
              <a:custGeom>
                <a:avLst/>
                <a:gdLst>
                  <a:gd name="textAreaLeft" fmla="*/ 0 w 191880"/>
                  <a:gd name="textAreaRight" fmla="*/ 193320 w 191880"/>
                  <a:gd name="textAreaTop" fmla="*/ 0 h 191520"/>
                  <a:gd name="textAreaBottom" fmla="*/ 192960 h 19152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Google Shape;1727;p89"/>
              <p:cNvSpPr/>
              <p:nvPr/>
            </p:nvSpPr>
            <p:spPr>
              <a:xfrm>
                <a:off x="9007560" y="1396080"/>
                <a:ext cx="364680" cy="280440"/>
              </a:xfrm>
              <a:custGeom>
                <a:avLst/>
                <a:gdLst>
                  <a:gd name="textAreaLeft" fmla="*/ 0 w 364680"/>
                  <a:gd name="textAreaRight" fmla="*/ 366120 w 364680"/>
                  <a:gd name="textAreaTop" fmla="*/ 0 h 280440"/>
                  <a:gd name="textAreaBottom" fmla="*/ 281880 h 28044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Google Shape;1728;p89"/>
              <p:cNvSpPr/>
              <p:nvPr/>
            </p:nvSpPr>
            <p:spPr>
              <a:xfrm>
                <a:off x="9007560" y="1396080"/>
                <a:ext cx="364680" cy="269640"/>
              </a:xfrm>
              <a:custGeom>
                <a:avLst/>
                <a:gdLst>
                  <a:gd name="textAreaLeft" fmla="*/ 0 w 364680"/>
                  <a:gd name="textAreaRight" fmla="*/ 366120 w 364680"/>
                  <a:gd name="textAreaTop" fmla="*/ 0 h 269640"/>
                  <a:gd name="textAreaBottom" fmla="*/ 271080 h 26964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Google Shape;1729;p89"/>
              <p:cNvSpPr/>
              <p:nvPr/>
            </p:nvSpPr>
            <p:spPr>
              <a:xfrm>
                <a:off x="8903520" y="1506600"/>
                <a:ext cx="464400" cy="215280"/>
              </a:xfrm>
              <a:custGeom>
                <a:avLst/>
                <a:gdLst>
                  <a:gd name="textAreaLeft" fmla="*/ 0 w 464400"/>
                  <a:gd name="textAreaRight" fmla="*/ 465840 w 464400"/>
                  <a:gd name="textAreaTop" fmla="*/ 0 h 215280"/>
                  <a:gd name="textAreaBottom" fmla="*/ 216720 h 21528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5" name="Google Shape;1730;p89"/>
              <p:cNvSpPr/>
              <p:nvPr/>
            </p:nvSpPr>
            <p:spPr>
              <a:xfrm>
                <a:off x="8903520" y="1515240"/>
                <a:ext cx="464400" cy="215280"/>
              </a:xfrm>
              <a:custGeom>
                <a:avLst/>
                <a:gdLst>
                  <a:gd name="textAreaLeft" fmla="*/ 0 w 464400"/>
                  <a:gd name="textAreaRight" fmla="*/ 465840 w 464400"/>
                  <a:gd name="textAreaTop" fmla="*/ 0 h 215280"/>
                  <a:gd name="textAreaBottom" fmla="*/ 216720 h 21528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Google Shape;1731;p89"/>
              <p:cNvSpPr/>
              <p:nvPr/>
            </p:nvSpPr>
            <p:spPr>
              <a:xfrm>
                <a:off x="8903520" y="1504440"/>
                <a:ext cx="464400" cy="215280"/>
              </a:xfrm>
              <a:custGeom>
                <a:avLst/>
                <a:gdLst>
                  <a:gd name="textAreaLeft" fmla="*/ 0 w 464400"/>
                  <a:gd name="textAreaRight" fmla="*/ 465840 w 464400"/>
                  <a:gd name="textAreaTop" fmla="*/ 0 h 215280"/>
                  <a:gd name="textAreaBottom" fmla="*/ 216720 h 21528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Google Shape;1732;p89"/>
              <p:cNvSpPr/>
              <p:nvPr/>
            </p:nvSpPr>
            <p:spPr>
              <a:xfrm>
                <a:off x="8903880" y="1515240"/>
                <a:ext cx="459000" cy="204120"/>
              </a:xfrm>
              <a:custGeom>
                <a:avLst/>
                <a:gdLst>
                  <a:gd name="textAreaLeft" fmla="*/ 0 w 459000"/>
                  <a:gd name="textAreaRight" fmla="*/ 460440 w 459000"/>
                  <a:gd name="textAreaTop" fmla="*/ 0 h 204120"/>
                  <a:gd name="textAreaBottom" fmla="*/ 205560 h 20412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08" name="Google Shape;1733;p89"/>
            <p:cNvGrpSpPr/>
            <p:nvPr/>
          </p:nvGrpSpPr>
          <p:grpSpPr>
            <a:xfrm>
              <a:off x="9447120" y="1396080"/>
              <a:ext cx="1191960" cy="210960"/>
              <a:chOff x="9447120" y="1396080"/>
              <a:chExt cx="1191960" cy="210960"/>
            </a:xfrm>
          </p:grpSpPr>
          <p:sp>
            <p:nvSpPr>
              <p:cNvPr id="909" name="Google Shape;1734;p89"/>
              <p:cNvSpPr/>
              <p:nvPr/>
            </p:nvSpPr>
            <p:spPr>
              <a:xfrm>
                <a:off x="9447120" y="1411200"/>
                <a:ext cx="207720" cy="192600"/>
              </a:xfrm>
              <a:custGeom>
                <a:avLst/>
                <a:gdLst>
                  <a:gd name="textAreaLeft" fmla="*/ 0 w 207720"/>
                  <a:gd name="textAreaRight" fmla="*/ 209160 w 207720"/>
                  <a:gd name="textAreaTop" fmla="*/ 0 h 192600"/>
                  <a:gd name="textAreaBottom" fmla="*/ 194040 h 19260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Google Shape;1735;p89"/>
              <p:cNvSpPr/>
              <p:nvPr/>
            </p:nvSpPr>
            <p:spPr>
              <a:xfrm>
                <a:off x="9699120" y="1463400"/>
                <a:ext cx="30600" cy="140400"/>
              </a:xfrm>
              <a:custGeom>
                <a:avLst/>
                <a:gdLst>
                  <a:gd name="textAreaLeft" fmla="*/ 0 w 30600"/>
                  <a:gd name="textAreaRight" fmla="*/ 32040 w 30600"/>
                  <a:gd name="textAreaTop" fmla="*/ 0 h 140400"/>
                  <a:gd name="textAreaBottom" fmla="*/ 141840 h 14040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1" name="Google Shape;1736;p89"/>
              <p:cNvSpPr/>
              <p:nvPr/>
            </p:nvSpPr>
            <p:spPr>
              <a:xfrm>
                <a:off x="9695160" y="1399680"/>
                <a:ext cx="39240" cy="37080"/>
              </a:xfrm>
              <a:custGeom>
                <a:avLst/>
                <a:gdLst>
                  <a:gd name="textAreaLeft" fmla="*/ 0 w 39240"/>
                  <a:gd name="textAreaRight" fmla="*/ 40680 w 39240"/>
                  <a:gd name="textAreaTop" fmla="*/ 0 h 37080"/>
                  <a:gd name="textAreaBottom" fmla="*/ 38520 h 3708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" name="Google Shape;1737;p89"/>
              <p:cNvSpPr/>
              <p:nvPr/>
            </p:nvSpPr>
            <p:spPr>
              <a:xfrm>
                <a:off x="9763920" y="1459800"/>
                <a:ext cx="115560" cy="147240"/>
              </a:xfrm>
              <a:custGeom>
                <a:avLst/>
                <a:gdLst>
                  <a:gd name="textAreaLeft" fmla="*/ 0 w 115560"/>
                  <a:gd name="textAreaRight" fmla="*/ 117000 w 115560"/>
                  <a:gd name="textAreaTop" fmla="*/ 0 h 147240"/>
                  <a:gd name="textAreaBottom" fmla="*/ 148680 h 14724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" name="Google Shape;1738;p89"/>
              <p:cNvSpPr/>
              <p:nvPr/>
            </p:nvSpPr>
            <p:spPr>
              <a:xfrm>
                <a:off x="9905760" y="1460880"/>
                <a:ext cx="81720" cy="142920"/>
              </a:xfrm>
              <a:custGeom>
                <a:avLst/>
                <a:gdLst>
                  <a:gd name="textAreaLeft" fmla="*/ 0 w 81720"/>
                  <a:gd name="textAreaRight" fmla="*/ 83160 w 81720"/>
                  <a:gd name="textAreaTop" fmla="*/ 0 h 142920"/>
                  <a:gd name="textAreaBottom" fmla="*/ 144360 h 14292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Google Shape;1739;p89"/>
              <p:cNvSpPr/>
              <p:nvPr/>
            </p:nvSpPr>
            <p:spPr>
              <a:xfrm>
                <a:off x="10000800" y="1459800"/>
                <a:ext cx="144720" cy="147240"/>
              </a:xfrm>
              <a:custGeom>
                <a:avLst/>
                <a:gdLst>
                  <a:gd name="textAreaLeft" fmla="*/ 0 w 144720"/>
                  <a:gd name="textAreaRight" fmla="*/ 146160 w 144720"/>
                  <a:gd name="textAreaTop" fmla="*/ 0 h 147240"/>
                  <a:gd name="textAreaBottom" fmla="*/ 148680 h 1472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Google Shape;1740;p89"/>
              <p:cNvSpPr/>
              <p:nvPr/>
            </p:nvSpPr>
            <p:spPr>
              <a:xfrm>
                <a:off x="10164600" y="1459800"/>
                <a:ext cx="104760" cy="147240"/>
              </a:xfrm>
              <a:custGeom>
                <a:avLst/>
                <a:gdLst>
                  <a:gd name="textAreaLeft" fmla="*/ 0 w 104760"/>
                  <a:gd name="textAreaRight" fmla="*/ 106200 w 104760"/>
                  <a:gd name="textAreaTop" fmla="*/ 0 h 147240"/>
                  <a:gd name="textAreaBottom" fmla="*/ 148680 h 14724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Google Shape;1741;p89"/>
              <p:cNvSpPr/>
              <p:nvPr/>
            </p:nvSpPr>
            <p:spPr>
              <a:xfrm>
                <a:off x="10289520" y="1459800"/>
                <a:ext cx="144720" cy="147240"/>
              </a:xfrm>
              <a:custGeom>
                <a:avLst/>
                <a:gdLst>
                  <a:gd name="textAreaLeft" fmla="*/ 0 w 144720"/>
                  <a:gd name="textAreaRight" fmla="*/ 146160 w 144720"/>
                  <a:gd name="textAreaTop" fmla="*/ 0 h 147240"/>
                  <a:gd name="textAreaBottom" fmla="*/ 148680 h 1472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Google Shape;1742;p89"/>
              <p:cNvSpPr/>
              <p:nvPr/>
            </p:nvSpPr>
            <p:spPr>
              <a:xfrm>
                <a:off x="10452600" y="1396080"/>
                <a:ext cx="186480" cy="210960"/>
              </a:xfrm>
              <a:custGeom>
                <a:avLst/>
                <a:gdLst>
                  <a:gd name="textAreaLeft" fmla="*/ 0 w 186480"/>
                  <a:gd name="textAreaRight" fmla="*/ 187920 w 186480"/>
                  <a:gd name="textAreaTop" fmla="*/ 0 h 210960"/>
                  <a:gd name="textAreaBottom" fmla="*/ 212400 h 21096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18" name="Google Shape;1743;p89"/>
            <p:cNvGrpSpPr/>
            <p:nvPr/>
          </p:nvGrpSpPr>
          <p:grpSpPr>
            <a:xfrm>
              <a:off x="9450360" y="1679760"/>
              <a:ext cx="1915200" cy="210960"/>
              <a:chOff x="9450360" y="1679760"/>
              <a:chExt cx="1915200" cy="210960"/>
            </a:xfrm>
          </p:grpSpPr>
          <p:sp>
            <p:nvSpPr>
              <p:cNvPr id="919" name="Google Shape;1744;p89"/>
              <p:cNvSpPr/>
              <p:nvPr/>
            </p:nvSpPr>
            <p:spPr>
              <a:xfrm>
                <a:off x="9450360" y="1694880"/>
                <a:ext cx="128520" cy="192600"/>
              </a:xfrm>
              <a:custGeom>
                <a:avLst/>
                <a:gdLst>
                  <a:gd name="textAreaLeft" fmla="*/ 0 w 128520"/>
                  <a:gd name="textAreaRight" fmla="*/ 129960 w 128520"/>
                  <a:gd name="textAreaTop" fmla="*/ 0 h 192600"/>
                  <a:gd name="textAreaBottom" fmla="*/ 194040 h 19260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Google Shape;1745;p89"/>
              <p:cNvSpPr/>
              <p:nvPr/>
            </p:nvSpPr>
            <p:spPr>
              <a:xfrm>
                <a:off x="9589320" y="1743480"/>
                <a:ext cx="144720" cy="147240"/>
              </a:xfrm>
              <a:custGeom>
                <a:avLst/>
                <a:gdLst>
                  <a:gd name="textAreaLeft" fmla="*/ 0 w 144720"/>
                  <a:gd name="textAreaRight" fmla="*/ 146160 w 144720"/>
                  <a:gd name="textAreaTop" fmla="*/ 0 h 147240"/>
                  <a:gd name="textAreaBottom" fmla="*/ 148680 h 1472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Google Shape;1746;p89"/>
              <p:cNvSpPr/>
              <p:nvPr/>
            </p:nvSpPr>
            <p:spPr>
              <a:xfrm>
                <a:off x="9748440" y="1747080"/>
                <a:ext cx="207360" cy="140400"/>
              </a:xfrm>
              <a:custGeom>
                <a:avLst/>
                <a:gdLst>
                  <a:gd name="textAreaLeft" fmla="*/ 0 w 207360"/>
                  <a:gd name="textAreaRight" fmla="*/ 208800 w 207360"/>
                  <a:gd name="textAreaTop" fmla="*/ 0 h 140400"/>
                  <a:gd name="textAreaBottom" fmla="*/ 141840 h 14040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Google Shape;1747;p89"/>
              <p:cNvSpPr/>
              <p:nvPr/>
            </p:nvSpPr>
            <p:spPr>
              <a:xfrm>
                <a:off x="9970560" y="1743480"/>
                <a:ext cx="127800" cy="147240"/>
              </a:xfrm>
              <a:custGeom>
                <a:avLst/>
                <a:gdLst>
                  <a:gd name="textAreaLeft" fmla="*/ 0 w 127800"/>
                  <a:gd name="textAreaRight" fmla="*/ 129240 w 127800"/>
                  <a:gd name="textAreaTop" fmla="*/ 0 h 147240"/>
                  <a:gd name="textAreaBottom" fmla="*/ 148680 h 14724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Google Shape;1748;p89"/>
              <p:cNvSpPr/>
              <p:nvPr/>
            </p:nvSpPr>
            <p:spPr>
              <a:xfrm>
                <a:off x="10128600" y="1744560"/>
                <a:ext cx="81720" cy="142920"/>
              </a:xfrm>
              <a:custGeom>
                <a:avLst/>
                <a:gdLst>
                  <a:gd name="textAreaLeft" fmla="*/ 0 w 81720"/>
                  <a:gd name="textAreaRight" fmla="*/ 83160 w 81720"/>
                  <a:gd name="textAreaTop" fmla="*/ 0 h 142920"/>
                  <a:gd name="textAreaBottom" fmla="*/ 144360 h 14292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Google Shape;1749;p89"/>
              <p:cNvSpPr/>
              <p:nvPr/>
            </p:nvSpPr>
            <p:spPr>
              <a:xfrm>
                <a:off x="10308600" y="1694880"/>
                <a:ext cx="128520" cy="192600"/>
              </a:xfrm>
              <a:custGeom>
                <a:avLst/>
                <a:gdLst>
                  <a:gd name="textAreaLeft" fmla="*/ 0 w 128520"/>
                  <a:gd name="textAreaRight" fmla="*/ 129960 w 128520"/>
                  <a:gd name="textAreaTop" fmla="*/ 0 h 192600"/>
                  <a:gd name="textAreaBottom" fmla="*/ 194040 h 19260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Google Shape;1750;p89"/>
              <p:cNvSpPr/>
              <p:nvPr/>
            </p:nvSpPr>
            <p:spPr>
              <a:xfrm>
                <a:off x="10466640" y="1683720"/>
                <a:ext cx="30600" cy="203760"/>
              </a:xfrm>
              <a:custGeom>
                <a:avLst/>
                <a:gdLst>
                  <a:gd name="textAreaLeft" fmla="*/ 0 w 30600"/>
                  <a:gd name="textAreaRight" fmla="*/ 32040 w 30600"/>
                  <a:gd name="textAreaTop" fmla="*/ 0 h 203760"/>
                  <a:gd name="textAreaBottom" fmla="*/ 205200 h 20376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Google Shape;1751;p89"/>
              <p:cNvSpPr/>
              <p:nvPr/>
            </p:nvSpPr>
            <p:spPr>
              <a:xfrm>
                <a:off x="10528200" y="1743480"/>
                <a:ext cx="117720" cy="147240"/>
              </a:xfrm>
              <a:custGeom>
                <a:avLst/>
                <a:gdLst>
                  <a:gd name="textAreaLeft" fmla="*/ 0 w 117720"/>
                  <a:gd name="textAreaRight" fmla="*/ 119160 w 117720"/>
                  <a:gd name="textAreaTop" fmla="*/ 0 h 147240"/>
                  <a:gd name="textAreaBottom" fmla="*/ 148680 h 14724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Google Shape;1752;p89"/>
              <p:cNvSpPr/>
              <p:nvPr/>
            </p:nvSpPr>
            <p:spPr>
              <a:xfrm>
                <a:off x="10670040" y="1704960"/>
                <a:ext cx="90720" cy="185400"/>
              </a:xfrm>
              <a:custGeom>
                <a:avLst/>
                <a:gdLst>
                  <a:gd name="textAreaLeft" fmla="*/ 0 w 90720"/>
                  <a:gd name="textAreaRight" fmla="*/ 92160 w 90720"/>
                  <a:gd name="textAreaTop" fmla="*/ 0 h 185400"/>
                  <a:gd name="textAreaBottom" fmla="*/ 186840 h 18540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Google Shape;1753;p89"/>
              <p:cNvSpPr/>
              <p:nvPr/>
            </p:nvSpPr>
            <p:spPr>
              <a:xfrm>
                <a:off x="10772640" y="1679760"/>
                <a:ext cx="96120" cy="207720"/>
              </a:xfrm>
              <a:custGeom>
                <a:avLst/>
                <a:gdLst>
                  <a:gd name="textAreaLeft" fmla="*/ 0 w 96120"/>
                  <a:gd name="textAreaRight" fmla="*/ 97560 w 96120"/>
                  <a:gd name="textAreaTop" fmla="*/ 0 h 207720"/>
                  <a:gd name="textAreaBottom" fmla="*/ 209160 h 20772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9" name="Google Shape;1754;p89"/>
              <p:cNvSpPr/>
              <p:nvPr/>
            </p:nvSpPr>
            <p:spPr>
              <a:xfrm>
                <a:off x="10874160" y="1743480"/>
                <a:ext cx="144720" cy="147240"/>
              </a:xfrm>
              <a:custGeom>
                <a:avLst/>
                <a:gdLst>
                  <a:gd name="textAreaLeft" fmla="*/ 0 w 144720"/>
                  <a:gd name="textAreaRight" fmla="*/ 146160 w 144720"/>
                  <a:gd name="textAreaTop" fmla="*/ 0 h 147240"/>
                  <a:gd name="textAreaBottom" fmla="*/ 148680 h 1472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Google Shape;1755;p89"/>
              <p:cNvSpPr/>
              <p:nvPr/>
            </p:nvSpPr>
            <p:spPr>
              <a:xfrm>
                <a:off x="11050920" y="1744560"/>
                <a:ext cx="81720" cy="142920"/>
              </a:xfrm>
              <a:custGeom>
                <a:avLst/>
                <a:gdLst>
                  <a:gd name="textAreaLeft" fmla="*/ 0 w 81720"/>
                  <a:gd name="textAreaRight" fmla="*/ 83160 w 81720"/>
                  <a:gd name="textAreaTop" fmla="*/ 0 h 142920"/>
                  <a:gd name="textAreaBottom" fmla="*/ 144360 h 14292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1" name="Google Shape;1756;p89"/>
              <p:cNvSpPr/>
              <p:nvPr/>
            </p:nvSpPr>
            <p:spPr>
              <a:xfrm>
                <a:off x="11154600" y="1743480"/>
                <a:ext cx="210960" cy="144000"/>
              </a:xfrm>
              <a:custGeom>
                <a:avLst/>
                <a:gdLst>
                  <a:gd name="textAreaLeft" fmla="*/ 0 w 210960"/>
                  <a:gd name="textAreaRight" fmla="*/ 212400 w 210960"/>
                  <a:gd name="textAreaTop" fmla="*/ 0 h 144000"/>
                  <a:gd name="textAreaBottom" fmla="*/ 145440 h 14400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32" name="Google Shape;1757;p89"/>
          <p:cNvGrpSpPr/>
          <p:nvPr/>
        </p:nvGrpSpPr>
        <p:grpSpPr>
          <a:xfrm>
            <a:off x="1684080" y="792720"/>
            <a:ext cx="1368720" cy="1094760"/>
            <a:chOff x="1684080" y="792720"/>
            <a:chExt cx="1368720" cy="1094760"/>
          </a:xfrm>
        </p:grpSpPr>
        <p:sp>
          <p:nvSpPr>
            <p:cNvPr id="933" name="Google Shape;1758;p89"/>
            <p:cNvSpPr/>
            <p:nvPr/>
          </p:nvSpPr>
          <p:spPr>
            <a:xfrm>
              <a:off x="2232000" y="79272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4" name="Google Shape;1759;p89"/>
            <p:cNvSpPr/>
            <p:nvPr/>
          </p:nvSpPr>
          <p:spPr>
            <a:xfrm>
              <a:off x="1958040" y="106668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5" name="Google Shape;1760;p89"/>
            <p:cNvSpPr/>
            <p:nvPr/>
          </p:nvSpPr>
          <p:spPr>
            <a:xfrm>
              <a:off x="1684080" y="13410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6" name="Google Shape;1761;p89"/>
            <p:cNvSpPr/>
            <p:nvPr/>
          </p:nvSpPr>
          <p:spPr>
            <a:xfrm>
              <a:off x="168408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Google Shape;1762;p89"/>
            <p:cNvSpPr/>
            <p:nvPr/>
          </p:nvSpPr>
          <p:spPr>
            <a:xfrm>
              <a:off x="195804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Google Shape;1763;p89"/>
            <p:cNvSpPr/>
            <p:nvPr/>
          </p:nvSpPr>
          <p:spPr>
            <a:xfrm>
              <a:off x="223200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9" name="Google Shape;1764;p89"/>
            <p:cNvSpPr/>
            <p:nvPr/>
          </p:nvSpPr>
          <p:spPr>
            <a:xfrm>
              <a:off x="250632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0" name="Google Shape;1765;p89"/>
            <p:cNvSpPr/>
            <p:nvPr/>
          </p:nvSpPr>
          <p:spPr>
            <a:xfrm>
              <a:off x="278028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Google Shape;1766;p89"/>
            <p:cNvSpPr/>
            <p:nvPr/>
          </p:nvSpPr>
          <p:spPr>
            <a:xfrm>
              <a:off x="2780280" y="13410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Google Shape;1767;p89"/>
            <p:cNvSpPr/>
            <p:nvPr/>
          </p:nvSpPr>
          <p:spPr>
            <a:xfrm>
              <a:off x="2506320" y="106668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3" name="Google Shape;1768;p89"/>
          <p:cNvGrpSpPr/>
          <p:nvPr/>
        </p:nvGrpSpPr>
        <p:grpSpPr>
          <a:xfrm>
            <a:off x="9798120" y="5367240"/>
            <a:ext cx="1396800" cy="730080"/>
            <a:chOff x="9798120" y="5367240"/>
            <a:chExt cx="1396800" cy="730080"/>
          </a:xfrm>
        </p:grpSpPr>
        <p:grpSp>
          <p:nvGrpSpPr>
            <p:cNvPr id="944" name="Google Shape;1769;p89"/>
            <p:cNvGrpSpPr/>
            <p:nvPr/>
          </p:nvGrpSpPr>
          <p:grpSpPr>
            <a:xfrm>
              <a:off x="9798120" y="5367240"/>
              <a:ext cx="1163160" cy="283680"/>
              <a:chOff x="9798120" y="5367240"/>
              <a:chExt cx="1163160" cy="283680"/>
            </a:xfrm>
          </p:grpSpPr>
          <p:sp>
            <p:nvSpPr>
              <p:cNvPr id="945" name="Google Shape;1770;p89"/>
              <p:cNvSpPr/>
              <p:nvPr/>
            </p:nvSpPr>
            <p:spPr>
              <a:xfrm>
                <a:off x="9798120" y="5367240"/>
                <a:ext cx="140760" cy="282240"/>
              </a:xfrm>
              <a:custGeom>
                <a:avLst/>
                <a:gdLst>
                  <a:gd name="textAreaLeft" fmla="*/ 0 w 140760"/>
                  <a:gd name="textAreaRight" fmla="*/ 142200 w 140760"/>
                  <a:gd name="textAreaTop" fmla="*/ 0 h 282240"/>
                  <a:gd name="textAreaBottom" fmla="*/ 283680 h 2822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6" name="Google Shape;1771;p89"/>
              <p:cNvSpPr/>
              <p:nvPr/>
            </p:nvSpPr>
            <p:spPr>
              <a:xfrm>
                <a:off x="9969840" y="5420160"/>
                <a:ext cx="217440" cy="230760"/>
              </a:xfrm>
              <a:custGeom>
                <a:avLst/>
                <a:gdLst>
                  <a:gd name="textAreaLeft" fmla="*/ 0 w 217440"/>
                  <a:gd name="textAreaRight" fmla="*/ 218880 w 21744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Google Shape;1772;p89"/>
              <p:cNvSpPr/>
              <p:nvPr/>
            </p:nvSpPr>
            <p:spPr>
              <a:xfrm>
                <a:off x="10224720" y="5420160"/>
                <a:ext cx="205560" cy="230760"/>
              </a:xfrm>
              <a:custGeom>
                <a:avLst/>
                <a:gdLst>
                  <a:gd name="textAreaLeft" fmla="*/ 0 w 205560"/>
                  <a:gd name="textAreaRight" fmla="*/ 207000 w 2055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Google Shape;1773;p89"/>
              <p:cNvSpPr/>
              <p:nvPr/>
            </p:nvSpPr>
            <p:spPr>
              <a:xfrm>
                <a:off x="10473120" y="5420160"/>
                <a:ext cx="202680" cy="225720"/>
              </a:xfrm>
              <a:custGeom>
                <a:avLst/>
                <a:gdLst>
                  <a:gd name="textAreaLeft" fmla="*/ 0 w 202680"/>
                  <a:gd name="textAreaRight" fmla="*/ 204120 w 202680"/>
                  <a:gd name="textAreaTop" fmla="*/ 0 h 225720"/>
                  <a:gd name="textAreaBottom" fmla="*/ 227160 h 2257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Google Shape;1774;p89"/>
              <p:cNvSpPr/>
              <p:nvPr/>
            </p:nvSpPr>
            <p:spPr>
              <a:xfrm>
                <a:off x="10721520" y="542016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50" name="Google Shape;1775;p89"/>
            <p:cNvGrpSpPr/>
            <p:nvPr/>
          </p:nvGrpSpPr>
          <p:grpSpPr>
            <a:xfrm>
              <a:off x="10199160" y="5727600"/>
              <a:ext cx="995760" cy="369720"/>
              <a:chOff x="10199160" y="5727600"/>
              <a:chExt cx="995760" cy="369720"/>
            </a:xfrm>
          </p:grpSpPr>
          <p:sp>
            <p:nvSpPr>
              <p:cNvPr id="951" name="Google Shape;1776;p89"/>
              <p:cNvSpPr/>
              <p:nvPr/>
            </p:nvSpPr>
            <p:spPr>
              <a:xfrm>
                <a:off x="10199160" y="5727600"/>
                <a:ext cx="61920" cy="302040"/>
              </a:xfrm>
              <a:custGeom>
                <a:avLst/>
                <a:gdLst>
                  <a:gd name="textAreaLeft" fmla="*/ 0 w 61920"/>
                  <a:gd name="textAreaRight" fmla="*/ 63360 w 6192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2" name="Google Shape;1777;p89"/>
              <p:cNvSpPr/>
              <p:nvPr/>
            </p:nvSpPr>
            <p:spPr>
              <a:xfrm>
                <a:off x="10311120" y="580428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3" name="Google Shape;1778;p89"/>
              <p:cNvSpPr/>
              <p:nvPr/>
            </p:nvSpPr>
            <p:spPr>
              <a:xfrm>
                <a:off x="10588320" y="5804280"/>
                <a:ext cx="232560" cy="293040"/>
              </a:xfrm>
              <a:custGeom>
                <a:avLst/>
                <a:gdLst>
                  <a:gd name="textAreaLeft" fmla="*/ 0 w 232560"/>
                  <a:gd name="textAreaRight" fmla="*/ 234000 w 232560"/>
                  <a:gd name="textAreaTop" fmla="*/ 0 h 293040"/>
                  <a:gd name="textAreaBottom" fmla="*/ 294480 h 2930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Google Shape;1779;p89"/>
              <p:cNvSpPr/>
              <p:nvPr/>
            </p:nvSpPr>
            <p:spPr>
              <a:xfrm>
                <a:off x="10880280" y="5727600"/>
                <a:ext cx="65160" cy="30204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Google Shape;1780;p89"/>
              <p:cNvSpPr/>
              <p:nvPr/>
            </p:nvSpPr>
            <p:spPr>
              <a:xfrm>
                <a:off x="10991160" y="5806080"/>
                <a:ext cx="203760" cy="228240"/>
              </a:xfrm>
              <a:custGeom>
                <a:avLst/>
                <a:gdLst>
                  <a:gd name="textAreaLeft" fmla="*/ 0 w 203760"/>
                  <a:gd name="textAreaRight" fmla="*/ 205200 w 203760"/>
                  <a:gd name="textAreaTop" fmla="*/ 0 h 228240"/>
                  <a:gd name="textAreaBottom" fmla="*/ 229680 h 2282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56" name="Google Shape;1781;p89"/>
          <p:cNvGrpSpPr/>
          <p:nvPr/>
        </p:nvGrpSpPr>
        <p:grpSpPr>
          <a:xfrm>
            <a:off x="9880920" y="5104080"/>
            <a:ext cx="578160" cy="143640"/>
            <a:chOff x="9880920" y="5104080"/>
            <a:chExt cx="578160" cy="143640"/>
          </a:xfrm>
        </p:grpSpPr>
        <p:sp>
          <p:nvSpPr>
            <p:cNvPr id="957" name="Google Shape;1782;p89"/>
            <p:cNvSpPr/>
            <p:nvPr/>
          </p:nvSpPr>
          <p:spPr>
            <a:xfrm>
              <a:off x="10369800" y="5109840"/>
              <a:ext cx="89280" cy="137160"/>
            </a:xfrm>
            <a:custGeom>
              <a:avLst/>
              <a:gdLst>
                <a:gd name="textAreaLeft" fmla="*/ 0 w 89280"/>
                <a:gd name="textAreaRight" fmla="*/ 90720 w 89280"/>
                <a:gd name="textAreaTop" fmla="*/ 0 h 137160"/>
                <a:gd name="textAreaBottom" fmla="*/ 138600 h 1371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Google Shape;1783;p89"/>
            <p:cNvSpPr/>
            <p:nvPr/>
          </p:nvSpPr>
          <p:spPr>
            <a:xfrm>
              <a:off x="9880920" y="5104080"/>
              <a:ext cx="129600" cy="143640"/>
            </a:xfrm>
            <a:custGeom>
              <a:avLst/>
              <a:gdLst>
                <a:gd name="textAreaLeft" fmla="*/ 0 w 129600"/>
                <a:gd name="textAreaRight" fmla="*/ 131040 w 129600"/>
                <a:gd name="textAreaTop" fmla="*/ 0 h 143640"/>
                <a:gd name="textAreaBottom" fmla="*/ 145080 h 1436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9" name="Google Shape;1784;p89"/>
            <p:cNvSpPr/>
            <p:nvPr/>
          </p:nvSpPr>
          <p:spPr>
            <a:xfrm>
              <a:off x="10007280" y="5124240"/>
              <a:ext cx="126000" cy="119160"/>
            </a:xfrm>
            <a:custGeom>
              <a:avLst/>
              <a:gdLst>
                <a:gd name="textAreaLeft" fmla="*/ 0 w 126000"/>
                <a:gd name="textAreaRight" fmla="*/ 127440 w 126000"/>
                <a:gd name="textAreaTop" fmla="*/ 0 h 119160"/>
                <a:gd name="textAreaBottom" fmla="*/ 120600 h 1191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0" name="Google Shape;1785;p89"/>
            <p:cNvSpPr/>
            <p:nvPr/>
          </p:nvSpPr>
          <p:spPr>
            <a:xfrm>
              <a:off x="10133280" y="5125680"/>
              <a:ext cx="117720" cy="115560"/>
            </a:xfrm>
            <a:custGeom>
              <a:avLst/>
              <a:gdLst>
                <a:gd name="textAreaLeft" fmla="*/ 0 w 117720"/>
                <a:gd name="textAreaRight" fmla="*/ 119160 w 117720"/>
                <a:gd name="textAreaTop" fmla="*/ 0 h 115560"/>
                <a:gd name="textAreaBottom" fmla="*/ 117000 h 1155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Google Shape;1786;p89"/>
            <p:cNvSpPr/>
            <p:nvPr/>
          </p:nvSpPr>
          <p:spPr>
            <a:xfrm>
              <a:off x="10251720" y="5124960"/>
              <a:ext cx="118800" cy="117720"/>
            </a:xfrm>
            <a:custGeom>
              <a:avLst/>
              <a:gdLst>
                <a:gd name="textAreaLeft" fmla="*/ 0 w 118800"/>
                <a:gd name="textAreaRight" fmla="*/ 120240 w 118800"/>
                <a:gd name="textAreaTop" fmla="*/ 0 h 117720"/>
                <a:gd name="textAreaBottom" fmla="*/ 119160 h 1177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2" name="Google Shape;1787;p89"/>
          <p:cNvSpPr/>
          <p:nvPr/>
        </p:nvSpPr>
        <p:spPr>
          <a:xfrm>
            <a:off x="690480" y="275760"/>
            <a:ext cx="3777480" cy="15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63" name="Google Shape;1788;p89"/>
          <p:cNvGrpSpPr/>
          <p:nvPr/>
        </p:nvGrpSpPr>
        <p:grpSpPr>
          <a:xfrm>
            <a:off x="401040" y="198360"/>
            <a:ext cx="691920" cy="691920"/>
            <a:chOff x="401040" y="198360"/>
            <a:chExt cx="691920" cy="691920"/>
          </a:xfrm>
        </p:grpSpPr>
        <p:sp>
          <p:nvSpPr>
            <p:cNvPr id="964" name="Google Shape;1789;p89"/>
            <p:cNvSpPr/>
            <p:nvPr/>
          </p:nvSpPr>
          <p:spPr>
            <a:xfrm>
              <a:off x="401040" y="545040"/>
              <a:ext cx="345240" cy="34524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5" name="Google Shape;1790;p89"/>
            <p:cNvSpPr/>
            <p:nvPr/>
          </p:nvSpPr>
          <p:spPr>
            <a:xfrm>
              <a:off x="747720" y="198360"/>
              <a:ext cx="345240" cy="34524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6" name="Google Shape;1791;p89"/>
          <p:cNvSpPr/>
          <p:nvPr/>
        </p:nvSpPr>
        <p:spPr>
          <a:xfrm>
            <a:off x="706680" y="3871800"/>
            <a:ext cx="3557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67" name="Google Shape;1792;p89"/>
          <p:cNvGrpSpPr/>
          <p:nvPr/>
        </p:nvGrpSpPr>
        <p:grpSpPr>
          <a:xfrm>
            <a:off x="795240" y="2890800"/>
            <a:ext cx="3672720" cy="3107520"/>
            <a:chOff x="795240" y="2890800"/>
            <a:chExt cx="3672720" cy="3107520"/>
          </a:xfrm>
        </p:grpSpPr>
        <p:sp>
          <p:nvSpPr>
            <p:cNvPr id="968" name="Google Shape;1793;p89"/>
            <p:cNvSpPr/>
            <p:nvPr/>
          </p:nvSpPr>
          <p:spPr>
            <a:xfrm>
              <a:off x="795240" y="4303800"/>
              <a:ext cx="563760" cy="169452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694520"/>
                <a:gd name="textAreaBottom" fmla="*/ 1695960 h 16945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9" name="Google Shape;1794;p89"/>
            <p:cNvSpPr/>
            <p:nvPr/>
          </p:nvSpPr>
          <p:spPr>
            <a:xfrm>
              <a:off x="3904200" y="3738600"/>
              <a:ext cx="563760" cy="112896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Google Shape;1795;p89"/>
            <p:cNvSpPr/>
            <p:nvPr/>
          </p:nvSpPr>
          <p:spPr>
            <a:xfrm>
              <a:off x="4186800" y="543456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Google Shape;1796;p89"/>
            <p:cNvSpPr/>
            <p:nvPr/>
          </p:nvSpPr>
          <p:spPr>
            <a:xfrm>
              <a:off x="2490840" y="317340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2" name="Google Shape;1797;p89"/>
            <p:cNvSpPr/>
            <p:nvPr/>
          </p:nvSpPr>
          <p:spPr>
            <a:xfrm>
              <a:off x="1360440" y="2890800"/>
              <a:ext cx="1128960" cy="1128960"/>
            </a:xfrm>
            <a:custGeom>
              <a:avLst/>
              <a:gdLst>
                <a:gd name="textAreaLeft" fmla="*/ 0 w 1128960"/>
                <a:gd name="textAreaRight" fmla="*/ 1130400 w 11289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3" name="Google Shape;1798;p89"/>
            <p:cNvSpPr/>
            <p:nvPr/>
          </p:nvSpPr>
          <p:spPr>
            <a:xfrm>
              <a:off x="1925640" y="4303800"/>
              <a:ext cx="1411560" cy="1411560"/>
            </a:xfrm>
            <a:custGeom>
              <a:avLst/>
              <a:gdLst>
                <a:gd name="textAreaLeft" fmla="*/ 0 w 1411560"/>
                <a:gd name="textAreaRight" fmla="*/ 1413000 w 1411560"/>
                <a:gd name="textAreaTop" fmla="*/ 0 h 1411560"/>
                <a:gd name="textAreaBottom" fmla="*/ 1413000 h 14115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304;p57"/>
          <p:cNvSpPr/>
          <p:nvPr/>
        </p:nvSpPr>
        <p:spPr>
          <a:xfrm>
            <a:off x="-183240" y="-89640"/>
            <a:ext cx="2745720" cy="7062480"/>
          </a:xfrm>
          <a:custGeom>
            <a:avLst/>
            <a:gdLst>
              <a:gd name="textAreaLeft" fmla="*/ 0 w 2745720"/>
              <a:gd name="textAreaRight" fmla="*/ 2747160 w 2745720"/>
              <a:gd name="textAreaTop" fmla="*/ 0 h 7062480"/>
              <a:gd name="textAreaBottom" fmla="*/ 7063920 h 706248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Google Shape;305;p57"/>
          <p:cNvSpPr/>
          <p:nvPr/>
        </p:nvSpPr>
        <p:spPr>
          <a:xfrm>
            <a:off x="-183240" y="2396160"/>
            <a:ext cx="2745720" cy="4577040"/>
          </a:xfrm>
          <a:custGeom>
            <a:avLst/>
            <a:gdLst>
              <a:gd name="textAreaLeft" fmla="*/ 0 w 2745720"/>
              <a:gd name="textAreaRight" fmla="*/ 2747160 w 2745720"/>
              <a:gd name="textAreaTop" fmla="*/ 0 h 4577040"/>
              <a:gd name="textAreaBottom" fmla="*/ 4578480 h 457704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6" name="Google Shape;306;p57"/>
          <p:cNvSpPr/>
          <p:nvPr/>
        </p:nvSpPr>
        <p:spPr>
          <a:xfrm>
            <a:off x="88920" y="-102960"/>
            <a:ext cx="9537840" cy="7062480"/>
          </a:xfrm>
          <a:custGeom>
            <a:avLst/>
            <a:gdLst>
              <a:gd name="textAreaLeft" fmla="*/ 0 w 9537840"/>
              <a:gd name="textAreaRight" fmla="*/ 9539280 w 9537840"/>
              <a:gd name="textAreaTop" fmla="*/ 0 h 7062480"/>
              <a:gd name="textAreaBottom" fmla="*/ 7063920 h 706248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Google Shape;307;p57"/>
          <p:cNvSpPr/>
          <p:nvPr/>
        </p:nvSpPr>
        <p:spPr>
          <a:xfrm rot="10800000">
            <a:off x="9629280" y="-87840"/>
            <a:ext cx="2745720" cy="7062480"/>
          </a:xfrm>
          <a:custGeom>
            <a:avLst/>
            <a:gdLst>
              <a:gd name="textAreaLeft" fmla="*/ 0 w 2745720"/>
              <a:gd name="textAreaRight" fmla="*/ 2747160 w 2745720"/>
              <a:gd name="textAreaTop" fmla="*/ 0 h 7062480"/>
              <a:gd name="textAreaBottom" fmla="*/ 7063920 h 706248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Google Shape;308;p57"/>
          <p:cNvSpPr/>
          <p:nvPr/>
        </p:nvSpPr>
        <p:spPr>
          <a:xfrm rot="10800000">
            <a:off x="9629280" y="-88200"/>
            <a:ext cx="2745720" cy="4576680"/>
          </a:xfrm>
          <a:custGeom>
            <a:avLst/>
            <a:gdLst>
              <a:gd name="textAreaLeft" fmla="*/ 0 w 2745720"/>
              <a:gd name="textAreaRight" fmla="*/ 2747160 w 2745720"/>
              <a:gd name="textAreaTop" fmla="*/ 0 h 4576680"/>
              <a:gd name="textAreaBottom" fmla="*/ 4578120 h 457668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Google Shape;309;p57"/>
          <p:cNvSpPr/>
          <p:nvPr/>
        </p:nvSpPr>
        <p:spPr>
          <a:xfrm>
            <a:off x="8813880" y="1191240"/>
            <a:ext cx="1764720" cy="1764720"/>
          </a:xfrm>
          <a:custGeom>
            <a:avLst/>
            <a:gdLst>
              <a:gd name="textAreaLeft" fmla="*/ 0 w 1764720"/>
              <a:gd name="textAreaRight" fmla="*/ 1766160 w 1764720"/>
              <a:gd name="textAreaTop" fmla="*/ 0 h 1764720"/>
              <a:gd name="textAreaBottom" fmla="*/ 1766160 h 176472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Google Shape;310;p57"/>
          <p:cNvSpPr/>
          <p:nvPr/>
        </p:nvSpPr>
        <p:spPr>
          <a:xfrm>
            <a:off x="10736280" y="-116280"/>
            <a:ext cx="1261080" cy="7062480"/>
          </a:xfrm>
          <a:custGeom>
            <a:avLst/>
            <a:gdLst>
              <a:gd name="textAreaLeft" fmla="*/ 0 w 1261080"/>
              <a:gd name="textAreaRight" fmla="*/ 1262520 w 1261080"/>
              <a:gd name="textAreaTop" fmla="*/ 0 h 7062480"/>
              <a:gd name="textAreaBottom" fmla="*/ 7063920 h 706248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Google Shape;311;p57"/>
          <p:cNvSpPr/>
          <p:nvPr/>
        </p:nvSpPr>
        <p:spPr>
          <a:xfrm>
            <a:off x="7870680" y="-89640"/>
            <a:ext cx="3129480" cy="7035840"/>
          </a:xfrm>
          <a:custGeom>
            <a:avLst/>
            <a:gdLst>
              <a:gd name="textAreaLeft" fmla="*/ 0 w 3129480"/>
              <a:gd name="textAreaRight" fmla="*/ 3130920 w 3129480"/>
              <a:gd name="textAreaTop" fmla="*/ 0 h 7035840"/>
              <a:gd name="textAreaBottom" fmla="*/ 7037280 h 703584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Google Shape;312;p57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Google Shape;313;p57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Google Shape;314;p57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Google Shape;315;p57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Google Shape;316;p57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Google Shape;317;p57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Google Shape;318;p57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Google Shape;319;p57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Google Shape;320;p57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Google Shape;321;p57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4" name="Google Shape;1800;p90"/>
          <p:cNvGrpSpPr/>
          <p:nvPr/>
        </p:nvGrpSpPr>
        <p:grpSpPr>
          <a:xfrm>
            <a:off x="727560" y="3082680"/>
            <a:ext cx="7370280" cy="2433240"/>
            <a:chOff x="727560" y="3082680"/>
            <a:chExt cx="7370280" cy="2433240"/>
          </a:xfrm>
        </p:grpSpPr>
        <p:sp>
          <p:nvSpPr>
            <p:cNvPr id="995" name="Google Shape;1801;p90"/>
            <p:cNvSpPr/>
            <p:nvPr/>
          </p:nvSpPr>
          <p:spPr>
            <a:xfrm>
              <a:off x="1363680" y="3969720"/>
              <a:ext cx="673416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Google Shape;1802;p90"/>
            <p:cNvSpPr/>
            <p:nvPr/>
          </p:nvSpPr>
          <p:spPr>
            <a:xfrm rot="16200000">
              <a:off x="-252360" y="4062960"/>
              <a:ext cx="24156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97" name="Google Shape;1803;p90"/>
          <p:cNvGrpSpPr/>
          <p:nvPr/>
        </p:nvGrpSpPr>
        <p:grpSpPr>
          <a:xfrm>
            <a:off x="755280" y="2794320"/>
            <a:ext cx="691920" cy="691920"/>
            <a:chOff x="755280" y="2794320"/>
            <a:chExt cx="691920" cy="691920"/>
          </a:xfrm>
        </p:grpSpPr>
        <p:sp>
          <p:nvSpPr>
            <p:cNvPr id="998" name="Google Shape;1804;p90"/>
            <p:cNvSpPr/>
            <p:nvPr/>
          </p:nvSpPr>
          <p:spPr>
            <a:xfrm>
              <a:off x="755280" y="3141000"/>
              <a:ext cx="345240" cy="3452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Google Shape;1805;p90"/>
            <p:cNvSpPr/>
            <p:nvPr/>
          </p:nvSpPr>
          <p:spPr>
            <a:xfrm>
              <a:off x="1101960" y="2794320"/>
              <a:ext cx="345240" cy="3452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00" name="Google Shape;1806;p90"/>
          <p:cNvGrpSpPr/>
          <p:nvPr/>
        </p:nvGrpSpPr>
        <p:grpSpPr>
          <a:xfrm>
            <a:off x="4262040" y="5098320"/>
            <a:ext cx="691920" cy="691920"/>
            <a:chOff x="4262040" y="5098320"/>
            <a:chExt cx="691920" cy="691920"/>
          </a:xfrm>
        </p:grpSpPr>
        <p:sp>
          <p:nvSpPr>
            <p:cNvPr id="1001" name="Google Shape;1807;p90"/>
            <p:cNvSpPr/>
            <p:nvPr/>
          </p:nvSpPr>
          <p:spPr>
            <a:xfrm>
              <a:off x="4262040" y="5445000"/>
              <a:ext cx="345240" cy="3452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2" name="Google Shape;1808;p90"/>
            <p:cNvSpPr/>
            <p:nvPr/>
          </p:nvSpPr>
          <p:spPr>
            <a:xfrm>
              <a:off x="4608720" y="5098320"/>
              <a:ext cx="345240" cy="3452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3" name="Google Shape;1809;p90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4" name="Google Shape;1810;p90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5" name="Google Shape;1811;p90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6" name="Google Shape;1812;p90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Google Shape;1813;p90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Google Shape;1814;p90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Google Shape;1815;p90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Google Shape;1816;p90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Google Shape;1817;p90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Google Shape;1818;p90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3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7200" cy="1103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14" name="Google Shape;1820;p90"/>
          <p:cNvGrpSpPr/>
          <p:nvPr/>
        </p:nvGrpSpPr>
        <p:grpSpPr>
          <a:xfrm>
            <a:off x="10124640" y="1269360"/>
            <a:ext cx="1468800" cy="767520"/>
            <a:chOff x="10124640" y="1269360"/>
            <a:chExt cx="1468800" cy="767520"/>
          </a:xfrm>
        </p:grpSpPr>
        <p:grpSp>
          <p:nvGrpSpPr>
            <p:cNvPr id="1015" name="Google Shape;1821;p90"/>
            <p:cNvGrpSpPr/>
            <p:nvPr/>
          </p:nvGrpSpPr>
          <p:grpSpPr>
            <a:xfrm>
              <a:off x="10124640" y="1269360"/>
              <a:ext cx="1223280" cy="298440"/>
              <a:chOff x="10124640" y="1269360"/>
              <a:chExt cx="1223280" cy="298440"/>
            </a:xfrm>
          </p:grpSpPr>
          <p:sp>
            <p:nvSpPr>
              <p:cNvPr id="1016" name="Google Shape;1822;p90"/>
              <p:cNvSpPr/>
              <p:nvPr/>
            </p:nvSpPr>
            <p:spPr>
              <a:xfrm>
                <a:off x="10124640" y="1269360"/>
                <a:ext cx="148320" cy="297000"/>
              </a:xfrm>
              <a:custGeom>
                <a:avLst/>
                <a:gdLst>
                  <a:gd name="textAreaLeft" fmla="*/ 0 w 148320"/>
                  <a:gd name="textAreaRight" fmla="*/ 149760 w 148320"/>
                  <a:gd name="textAreaTop" fmla="*/ 0 h 297000"/>
                  <a:gd name="textAreaBottom" fmla="*/ 298440 h 2970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Google Shape;1823;p90"/>
              <p:cNvSpPr/>
              <p:nvPr/>
            </p:nvSpPr>
            <p:spPr>
              <a:xfrm>
                <a:off x="10305360" y="1324800"/>
                <a:ext cx="228600" cy="242640"/>
              </a:xfrm>
              <a:custGeom>
                <a:avLst/>
                <a:gdLst>
                  <a:gd name="textAreaLeft" fmla="*/ 0 w 228600"/>
                  <a:gd name="textAreaRight" fmla="*/ 230040 w 22860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Google Shape;1824;p90"/>
              <p:cNvSpPr/>
              <p:nvPr/>
            </p:nvSpPr>
            <p:spPr>
              <a:xfrm>
                <a:off x="10573560" y="1325160"/>
                <a:ext cx="216360" cy="242640"/>
              </a:xfrm>
              <a:custGeom>
                <a:avLst/>
                <a:gdLst>
                  <a:gd name="textAreaLeft" fmla="*/ 0 w 216360"/>
                  <a:gd name="textAreaRight" fmla="*/ 217800 w 216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Google Shape;1825;p90"/>
              <p:cNvSpPr/>
              <p:nvPr/>
            </p:nvSpPr>
            <p:spPr>
              <a:xfrm>
                <a:off x="10834560" y="1325160"/>
                <a:ext cx="213480" cy="237240"/>
              </a:xfrm>
              <a:custGeom>
                <a:avLst/>
                <a:gdLst>
                  <a:gd name="textAreaLeft" fmla="*/ 0 w 213480"/>
                  <a:gd name="textAreaRight" fmla="*/ 214920 w 213480"/>
                  <a:gd name="textAreaTop" fmla="*/ 0 h 237240"/>
                  <a:gd name="textAreaBottom" fmla="*/ 238680 h 2372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Google Shape;1826;p90"/>
              <p:cNvSpPr/>
              <p:nvPr/>
            </p:nvSpPr>
            <p:spPr>
              <a:xfrm>
                <a:off x="11095560" y="132516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21" name="Google Shape;1827;p90"/>
            <p:cNvGrpSpPr/>
            <p:nvPr/>
          </p:nvGrpSpPr>
          <p:grpSpPr>
            <a:xfrm>
              <a:off x="10546560" y="1648080"/>
              <a:ext cx="1046880" cy="388800"/>
              <a:chOff x="10546560" y="1648080"/>
              <a:chExt cx="1046880" cy="388800"/>
            </a:xfrm>
          </p:grpSpPr>
          <p:sp>
            <p:nvSpPr>
              <p:cNvPr id="1022" name="Google Shape;1828;p90"/>
              <p:cNvSpPr/>
              <p:nvPr/>
            </p:nvSpPr>
            <p:spPr>
              <a:xfrm>
                <a:off x="10546560" y="1648080"/>
                <a:ext cx="65160" cy="31788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Google Shape;1829;p90"/>
              <p:cNvSpPr/>
              <p:nvPr/>
            </p:nvSpPr>
            <p:spPr>
              <a:xfrm>
                <a:off x="10664280" y="172872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" name="Google Shape;1830;p90"/>
              <p:cNvSpPr/>
              <p:nvPr/>
            </p:nvSpPr>
            <p:spPr>
              <a:xfrm>
                <a:off x="10955160" y="1728720"/>
                <a:ext cx="244800" cy="308160"/>
              </a:xfrm>
              <a:custGeom>
                <a:avLst/>
                <a:gdLst>
                  <a:gd name="textAreaLeft" fmla="*/ 0 w 244800"/>
                  <a:gd name="textAreaRight" fmla="*/ 246240 w 244800"/>
                  <a:gd name="textAreaTop" fmla="*/ 0 h 308160"/>
                  <a:gd name="textAreaBottom" fmla="*/ 309600 h 3081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Google Shape;1831;p90"/>
              <p:cNvSpPr/>
              <p:nvPr/>
            </p:nvSpPr>
            <p:spPr>
              <a:xfrm>
                <a:off x="11262240" y="1648440"/>
                <a:ext cx="68760" cy="317880"/>
              </a:xfrm>
              <a:custGeom>
                <a:avLst/>
                <a:gdLst>
                  <a:gd name="textAreaLeft" fmla="*/ 0 w 68760"/>
                  <a:gd name="textAreaRight" fmla="*/ 70200 w 687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6" name="Google Shape;1832;p90"/>
              <p:cNvSpPr/>
              <p:nvPr/>
            </p:nvSpPr>
            <p:spPr>
              <a:xfrm>
                <a:off x="11379240" y="1730520"/>
                <a:ext cx="214200" cy="240120"/>
              </a:xfrm>
              <a:custGeom>
                <a:avLst/>
                <a:gdLst>
                  <a:gd name="textAreaLeft" fmla="*/ 0 w 214200"/>
                  <a:gd name="textAreaRight" fmla="*/ 215640 w 214200"/>
                  <a:gd name="textAreaTop" fmla="*/ 0 h 240120"/>
                  <a:gd name="textAreaBottom" fmla="*/ 241560 h 2401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27" name="Google Shape;1833;p90"/>
          <p:cNvGrpSpPr/>
          <p:nvPr/>
        </p:nvGrpSpPr>
        <p:grpSpPr>
          <a:xfrm>
            <a:off x="10113480" y="597240"/>
            <a:ext cx="1269360" cy="573120"/>
            <a:chOff x="10113480" y="597240"/>
            <a:chExt cx="1269360" cy="573120"/>
          </a:xfrm>
        </p:grpSpPr>
        <p:grpSp>
          <p:nvGrpSpPr>
            <p:cNvPr id="1028" name="Google Shape;1834;p90"/>
            <p:cNvGrpSpPr/>
            <p:nvPr/>
          </p:nvGrpSpPr>
          <p:grpSpPr>
            <a:xfrm>
              <a:off x="10207440" y="873000"/>
              <a:ext cx="1175400" cy="297360"/>
              <a:chOff x="10207440" y="873000"/>
              <a:chExt cx="1175400" cy="297360"/>
            </a:xfrm>
          </p:grpSpPr>
          <p:sp>
            <p:nvSpPr>
              <p:cNvPr id="1029" name="Google Shape;1835;p90"/>
              <p:cNvSpPr/>
              <p:nvPr/>
            </p:nvSpPr>
            <p:spPr>
              <a:xfrm>
                <a:off x="10207440" y="878040"/>
                <a:ext cx="80280" cy="102600"/>
              </a:xfrm>
              <a:custGeom>
                <a:avLst/>
                <a:gdLst>
                  <a:gd name="textAreaLeft" fmla="*/ 0 w 80280"/>
                  <a:gd name="textAreaRight" fmla="*/ 81720 w 80280"/>
                  <a:gd name="textAreaTop" fmla="*/ 0 h 102600"/>
                  <a:gd name="textAreaBottom" fmla="*/ 104040 h 1026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Google Shape;1836;p90"/>
              <p:cNvSpPr/>
              <p:nvPr/>
            </p:nvSpPr>
            <p:spPr>
              <a:xfrm>
                <a:off x="1028556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" name="Google Shape;1837;p90"/>
              <p:cNvSpPr/>
              <p:nvPr/>
            </p:nvSpPr>
            <p:spPr>
              <a:xfrm>
                <a:off x="10381680" y="87372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Google Shape;1838;p90"/>
              <p:cNvSpPr/>
              <p:nvPr/>
            </p:nvSpPr>
            <p:spPr>
              <a:xfrm>
                <a:off x="1047924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Google Shape;1839;p90"/>
              <p:cNvSpPr/>
              <p:nvPr/>
            </p:nvSpPr>
            <p:spPr>
              <a:xfrm>
                <a:off x="1056456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Google Shape;1840;p90"/>
              <p:cNvSpPr/>
              <p:nvPr/>
            </p:nvSpPr>
            <p:spPr>
              <a:xfrm>
                <a:off x="1068372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Google Shape;1841;p90"/>
              <p:cNvSpPr/>
              <p:nvPr/>
            </p:nvSpPr>
            <p:spPr>
              <a:xfrm>
                <a:off x="1076940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Google Shape;1842;p90"/>
              <p:cNvSpPr/>
              <p:nvPr/>
            </p:nvSpPr>
            <p:spPr>
              <a:xfrm>
                <a:off x="10888200" y="873000"/>
                <a:ext cx="45000" cy="107640"/>
              </a:xfrm>
              <a:custGeom>
                <a:avLst/>
                <a:gdLst>
                  <a:gd name="textAreaLeft" fmla="*/ 0 w 45000"/>
                  <a:gd name="textAreaRight" fmla="*/ 46440 w 45000"/>
                  <a:gd name="textAreaTop" fmla="*/ 0 h 107640"/>
                  <a:gd name="textAreaBottom" fmla="*/ 109080 h 1076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" name="Google Shape;1843;p90"/>
              <p:cNvSpPr/>
              <p:nvPr/>
            </p:nvSpPr>
            <p:spPr>
              <a:xfrm>
                <a:off x="1094292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" name="Google Shape;1844;p90"/>
              <p:cNvSpPr/>
              <p:nvPr/>
            </p:nvSpPr>
            <p:spPr>
              <a:xfrm>
                <a:off x="11043720" y="90396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9" name="Google Shape;1845;p90"/>
              <p:cNvSpPr/>
              <p:nvPr/>
            </p:nvSpPr>
            <p:spPr>
              <a:xfrm>
                <a:off x="11103840" y="903600"/>
                <a:ext cx="114840" cy="77040"/>
              </a:xfrm>
              <a:custGeom>
                <a:avLst/>
                <a:gdLst>
                  <a:gd name="textAreaLeft" fmla="*/ 0 w 114840"/>
                  <a:gd name="textAreaRight" fmla="*/ 116280 w 11484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Google Shape;1846;p90"/>
              <p:cNvSpPr/>
              <p:nvPr/>
            </p:nvSpPr>
            <p:spPr>
              <a:xfrm>
                <a:off x="1123956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Google Shape;1847;p90"/>
              <p:cNvSpPr/>
              <p:nvPr/>
            </p:nvSpPr>
            <p:spPr>
              <a:xfrm>
                <a:off x="1132488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" name="Google Shape;1848;p90"/>
              <p:cNvSpPr/>
              <p:nvPr/>
            </p:nvSpPr>
            <p:spPr>
              <a:xfrm>
                <a:off x="1020816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3" name="Google Shape;1849;p90"/>
              <p:cNvSpPr/>
              <p:nvPr/>
            </p:nvSpPr>
            <p:spPr>
              <a:xfrm>
                <a:off x="103068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" name="Google Shape;1850;p90"/>
              <p:cNvSpPr/>
              <p:nvPr/>
            </p:nvSpPr>
            <p:spPr>
              <a:xfrm>
                <a:off x="10438200" y="107028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5" name="Google Shape;1851;p90"/>
              <p:cNvSpPr/>
              <p:nvPr/>
            </p:nvSpPr>
            <p:spPr>
              <a:xfrm>
                <a:off x="10530360" y="1069560"/>
                <a:ext cx="76320" cy="10080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0800"/>
                  <a:gd name="textAreaBottom" fmla="*/ 102240 h 1008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" name="Google Shape;1852;p90"/>
              <p:cNvSpPr/>
              <p:nvPr/>
            </p:nvSpPr>
            <p:spPr>
              <a:xfrm>
                <a:off x="1062900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Google Shape;1853;p90"/>
              <p:cNvSpPr/>
              <p:nvPr/>
            </p:nvSpPr>
            <p:spPr>
              <a:xfrm>
                <a:off x="106812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Google Shape;1854;p90"/>
              <p:cNvSpPr/>
              <p:nvPr/>
            </p:nvSpPr>
            <p:spPr>
              <a:xfrm>
                <a:off x="10774080" y="1069560"/>
                <a:ext cx="65880" cy="7704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Google Shape;1855;p90"/>
              <p:cNvSpPr/>
              <p:nvPr/>
            </p:nvSpPr>
            <p:spPr>
              <a:xfrm>
                <a:off x="1086084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Google Shape;1856;p90"/>
              <p:cNvSpPr/>
              <p:nvPr/>
            </p:nvSpPr>
            <p:spPr>
              <a:xfrm>
                <a:off x="1095948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Google Shape;1857;p90"/>
              <p:cNvSpPr/>
              <p:nvPr/>
            </p:nvSpPr>
            <p:spPr>
              <a:xfrm>
                <a:off x="1105236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52" name="Google Shape;1858;p90"/>
            <p:cNvGrpSpPr/>
            <p:nvPr/>
          </p:nvGrpSpPr>
          <p:grpSpPr>
            <a:xfrm>
              <a:off x="10113480" y="597240"/>
              <a:ext cx="608040" cy="151200"/>
              <a:chOff x="10113480" y="597240"/>
              <a:chExt cx="608040" cy="151200"/>
            </a:xfrm>
          </p:grpSpPr>
          <p:sp>
            <p:nvSpPr>
              <p:cNvPr id="1053" name="Google Shape;1859;p90"/>
              <p:cNvSpPr/>
              <p:nvPr/>
            </p:nvSpPr>
            <p:spPr>
              <a:xfrm>
                <a:off x="10627560" y="603360"/>
                <a:ext cx="93960" cy="144360"/>
              </a:xfrm>
              <a:custGeom>
                <a:avLst/>
                <a:gdLst>
                  <a:gd name="textAreaLeft" fmla="*/ 0 w 93960"/>
                  <a:gd name="textAreaRight" fmla="*/ 95400 w 93960"/>
                  <a:gd name="textAreaTop" fmla="*/ 0 h 144360"/>
                  <a:gd name="textAreaBottom" fmla="*/ 145800 h 1443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4" name="Google Shape;1860;p90"/>
              <p:cNvSpPr/>
              <p:nvPr/>
            </p:nvSpPr>
            <p:spPr>
              <a:xfrm>
                <a:off x="10113480" y="597240"/>
                <a:ext cx="136440" cy="151200"/>
              </a:xfrm>
              <a:custGeom>
                <a:avLst/>
                <a:gdLst>
                  <a:gd name="textAreaLeft" fmla="*/ 0 w 136440"/>
                  <a:gd name="textAreaRight" fmla="*/ 137880 w 136440"/>
                  <a:gd name="textAreaTop" fmla="*/ 0 h 151200"/>
                  <a:gd name="textAreaBottom" fmla="*/ 152640 h 1512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5" name="Google Shape;1861;p90"/>
              <p:cNvSpPr/>
              <p:nvPr/>
            </p:nvSpPr>
            <p:spPr>
              <a:xfrm>
                <a:off x="10246320" y="618480"/>
                <a:ext cx="132840" cy="125280"/>
              </a:xfrm>
              <a:custGeom>
                <a:avLst/>
                <a:gdLst>
                  <a:gd name="textAreaLeft" fmla="*/ 0 w 132840"/>
                  <a:gd name="textAreaRight" fmla="*/ 134280 w 132840"/>
                  <a:gd name="textAreaTop" fmla="*/ 0 h 125280"/>
                  <a:gd name="textAreaBottom" fmla="*/ 126720 h 1252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6" name="Google Shape;1862;p90"/>
              <p:cNvSpPr/>
              <p:nvPr/>
            </p:nvSpPr>
            <p:spPr>
              <a:xfrm>
                <a:off x="10378800" y="619920"/>
                <a:ext cx="124200" cy="121680"/>
              </a:xfrm>
              <a:custGeom>
                <a:avLst/>
                <a:gdLst>
                  <a:gd name="textAreaLeft" fmla="*/ 0 w 124200"/>
                  <a:gd name="textAreaRight" fmla="*/ 125640 w 124200"/>
                  <a:gd name="textAreaTop" fmla="*/ 0 h 121680"/>
                  <a:gd name="textAreaBottom" fmla="*/ 123120 h 1216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Google Shape;1863;p90"/>
              <p:cNvSpPr/>
              <p:nvPr/>
            </p:nvSpPr>
            <p:spPr>
              <a:xfrm>
                <a:off x="10503000" y="619200"/>
                <a:ext cx="125280" cy="123840"/>
              </a:xfrm>
              <a:custGeom>
                <a:avLst/>
                <a:gdLst>
                  <a:gd name="textAreaLeft" fmla="*/ 0 w 125280"/>
                  <a:gd name="textAreaRight" fmla="*/ 126720 w 125280"/>
                  <a:gd name="textAreaTop" fmla="*/ 0 h 123840"/>
                  <a:gd name="textAreaBottom" fmla="*/ 125280 h 1238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058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43080" cy="5616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866;p91"/>
          <p:cNvSpPr/>
          <p:nvPr/>
        </p:nvSpPr>
        <p:spPr>
          <a:xfrm>
            <a:off x="8377920" y="13320"/>
            <a:ext cx="3610440" cy="3610440"/>
          </a:xfrm>
          <a:custGeom>
            <a:avLst/>
            <a:gdLst>
              <a:gd name="textAreaLeft" fmla="*/ 0 w 3610440"/>
              <a:gd name="textAreaRight" fmla="*/ 3611880 w 3610440"/>
              <a:gd name="textAreaTop" fmla="*/ 0 h 3610440"/>
              <a:gd name="textAreaBottom" fmla="*/ 3611880 h 36104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Google Shape;1867;p91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0" name="Google Shape;1868;p91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1" name="Google Shape;1869;p91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Google Shape;1870;p91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Google Shape;1871;p91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Google Shape;1872;p91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Google Shape;1873;p91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Google Shape;1874;p91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Google Shape;1875;p91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Google Shape;1876;p91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9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43080" cy="561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20" name="Google Shape;1878;p91"/>
          <p:cNvGrpSpPr/>
          <p:nvPr/>
        </p:nvGrpSpPr>
        <p:grpSpPr>
          <a:xfrm>
            <a:off x="1684080" y="792720"/>
            <a:ext cx="1368720" cy="1094760"/>
            <a:chOff x="1684080" y="792720"/>
            <a:chExt cx="1368720" cy="1094760"/>
          </a:xfrm>
        </p:grpSpPr>
        <p:sp>
          <p:nvSpPr>
            <p:cNvPr id="1121" name="Google Shape;1879;p91"/>
            <p:cNvSpPr/>
            <p:nvPr/>
          </p:nvSpPr>
          <p:spPr>
            <a:xfrm>
              <a:off x="2232000" y="79272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Google Shape;1880;p91"/>
            <p:cNvSpPr/>
            <p:nvPr/>
          </p:nvSpPr>
          <p:spPr>
            <a:xfrm>
              <a:off x="1958040" y="106668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Google Shape;1881;p91"/>
            <p:cNvSpPr/>
            <p:nvPr/>
          </p:nvSpPr>
          <p:spPr>
            <a:xfrm>
              <a:off x="1684080" y="13410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Google Shape;1882;p91"/>
            <p:cNvSpPr/>
            <p:nvPr/>
          </p:nvSpPr>
          <p:spPr>
            <a:xfrm>
              <a:off x="168408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Google Shape;1883;p91"/>
            <p:cNvSpPr/>
            <p:nvPr/>
          </p:nvSpPr>
          <p:spPr>
            <a:xfrm>
              <a:off x="195804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Google Shape;1884;p91"/>
            <p:cNvSpPr/>
            <p:nvPr/>
          </p:nvSpPr>
          <p:spPr>
            <a:xfrm>
              <a:off x="223200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Google Shape;1885;p91"/>
            <p:cNvSpPr/>
            <p:nvPr/>
          </p:nvSpPr>
          <p:spPr>
            <a:xfrm>
              <a:off x="250632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Google Shape;1886;p91"/>
            <p:cNvSpPr/>
            <p:nvPr/>
          </p:nvSpPr>
          <p:spPr>
            <a:xfrm>
              <a:off x="278028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Google Shape;1887;p91"/>
            <p:cNvSpPr/>
            <p:nvPr/>
          </p:nvSpPr>
          <p:spPr>
            <a:xfrm>
              <a:off x="2780280" y="13410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Google Shape;1888;p91"/>
            <p:cNvSpPr/>
            <p:nvPr/>
          </p:nvSpPr>
          <p:spPr>
            <a:xfrm>
              <a:off x="2506320" y="106668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1" name="Google Shape;1889;p91"/>
          <p:cNvGrpSpPr/>
          <p:nvPr/>
        </p:nvGrpSpPr>
        <p:grpSpPr>
          <a:xfrm>
            <a:off x="9798120" y="5367240"/>
            <a:ext cx="1396800" cy="730080"/>
            <a:chOff x="9798120" y="5367240"/>
            <a:chExt cx="1396800" cy="730080"/>
          </a:xfrm>
        </p:grpSpPr>
        <p:grpSp>
          <p:nvGrpSpPr>
            <p:cNvPr id="1132" name="Google Shape;1890;p91"/>
            <p:cNvGrpSpPr/>
            <p:nvPr/>
          </p:nvGrpSpPr>
          <p:grpSpPr>
            <a:xfrm>
              <a:off x="9798120" y="5367240"/>
              <a:ext cx="1163160" cy="283680"/>
              <a:chOff x="9798120" y="5367240"/>
              <a:chExt cx="1163160" cy="283680"/>
            </a:xfrm>
          </p:grpSpPr>
          <p:sp>
            <p:nvSpPr>
              <p:cNvPr id="1133" name="Google Shape;1891;p91"/>
              <p:cNvSpPr/>
              <p:nvPr/>
            </p:nvSpPr>
            <p:spPr>
              <a:xfrm>
                <a:off x="9798120" y="5367240"/>
                <a:ext cx="140760" cy="282240"/>
              </a:xfrm>
              <a:custGeom>
                <a:avLst/>
                <a:gdLst>
                  <a:gd name="textAreaLeft" fmla="*/ 0 w 140760"/>
                  <a:gd name="textAreaRight" fmla="*/ 142200 w 140760"/>
                  <a:gd name="textAreaTop" fmla="*/ 0 h 282240"/>
                  <a:gd name="textAreaBottom" fmla="*/ 283680 h 2822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Google Shape;1892;p91"/>
              <p:cNvSpPr/>
              <p:nvPr/>
            </p:nvSpPr>
            <p:spPr>
              <a:xfrm>
                <a:off x="9969840" y="5420160"/>
                <a:ext cx="217440" cy="230760"/>
              </a:xfrm>
              <a:custGeom>
                <a:avLst/>
                <a:gdLst>
                  <a:gd name="textAreaLeft" fmla="*/ 0 w 217440"/>
                  <a:gd name="textAreaRight" fmla="*/ 218880 w 21744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Google Shape;1893;p91"/>
              <p:cNvSpPr/>
              <p:nvPr/>
            </p:nvSpPr>
            <p:spPr>
              <a:xfrm>
                <a:off x="10224720" y="5420160"/>
                <a:ext cx="205560" cy="230760"/>
              </a:xfrm>
              <a:custGeom>
                <a:avLst/>
                <a:gdLst>
                  <a:gd name="textAreaLeft" fmla="*/ 0 w 205560"/>
                  <a:gd name="textAreaRight" fmla="*/ 207000 w 2055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" name="Google Shape;1894;p91"/>
              <p:cNvSpPr/>
              <p:nvPr/>
            </p:nvSpPr>
            <p:spPr>
              <a:xfrm>
                <a:off x="10473120" y="5420160"/>
                <a:ext cx="202680" cy="225720"/>
              </a:xfrm>
              <a:custGeom>
                <a:avLst/>
                <a:gdLst>
                  <a:gd name="textAreaLeft" fmla="*/ 0 w 202680"/>
                  <a:gd name="textAreaRight" fmla="*/ 204120 w 202680"/>
                  <a:gd name="textAreaTop" fmla="*/ 0 h 225720"/>
                  <a:gd name="textAreaBottom" fmla="*/ 227160 h 2257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" name="Google Shape;1895;p91"/>
              <p:cNvSpPr/>
              <p:nvPr/>
            </p:nvSpPr>
            <p:spPr>
              <a:xfrm>
                <a:off x="10721520" y="542016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38" name="Google Shape;1896;p91"/>
            <p:cNvGrpSpPr/>
            <p:nvPr/>
          </p:nvGrpSpPr>
          <p:grpSpPr>
            <a:xfrm>
              <a:off x="10199160" y="5727600"/>
              <a:ext cx="995760" cy="369720"/>
              <a:chOff x="10199160" y="5727600"/>
              <a:chExt cx="995760" cy="369720"/>
            </a:xfrm>
          </p:grpSpPr>
          <p:sp>
            <p:nvSpPr>
              <p:cNvPr id="1139" name="Google Shape;1897;p91"/>
              <p:cNvSpPr/>
              <p:nvPr/>
            </p:nvSpPr>
            <p:spPr>
              <a:xfrm>
                <a:off x="10199160" y="5727600"/>
                <a:ext cx="61920" cy="302040"/>
              </a:xfrm>
              <a:custGeom>
                <a:avLst/>
                <a:gdLst>
                  <a:gd name="textAreaLeft" fmla="*/ 0 w 61920"/>
                  <a:gd name="textAreaRight" fmla="*/ 63360 w 6192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" name="Google Shape;1898;p91"/>
              <p:cNvSpPr/>
              <p:nvPr/>
            </p:nvSpPr>
            <p:spPr>
              <a:xfrm>
                <a:off x="10311120" y="580428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" name="Google Shape;1899;p91"/>
              <p:cNvSpPr/>
              <p:nvPr/>
            </p:nvSpPr>
            <p:spPr>
              <a:xfrm>
                <a:off x="10588320" y="5804280"/>
                <a:ext cx="232560" cy="293040"/>
              </a:xfrm>
              <a:custGeom>
                <a:avLst/>
                <a:gdLst>
                  <a:gd name="textAreaLeft" fmla="*/ 0 w 232560"/>
                  <a:gd name="textAreaRight" fmla="*/ 234000 w 232560"/>
                  <a:gd name="textAreaTop" fmla="*/ 0 h 293040"/>
                  <a:gd name="textAreaBottom" fmla="*/ 294480 h 2930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Google Shape;1900;p91"/>
              <p:cNvSpPr/>
              <p:nvPr/>
            </p:nvSpPr>
            <p:spPr>
              <a:xfrm>
                <a:off x="10880280" y="5727600"/>
                <a:ext cx="65160" cy="30204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Google Shape;1901;p91"/>
              <p:cNvSpPr/>
              <p:nvPr/>
            </p:nvSpPr>
            <p:spPr>
              <a:xfrm>
                <a:off x="10991160" y="5806080"/>
                <a:ext cx="203760" cy="228240"/>
              </a:xfrm>
              <a:custGeom>
                <a:avLst/>
                <a:gdLst>
                  <a:gd name="textAreaLeft" fmla="*/ 0 w 203760"/>
                  <a:gd name="textAreaRight" fmla="*/ 205200 w 203760"/>
                  <a:gd name="textAreaTop" fmla="*/ 0 h 228240"/>
                  <a:gd name="textAreaBottom" fmla="*/ 229680 h 2282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44" name="Google Shape;1902;p91"/>
          <p:cNvGrpSpPr/>
          <p:nvPr/>
        </p:nvGrpSpPr>
        <p:grpSpPr>
          <a:xfrm>
            <a:off x="9880920" y="5104080"/>
            <a:ext cx="578160" cy="143640"/>
            <a:chOff x="9880920" y="5104080"/>
            <a:chExt cx="578160" cy="143640"/>
          </a:xfrm>
        </p:grpSpPr>
        <p:sp>
          <p:nvSpPr>
            <p:cNvPr id="1145" name="Google Shape;1903;p91"/>
            <p:cNvSpPr/>
            <p:nvPr/>
          </p:nvSpPr>
          <p:spPr>
            <a:xfrm>
              <a:off x="10369800" y="5109840"/>
              <a:ext cx="89280" cy="137160"/>
            </a:xfrm>
            <a:custGeom>
              <a:avLst/>
              <a:gdLst>
                <a:gd name="textAreaLeft" fmla="*/ 0 w 89280"/>
                <a:gd name="textAreaRight" fmla="*/ 90720 w 89280"/>
                <a:gd name="textAreaTop" fmla="*/ 0 h 137160"/>
                <a:gd name="textAreaBottom" fmla="*/ 138600 h 1371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6" name="Google Shape;1904;p91"/>
            <p:cNvSpPr/>
            <p:nvPr/>
          </p:nvSpPr>
          <p:spPr>
            <a:xfrm>
              <a:off x="9880920" y="5104080"/>
              <a:ext cx="129600" cy="143640"/>
            </a:xfrm>
            <a:custGeom>
              <a:avLst/>
              <a:gdLst>
                <a:gd name="textAreaLeft" fmla="*/ 0 w 129600"/>
                <a:gd name="textAreaRight" fmla="*/ 131040 w 129600"/>
                <a:gd name="textAreaTop" fmla="*/ 0 h 143640"/>
                <a:gd name="textAreaBottom" fmla="*/ 145080 h 1436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7" name="Google Shape;1905;p91"/>
            <p:cNvSpPr/>
            <p:nvPr/>
          </p:nvSpPr>
          <p:spPr>
            <a:xfrm>
              <a:off x="10007280" y="5124240"/>
              <a:ext cx="126000" cy="119160"/>
            </a:xfrm>
            <a:custGeom>
              <a:avLst/>
              <a:gdLst>
                <a:gd name="textAreaLeft" fmla="*/ 0 w 126000"/>
                <a:gd name="textAreaRight" fmla="*/ 127440 w 126000"/>
                <a:gd name="textAreaTop" fmla="*/ 0 h 119160"/>
                <a:gd name="textAreaBottom" fmla="*/ 120600 h 1191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8" name="Google Shape;1906;p91"/>
            <p:cNvSpPr/>
            <p:nvPr/>
          </p:nvSpPr>
          <p:spPr>
            <a:xfrm>
              <a:off x="10133280" y="5125680"/>
              <a:ext cx="117720" cy="115560"/>
            </a:xfrm>
            <a:custGeom>
              <a:avLst/>
              <a:gdLst>
                <a:gd name="textAreaLeft" fmla="*/ 0 w 117720"/>
                <a:gd name="textAreaRight" fmla="*/ 119160 w 117720"/>
                <a:gd name="textAreaTop" fmla="*/ 0 h 115560"/>
                <a:gd name="textAreaBottom" fmla="*/ 117000 h 1155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Google Shape;1907;p91"/>
            <p:cNvSpPr/>
            <p:nvPr/>
          </p:nvSpPr>
          <p:spPr>
            <a:xfrm>
              <a:off x="10251720" y="5124960"/>
              <a:ext cx="118800" cy="117720"/>
            </a:xfrm>
            <a:custGeom>
              <a:avLst/>
              <a:gdLst>
                <a:gd name="textAreaLeft" fmla="*/ 0 w 118800"/>
                <a:gd name="textAreaRight" fmla="*/ 120240 w 118800"/>
                <a:gd name="textAreaTop" fmla="*/ 0 h 117720"/>
                <a:gd name="textAreaBottom" fmla="*/ 119160 h 1177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50" name="Google Shape;1908;p91"/>
          <p:cNvGrpSpPr/>
          <p:nvPr/>
        </p:nvGrpSpPr>
        <p:grpSpPr>
          <a:xfrm>
            <a:off x="401040" y="198360"/>
            <a:ext cx="4066920" cy="1623600"/>
            <a:chOff x="401040" y="198360"/>
            <a:chExt cx="4066920" cy="1623600"/>
          </a:xfrm>
        </p:grpSpPr>
        <p:sp>
          <p:nvSpPr>
            <p:cNvPr id="1151" name="Google Shape;1909;p91"/>
            <p:cNvSpPr/>
            <p:nvPr/>
          </p:nvSpPr>
          <p:spPr>
            <a:xfrm>
              <a:off x="690480" y="275760"/>
              <a:ext cx="377748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2" name="Google Shape;1910;p91"/>
            <p:cNvGrpSpPr/>
            <p:nvPr/>
          </p:nvGrpSpPr>
          <p:grpSpPr>
            <a:xfrm>
              <a:off x="401040" y="198360"/>
              <a:ext cx="691920" cy="691920"/>
              <a:chOff x="401040" y="198360"/>
              <a:chExt cx="691920" cy="691920"/>
            </a:xfrm>
          </p:grpSpPr>
          <p:sp>
            <p:nvSpPr>
              <p:cNvPr id="1153" name="Google Shape;1911;p91"/>
              <p:cNvSpPr/>
              <p:nvPr/>
            </p:nvSpPr>
            <p:spPr>
              <a:xfrm>
                <a:off x="401040" y="545040"/>
                <a:ext cx="345240" cy="3452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Google Shape;1912;p91"/>
              <p:cNvSpPr/>
              <p:nvPr/>
            </p:nvSpPr>
            <p:spPr>
              <a:xfrm>
                <a:off x="747720" y="198360"/>
                <a:ext cx="345240" cy="3452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5" name="Google Shape;1913;p91"/>
          <p:cNvSpPr/>
          <p:nvPr/>
        </p:nvSpPr>
        <p:spPr>
          <a:xfrm>
            <a:off x="706680" y="3871800"/>
            <a:ext cx="3557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56" name="Google Shape;1914;p91"/>
          <p:cNvGrpSpPr/>
          <p:nvPr/>
        </p:nvGrpSpPr>
        <p:grpSpPr>
          <a:xfrm>
            <a:off x="832680" y="2888640"/>
            <a:ext cx="3672720" cy="3107880"/>
            <a:chOff x="832680" y="2888640"/>
            <a:chExt cx="3672720" cy="3107880"/>
          </a:xfrm>
        </p:grpSpPr>
        <p:sp>
          <p:nvSpPr>
            <p:cNvPr id="1157" name="Google Shape;1915;p91"/>
            <p:cNvSpPr/>
            <p:nvPr/>
          </p:nvSpPr>
          <p:spPr>
            <a:xfrm>
              <a:off x="832680" y="4302000"/>
              <a:ext cx="563760" cy="169452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694520"/>
                <a:gd name="textAreaBottom" fmla="*/ 1695960 h 16945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Google Shape;1916;p91"/>
            <p:cNvSpPr/>
            <p:nvPr/>
          </p:nvSpPr>
          <p:spPr>
            <a:xfrm>
              <a:off x="3941640" y="3736440"/>
              <a:ext cx="563760" cy="112896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" name="Google Shape;1917;p91"/>
            <p:cNvSpPr/>
            <p:nvPr/>
          </p:nvSpPr>
          <p:spPr>
            <a:xfrm>
              <a:off x="4224240" y="543240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0" name="Google Shape;1918;p91"/>
            <p:cNvSpPr/>
            <p:nvPr/>
          </p:nvSpPr>
          <p:spPr>
            <a:xfrm>
              <a:off x="2528640" y="317124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Google Shape;1919;p91"/>
            <p:cNvSpPr/>
            <p:nvPr/>
          </p:nvSpPr>
          <p:spPr>
            <a:xfrm>
              <a:off x="1398240" y="2888640"/>
              <a:ext cx="1128960" cy="1128960"/>
            </a:xfrm>
            <a:custGeom>
              <a:avLst/>
              <a:gdLst>
                <a:gd name="textAreaLeft" fmla="*/ 0 w 1128960"/>
                <a:gd name="textAreaRight" fmla="*/ 1130400 w 11289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Google Shape;1920;p91"/>
            <p:cNvSpPr/>
            <p:nvPr/>
          </p:nvSpPr>
          <p:spPr>
            <a:xfrm>
              <a:off x="1963440" y="4302000"/>
              <a:ext cx="1411560" cy="1411560"/>
            </a:xfrm>
            <a:custGeom>
              <a:avLst/>
              <a:gdLst>
                <a:gd name="textAreaLeft" fmla="*/ 0 w 1411560"/>
                <a:gd name="textAreaRight" fmla="*/ 1413000 w 1411560"/>
                <a:gd name="textAreaTop" fmla="*/ 0 h 1411560"/>
                <a:gd name="textAreaBottom" fmla="*/ 1413000 h 14115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922;p92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4" name="Google Shape;1923;p92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5" name="Google Shape;1924;p92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Google Shape;1925;p92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7" name="Google Shape;1926;p92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Google Shape;1927;p92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Google Shape;1928;p92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Google Shape;1929;p92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Google Shape;1930;p92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Google Shape;1931;p92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73" name="Google Shape;1932;p92"/>
          <p:cNvGrpSpPr/>
          <p:nvPr/>
        </p:nvGrpSpPr>
        <p:grpSpPr>
          <a:xfrm>
            <a:off x="727560" y="3082680"/>
            <a:ext cx="5709960" cy="2421720"/>
            <a:chOff x="727560" y="3082680"/>
            <a:chExt cx="5709960" cy="2421720"/>
          </a:xfrm>
        </p:grpSpPr>
        <p:sp>
          <p:nvSpPr>
            <p:cNvPr id="1174" name="Google Shape;1933;p92"/>
            <p:cNvSpPr/>
            <p:nvPr/>
          </p:nvSpPr>
          <p:spPr>
            <a:xfrm>
              <a:off x="1363680" y="3958200"/>
              <a:ext cx="507384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Google Shape;1934;p92"/>
            <p:cNvSpPr/>
            <p:nvPr/>
          </p:nvSpPr>
          <p:spPr>
            <a:xfrm rot="16200000">
              <a:off x="-252360" y="4062960"/>
              <a:ext cx="24156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6" name="Google Shape;1935;p92"/>
          <p:cNvGrpSpPr/>
          <p:nvPr/>
        </p:nvGrpSpPr>
        <p:grpSpPr>
          <a:xfrm>
            <a:off x="755280" y="2927520"/>
            <a:ext cx="691920" cy="691920"/>
            <a:chOff x="755280" y="2927520"/>
            <a:chExt cx="691920" cy="691920"/>
          </a:xfrm>
        </p:grpSpPr>
        <p:sp>
          <p:nvSpPr>
            <p:cNvPr id="1177" name="Google Shape;1936;p92"/>
            <p:cNvSpPr/>
            <p:nvPr/>
          </p:nvSpPr>
          <p:spPr>
            <a:xfrm>
              <a:off x="755280" y="3274200"/>
              <a:ext cx="345240" cy="3452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Google Shape;1937;p92"/>
            <p:cNvSpPr/>
            <p:nvPr/>
          </p:nvSpPr>
          <p:spPr>
            <a:xfrm>
              <a:off x="1101960" y="2927520"/>
              <a:ext cx="345240" cy="3452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9" name="Google Shape;1938;p92"/>
          <p:cNvGrpSpPr/>
          <p:nvPr/>
        </p:nvGrpSpPr>
        <p:grpSpPr>
          <a:xfrm>
            <a:off x="4235400" y="5098320"/>
            <a:ext cx="691920" cy="691920"/>
            <a:chOff x="4235400" y="5098320"/>
            <a:chExt cx="691920" cy="691920"/>
          </a:xfrm>
        </p:grpSpPr>
        <p:sp>
          <p:nvSpPr>
            <p:cNvPr id="1180" name="Google Shape;1939;p92"/>
            <p:cNvSpPr/>
            <p:nvPr/>
          </p:nvSpPr>
          <p:spPr>
            <a:xfrm>
              <a:off x="4235400" y="5445000"/>
              <a:ext cx="345240" cy="3452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Google Shape;1940;p92"/>
            <p:cNvSpPr/>
            <p:nvPr/>
          </p:nvSpPr>
          <p:spPr>
            <a:xfrm>
              <a:off x="4582080" y="5098320"/>
              <a:ext cx="345240" cy="3452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82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7280" cy="154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3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5360" cy="615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84" name="Google Shape;1943;p92"/>
          <p:cNvGrpSpPr/>
          <p:nvPr/>
        </p:nvGrpSpPr>
        <p:grpSpPr>
          <a:xfrm>
            <a:off x="10113480" y="597240"/>
            <a:ext cx="1479960" cy="1439640"/>
            <a:chOff x="10113480" y="597240"/>
            <a:chExt cx="1479960" cy="1439640"/>
          </a:xfrm>
        </p:grpSpPr>
        <p:grpSp>
          <p:nvGrpSpPr>
            <p:cNvPr id="1185" name="Google Shape;1944;p92"/>
            <p:cNvGrpSpPr/>
            <p:nvPr/>
          </p:nvGrpSpPr>
          <p:grpSpPr>
            <a:xfrm>
              <a:off x="10124640" y="1269360"/>
              <a:ext cx="1468800" cy="767520"/>
              <a:chOff x="10124640" y="1269360"/>
              <a:chExt cx="1468800" cy="767520"/>
            </a:xfrm>
          </p:grpSpPr>
          <p:grpSp>
            <p:nvGrpSpPr>
              <p:cNvPr id="1186" name="Google Shape;1945;p92"/>
              <p:cNvGrpSpPr/>
              <p:nvPr/>
            </p:nvGrpSpPr>
            <p:grpSpPr>
              <a:xfrm>
                <a:off x="10124640" y="1269360"/>
                <a:ext cx="1223280" cy="298440"/>
                <a:chOff x="10124640" y="1269360"/>
                <a:chExt cx="1223280" cy="298440"/>
              </a:xfrm>
            </p:grpSpPr>
            <p:sp>
              <p:nvSpPr>
                <p:cNvPr id="1187" name="Google Shape;1946;p92"/>
                <p:cNvSpPr/>
                <p:nvPr/>
              </p:nvSpPr>
              <p:spPr>
                <a:xfrm>
                  <a:off x="10124640" y="1269360"/>
                  <a:ext cx="148320" cy="297000"/>
                </a:xfrm>
                <a:custGeom>
                  <a:avLst/>
                  <a:gdLst>
                    <a:gd name="textAreaLeft" fmla="*/ 0 w 148320"/>
                    <a:gd name="textAreaRight" fmla="*/ 149760 w 148320"/>
                    <a:gd name="textAreaTop" fmla="*/ 0 h 297000"/>
                    <a:gd name="textAreaBottom" fmla="*/ 298440 h 2970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8" name="Google Shape;1947;p92"/>
                <p:cNvSpPr/>
                <p:nvPr/>
              </p:nvSpPr>
              <p:spPr>
                <a:xfrm>
                  <a:off x="10305360" y="1324800"/>
                  <a:ext cx="228600" cy="242640"/>
                </a:xfrm>
                <a:custGeom>
                  <a:avLst/>
                  <a:gdLst>
                    <a:gd name="textAreaLeft" fmla="*/ 0 w 228600"/>
                    <a:gd name="textAreaRight" fmla="*/ 230040 w 22860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9" name="Google Shape;1948;p92"/>
                <p:cNvSpPr/>
                <p:nvPr/>
              </p:nvSpPr>
              <p:spPr>
                <a:xfrm>
                  <a:off x="10573560" y="1325160"/>
                  <a:ext cx="216360" cy="242640"/>
                </a:xfrm>
                <a:custGeom>
                  <a:avLst/>
                  <a:gdLst>
                    <a:gd name="textAreaLeft" fmla="*/ 0 w 216360"/>
                    <a:gd name="textAreaRight" fmla="*/ 217800 w 216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0" name="Google Shape;1949;p92"/>
                <p:cNvSpPr/>
                <p:nvPr/>
              </p:nvSpPr>
              <p:spPr>
                <a:xfrm>
                  <a:off x="10834560" y="1325160"/>
                  <a:ext cx="213480" cy="237240"/>
                </a:xfrm>
                <a:custGeom>
                  <a:avLst/>
                  <a:gdLst>
                    <a:gd name="textAreaLeft" fmla="*/ 0 w 213480"/>
                    <a:gd name="textAreaRight" fmla="*/ 214920 w 213480"/>
                    <a:gd name="textAreaTop" fmla="*/ 0 h 237240"/>
                    <a:gd name="textAreaBottom" fmla="*/ 238680 h 2372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1" name="Google Shape;1950;p92"/>
                <p:cNvSpPr/>
                <p:nvPr/>
              </p:nvSpPr>
              <p:spPr>
                <a:xfrm>
                  <a:off x="11095560" y="1325160"/>
                  <a:ext cx="252360" cy="242640"/>
                </a:xfrm>
                <a:custGeom>
                  <a:avLst/>
                  <a:gdLst>
                    <a:gd name="textAreaLeft" fmla="*/ 0 w 252360"/>
                    <a:gd name="textAreaRight" fmla="*/ 253800 w 252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92" name="Google Shape;1951;p92"/>
              <p:cNvGrpSpPr/>
              <p:nvPr/>
            </p:nvGrpSpPr>
            <p:grpSpPr>
              <a:xfrm>
                <a:off x="10546560" y="1648080"/>
                <a:ext cx="1046880" cy="388800"/>
                <a:chOff x="10546560" y="1648080"/>
                <a:chExt cx="1046880" cy="388800"/>
              </a:xfrm>
            </p:grpSpPr>
            <p:sp>
              <p:nvSpPr>
                <p:cNvPr id="1193" name="Google Shape;1952;p92"/>
                <p:cNvSpPr/>
                <p:nvPr/>
              </p:nvSpPr>
              <p:spPr>
                <a:xfrm>
                  <a:off x="10546560" y="1648080"/>
                  <a:ext cx="65160" cy="317880"/>
                </a:xfrm>
                <a:custGeom>
                  <a:avLst/>
                  <a:gdLst>
                    <a:gd name="textAreaLeft" fmla="*/ 0 w 65160"/>
                    <a:gd name="textAreaRight" fmla="*/ 66600 w 65160"/>
                    <a:gd name="textAreaTop" fmla="*/ 0 h 317880"/>
                    <a:gd name="textAreaBottom" fmla="*/ 319320 h 3178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4" name="Google Shape;1953;p92"/>
                <p:cNvSpPr/>
                <p:nvPr/>
              </p:nvSpPr>
              <p:spPr>
                <a:xfrm>
                  <a:off x="10664280" y="1728720"/>
                  <a:ext cx="252360" cy="242640"/>
                </a:xfrm>
                <a:custGeom>
                  <a:avLst/>
                  <a:gdLst>
                    <a:gd name="textAreaLeft" fmla="*/ 0 w 252360"/>
                    <a:gd name="textAreaRight" fmla="*/ 253800 w 252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5" name="Google Shape;1954;p92"/>
                <p:cNvSpPr/>
                <p:nvPr/>
              </p:nvSpPr>
              <p:spPr>
                <a:xfrm>
                  <a:off x="10955160" y="1728720"/>
                  <a:ext cx="244800" cy="308160"/>
                </a:xfrm>
                <a:custGeom>
                  <a:avLst/>
                  <a:gdLst>
                    <a:gd name="textAreaLeft" fmla="*/ 0 w 244800"/>
                    <a:gd name="textAreaRight" fmla="*/ 246240 w 244800"/>
                    <a:gd name="textAreaTop" fmla="*/ 0 h 308160"/>
                    <a:gd name="textAreaBottom" fmla="*/ 309600 h 3081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6" name="Google Shape;1955;p92"/>
                <p:cNvSpPr/>
                <p:nvPr/>
              </p:nvSpPr>
              <p:spPr>
                <a:xfrm>
                  <a:off x="11262240" y="1648440"/>
                  <a:ext cx="68760" cy="317880"/>
                </a:xfrm>
                <a:custGeom>
                  <a:avLst/>
                  <a:gdLst>
                    <a:gd name="textAreaLeft" fmla="*/ 0 w 68760"/>
                    <a:gd name="textAreaRight" fmla="*/ 70200 w 68760"/>
                    <a:gd name="textAreaTop" fmla="*/ 0 h 317880"/>
                    <a:gd name="textAreaBottom" fmla="*/ 319320 h 3178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7" name="Google Shape;1956;p92"/>
                <p:cNvSpPr/>
                <p:nvPr/>
              </p:nvSpPr>
              <p:spPr>
                <a:xfrm>
                  <a:off x="11379240" y="1730520"/>
                  <a:ext cx="214200" cy="240120"/>
                </a:xfrm>
                <a:custGeom>
                  <a:avLst/>
                  <a:gdLst>
                    <a:gd name="textAreaLeft" fmla="*/ 0 w 214200"/>
                    <a:gd name="textAreaRight" fmla="*/ 215640 w 214200"/>
                    <a:gd name="textAreaTop" fmla="*/ 0 h 240120"/>
                    <a:gd name="textAreaBottom" fmla="*/ 241560 h 2401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8" name="Google Shape;1957;p92"/>
            <p:cNvGrpSpPr/>
            <p:nvPr/>
          </p:nvGrpSpPr>
          <p:grpSpPr>
            <a:xfrm>
              <a:off x="10207440" y="873000"/>
              <a:ext cx="1175400" cy="297360"/>
              <a:chOff x="10207440" y="873000"/>
              <a:chExt cx="1175400" cy="297360"/>
            </a:xfrm>
          </p:grpSpPr>
          <p:sp>
            <p:nvSpPr>
              <p:cNvPr id="1199" name="Google Shape;1958;p92"/>
              <p:cNvSpPr/>
              <p:nvPr/>
            </p:nvSpPr>
            <p:spPr>
              <a:xfrm>
                <a:off x="10207440" y="878040"/>
                <a:ext cx="80280" cy="102600"/>
              </a:xfrm>
              <a:custGeom>
                <a:avLst/>
                <a:gdLst>
                  <a:gd name="textAreaLeft" fmla="*/ 0 w 80280"/>
                  <a:gd name="textAreaRight" fmla="*/ 81720 w 80280"/>
                  <a:gd name="textAreaTop" fmla="*/ 0 h 102600"/>
                  <a:gd name="textAreaBottom" fmla="*/ 104040 h 1026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0" name="Google Shape;1959;p92"/>
              <p:cNvSpPr/>
              <p:nvPr/>
            </p:nvSpPr>
            <p:spPr>
              <a:xfrm>
                <a:off x="1028556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1" name="Google Shape;1960;p92"/>
              <p:cNvSpPr/>
              <p:nvPr/>
            </p:nvSpPr>
            <p:spPr>
              <a:xfrm>
                <a:off x="10381680" y="87372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" name="Google Shape;1961;p92"/>
              <p:cNvSpPr/>
              <p:nvPr/>
            </p:nvSpPr>
            <p:spPr>
              <a:xfrm>
                <a:off x="1047924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" name="Google Shape;1962;p92"/>
              <p:cNvSpPr/>
              <p:nvPr/>
            </p:nvSpPr>
            <p:spPr>
              <a:xfrm>
                <a:off x="1056456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4" name="Google Shape;1963;p92"/>
              <p:cNvSpPr/>
              <p:nvPr/>
            </p:nvSpPr>
            <p:spPr>
              <a:xfrm>
                <a:off x="1068372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5" name="Google Shape;1964;p92"/>
              <p:cNvSpPr/>
              <p:nvPr/>
            </p:nvSpPr>
            <p:spPr>
              <a:xfrm>
                <a:off x="1076940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6" name="Google Shape;1965;p92"/>
              <p:cNvSpPr/>
              <p:nvPr/>
            </p:nvSpPr>
            <p:spPr>
              <a:xfrm>
                <a:off x="10888200" y="873000"/>
                <a:ext cx="45000" cy="107640"/>
              </a:xfrm>
              <a:custGeom>
                <a:avLst/>
                <a:gdLst>
                  <a:gd name="textAreaLeft" fmla="*/ 0 w 45000"/>
                  <a:gd name="textAreaRight" fmla="*/ 46440 w 45000"/>
                  <a:gd name="textAreaTop" fmla="*/ 0 h 107640"/>
                  <a:gd name="textAreaBottom" fmla="*/ 109080 h 1076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7" name="Google Shape;1966;p92"/>
              <p:cNvSpPr/>
              <p:nvPr/>
            </p:nvSpPr>
            <p:spPr>
              <a:xfrm>
                <a:off x="10942920" y="903600"/>
                <a:ext cx="78840" cy="78840"/>
              </a:xfrm>
              <a:custGeom>
                <a:avLst/>
                <a:gdLst>
                  <a:gd name="textAreaLeft" fmla="*/ 0 w 78840"/>
                  <a:gd name="textAreaRight" fmla="*/ 80280 w 7884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Google Shape;1967;p92"/>
              <p:cNvSpPr/>
              <p:nvPr/>
            </p:nvSpPr>
            <p:spPr>
              <a:xfrm>
                <a:off x="11043720" y="90396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Google Shape;1968;p92"/>
              <p:cNvSpPr/>
              <p:nvPr/>
            </p:nvSpPr>
            <p:spPr>
              <a:xfrm>
                <a:off x="11103840" y="903600"/>
                <a:ext cx="114840" cy="77040"/>
              </a:xfrm>
              <a:custGeom>
                <a:avLst/>
                <a:gdLst>
                  <a:gd name="textAreaLeft" fmla="*/ 0 w 114840"/>
                  <a:gd name="textAreaRight" fmla="*/ 116280 w 11484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Google Shape;1969;p92"/>
              <p:cNvSpPr/>
              <p:nvPr/>
            </p:nvSpPr>
            <p:spPr>
              <a:xfrm>
                <a:off x="11239560" y="90396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Google Shape;1970;p92"/>
              <p:cNvSpPr/>
              <p:nvPr/>
            </p:nvSpPr>
            <p:spPr>
              <a:xfrm>
                <a:off x="11324880" y="903960"/>
                <a:ext cx="57960" cy="78120"/>
              </a:xfrm>
              <a:custGeom>
                <a:avLst/>
                <a:gdLst>
                  <a:gd name="textAreaLeft" fmla="*/ 0 w 57960"/>
                  <a:gd name="textAreaRight" fmla="*/ 59400 w 5796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Google Shape;1971;p92"/>
              <p:cNvSpPr/>
              <p:nvPr/>
            </p:nvSpPr>
            <p:spPr>
              <a:xfrm>
                <a:off x="1020816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Google Shape;1972;p92"/>
              <p:cNvSpPr/>
              <p:nvPr/>
            </p:nvSpPr>
            <p:spPr>
              <a:xfrm>
                <a:off x="103068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Google Shape;1973;p92"/>
              <p:cNvSpPr/>
              <p:nvPr/>
            </p:nvSpPr>
            <p:spPr>
              <a:xfrm>
                <a:off x="10438200" y="1070280"/>
                <a:ext cx="65880" cy="7812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8120"/>
                  <a:gd name="textAreaBottom" fmla="*/ 79560 h 781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5" name="Google Shape;1974;p92"/>
              <p:cNvSpPr/>
              <p:nvPr/>
            </p:nvSpPr>
            <p:spPr>
              <a:xfrm>
                <a:off x="10530360" y="1069560"/>
                <a:ext cx="76320" cy="10080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0800"/>
                  <a:gd name="textAreaBottom" fmla="*/ 102240 h 1008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Google Shape;1975;p92"/>
              <p:cNvSpPr/>
              <p:nvPr/>
            </p:nvSpPr>
            <p:spPr>
              <a:xfrm>
                <a:off x="1062900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Google Shape;1976;p92"/>
              <p:cNvSpPr/>
              <p:nvPr/>
            </p:nvSpPr>
            <p:spPr>
              <a:xfrm>
                <a:off x="1068120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Google Shape;1977;p92"/>
              <p:cNvSpPr/>
              <p:nvPr/>
            </p:nvSpPr>
            <p:spPr>
              <a:xfrm>
                <a:off x="10774080" y="1069560"/>
                <a:ext cx="65880" cy="77040"/>
              </a:xfrm>
              <a:custGeom>
                <a:avLst/>
                <a:gdLst>
                  <a:gd name="textAreaLeft" fmla="*/ 0 w 65880"/>
                  <a:gd name="textAreaRight" fmla="*/ 67320 w 65880"/>
                  <a:gd name="textAreaTop" fmla="*/ 0 h 77040"/>
                  <a:gd name="textAreaBottom" fmla="*/ 78480 h 770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9" name="Google Shape;1978;p92"/>
              <p:cNvSpPr/>
              <p:nvPr/>
            </p:nvSpPr>
            <p:spPr>
              <a:xfrm>
                <a:off x="10860840" y="1039680"/>
                <a:ext cx="76320" cy="108720"/>
              </a:xfrm>
              <a:custGeom>
                <a:avLst/>
                <a:gdLst>
                  <a:gd name="textAreaLeft" fmla="*/ 0 w 76320"/>
                  <a:gd name="textAreaRight" fmla="*/ 77760 w 76320"/>
                  <a:gd name="textAreaTop" fmla="*/ 0 h 108720"/>
                  <a:gd name="textAreaBottom" fmla="*/ 110160 h 1087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0" name="Google Shape;1979;p92"/>
              <p:cNvSpPr/>
              <p:nvPr/>
            </p:nvSpPr>
            <p:spPr>
              <a:xfrm>
                <a:off x="10959480" y="1069920"/>
                <a:ext cx="71280" cy="78840"/>
              </a:xfrm>
              <a:custGeom>
                <a:avLst/>
                <a:gdLst>
                  <a:gd name="textAreaLeft" fmla="*/ 0 w 71280"/>
                  <a:gd name="textAreaRight" fmla="*/ 72720 w 71280"/>
                  <a:gd name="textAreaTop" fmla="*/ 0 h 78840"/>
                  <a:gd name="textAreaBottom" fmla="*/ 80280 h 788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Google Shape;1980;p92"/>
              <p:cNvSpPr/>
              <p:nvPr/>
            </p:nvSpPr>
            <p:spPr>
              <a:xfrm>
                <a:off x="11052360" y="1069920"/>
                <a:ext cx="41400" cy="76680"/>
              </a:xfrm>
              <a:custGeom>
                <a:avLst/>
                <a:gdLst>
                  <a:gd name="textAreaLeft" fmla="*/ 0 w 41400"/>
                  <a:gd name="textAreaRight" fmla="*/ 42840 w 41400"/>
                  <a:gd name="textAreaTop" fmla="*/ 0 h 76680"/>
                  <a:gd name="textAreaBottom" fmla="*/ 78120 h 766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22" name="Google Shape;1981;p92"/>
            <p:cNvGrpSpPr/>
            <p:nvPr/>
          </p:nvGrpSpPr>
          <p:grpSpPr>
            <a:xfrm>
              <a:off x="10113480" y="597240"/>
              <a:ext cx="608040" cy="151200"/>
              <a:chOff x="10113480" y="597240"/>
              <a:chExt cx="608040" cy="151200"/>
            </a:xfrm>
          </p:grpSpPr>
          <p:sp>
            <p:nvSpPr>
              <p:cNvPr id="1223" name="Google Shape;1982;p92"/>
              <p:cNvSpPr/>
              <p:nvPr/>
            </p:nvSpPr>
            <p:spPr>
              <a:xfrm>
                <a:off x="10627560" y="603360"/>
                <a:ext cx="93960" cy="144360"/>
              </a:xfrm>
              <a:custGeom>
                <a:avLst/>
                <a:gdLst>
                  <a:gd name="textAreaLeft" fmla="*/ 0 w 93960"/>
                  <a:gd name="textAreaRight" fmla="*/ 95400 w 93960"/>
                  <a:gd name="textAreaTop" fmla="*/ 0 h 144360"/>
                  <a:gd name="textAreaBottom" fmla="*/ 145800 h 1443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Google Shape;1983;p92"/>
              <p:cNvSpPr/>
              <p:nvPr/>
            </p:nvSpPr>
            <p:spPr>
              <a:xfrm>
                <a:off x="10113480" y="597240"/>
                <a:ext cx="136440" cy="151200"/>
              </a:xfrm>
              <a:custGeom>
                <a:avLst/>
                <a:gdLst>
                  <a:gd name="textAreaLeft" fmla="*/ 0 w 136440"/>
                  <a:gd name="textAreaRight" fmla="*/ 137880 w 136440"/>
                  <a:gd name="textAreaTop" fmla="*/ 0 h 151200"/>
                  <a:gd name="textAreaBottom" fmla="*/ 152640 h 1512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5" name="Google Shape;1984;p92"/>
              <p:cNvSpPr/>
              <p:nvPr/>
            </p:nvSpPr>
            <p:spPr>
              <a:xfrm>
                <a:off x="10246320" y="618480"/>
                <a:ext cx="132840" cy="125280"/>
              </a:xfrm>
              <a:custGeom>
                <a:avLst/>
                <a:gdLst>
                  <a:gd name="textAreaLeft" fmla="*/ 0 w 132840"/>
                  <a:gd name="textAreaRight" fmla="*/ 134280 w 132840"/>
                  <a:gd name="textAreaTop" fmla="*/ 0 h 125280"/>
                  <a:gd name="textAreaBottom" fmla="*/ 126720 h 1252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6" name="Google Shape;1985;p92"/>
              <p:cNvSpPr/>
              <p:nvPr/>
            </p:nvSpPr>
            <p:spPr>
              <a:xfrm>
                <a:off x="10378800" y="619920"/>
                <a:ext cx="124200" cy="121680"/>
              </a:xfrm>
              <a:custGeom>
                <a:avLst/>
                <a:gdLst>
                  <a:gd name="textAreaLeft" fmla="*/ 0 w 124200"/>
                  <a:gd name="textAreaRight" fmla="*/ 125640 w 124200"/>
                  <a:gd name="textAreaTop" fmla="*/ 0 h 121680"/>
                  <a:gd name="textAreaBottom" fmla="*/ 123120 h 1216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Google Shape;1986;p92"/>
              <p:cNvSpPr/>
              <p:nvPr/>
            </p:nvSpPr>
            <p:spPr>
              <a:xfrm>
                <a:off x="10503000" y="619200"/>
                <a:ext cx="125280" cy="123840"/>
              </a:xfrm>
              <a:custGeom>
                <a:avLst/>
                <a:gdLst>
                  <a:gd name="textAreaLeft" fmla="*/ 0 w 125280"/>
                  <a:gd name="textAreaRight" fmla="*/ 126720 w 125280"/>
                  <a:gd name="textAreaTop" fmla="*/ 0 h 123840"/>
                  <a:gd name="textAreaBottom" fmla="*/ 125280 h 1238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988;p93"/>
          <p:cNvSpPr/>
          <p:nvPr/>
        </p:nvSpPr>
        <p:spPr>
          <a:xfrm>
            <a:off x="8377920" y="13320"/>
            <a:ext cx="3610440" cy="3610440"/>
          </a:xfrm>
          <a:custGeom>
            <a:avLst/>
            <a:gdLst>
              <a:gd name="textAreaLeft" fmla="*/ 0 w 3610440"/>
              <a:gd name="textAreaRight" fmla="*/ 3611880 w 3610440"/>
              <a:gd name="textAreaTop" fmla="*/ 0 h 3610440"/>
              <a:gd name="textAreaBottom" fmla="*/ 3611880 h 36104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Google Shape;1989;p93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0" name="Google Shape;1990;p93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Google Shape;1991;p93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2" name="Google Shape;1992;p93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3" name="Google Shape;1993;p93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Google Shape;1994;p93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Google Shape;1995;p93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Google Shape;1996;p93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Google Shape;1997;p93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Google Shape;1998;p93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39" name="Google Shape;1999;p93"/>
          <p:cNvGrpSpPr/>
          <p:nvPr/>
        </p:nvGrpSpPr>
        <p:grpSpPr>
          <a:xfrm>
            <a:off x="-2185920" y="0"/>
            <a:ext cx="930960" cy="6856560"/>
            <a:chOff x="-2185920" y="0"/>
            <a:chExt cx="930960" cy="6856560"/>
          </a:xfrm>
        </p:grpSpPr>
        <p:sp>
          <p:nvSpPr>
            <p:cNvPr id="1240" name="Google Shape;2000;p93"/>
            <p:cNvSpPr/>
            <p:nvPr/>
          </p:nvSpPr>
          <p:spPr>
            <a:xfrm>
              <a:off x="-2185920" y="0"/>
              <a:ext cx="316080" cy="68565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Google Shape;2001;p93"/>
            <p:cNvSpPr/>
            <p:nvPr/>
          </p:nvSpPr>
          <p:spPr>
            <a:xfrm>
              <a:off x="-2185920" y="0"/>
              <a:ext cx="316080" cy="24876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2" name="Google Shape;2002;p93"/>
            <p:cNvSpPr/>
            <p:nvPr/>
          </p:nvSpPr>
          <p:spPr>
            <a:xfrm>
              <a:off x="-1881720" y="0"/>
              <a:ext cx="316080" cy="68565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3" name="Google Shape;2003;p93"/>
            <p:cNvSpPr/>
            <p:nvPr/>
          </p:nvSpPr>
          <p:spPr>
            <a:xfrm>
              <a:off x="-1881720" y="4368960"/>
              <a:ext cx="316080" cy="24876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Google Shape;2004;p93"/>
            <p:cNvSpPr/>
            <p:nvPr/>
          </p:nvSpPr>
          <p:spPr>
            <a:xfrm>
              <a:off x="-1571040" y="0"/>
              <a:ext cx="316080" cy="68565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Google Shape;2005;p93"/>
            <p:cNvSpPr/>
            <p:nvPr/>
          </p:nvSpPr>
          <p:spPr>
            <a:xfrm>
              <a:off x="-1571040" y="0"/>
              <a:ext cx="316080" cy="24876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6" name="Google Shape;2006;p93"/>
          <p:cNvGrpSpPr/>
          <p:nvPr/>
        </p:nvGrpSpPr>
        <p:grpSpPr>
          <a:xfrm>
            <a:off x="1734120" y="843120"/>
            <a:ext cx="1368720" cy="1094760"/>
            <a:chOff x="1734120" y="843120"/>
            <a:chExt cx="1368720" cy="1094760"/>
          </a:xfrm>
        </p:grpSpPr>
        <p:sp>
          <p:nvSpPr>
            <p:cNvPr id="1247" name="Google Shape;2007;p93"/>
            <p:cNvSpPr/>
            <p:nvPr/>
          </p:nvSpPr>
          <p:spPr>
            <a:xfrm>
              <a:off x="2282400" y="84312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8" name="Google Shape;2008;p93"/>
            <p:cNvSpPr/>
            <p:nvPr/>
          </p:nvSpPr>
          <p:spPr>
            <a:xfrm>
              <a:off x="2008080" y="111744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9" name="Google Shape;2009;p93"/>
            <p:cNvSpPr/>
            <p:nvPr/>
          </p:nvSpPr>
          <p:spPr>
            <a:xfrm>
              <a:off x="1734120" y="13914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0" name="Google Shape;2010;p93"/>
            <p:cNvSpPr/>
            <p:nvPr/>
          </p:nvSpPr>
          <p:spPr>
            <a:xfrm>
              <a:off x="173412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1" name="Google Shape;2011;p93"/>
            <p:cNvSpPr/>
            <p:nvPr/>
          </p:nvSpPr>
          <p:spPr>
            <a:xfrm>
              <a:off x="200808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Google Shape;2012;p93"/>
            <p:cNvSpPr/>
            <p:nvPr/>
          </p:nvSpPr>
          <p:spPr>
            <a:xfrm>
              <a:off x="228240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Google Shape;2013;p93"/>
            <p:cNvSpPr/>
            <p:nvPr/>
          </p:nvSpPr>
          <p:spPr>
            <a:xfrm>
              <a:off x="255636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4" name="Google Shape;2014;p93"/>
            <p:cNvSpPr/>
            <p:nvPr/>
          </p:nvSpPr>
          <p:spPr>
            <a:xfrm>
              <a:off x="283032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5" name="Google Shape;2015;p93"/>
            <p:cNvSpPr/>
            <p:nvPr/>
          </p:nvSpPr>
          <p:spPr>
            <a:xfrm>
              <a:off x="2830320" y="13914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Google Shape;2016;p93"/>
            <p:cNvSpPr/>
            <p:nvPr/>
          </p:nvSpPr>
          <p:spPr>
            <a:xfrm>
              <a:off x="2556360" y="111744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57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5360" cy="615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58" name="Google Shape;2018;p93"/>
          <p:cNvGrpSpPr/>
          <p:nvPr/>
        </p:nvGrpSpPr>
        <p:grpSpPr>
          <a:xfrm>
            <a:off x="1684080" y="792720"/>
            <a:ext cx="1368720" cy="1094760"/>
            <a:chOff x="1684080" y="792720"/>
            <a:chExt cx="1368720" cy="1094760"/>
          </a:xfrm>
        </p:grpSpPr>
        <p:sp>
          <p:nvSpPr>
            <p:cNvPr id="1259" name="Google Shape;2019;p93"/>
            <p:cNvSpPr/>
            <p:nvPr/>
          </p:nvSpPr>
          <p:spPr>
            <a:xfrm>
              <a:off x="2232000" y="79272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0" name="Google Shape;2020;p93"/>
            <p:cNvSpPr/>
            <p:nvPr/>
          </p:nvSpPr>
          <p:spPr>
            <a:xfrm>
              <a:off x="1958040" y="106668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Google Shape;2021;p93"/>
            <p:cNvSpPr/>
            <p:nvPr/>
          </p:nvSpPr>
          <p:spPr>
            <a:xfrm>
              <a:off x="1684080" y="13410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Google Shape;2022;p93"/>
            <p:cNvSpPr/>
            <p:nvPr/>
          </p:nvSpPr>
          <p:spPr>
            <a:xfrm>
              <a:off x="168408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Google Shape;2023;p93"/>
            <p:cNvSpPr/>
            <p:nvPr/>
          </p:nvSpPr>
          <p:spPr>
            <a:xfrm>
              <a:off x="195804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4" name="Google Shape;2024;p93"/>
            <p:cNvSpPr/>
            <p:nvPr/>
          </p:nvSpPr>
          <p:spPr>
            <a:xfrm>
              <a:off x="223200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5" name="Google Shape;2025;p93"/>
            <p:cNvSpPr/>
            <p:nvPr/>
          </p:nvSpPr>
          <p:spPr>
            <a:xfrm>
              <a:off x="250632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Google Shape;2026;p93"/>
            <p:cNvSpPr/>
            <p:nvPr/>
          </p:nvSpPr>
          <p:spPr>
            <a:xfrm>
              <a:off x="2780280" y="16149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Google Shape;2027;p93"/>
            <p:cNvSpPr/>
            <p:nvPr/>
          </p:nvSpPr>
          <p:spPr>
            <a:xfrm>
              <a:off x="2780280" y="13410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8" name="Google Shape;2028;p93"/>
            <p:cNvSpPr/>
            <p:nvPr/>
          </p:nvSpPr>
          <p:spPr>
            <a:xfrm>
              <a:off x="2506320" y="106668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9" name="Google Shape;2029;p93"/>
          <p:cNvSpPr/>
          <p:nvPr/>
        </p:nvSpPr>
        <p:spPr>
          <a:xfrm>
            <a:off x="690480" y="275760"/>
            <a:ext cx="3777480" cy="15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Google Shape;2030;p93"/>
          <p:cNvSpPr/>
          <p:nvPr/>
        </p:nvSpPr>
        <p:spPr>
          <a:xfrm>
            <a:off x="706680" y="3871800"/>
            <a:ext cx="3557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1" name="Google Shape;2031;p93"/>
          <p:cNvGrpSpPr/>
          <p:nvPr/>
        </p:nvGrpSpPr>
        <p:grpSpPr>
          <a:xfrm>
            <a:off x="795240" y="2890800"/>
            <a:ext cx="3672720" cy="3107520"/>
            <a:chOff x="795240" y="2890800"/>
            <a:chExt cx="3672720" cy="3107520"/>
          </a:xfrm>
        </p:grpSpPr>
        <p:sp>
          <p:nvSpPr>
            <p:cNvPr id="1272" name="Google Shape;2032;p93"/>
            <p:cNvSpPr/>
            <p:nvPr/>
          </p:nvSpPr>
          <p:spPr>
            <a:xfrm>
              <a:off x="795240" y="4303800"/>
              <a:ext cx="563760" cy="169452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694520"/>
                <a:gd name="textAreaBottom" fmla="*/ 1695960 h 16945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3" name="Google Shape;2033;p93"/>
            <p:cNvSpPr/>
            <p:nvPr/>
          </p:nvSpPr>
          <p:spPr>
            <a:xfrm>
              <a:off x="3904200" y="3738600"/>
              <a:ext cx="563760" cy="112896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4" name="Google Shape;2034;p93"/>
            <p:cNvSpPr/>
            <p:nvPr/>
          </p:nvSpPr>
          <p:spPr>
            <a:xfrm>
              <a:off x="4186800" y="543456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5" name="Google Shape;2035;p93"/>
            <p:cNvSpPr/>
            <p:nvPr/>
          </p:nvSpPr>
          <p:spPr>
            <a:xfrm>
              <a:off x="2490840" y="317340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6" name="Google Shape;2036;p93"/>
            <p:cNvSpPr/>
            <p:nvPr/>
          </p:nvSpPr>
          <p:spPr>
            <a:xfrm>
              <a:off x="1360440" y="2890800"/>
              <a:ext cx="1128960" cy="1128960"/>
            </a:xfrm>
            <a:custGeom>
              <a:avLst/>
              <a:gdLst>
                <a:gd name="textAreaLeft" fmla="*/ 0 w 1128960"/>
                <a:gd name="textAreaRight" fmla="*/ 1130400 w 11289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7" name="Google Shape;2037;p93"/>
            <p:cNvSpPr/>
            <p:nvPr/>
          </p:nvSpPr>
          <p:spPr>
            <a:xfrm>
              <a:off x="1925640" y="4303800"/>
              <a:ext cx="1411560" cy="1411560"/>
            </a:xfrm>
            <a:custGeom>
              <a:avLst/>
              <a:gdLst>
                <a:gd name="textAreaLeft" fmla="*/ 0 w 1411560"/>
                <a:gd name="textAreaRight" fmla="*/ 1413000 w 1411560"/>
                <a:gd name="textAreaTop" fmla="*/ 0 h 1411560"/>
                <a:gd name="textAreaBottom" fmla="*/ 1413000 h 14115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8" name="Google Shape;2038;p93"/>
          <p:cNvGrpSpPr/>
          <p:nvPr/>
        </p:nvGrpSpPr>
        <p:grpSpPr>
          <a:xfrm>
            <a:off x="401040" y="198360"/>
            <a:ext cx="691920" cy="691920"/>
            <a:chOff x="401040" y="198360"/>
            <a:chExt cx="691920" cy="691920"/>
          </a:xfrm>
        </p:grpSpPr>
        <p:sp>
          <p:nvSpPr>
            <p:cNvPr id="1279" name="Google Shape;2039;p93"/>
            <p:cNvSpPr/>
            <p:nvPr/>
          </p:nvSpPr>
          <p:spPr>
            <a:xfrm>
              <a:off x="401040" y="545040"/>
              <a:ext cx="345240" cy="34524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Google Shape;2040;p93"/>
            <p:cNvSpPr/>
            <p:nvPr/>
          </p:nvSpPr>
          <p:spPr>
            <a:xfrm>
              <a:off x="747720" y="198360"/>
              <a:ext cx="345240" cy="34524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81" name="Google Shape;2041;p93"/>
          <p:cNvGrpSpPr/>
          <p:nvPr/>
        </p:nvGrpSpPr>
        <p:grpSpPr>
          <a:xfrm>
            <a:off x="9798120" y="5367240"/>
            <a:ext cx="1396800" cy="730080"/>
            <a:chOff x="9798120" y="5367240"/>
            <a:chExt cx="1396800" cy="730080"/>
          </a:xfrm>
        </p:grpSpPr>
        <p:grpSp>
          <p:nvGrpSpPr>
            <p:cNvPr id="1282" name="Google Shape;2042;p93"/>
            <p:cNvGrpSpPr/>
            <p:nvPr/>
          </p:nvGrpSpPr>
          <p:grpSpPr>
            <a:xfrm>
              <a:off x="9798120" y="5367240"/>
              <a:ext cx="1163160" cy="283680"/>
              <a:chOff x="9798120" y="5367240"/>
              <a:chExt cx="1163160" cy="283680"/>
            </a:xfrm>
          </p:grpSpPr>
          <p:sp>
            <p:nvSpPr>
              <p:cNvPr id="1283" name="Google Shape;2043;p93"/>
              <p:cNvSpPr/>
              <p:nvPr/>
            </p:nvSpPr>
            <p:spPr>
              <a:xfrm>
                <a:off x="9798120" y="5367240"/>
                <a:ext cx="140760" cy="282240"/>
              </a:xfrm>
              <a:custGeom>
                <a:avLst/>
                <a:gdLst>
                  <a:gd name="textAreaLeft" fmla="*/ 0 w 140760"/>
                  <a:gd name="textAreaRight" fmla="*/ 142200 w 140760"/>
                  <a:gd name="textAreaTop" fmla="*/ 0 h 282240"/>
                  <a:gd name="textAreaBottom" fmla="*/ 283680 h 2822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4" name="Google Shape;2044;p93"/>
              <p:cNvSpPr/>
              <p:nvPr/>
            </p:nvSpPr>
            <p:spPr>
              <a:xfrm>
                <a:off x="9969840" y="5420160"/>
                <a:ext cx="217440" cy="230760"/>
              </a:xfrm>
              <a:custGeom>
                <a:avLst/>
                <a:gdLst>
                  <a:gd name="textAreaLeft" fmla="*/ 0 w 217440"/>
                  <a:gd name="textAreaRight" fmla="*/ 218880 w 21744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Google Shape;2045;p93"/>
              <p:cNvSpPr/>
              <p:nvPr/>
            </p:nvSpPr>
            <p:spPr>
              <a:xfrm>
                <a:off x="10224720" y="5420160"/>
                <a:ext cx="205560" cy="230760"/>
              </a:xfrm>
              <a:custGeom>
                <a:avLst/>
                <a:gdLst>
                  <a:gd name="textAreaLeft" fmla="*/ 0 w 205560"/>
                  <a:gd name="textAreaRight" fmla="*/ 207000 w 2055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Google Shape;2046;p93"/>
              <p:cNvSpPr/>
              <p:nvPr/>
            </p:nvSpPr>
            <p:spPr>
              <a:xfrm>
                <a:off x="10473120" y="5420160"/>
                <a:ext cx="202680" cy="225720"/>
              </a:xfrm>
              <a:custGeom>
                <a:avLst/>
                <a:gdLst>
                  <a:gd name="textAreaLeft" fmla="*/ 0 w 202680"/>
                  <a:gd name="textAreaRight" fmla="*/ 204120 w 202680"/>
                  <a:gd name="textAreaTop" fmla="*/ 0 h 225720"/>
                  <a:gd name="textAreaBottom" fmla="*/ 227160 h 2257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Google Shape;2047;p93"/>
              <p:cNvSpPr/>
              <p:nvPr/>
            </p:nvSpPr>
            <p:spPr>
              <a:xfrm>
                <a:off x="10721520" y="542016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88" name="Google Shape;2048;p93"/>
            <p:cNvGrpSpPr/>
            <p:nvPr/>
          </p:nvGrpSpPr>
          <p:grpSpPr>
            <a:xfrm>
              <a:off x="10199160" y="5727600"/>
              <a:ext cx="995760" cy="369720"/>
              <a:chOff x="10199160" y="5727600"/>
              <a:chExt cx="995760" cy="369720"/>
            </a:xfrm>
          </p:grpSpPr>
          <p:sp>
            <p:nvSpPr>
              <p:cNvPr id="1289" name="Google Shape;2049;p93"/>
              <p:cNvSpPr/>
              <p:nvPr/>
            </p:nvSpPr>
            <p:spPr>
              <a:xfrm>
                <a:off x="10199160" y="5727600"/>
                <a:ext cx="61920" cy="302040"/>
              </a:xfrm>
              <a:custGeom>
                <a:avLst/>
                <a:gdLst>
                  <a:gd name="textAreaLeft" fmla="*/ 0 w 61920"/>
                  <a:gd name="textAreaRight" fmla="*/ 63360 w 6192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Google Shape;2050;p93"/>
              <p:cNvSpPr/>
              <p:nvPr/>
            </p:nvSpPr>
            <p:spPr>
              <a:xfrm>
                <a:off x="10311120" y="580428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1" name="Google Shape;2051;p93"/>
              <p:cNvSpPr/>
              <p:nvPr/>
            </p:nvSpPr>
            <p:spPr>
              <a:xfrm>
                <a:off x="10588320" y="5804280"/>
                <a:ext cx="232560" cy="293040"/>
              </a:xfrm>
              <a:custGeom>
                <a:avLst/>
                <a:gdLst>
                  <a:gd name="textAreaLeft" fmla="*/ 0 w 232560"/>
                  <a:gd name="textAreaRight" fmla="*/ 234000 w 232560"/>
                  <a:gd name="textAreaTop" fmla="*/ 0 h 293040"/>
                  <a:gd name="textAreaBottom" fmla="*/ 294480 h 2930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2" name="Google Shape;2052;p93"/>
              <p:cNvSpPr/>
              <p:nvPr/>
            </p:nvSpPr>
            <p:spPr>
              <a:xfrm>
                <a:off x="10880280" y="5727600"/>
                <a:ext cx="65160" cy="30204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3" name="Google Shape;2053;p93"/>
              <p:cNvSpPr/>
              <p:nvPr/>
            </p:nvSpPr>
            <p:spPr>
              <a:xfrm>
                <a:off x="10991160" y="5806080"/>
                <a:ext cx="203760" cy="228240"/>
              </a:xfrm>
              <a:custGeom>
                <a:avLst/>
                <a:gdLst>
                  <a:gd name="textAreaLeft" fmla="*/ 0 w 203760"/>
                  <a:gd name="textAreaRight" fmla="*/ 205200 w 203760"/>
                  <a:gd name="textAreaTop" fmla="*/ 0 h 228240"/>
                  <a:gd name="textAreaBottom" fmla="*/ 229680 h 2282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94" name="Google Shape;2054;p93"/>
          <p:cNvGrpSpPr/>
          <p:nvPr/>
        </p:nvGrpSpPr>
        <p:grpSpPr>
          <a:xfrm>
            <a:off x="9880920" y="5104080"/>
            <a:ext cx="578160" cy="143640"/>
            <a:chOff x="9880920" y="5104080"/>
            <a:chExt cx="578160" cy="143640"/>
          </a:xfrm>
        </p:grpSpPr>
        <p:sp>
          <p:nvSpPr>
            <p:cNvPr id="1295" name="Google Shape;2055;p93"/>
            <p:cNvSpPr/>
            <p:nvPr/>
          </p:nvSpPr>
          <p:spPr>
            <a:xfrm>
              <a:off x="10369800" y="5109840"/>
              <a:ext cx="89280" cy="137160"/>
            </a:xfrm>
            <a:custGeom>
              <a:avLst/>
              <a:gdLst>
                <a:gd name="textAreaLeft" fmla="*/ 0 w 89280"/>
                <a:gd name="textAreaRight" fmla="*/ 90720 w 89280"/>
                <a:gd name="textAreaTop" fmla="*/ 0 h 137160"/>
                <a:gd name="textAreaBottom" fmla="*/ 138600 h 1371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6" name="Google Shape;2056;p93"/>
            <p:cNvSpPr/>
            <p:nvPr/>
          </p:nvSpPr>
          <p:spPr>
            <a:xfrm>
              <a:off x="9880920" y="5104080"/>
              <a:ext cx="129600" cy="143640"/>
            </a:xfrm>
            <a:custGeom>
              <a:avLst/>
              <a:gdLst>
                <a:gd name="textAreaLeft" fmla="*/ 0 w 129600"/>
                <a:gd name="textAreaRight" fmla="*/ 131040 w 129600"/>
                <a:gd name="textAreaTop" fmla="*/ 0 h 143640"/>
                <a:gd name="textAreaBottom" fmla="*/ 145080 h 1436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7" name="Google Shape;2057;p93"/>
            <p:cNvSpPr/>
            <p:nvPr/>
          </p:nvSpPr>
          <p:spPr>
            <a:xfrm>
              <a:off x="10007280" y="5124240"/>
              <a:ext cx="126000" cy="119160"/>
            </a:xfrm>
            <a:custGeom>
              <a:avLst/>
              <a:gdLst>
                <a:gd name="textAreaLeft" fmla="*/ 0 w 126000"/>
                <a:gd name="textAreaRight" fmla="*/ 127440 w 126000"/>
                <a:gd name="textAreaTop" fmla="*/ 0 h 119160"/>
                <a:gd name="textAreaBottom" fmla="*/ 120600 h 1191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8" name="Google Shape;2058;p93"/>
            <p:cNvSpPr/>
            <p:nvPr/>
          </p:nvSpPr>
          <p:spPr>
            <a:xfrm>
              <a:off x="10133280" y="5125680"/>
              <a:ext cx="117720" cy="115560"/>
            </a:xfrm>
            <a:custGeom>
              <a:avLst/>
              <a:gdLst>
                <a:gd name="textAreaLeft" fmla="*/ 0 w 117720"/>
                <a:gd name="textAreaRight" fmla="*/ 119160 w 117720"/>
                <a:gd name="textAreaTop" fmla="*/ 0 h 115560"/>
                <a:gd name="textAreaBottom" fmla="*/ 117000 h 1155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9" name="Google Shape;2059;p93"/>
            <p:cNvSpPr/>
            <p:nvPr/>
          </p:nvSpPr>
          <p:spPr>
            <a:xfrm>
              <a:off x="10251720" y="5124960"/>
              <a:ext cx="118800" cy="117720"/>
            </a:xfrm>
            <a:custGeom>
              <a:avLst/>
              <a:gdLst>
                <a:gd name="textAreaLeft" fmla="*/ 0 w 118800"/>
                <a:gd name="textAreaRight" fmla="*/ 120240 w 118800"/>
                <a:gd name="textAreaTop" fmla="*/ 0 h 117720"/>
                <a:gd name="textAreaBottom" fmla="*/ 119160 h 1177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512;p65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1" name="Google Shape;513;p65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2" name="Google Shape;514;p65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3" name="Google Shape;515;p65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4" name="Google Shape;516;p65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Google Shape;517;p65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Google Shape;518;p65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Google Shape;519;p65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Google Shape;520;p65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Google Shape;521;p65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40" name="Google Shape;522;p65"/>
          <p:cNvGrpSpPr/>
          <p:nvPr/>
        </p:nvGrpSpPr>
        <p:grpSpPr>
          <a:xfrm>
            <a:off x="7106040" y="1171080"/>
            <a:ext cx="2656440" cy="1625760"/>
            <a:chOff x="7106040" y="1171080"/>
            <a:chExt cx="2656440" cy="1625760"/>
          </a:xfrm>
        </p:grpSpPr>
        <p:grpSp>
          <p:nvGrpSpPr>
            <p:cNvPr id="1441" name="Google Shape;523;p65"/>
            <p:cNvGrpSpPr/>
            <p:nvPr/>
          </p:nvGrpSpPr>
          <p:grpSpPr>
            <a:xfrm>
              <a:off x="7106040" y="1171080"/>
              <a:ext cx="1300320" cy="1625760"/>
              <a:chOff x="7106040" y="1171080"/>
              <a:chExt cx="1300320" cy="1625760"/>
            </a:xfrm>
          </p:grpSpPr>
          <p:sp>
            <p:nvSpPr>
              <p:cNvPr id="1442" name="Google Shape;524;p65"/>
              <p:cNvSpPr/>
              <p:nvPr/>
            </p:nvSpPr>
            <p:spPr>
              <a:xfrm>
                <a:off x="8082360" y="1821960"/>
                <a:ext cx="324000" cy="324000"/>
              </a:xfrm>
              <a:custGeom>
                <a:avLst/>
                <a:gdLst>
                  <a:gd name="textAreaLeft" fmla="*/ 0 w 324000"/>
                  <a:gd name="textAreaRight" fmla="*/ 325440 w 324000"/>
                  <a:gd name="textAreaTop" fmla="*/ 0 h 324000"/>
                  <a:gd name="textAreaBottom" fmla="*/ 325440 h 3240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3" name="Google Shape;525;p65"/>
              <p:cNvSpPr/>
              <p:nvPr/>
            </p:nvSpPr>
            <p:spPr>
              <a:xfrm>
                <a:off x="7756920" y="1496520"/>
                <a:ext cx="324000" cy="324000"/>
              </a:xfrm>
              <a:custGeom>
                <a:avLst/>
                <a:gdLst>
                  <a:gd name="textAreaLeft" fmla="*/ 0 w 324000"/>
                  <a:gd name="textAreaRight" fmla="*/ 325440 w 324000"/>
                  <a:gd name="textAreaTop" fmla="*/ 0 h 324000"/>
                  <a:gd name="textAreaBottom" fmla="*/ 325440 h 3240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4" name="Google Shape;526;p65"/>
              <p:cNvSpPr/>
              <p:nvPr/>
            </p:nvSpPr>
            <p:spPr>
              <a:xfrm>
                <a:off x="7431480" y="1171080"/>
                <a:ext cx="324000" cy="324000"/>
              </a:xfrm>
              <a:custGeom>
                <a:avLst/>
                <a:gdLst>
                  <a:gd name="textAreaLeft" fmla="*/ 0 w 324000"/>
                  <a:gd name="textAreaRight" fmla="*/ 325440 w 324000"/>
                  <a:gd name="textAreaTop" fmla="*/ 0 h 324000"/>
                  <a:gd name="textAreaBottom" fmla="*/ 325440 h 3240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5" name="Google Shape;527;p65"/>
              <p:cNvSpPr/>
              <p:nvPr/>
            </p:nvSpPr>
            <p:spPr>
              <a:xfrm>
                <a:off x="7106040" y="1171080"/>
                <a:ext cx="324000" cy="324000"/>
              </a:xfrm>
              <a:custGeom>
                <a:avLst/>
                <a:gdLst>
                  <a:gd name="textAreaLeft" fmla="*/ 0 w 324000"/>
                  <a:gd name="textAreaRight" fmla="*/ 325440 w 324000"/>
                  <a:gd name="textAreaTop" fmla="*/ 0 h 324000"/>
                  <a:gd name="textAreaBottom" fmla="*/ 325440 h 3240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6" name="Google Shape;528;p65"/>
              <p:cNvSpPr/>
              <p:nvPr/>
            </p:nvSpPr>
            <p:spPr>
              <a:xfrm>
                <a:off x="7756920" y="2147400"/>
                <a:ext cx="324000" cy="324000"/>
              </a:xfrm>
              <a:custGeom>
                <a:avLst/>
                <a:gdLst>
                  <a:gd name="textAreaLeft" fmla="*/ 0 w 324000"/>
                  <a:gd name="textAreaRight" fmla="*/ 325440 w 324000"/>
                  <a:gd name="textAreaTop" fmla="*/ 0 h 324000"/>
                  <a:gd name="textAreaBottom" fmla="*/ 325440 h 3240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7" name="Google Shape;529;p65"/>
              <p:cNvSpPr/>
              <p:nvPr/>
            </p:nvSpPr>
            <p:spPr>
              <a:xfrm>
                <a:off x="7431480" y="2472840"/>
                <a:ext cx="324000" cy="324000"/>
              </a:xfrm>
              <a:custGeom>
                <a:avLst/>
                <a:gdLst>
                  <a:gd name="textAreaLeft" fmla="*/ 0 w 324000"/>
                  <a:gd name="textAreaRight" fmla="*/ 325440 w 324000"/>
                  <a:gd name="textAreaTop" fmla="*/ 0 h 324000"/>
                  <a:gd name="textAreaBottom" fmla="*/ 325440 h 3240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8" name="Google Shape;530;p65"/>
              <p:cNvSpPr/>
              <p:nvPr/>
            </p:nvSpPr>
            <p:spPr>
              <a:xfrm>
                <a:off x="7106040" y="2472840"/>
                <a:ext cx="324000" cy="324000"/>
              </a:xfrm>
              <a:custGeom>
                <a:avLst/>
                <a:gdLst>
                  <a:gd name="textAreaLeft" fmla="*/ 0 w 324000"/>
                  <a:gd name="textAreaRight" fmla="*/ 325440 w 324000"/>
                  <a:gd name="textAreaTop" fmla="*/ 0 h 324000"/>
                  <a:gd name="textAreaBottom" fmla="*/ 325440 h 3240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9" name="Google Shape;531;p65"/>
            <p:cNvSpPr/>
            <p:nvPr/>
          </p:nvSpPr>
          <p:spPr>
            <a:xfrm>
              <a:off x="9438480" y="18219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0" name="Google Shape;532;p65"/>
            <p:cNvSpPr/>
            <p:nvPr/>
          </p:nvSpPr>
          <p:spPr>
            <a:xfrm>
              <a:off x="9113040" y="149652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1" name="Google Shape;533;p65"/>
            <p:cNvSpPr/>
            <p:nvPr/>
          </p:nvSpPr>
          <p:spPr>
            <a:xfrm>
              <a:off x="8787600" y="11710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2" name="Google Shape;534;p65"/>
            <p:cNvSpPr/>
            <p:nvPr/>
          </p:nvSpPr>
          <p:spPr>
            <a:xfrm>
              <a:off x="8462160" y="11710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3" name="Google Shape;535;p65"/>
            <p:cNvSpPr/>
            <p:nvPr/>
          </p:nvSpPr>
          <p:spPr>
            <a:xfrm>
              <a:off x="9113040" y="21474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4" name="Google Shape;536;p65"/>
            <p:cNvSpPr/>
            <p:nvPr/>
          </p:nvSpPr>
          <p:spPr>
            <a:xfrm>
              <a:off x="8787600" y="247284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5" name="Google Shape;537;p65"/>
            <p:cNvSpPr/>
            <p:nvPr/>
          </p:nvSpPr>
          <p:spPr>
            <a:xfrm>
              <a:off x="8462160" y="247284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56" name="Google Shape;538;p65"/>
          <p:cNvGrpSpPr/>
          <p:nvPr/>
        </p:nvGrpSpPr>
        <p:grpSpPr>
          <a:xfrm>
            <a:off x="9655560" y="4093560"/>
            <a:ext cx="1625760" cy="1625760"/>
            <a:chOff x="9655560" y="4093560"/>
            <a:chExt cx="1625760" cy="1625760"/>
          </a:xfrm>
        </p:grpSpPr>
        <p:sp>
          <p:nvSpPr>
            <p:cNvPr id="1457" name="Google Shape;539;p65"/>
            <p:cNvSpPr/>
            <p:nvPr/>
          </p:nvSpPr>
          <p:spPr>
            <a:xfrm>
              <a:off x="10306440" y="4093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8" name="Google Shape;540;p65"/>
            <p:cNvSpPr/>
            <p:nvPr/>
          </p:nvSpPr>
          <p:spPr>
            <a:xfrm>
              <a:off x="9981000" y="4093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9" name="Google Shape;541;p65"/>
            <p:cNvSpPr/>
            <p:nvPr/>
          </p:nvSpPr>
          <p:spPr>
            <a:xfrm>
              <a:off x="9655560" y="44190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0" name="Google Shape;542;p65"/>
            <p:cNvSpPr/>
            <p:nvPr/>
          </p:nvSpPr>
          <p:spPr>
            <a:xfrm>
              <a:off x="9655560" y="474444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1" name="Google Shape;543;p65"/>
            <p:cNvSpPr/>
            <p:nvPr/>
          </p:nvSpPr>
          <p:spPr>
            <a:xfrm>
              <a:off x="9655560" y="50698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2" name="Google Shape;544;p65"/>
            <p:cNvSpPr/>
            <p:nvPr/>
          </p:nvSpPr>
          <p:spPr>
            <a:xfrm>
              <a:off x="9981000" y="539532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3" name="Google Shape;545;p65"/>
            <p:cNvSpPr/>
            <p:nvPr/>
          </p:nvSpPr>
          <p:spPr>
            <a:xfrm>
              <a:off x="10306440" y="539532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4" name="Google Shape;546;p65"/>
            <p:cNvSpPr/>
            <p:nvPr/>
          </p:nvSpPr>
          <p:spPr>
            <a:xfrm>
              <a:off x="10631880" y="539532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5" name="Google Shape;547;p65"/>
            <p:cNvSpPr/>
            <p:nvPr/>
          </p:nvSpPr>
          <p:spPr>
            <a:xfrm>
              <a:off x="10957320" y="50698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6" name="Google Shape;548;p65"/>
            <p:cNvSpPr/>
            <p:nvPr/>
          </p:nvSpPr>
          <p:spPr>
            <a:xfrm>
              <a:off x="10957320" y="474444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7" name="Google Shape;549;p65"/>
            <p:cNvSpPr/>
            <p:nvPr/>
          </p:nvSpPr>
          <p:spPr>
            <a:xfrm>
              <a:off x="10957320" y="44190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8" name="Google Shape;550;p65"/>
            <p:cNvSpPr/>
            <p:nvPr/>
          </p:nvSpPr>
          <p:spPr>
            <a:xfrm>
              <a:off x="10631880" y="4093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9" name="Google Shape;551;p65"/>
          <p:cNvGrpSpPr/>
          <p:nvPr/>
        </p:nvGrpSpPr>
        <p:grpSpPr>
          <a:xfrm>
            <a:off x="3376080" y="4487040"/>
            <a:ext cx="1625760" cy="1299960"/>
            <a:chOff x="3376080" y="4487040"/>
            <a:chExt cx="1625760" cy="1299960"/>
          </a:xfrm>
        </p:grpSpPr>
        <p:sp>
          <p:nvSpPr>
            <p:cNvPr id="1470" name="Google Shape;552;p65"/>
            <p:cNvSpPr/>
            <p:nvPr/>
          </p:nvSpPr>
          <p:spPr>
            <a:xfrm>
              <a:off x="4026960" y="448704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1" name="Google Shape;553;p65"/>
            <p:cNvSpPr/>
            <p:nvPr/>
          </p:nvSpPr>
          <p:spPr>
            <a:xfrm>
              <a:off x="3701520" y="48124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2" name="Google Shape;554;p65"/>
            <p:cNvSpPr/>
            <p:nvPr/>
          </p:nvSpPr>
          <p:spPr>
            <a:xfrm>
              <a:off x="3376080" y="5137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Google Shape;555;p65"/>
            <p:cNvSpPr/>
            <p:nvPr/>
          </p:nvSpPr>
          <p:spPr>
            <a:xfrm>
              <a:off x="3376080" y="54630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4" name="Google Shape;556;p65"/>
            <p:cNvSpPr/>
            <p:nvPr/>
          </p:nvSpPr>
          <p:spPr>
            <a:xfrm>
              <a:off x="3701520" y="54630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5" name="Google Shape;557;p65"/>
            <p:cNvSpPr/>
            <p:nvPr/>
          </p:nvSpPr>
          <p:spPr>
            <a:xfrm>
              <a:off x="4026960" y="54630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Google Shape;558;p65"/>
            <p:cNvSpPr/>
            <p:nvPr/>
          </p:nvSpPr>
          <p:spPr>
            <a:xfrm>
              <a:off x="4352400" y="54630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7" name="Google Shape;559;p65"/>
            <p:cNvSpPr/>
            <p:nvPr/>
          </p:nvSpPr>
          <p:spPr>
            <a:xfrm>
              <a:off x="4677840" y="54630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8" name="Google Shape;560;p65"/>
            <p:cNvSpPr/>
            <p:nvPr/>
          </p:nvSpPr>
          <p:spPr>
            <a:xfrm>
              <a:off x="4677840" y="5137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9" name="Google Shape;561;p65"/>
            <p:cNvSpPr/>
            <p:nvPr/>
          </p:nvSpPr>
          <p:spPr>
            <a:xfrm>
              <a:off x="4352400" y="48124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80" name="Google Shape;562;p65"/>
          <p:cNvGrpSpPr/>
          <p:nvPr/>
        </p:nvGrpSpPr>
        <p:grpSpPr>
          <a:xfrm>
            <a:off x="1366200" y="1070280"/>
            <a:ext cx="2276280" cy="2276280"/>
            <a:chOff x="1366200" y="1070280"/>
            <a:chExt cx="2276280" cy="2276280"/>
          </a:xfrm>
        </p:grpSpPr>
        <p:sp>
          <p:nvSpPr>
            <p:cNvPr id="1481" name="Google Shape;563;p65"/>
            <p:cNvSpPr/>
            <p:nvPr/>
          </p:nvSpPr>
          <p:spPr>
            <a:xfrm>
              <a:off x="1366200" y="302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2" name="Google Shape;564;p65"/>
            <p:cNvSpPr/>
            <p:nvPr/>
          </p:nvSpPr>
          <p:spPr>
            <a:xfrm>
              <a:off x="1691640" y="302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3" name="Google Shape;565;p65"/>
            <p:cNvSpPr/>
            <p:nvPr/>
          </p:nvSpPr>
          <p:spPr>
            <a:xfrm>
              <a:off x="2017080" y="302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4" name="Google Shape;566;p65"/>
            <p:cNvSpPr/>
            <p:nvPr/>
          </p:nvSpPr>
          <p:spPr>
            <a:xfrm>
              <a:off x="2342520" y="302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5" name="Google Shape;567;p65"/>
            <p:cNvSpPr/>
            <p:nvPr/>
          </p:nvSpPr>
          <p:spPr>
            <a:xfrm>
              <a:off x="2667600" y="302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6" name="Google Shape;568;p65"/>
            <p:cNvSpPr/>
            <p:nvPr/>
          </p:nvSpPr>
          <p:spPr>
            <a:xfrm>
              <a:off x="2993040" y="302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7" name="Google Shape;569;p65"/>
            <p:cNvSpPr/>
            <p:nvPr/>
          </p:nvSpPr>
          <p:spPr>
            <a:xfrm>
              <a:off x="3318480" y="302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8" name="Google Shape;570;p65"/>
            <p:cNvSpPr/>
            <p:nvPr/>
          </p:nvSpPr>
          <p:spPr>
            <a:xfrm>
              <a:off x="3318480" y="269712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9" name="Google Shape;571;p65"/>
            <p:cNvSpPr/>
            <p:nvPr/>
          </p:nvSpPr>
          <p:spPr>
            <a:xfrm>
              <a:off x="3318480" y="23716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0" name="Google Shape;572;p65"/>
            <p:cNvSpPr/>
            <p:nvPr/>
          </p:nvSpPr>
          <p:spPr>
            <a:xfrm>
              <a:off x="3318480" y="204624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1" name="Google Shape;573;p65"/>
            <p:cNvSpPr/>
            <p:nvPr/>
          </p:nvSpPr>
          <p:spPr>
            <a:xfrm>
              <a:off x="3318480" y="17208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2" name="Google Shape;574;p65"/>
            <p:cNvSpPr/>
            <p:nvPr/>
          </p:nvSpPr>
          <p:spPr>
            <a:xfrm>
              <a:off x="2993040" y="13953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3" name="Google Shape;575;p65"/>
            <p:cNvSpPr/>
            <p:nvPr/>
          </p:nvSpPr>
          <p:spPr>
            <a:xfrm>
              <a:off x="2667600" y="10702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4" name="Google Shape;576;p65"/>
            <p:cNvSpPr/>
            <p:nvPr/>
          </p:nvSpPr>
          <p:spPr>
            <a:xfrm>
              <a:off x="2342520" y="10702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5" name="Google Shape;577;p65"/>
            <p:cNvSpPr/>
            <p:nvPr/>
          </p:nvSpPr>
          <p:spPr>
            <a:xfrm>
              <a:off x="2017080" y="10702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6" name="Google Shape;578;p65"/>
            <p:cNvSpPr/>
            <p:nvPr/>
          </p:nvSpPr>
          <p:spPr>
            <a:xfrm>
              <a:off x="1691640" y="13953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7" name="Google Shape;579;p65"/>
            <p:cNvSpPr/>
            <p:nvPr/>
          </p:nvSpPr>
          <p:spPr>
            <a:xfrm>
              <a:off x="1366200" y="17208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8" name="Google Shape;580;p65"/>
            <p:cNvSpPr/>
            <p:nvPr/>
          </p:nvSpPr>
          <p:spPr>
            <a:xfrm>
              <a:off x="1366200" y="204624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9" name="Google Shape;581;p65"/>
            <p:cNvSpPr/>
            <p:nvPr/>
          </p:nvSpPr>
          <p:spPr>
            <a:xfrm>
              <a:off x="1366200" y="237168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0" name="Google Shape;582;p65"/>
            <p:cNvSpPr/>
            <p:nvPr/>
          </p:nvSpPr>
          <p:spPr>
            <a:xfrm>
              <a:off x="1366200" y="269712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01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2192;p95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5" name="Google Shape;2193;p95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6" name="Google Shape;2194;p95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7" name="Google Shape;2195;p95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8" name="Google Shape;2196;p95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Google Shape;2197;p95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Google Shape;2198;p95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Google Shape;2199;p95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Google Shape;2200;p95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Google Shape;2201;p95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4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4720" cy="428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5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7360" cy="2007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6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360" cy="9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7" name="Google Shape;99;p51"/>
          <p:cNvSpPr/>
          <p:nvPr/>
        </p:nvSpPr>
        <p:spPr>
          <a:xfrm>
            <a:off x="-65160" y="0"/>
            <a:ext cx="2730600" cy="4820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Google Shape;100;p51"/>
          <p:cNvSpPr/>
          <p:nvPr/>
        </p:nvSpPr>
        <p:spPr>
          <a:xfrm flipH="1">
            <a:off x="7618680" y="-2880"/>
            <a:ext cx="4635720" cy="4820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9" name="Google Shape;101;p51"/>
          <p:cNvSpPr/>
          <p:nvPr/>
        </p:nvSpPr>
        <p:spPr>
          <a:xfrm>
            <a:off x="2362320" y="0"/>
            <a:ext cx="5656320" cy="482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0" name="Google Shape;102;p51"/>
          <p:cNvSpPr/>
          <p:nvPr/>
        </p:nvSpPr>
        <p:spPr>
          <a:xfrm flipH="1" rot="10800000">
            <a:off x="5630400" y="5931000"/>
            <a:ext cx="6625080" cy="945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1" name="Google Shape;103;p51"/>
          <p:cNvSpPr/>
          <p:nvPr/>
        </p:nvSpPr>
        <p:spPr>
          <a:xfrm rot="10800000">
            <a:off x="-63720" y="5934240"/>
            <a:ext cx="8083800" cy="9453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2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400" cy="5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3" name="Google Shape;105;p51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4" name="Google Shape;106;p51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5" name="Google Shape;107;p51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6" name="Google Shape;108;p51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7" name="Google Shape;109;p51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Google Shape;110;p51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Google Shape;111;p51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Google Shape;112;p51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Google Shape;113;p51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Google Shape;114;p51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16;p52"/>
          <p:cNvSpPr/>
          <p:nvPr/>
        </p:nvSpPr>
        <p:spPr>
          <a:xfrm>
            <a:off x="-117720" y="-135720"/>
            <a:ext cx="6410880" cy="7087320"/>
          </a:xfrm>
          <a:custGeom>
            <a:avLst/>
            <a:gdLst>
              <a:gd name="textAreaLeft" fmla="*/ 0 w 6410880"/>
              <a:gd name="textAreaRight" fmla="*/ 6412320 w 6410880"/>
              <a:gd name="textAreaTop" fmla="*/ 0 h 7087320"/>
              <a:gd name="textAreaBottom" fmla="*/ 7088760 h 708732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36" name="Google Shape;117;p52"/>
          <p:cNvGrpSpPr/>
          <p:nvPr/>
        </p:nvGrpSpPr>
        <p:grpSpPr>
          <a:xfrm>
            <a:off x="546840" y="-1471320"/>
            <a:ext cx="5484960" cy="8857800"/>
            <a:chOff x="546840" y="-1471320"/>
            <a:chExt cx="5484960" cy="8857800"/>
          </a:xfrm>
        </p:grpSpPr>
        <p:grpSp>
          <p:nvGrpSpPr>
            <p:cNvPr id="1537" name="Google Shape;118;p52"/>
            <p:cNvGrpSpPr/>
            <p:nvPr/>
          </p:nvGrpSpPr>
          <p:grpSpPr>
            <a:xfrm>
              <a:off x="670320" y="4783320"/>
              <a:ext cx="1053720" cy="1053720"/>
              <a:chOff x="670320" y="4783320"/>
              <a:chExt cx="1053720" cy="1053720"/>
            </a:xfrm>
          </p:grpSpPr>
          <p:sp>
            <p:nvSpPr>
              <p:cNvPr id="1538" name="Google Shape;119;p52"/>
              <p:cNvSpPr/>
              <p:nvPr/>
            </p:nvSpPr>
            <p:spPr>
              <a:xfrm>
                <a:off x="1092240" y="478332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9" name="Google Shape;120;p52"/>
              <p:cNvSpPr/>
              <p:nvPr/>
            </p:nvSpPr>
            <p:spPr>
              <a:xfrm>
                <a:off x="881280" y="478332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0" name="Google Shape;121;p52"/>
              <p:cNvSpPr/>
              <p:nvPr/>
            </p:nvSpPr>
            <p:spPr>
              <a:xfrm>
                <a:off x="670320" y="499428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1" name="Google Shape;122;p52"/>
              <p:cNvSpPr/>
              <p:nvPr/>
            </p:nvSpPr>
            <p:spPr>
              <a:xfrm>
                <a:off x="670320" y="520560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2" name="Google Shape;123;p52"/>
              <p:cNvSpPr/>
              <p:nvPr/>
            </p:nvSpPr>
            <p:spPr>
              <a:xfrm>
                <a:off x="670320" y="541656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3" name="Google Shape;124;p52"/>
              <p:cNvSpPr/>
              <p:nvPr/>
            </p:nvSpPr>
            <p:spPr>
              <a:xfrm>
                <a:off x="881280" y="562752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4" name="Google Shape;125;p52"/>
              <p:cNvSpPr/>
              <p:nvPr/>
            </p:nvSpPr>
            <p:spPr>
              <a:xfrm>
                <a:off x="1092240" y="562752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5" name="Google Shape;126;p52"/>
              <p:cNvSpPr/>
              <p:nvPr/>
            </p:nvSpPr>
            <p:spPr>
              <a:xfrm>
                <a:off x="1303560" y="562752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6" name="Google Shape;127;p52"/>
              <p:cNvSpPr/>
              <p:nvPr/>
            </p:nvSpPr>
            <p:spPr>
              <a:xfrm>
                <a:off x="1514520" y="541656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7" name="Google Shape;128;p52"/>
              <p:cNvSpPr/>
              <p:nvPr/>
            </p:nvSpPr>
            <p:spPr>
              <a:xfrm>
                <a:off x="1514520" y="520560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8" name="Google Shape;129;p52"/>
              <p:cNvSpPr/>
              <p:nvPr/>
            </p:nvSpPr>
            <p:spPr>
              <a:xfrm>
                <a:off x="1514520" y="499428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9" name="Google Shape;130;p52"/>
              <p:cNvSpPr/>
              <p:nvPr/>
            </p:nvSpPr>
            <p:spPr>
              <a:xfrm>
                <a:off x="1303560" y="4783320"/>
                <a:ext cx="209520" cy="209520"/>
              </a:xfrm>
              <a:custGeom>
                <a:avLst/>
                <a:gdLst>
                  <a:gd name="textAreaLeft" fmla="*/ 0 w 209520"/>
                  <a:gd name="textAreaRight" fmla="*/ 210960 w 209520"/>
                  <a:gd name="textAreaTop" fmla="*/ 0 h 209520"/>
                  <a:gd name="textAreaBottom" fmla="*/ 210960 h 2095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50" name="Google Shape;131;p52"/>
            <p:cNvSpPr/>
            <p:nvPr/>
          </p:nvSpPr>
          <p:spPr>
            <a:xfrm>
              <a:off x="546840" y="-1471320"/>
              <a:ext cx="1476000" cy="8857800"/>
            </a:xfrm>
            <a:custGeom>
              <a:avLst/>
              <a:gdLst>
                <a:gd name="textAreaLeft" fmla="*/ 0 w 1476000"/>
                <a:gd name="textAreaRight" fmla="*/ 1477440 w 1476000"/>
                <a:gd name="textAreaTop" fmla="*/ 0 h 8857800"/>
                <a:gd name="textAreaBottom" fmla="*/ 8859240 h 885780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51" name="Google Shape;132;p52"/>
            <p:cNvGrpSpPr/>
            <p:nvPr/>
          </p:nvGrpSpPr>
          <p:grpSpPr>
            <a:xfrm>
              <a:off x="2882520" y="-230040"/>
              <a:ext cx="3149280" cy="2952360"/>
              <a:chOff x="2882520" y="-230040"/>
              <a:chExt cx="3149280" cy="2952360"/>
            </a:xfrm>
          </p:grpSpPr>
          <p:sp>
            <p:nvSpPr>
              <p:cNvPr id="1552" name="Google Shape;133;p52"/>
              <p:cNvSpPr/>
              <p:nvPr/>
            </p:nvSpPr>
            <p:spPr>
              <a:xfrm>
                <a:off x="3867120" y="-2300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3" name="Google Shape;134;p52"/>
              <p:cNvSpPr/>
              <p:nvPr/>
            </p:nvSpPr>
            <p:spPr>
              <a:xfrm>
                <a:off x="4064040" y="-2300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4" name="Google Shape;135;p52"/>
              <p:cNvSpPr/>
              <p:nvPr/>
            </p:nvSpPr>
            <p:spPr>
              <a:xfrm>
                <a:off x="4654800" y="-2300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5" name="Google Shape;136;p52"/>
              <p:cNvSpPr/>
              <p:nvPr/>
            </p:nvSpPr>
            <p:spPr>
              <a:xfrm>
                <a:off x="4851720" y="-2300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6" name="Google Shape;137;p52"/>
              <p:cNvSpPr/>
              <p:nvPr/>
            </p:nvSpPr>
            <p:spPr>
              <a:xfrm>
                <a:off x="3670200" y="-331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7" name="Google Shape;138;p52"/>
              <p:cNvSpPr/>
              <p:nvPr/>
            </p:nvSpPr>
            <p:spPr>
              <a:xfrm>
                <a:off x="3867120" y="-331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8" name="Google Shape;139;p52"/>
              <p:cNvSpPr/>
              <p:nvPr/>
            </p:nvSpPr>
            <p:spPr>
              <a:xfrm>
                <a:off x="4064040" y="-331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9" name="Google Shape;140;p52"/>
              <p:cNvSpPr/>
              <p:nvPr/>
            </p:nvSpPr>
            <p:spPr>
              <a:xfrm>
                <a:off x="4260960" y="-331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0" name="Google Shape;141;p52"/>
              <p:cNvSpPr/>
              <p:nvPr/>
            </p:nvSpPr>
            <p:spPr>
              <a:xfrm>
                <a:off x="4457880" y="-331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1" name="Google Shape;142;p52"/>
              <p:cNvSpPr/>
              <p:nvPr/>
            </p:nvSpPr>
            <p:spPr>
              <a:xfrm>
                <a:off x="4654800" y="-331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2" name="Google Shape;143;p52"/>
              <p:cNvSpPr/>
              <p:nvPr/>
            </p:nvSpPr>
            <p:spPr>
              <a:xfrm>
                <a:off x="4851720" y="-331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3" name="Google Shape;144;p52"/>
              <p:cNvSpPr/>
              <p:nvPr/>
            </p:nvSpPr>
            <p:spPr>
              <a:xfrm>
                <a:off x="5048640" y="-331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4" name="Google Shape;145;p52"/>
              <p:cNvSpPr/>
              <p:nvPr/>
            </p:nvSpPr>
            <p:spPr>
              <a:xfrm>
                <a:off x="3276360" y="16380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5" name="Google Shape;146;p52"/>
              <p:cNvSpPr/>
              <p:nvPr/>
            </p:nvSpPr>
            <p:spPr>
              <a:xfrm>
                <a:off x="3473280" y="16380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6" name="Google Shape;147;p52"/>
              <p:cNvSpPr/>
              <p:nvPr/>
            </p:nvSpPr>
            <p:spPr>
              <a:xfrm>
                <a:off x="5245560" y="16380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7" name="Google Shape;148;p52"/>
              <p:cNvSpPr/>
              <p:nvPr/>
            </p:nvSpPr>
            <p:spPr>
              <a:xfrm>
                <a:off x="5442480" y="16380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8" name="Google Shape;149;p52"/>
              <p:cNvSpPr/>
              <p:nvPr/>
            </p:nvSpPr>
            <p:spPr>
              <a:xfrm>
                <a:off x="3276360" y="3607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9" name="Google Shape;150;p52"/>
              <p:cNvSpPr/>
              <p:nvPr/>
            </p:nvSpPr>
            <p:spPr>
              <a:xfrm>
                <a:off x="5442480" y="3607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0" name="Google Shape;151;p52"/>
              <p:cNvSpPr/>
              <p:nvPr/>
            </p:nvSpPr>
            <p:spPr>
              <a:xfrm>
                <a:off x="3276360" y="5576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1" name="Google Shape;152;p52"/>
              <p:cNvSpPr/>
              <p:nvPr/>
            </p:nvSpPr>
            <p:spPr>
              <a:xfrm>
                <a:off x="5442480" y="5576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2" name="Google Shape;153;p52"/>
              <p:cNvSpPr/>
              <p:nvPr/>
            </p:nvSpPr>
            <p:spPr>
              <a:xfrm>
                <a:off x="3079440" y="75456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3" name="Google Shape;154;p52"/>
              <p:cNvSpPr/>
              <p:nvPr/>
            </p:nvSpPr>
            <p:spPr>
              <a:xfrm>
                <a:off x="5639400" y="75456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4" name="Google Shape;155;p52"/>
              <p:cNvSpPr/>
              <p:nvPr/>
            </p:nvSpPr>
            <p:spPr>
              <a:xfrm>
                <a:off x="2882520" y="95148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5" name="Google Shape;156;p52"/>
              <p:cNvSpPr/>
              <p:nvPr/>
            </p:nvSpPr>
            <p:spPr>
              <a:xfrm>
                <a:off x="5836320" y="95148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6" name="Google Shape;157;p52"/>
              <p:cNvSpPr/>
              <p:nvPr/>
            </p:nvSpPr>
            <p:spPr>
              <a:xfrm>
                <a:off x="2882520" y="114840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7" name="Google Shape;158;p52"/>
              <p:cNvSpPr/>
              <p:nvPr/>
            </p:nvSpPr>
            <p:spPr>
              <a:xfrm>
                <a:off x="5836320" y="114840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8" name="Google Shape;159;p52"/>
              <p:cNvSpPr/>
              <p:nvPr/>
            </p:nvSpPr>
            <p:spPr>
              <a:xfrm>
                <a:off x="3079440" y="13453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9" name="Google Shape;160;p52"/>
              <p:cNvSpPr/>
              <p:nvPr/>
            </p:nvSpPr>
            <p:spPr>
              <a:xfrm>
                <a:off x="5639400" y="13453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0" name="Google Shape;161;p52"/>
              <p:cNvSpPr/>
              <p:nvPr/>
            </p:nvSpPr>
            <p:spPr>
              <a:xfrm>
                <a:off x="3079440" y="15422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1" name="Google Shape;162;p52"/>
              <p:cNvSpPr/>
              <p:nvPr/>
            </p:nvSpPr>
            <p:spPr>
              <a:xfrm>
                <a:off x="5639400" y="15422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2" name="Google Shape;163;p52"/>
              <p:cNvSpPr/>
              <p:nvPr/>
            </p:nvSpPr>
            <p:spPr>
              <a:xfrm>
                <a:off x="2882520" y="173916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3" name="Google Shape;164;p52"/>
              <p:cNvSpPr/>
              <p:nvPr/>
            </p:nvSpPr>
            <p:spPr>
              <a:xfrm>
                <a:off x="3079440" y="173916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4" name="Google Shape;165;p52"/>
              <p:cNvSpPr/>
              <p:nvPr/>
            </p:nvSpPr>
            <p:spPr>
              <a:xfrm>
                <a:off x="5639400" y="173916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5" name="Google Shape;166;p52"/>
              <p:cNvSpPr/>
              <p:nvPr/>
            </p:nvSpPr>
            <p:spPr>
              <a:xfrm>
                <a:off x="5836320" y="173916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6" name="Google Shape;167;p52"/>
              <p:cNvSpPr/>
              <p:nvPr/>
            </p:nvSpPr>
            <p:spPr>
              <a:xfrm>
                <a:off x="3079440" y="193608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7" name="Google Shape;168;p52"/>
              <p:cNvSpPr/>
              <p:nvPr/>
            </p:nvSpPr>
            <p:spPr>
              <a:xfrm>
                <a:off x="3276360" y="193608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8" name="Google Shape;169;p52"/>
              <p:cNvSpPr/>
              <p:nvPr/>
            </p:nvSpPr>
            <p:spPr>
              <a:xfrm>
                <a:off x="3473280" y="193608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9" name="Google Shape;170;p52"/>
              <p:cNvSpPr/>
              <p:nvPr/>
            </p:nvSpPr>
            <p:spPr>
              <a:xfrm>
                <a:off x="5245560" y="193608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0" name="Google Shape;171;p52"/>
              <p:cNvSpPr/>
              <p:nvPr/>
            </p:nvSpPr>
            <p:spPr>
              <a:xfrm>
                <a:off x="5442480" y="193608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1" name="Google Shape;172;p52"/>
              <p:cNvSpPr/>
              <p:nvPr/>
            </p:nvSpPr>
            <p:spPr>
              <a:xfrm>
                <a:off x="5639400" y="193608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2" name="Google Shape;173;p52"/>
              <p:cNvSpPr/>
              <p:nvPr/>
            </p:nvSpPr>
            <p:spPr>
              <a:xfrm>
                <a:off x="3473280" y="213300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3" name="Google Shape;174;p52"/>
              <p:cNvSpPr/>
              <p:nvPr/>
            </p:nvSpPr>
            <p:spPr>
              <a:xfrm>
                <a:off x="5245560" y="213300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4" name="Google Shape;175;p52"/>
              <p:cNvSpPr/>
              <p:nvPr/>
            </p:nvSpPr>
            <p:spPr>
              <a:xfrm>
                <a:off x="3473280" y="23299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5" name="Google Shape;176;p52"/>
              <p:cNvSpPr/>
              <p:nvPr/>
            </p:nvSpPr>
            <p:spPr>
              <a:xfrm>
                <a:off x="3670200" y="23299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6" name="Google Shape;177;p52"/>
              <p:cNvSpPr/>
              <p:nvPr/>
            </p:nvSpPr>
            <p:spPr>
              <a:xfrm>
                <a:off x="3867120" y="23299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7" name="Google Shape;178;p52"/>
              <p:cNvSpPr/>
              <p:nvPr/>
            </p:nvSpPr>
            <p:spPr>
              <a:xfrm>
                <a:off x="4064040" y="23299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8" name="Google Shape;179;p52"/>
              <p:cNvSpPr/>
              <p:nvPr/>
            </p:nvSpPr>
            <p:spPr>
              <a:xfrm>
                <a:off x="4654800" y="23299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9" name="Google Shape;180;p52"/>
              <p:cNvSpPr/>
              <p:nvPr/>
            </p:nvSpPr>
            <p:spPr>
              <a:xfrm>
                <a:off x="4851720" y="23299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0" name="Google Shape;181;p52"/>
              <p:cNvSpPr/>
              <p:nvPr/>
            </p:nvSpPr>
            <p:spPr>
              <a:xfrm>
                <a:off x="5048640" y="23299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1" name="Google Shape;182;p52"/>
              <p:cNvSpPr/>
              <p:nvPr/>
            </p:nvSpPr>
            <p:spPr>
              <a:xfrm>
                <a:off x="5245560" y="232992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2" name="Google Shape;183;p52"/>
              <p:cNvSpPr/>
              <p:nvPr/>
            </p:nvSpPr>
            <p:spPr>
              <a:xfrm>
                <a:off x="3670200" y="25268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3" name="Google Shape;184;p52"/>
              <p:cNvSpPr/>
              <p:nvPr/>
            </p:nvSpPr>
            <p:spPr>
              <a:xfrm>
                <a:off x="4260960" y="25268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4" name="Google Shape;185;p52"/>
              <p:cNvSpPr/>
              <p:nvPr/>
            </p:nvSpPr>
            <p:spPr>
              <a:xfrm>
                <a:off x="4457880" y="25268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5" name="Google Shape;186;p52"/>
              <p:cNvSpPr/>
              <p:nvPr/>
            </p:nvSpPr>
            <p:spPr>
              <a:xfrm>
                <a:off x="5048640" y="2526840"/>
                <a:ext cx="195480" cy="195480"/>
              </a:xfrm>
              <a:custGeom>
                <a:avLst/>
                <a:gdLst>
                  <a:gd name="textAreaLeft" fmla="*/ 0 w 195480"/>
                  <a:gd name="textAreaRight" fmla="*/ 196920 w 195480"/>
                  <a:gd name="textAreaTop" fmla="*/ 0 h 195480"/>
                  <a:gd name="textAreaBottom" fmla="*/ 196920 h 1954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606" name="Google Shape;187;p52" descr=""/>
          <p:cNvPicPr/>
          <p:nvPr/>
        </p:nvPicPr>
        <p:blipFill>
          <a:blip r:embed="rId2"/>
          <a:stretch/>
        </p:blipFill>
        <p:spPr>
          <a:xfrm flipH="1">
            <a:off x="646920" y="1314000"/>
            <a:ext cx="4807440" cy="478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7" name="Google Shape;188;p52"/>
          <p:cNvSpPr/>
          <p:nvPr/>
        </p:nvSpPr>
        <p:spPr>
          <a:xfrm rot="10800000">
            <a:off x="11587680" y="-10080"/>
            <a:ext cx="606240" cy="6877440"/>
          </a:xfrm>
          <a:custGeom>
            <a:avLst/>
            <a:gdLst>
              <a:gd name="textAreaLeft" fmla="*/ 0 w 606240"/>
              <a:gd name="textAreaRight" fmla="*/ 607680 w 606240"/>
              <a:gd name="textAreaTop" fmla="*/ 0 h 6877440"/>
              <a:gd name="textAreaBottom" fmla="*/ 6878880 h 687744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8" name="Google Shape;189;p52"/>
          <p:cNvSpPr/>
          <p:nvPr/>
        </p:nvSpPr>
        <p:spPr>
          <a:xfrm>
            <a:off x="-4946760" y="-1582560"/>
            <a:ext cx="1663920" cy="9001080"/>
          </a:xfrm>
          <a:custGeom>
            <a:avLst/>
            <a:gdLst>
              <a:gd name="textAreaLeft" fmla="*/ 0 w 1663920"/>
              <a:gd name="textAreaRight" fmla="*/ 1665360 w 1663920"/>
              <a:gd name="textAreaTop" fmla="*/ 0 h 9001080"/>
              <a:gd name="textAreaBottom" fmla="*/ 9002520 h 900108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Google Shape;190;p52"/>
          <p:cNvSpPr/>
          <p:nvPr/>
        </p:nvSpPr>
        <p:spPr>
          <a:xfrm>
            <a:off x="-5241600" y="-28440"/>
            <a:ext cx="1301040" cy="9204480"/>
          </a:xfrm>
          <a:custGeom>
            <a:avLst/>
            <a:gdLst>
              <a:gd name="textAreaLeft" fmla="*/ 0 w 1301040"/>
              <a:gd name="textAreaRight" fmla="*/ 1302480 w 1301040"/>
              <a:gd name="textAreaTop" fmla="*/ 0 h 9204480"/>
              <a:gd name="textAreaBottom" fmla="*/ 9205920 h 920448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Google Shape;191;p52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1" name="Google Shape;192;p52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2" name="Google Shape;193;p52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3" name="Google Shape;194;p52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4" name="Google Shape;195;p52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Google Shape;196;p52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Google Shape;197;p52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Google Shape;198;p52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Google Shape;199;p52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Google Shape;200;p52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2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360" cy="9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3" name="Google Shape;203;p53"/>
          <p:cNvSpPr/>
          <p:nvPr/>
        </p:nvSpPr>
        <p:spPr>
          <a:xfrm>
            <a:off x="-65160" y="0"/>
            <a:ext cx="2730600" cy="4820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Google Shape;204;p53"/>
          <p:cNvSpPr/>
          <p:nvPr/>
        </p:nvSpPr>
        <p:spPr>
          <a:xfrm flipH="1">
            <a:off x="7618680" y="-2880"/>
            <a:ext cx="4635720" cy="4820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5" name="Google Shape;205;p53"/>
          <p:cNvSpPr/>
          <p:nvPr/>
        </p:nvSpPr>
        <p:spPr>
          <a:xfrm>
            <a:off x="2362320" y="0"/>
            <a:ext cx="5656320" cy="482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6" name="Google Shape;206;p53"/>
          <p:cNvSpPr/>
          <p:nvPr/>
        </p:nvSpPr>
        <p:spPr>
          <a:xfrm flipH="1" rot="10800000">
            <a:off x="2150280" y="5931000"/>
            <a:ext cx="10105200" cy="945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7" name="Google Shape;207;p53"/>
          <p:cNvSpPr/>
          <p:nvPr/>
        </p:nvSpPr>
        <p:spPr>
          <a:xfrm rot="10800000">
            <a:off x="-63360" y="5934240"/>
            <a:ext cx="2425680" cy="9453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8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400" cy="5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9" name="Google Shape;209;p53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0" name="Google Shape;210;p53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1" name="Google Shape;211;p53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2" name="Google Shape;212;p53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3" name="Google Shape;213;p53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Google Shape;214;p53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Google Shape;215;p53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Google Shape;216;p53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Google Shape;217;p53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8" name="Google Shape;218;p53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9" name="Google Shape;219;p53"/>
          <p:cNvSpPr/>
          <p:nvPr/>
        </p:nvSpPr>
        <p:spPr>
          <a:xfrm>
            <a:off x="2986560" y="6282360"/>
            <a:ext cx="7105320" cy="33444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0" name="Google Shape;220;p53"/>
          <p:cNvSpPr/>
          <p:nvPr/>
        </p:nvSpPr>
        <p:spPr>
          <a:xfrm>
            <a:off x="10377360" y="6225480"/>
            <a:ext cx="114336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Google Shape;221;p53"/>
          <p:cNvSpPr/>
          <p:nvPr/>
        </p:nvSpPr>
        <p:spPr>
          <a:xfrm>
            <a:off x="10170000" y="6318000"/>
            <a:ext cx="263880" cy="26388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4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360" cy="9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5" name="Google Shape;224;p54"/>
          <p:cNvSpPr/>
          <p:nvPr/>
        </p:nvSpPr>
        <p:spPr>
          <a:xfrm>
            <a:off x="-65160" y="0"/>
            <a:ext cx="2730600" cy="2113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Google Shape;225;p54"/>
          <p:cNvSpPr/>
          <p:nvPr/>
        </p:nvSpPr>
        <p:spPr>
          <a:xfrm flipH="1">
            <a:off x="7618680" y="-2880"/>
            <a:ext cx="4635720" cy="211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7" name="Google Shape;226;p54"/>
          <p:cNvSpPr/>
          <p:nvPr/>
        </p:nvSpPr>
        <p:spPr>
          <a:xfrm>
            <a:off x="2362320" y="0"/>
            <a:ext cx="5656320" cy="211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8" name="Google Shape;227;p54"/>
          <p:cNvSpPr/>
          <p:nvPr/>
        </p:nvSpPr>
        <p:spPr>
          <a:xfrm flipH="1" rot="10800000">
            <a:off x="5630400" y="5931000"/>
            <a:ext cx="6625080" cy="945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9" name="Google Shape;228;p54"/>
          <p:cNvSpPr/>
          <p:nvPr/>
        </p:nvSpPr>
        <p:spPr>
          <a:xfrm rot="10800000">
            <a:off x="-63720" y="5934240"/>
            <a:ext cx="8083800" cy="9453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0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400" cy="5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1" name="Google Shape;230;p54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2" name="Google Shape;231;p54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3" name="Google Shape;232;p54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4" name="Google Shape;233;p54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5" name="Google Shape;234;p54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6" name="Google Shape;235;p54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Google Shape;236;p54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Google Shape;237;p54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9" name="Google Shape;238;p54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Google Shape;239;p54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7800" cy="168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Google Shape;17;p47"/>
          <p:cNvSpPr/>
          <p:nvPr/>
        </p:nvSpPr>
        <p:spPr>
          <a:xfrm>
            <a:off x="-187920" y="-628560"/>
            <a:ext cx="423000" cy="78091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5" name="Google Shape;18;p47"/>
          <p:cNvSpPr/>
          <p:nvPr/>
        </p:nvSpPr>
        <p:spPr>
          <a:xfrm rot="10800000">
            <a:off x="7387200" y="-424080"/>
            <a:ext cx="2613960" cy="7809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6" name="Google Shape;19;p47"/>
          <p:cNvSpPr/>
          <p:nvPr/>
        </p:nvSpPr>
        <p:spPr>
          <a:xfrm rot="10800000">
            <a:off x="10002960" y="-424080"/>
            <a:ext cx="2613960" cy="7809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7" name="Google Shape;20;p47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8" name="Google Shape;21;p47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9" name="Google Shape;22;p47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0" name="Google Shape;23;p47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1" name="Google Shape;24;p47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Google Shape;25;p47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Google Shape;26;p47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4" name="Google Shape;27;p47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5" name="Google Shape;28;p47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6" name="Google Shape;29;p47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8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940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9" name="Google Shape;324;p58"/>
          <p:cNvSpPr/>
          <p:nvPr/>
        </p:nvSpPr>
        <p:spPr>
          <a:xfrm>
            <a:off x="1918440" y="2635920"/>
            <a:ext cx="925560" cy="9255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0" name="Google Shape;325;p58"/>
          <p:cNvSpPr/>
          <p:nvPr/>
        </p:nvSpPr>
        <p:spPr>
          <a:xfrm rot="10800000">
            <a:off x="9969120" y="-474840"/>
            <a:ext cx="2956320" cy="7809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1" name="Google Shape;326;p58"/>
          <p:cNvSpPr/>
          <p:nvPr/>
        </p:nvSpPr>
        <p:spPr>
          <a:xfrm>
            <a:off x="-1396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82" name="Google Shape;327;p58"/>
          <p:cNvGrpSpPr/>
          <p:nvPr/>
        </p:nvGrpSpPr>
        <p:grpSpPr>
          <a:xfrm>
            <a:off x="2986560" y="7543800"/>
            <a:ext cx="5222880" cy="377640"/>
            <a:chOff x="2986560" y="7543800"/>
            <a:chExt cx="5222880" cy="377640"/>
          </a:xfrm>
        </p:grpSpPr>
        <p:sp>
          <p:nvSpPr>
            <p:cNvPr id="1683" name="Google Shape;328;p58"/>
            <p:cNvSpPr/>
            <p:nvPr/>
          </p:nvSpPr>
          <p:spPr>
            <a:xfrm>
              <a:off x="298656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4" name="Google Shape;329;p58"/>
            <p:cNvSpPr/>
            <p:nvPr/>
          </p:nvSpPr>
          <p:spPr>
            <a:xfrm>
              <a:off x="354204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5" name="Google Shape;330;p58"/>
            <p:cNvSpPr/>
            <p:nvPr/>
          </p:nvSpPr>
          <p:spPr>
            <a:xfrm>
              <a:off x="404964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6" name="Google Shape;331;p58"/>
            <p:cNvSpPr/>
            <p:nvPr/>
          </p:nvSpPr>
          <p:spPr>
            <a:xfrm>
              <a:off x="456408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7" name="Google Shape;332;p58"/>
            <p:cNvSpPr/>
            <p:nvPr/>
          </p:nvSpPr>
          <p:spPr>
            <a:xfrm>
              <a:off x="507816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8" name="Google Shape;333;p58"/>
            <p:cNvSpPr/>
            <p:nvPr/>
          </p:nvSpPr>
          <p:spPr>
            <a:xfrm>
              <a:off x="614520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9" name="Google Shape;334;p58"/>
            <p:cNvSpPr/>
            <p:nvPr/>
          </p:nvSpPr>
          <p:spPr>
            <a:xfrm>
              <a:off x="563364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0" name="Google Shape;335;p58"/>
            <p:cNvSpPr/>
            <p:nvPr/>
          </p:nvSpPr>
          <p:spPr>
            <a:xfrm>
              <a:off x="674136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1" name="Google Shape;336;p58"/>
            <p:cNvSpPr/>
            <p:nvPr/>
          </p:nvSpPr>
          <p:spPr>
            <a:xfrm>
              <a:off x="730332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2" name="Google Shape;337;p58"/>
            <p:cNvSpPr/>
            <p:nvPr/>
          </p:nvSpPr>
          <p:spPr>
            <a:xfrm>
              <a:off x="7846200" y="7543800"/>
              <a:ext cx="363240" cy="377640"/>
            </a:xfrm>
            <a:custGeom>
              <a:avLst/>
              <a:gdLst>
                <a:gd name="textAreaLeft" fmla="*/ 0 w 363240"/>
                <a:gd name="textAreaRight" fmla="*/ 364680 w 363240"/>
                <a:gd name="textAreaTop" fmla="*/ 0 h 377640"/>
                <a:gd name="textAreaBottom" fmla="*/ 379080 h 3776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3" name="Google Shape;338;p58"/>
          <p:cNvSpPr/>
          <p:nvPr/>
        </p:nvSpPr>
        <p:spPr>
          <a:xfrm>
            <a:off x="-19227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4" name="Google Shape;339;p58"/>
          <p:cNvSpPr/>
          <p:nvPr/>
        </p:nvSpPr>
        <p:spPr>
          <a:xfrm>
            <a:off x="-24811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5" name="Google Shape;340;p58"/>
          <p:cNvSpPr/>
          <p:nvPr/>
        </p:nvSpPr>
        <p:spPr>
          <a:xfrm>
            <a:off x="-3033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6" name="Google Shape;341;p58"/>
          <p:cNvSpPr/>
          <p:nvPr/>
        </p:nvSpPr>
        <p:spPr>
          <a:xfrm>
            <a:off x="-187920" y="-628560"/>
            <a:ext cx="779760" cy="7809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7" name="Google Shape;342;p58"/>
          <p:cNvSpPr/>
          <p:nvPr/>
        </p:nvSpPr>
        <p:spPr>
          <a:xfrm rot="10800000">
            <a:off x="9984960" y="-403560"/>
            <a:ext cx="2956320" cy="28260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8" name="Google Shape;343;p58"/>
          <p:cNvSpPr/>
          <p:nvPr/>
        </p:nvSpPr>
        <p:spPr>
          <a:xfrm>
            <a:off x="564840" y="5270400"/>
            <a:ext cx="1465920" cy="1623960"/>
          </a:xfrm>
          <a:custGeom>
            <a:avLst/>
            <a:gdLst>
              <a:gd name="textAreaLeft" fmla="*/ 0 w 1465920"/>
              <a:gd name="textAreaRight" fmla="*/ 1467360 w 1465920"/>
              <a:gd name="textAreaTop" fmla="*/ 0 h 1623960"/>
              <a:gd name="textAreaBottom" fmla="*/ 1625400 h 162396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9" name="Google Shape;344;p58"/>
          <p:cNvSpPr/>
          <p:nvPr/>
        </p:nvSpPr>
        <p:spPr>
          <a:xfrm>
            <a:off x="997560" y="1713240"/>
            <a:ext cx="925560" cy="92556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Google Shape;345;p58"/>
          <p:cNvSpPr/>
          <p:nvPr/>
        </p:nvSpPr>
        <p:spPr>
          <a:xfrm>
            <a:off x="997560" y="2301840"/>
            <a:ext cx="92556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1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8680" cy="7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21600" cy="71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3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4320" cy="71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4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9400" cy="226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6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5360" cy="9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7" name="Google Shape;242;p55"/>
          <p:cNvSpPr/>
          <p:nvPr/>
        </p:nvSpPr>
        <p:spPr>
          <a:xfrm>
            <a:off x="-65160" y="6751800"/>
            <a:ext cx="2730600" cy="2113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8" name="Google Shape;243;p55"/>
          <p:cNvSpPr/>
          <p:nvPr/>
        </p:nvSpPr>
        <p:spPr>
          <a:xfrm flipH="1">
            <a:off x="7618680" y="6751800"/>
            <a:ext cx="4635720" cy="211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9" name="Google Shape;244;p55"/>
          <p:cNvSpPr/>
          <p:nvPr/>
        </p:nvSpPr>
        <p:spPr>
          <a:xfrm>
            <a:off x="2362320" y="6751800"/>
            <a:ext cx="5656320" cy="211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0" name="Google Shape;245;p55"/>
          <p:cNvSpPr/>
          <p:nvPr/>
        </p:nvSpPr>
        <p:spPr>
          <a:xfrm flipH="1" rot="10800000">
            <a:off x="5630400" y="0"/>
            <a:ext cx="6625080" cy="945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1" name="Google Shape;246;p55"/>
          <p:cNvSpPr/>
          <p:nvPr/>
        </p:nvSpPr>
        <p:spPr>
          <a:xfrm rot="10800000">
            <a:off x="-63720" y="0"/>
            <a:ext cx="8083800" cy="9453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2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4400" cy="5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3" name="Google Shape;248;p55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4" name="Google Shape;249;p55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5" name="Google Shape;250;p55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6" name="Google Shape;251;p55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7" name="Google Shape;252;p55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8" name="Google Shape;253;p55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9" name="Google Shape;254;p55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Google Shape;255;p55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1" name="Google Shape;256;p55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2" name="Google Shape;257;p55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351;p59"/>
          <p:cNvSpPr/>
          <p:nvPr/>
        </p:nvSpPr>
        <p:spPr>
          <a:xfrm>
            <a:off x="4610160" y="4781520"/>
            <a:ext cx="7950240" cy="1117800"/>
          </a:xfrm>
          <a:custGeom>
            <a:avLst/>
            <a:gdLst>
              <a:gd name="textAreaLeft" fmla="*/ 0 w 7950240"/>
              <a:gd name="textAreaRight" fmla="*/ 7951680 w 7950240"/>
              <a:gd name="textAreaTop" fmla="*/ 0 h 1117800"/>
              <a:gd name="textAreaBottom" fmla="*/ 1119240 h 111780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6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3360" cy="87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7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21760" cy="294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8" name="Google Shape;354;p59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9" name="Google Shape;355;p59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0" name="Google Shape;356;p59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1" name="Google Shape;357;p59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2" name="Google Shape;358;p59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Google Shape;359;p59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Google Shape;360;p59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Google Shape;361;p59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6" name="Google Shape;362;p59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Google Shape;363;p59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8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415;p61"/>
          <p:cNvSpPr/>
          <p:nvPr/>
        </p:nvSpPr>
        <p:spPr>
          <a:xfrm>
            <a:off x="9390600" y="0"/>
            <a:ext cx="2806560" cy="68493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2" name="Google Shape;416;p61"/>
          <p:cNvSpPr/>
          <p:nvPr/>
        </p:nvSpPr>
        <p:spPr>
          <a:xfrm>
            <a:off x="35420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3" name="Google Shape;417;p61"/>
          <p:cNvSpPr/>
          <p:nvPr/>
        </p:nvSpPr>
        <p:spPr>
          <a:xfrm>
            <a:off x="40971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4" name="Google Shape;418;p61"/>
          <p:cNvSpPr/>
          <p:nvPr/>
        </p:nvSpPr>
        <p:spPr>
          <a:xfrm>
            <a:off x="460476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5" name="Google Shape;419;p61"/>
          <p:cNvSpPr/>
          <p:nvPr/>
        </p:nvSpPr>
        <p:spPr>
          <a:xfrm>
            <a:off x="51192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6" name="Google Shape;420;p61"/>
          <p:cNvSpPr/>
          <p:nvPr/>
        </p:nvSpPr>
        <p:spPr>
          <a:xfrm>
            <a:off x="56336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7" name="Google Shape;421;p61"/>
          <p:cNvSpPr/>
          <p:nvPr/>
        </p:nvSpPr>
        <p:spPr>
          <a:xfrm>
            <a:off x="67003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8" name="Google Shape;422;p61"/>
          <p:cNvSpPr/>
          <p:nvPr/>
        </p:nvSpPr>
        <p:spPr>
          <a:xfrm>
            <a:off x="618912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9" name="Google Shape;423;p61"/>
          <p:cNvSpPr/>
          <p:nvPr/>
        </p:nvSpPr>
        <p:spPr>
          <a:xfrm>
            <a:off x="729684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0" name="Google Shape;424;p61"/>
          <p:cNvSpPr/>
          <p:nvPr/>
        </p:nvSpPr>
        <p:spPr>
          <a:xfrm>
            <a:off x="785880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Google Shape;425;p61"/>
          <p:cNvSpPr/>
          <p:nvPr/>
        </p:nvSpPr>
        <p:spPr>
          <a:xfrm>
            <a:off x="8401680" y="706104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2" name="Google Shape;426;p61"/>
          <p:cNvSpPr/>
          <p:nvPr/>
        </p:nvSpPr>
        <p:spPr>
          <a:xfrm>
            <a:off x="0" y="0"/>
            <a:ext cx="591840" cy="68565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3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90560" cy="349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4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7600" cy="19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5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8760" cy="159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31;p48"/>
          <p:cNvSpPr/>
          <p:nvPr/>
        </p:nvSpPr>
        <p:spPr>
          <a:xfrm>
            <a:off x="-187920" y="-628560"/>
            <a:ext cx="345240" cy="78091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9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9760" cy="421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0" name="Google Shape;33;p48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1" name="Google Shape;34;p48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2" name="Google Shape;35;p48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3" name="Google Shape;36;p48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4" name="Google Shape;37;p48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5" name="Google Shape;38;p48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Google Shape;39;p48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7" name="Google Shape;40;p48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8" name="Google Shape;41;p48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Google Shape;42;p48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20" name="Google Shape;43;p48"/>
          <p:cNvGrpSpPr/>
          <p:nvPr/>
        </p:nvGrpSpPr>
        <p:grpSpPr>
          <a:xfrm>
            <a:off x="10113480" y="597240"/>
            <a:ext cx="608040" cy="151200"/>
            <a:chOff x="10113480" y="597240"/>
            <a:chExt cx="608040" cy="151200"/>
          </a:xfrm>
        </p:grpSpPr>
        <p:sp>
          <p:nvSpPr>
            <p:cNvPr id="1821" name="Google Shape;44;p48"/>
            <p:cNvSpPr/>
            <p:nvPr/>
          </p:nvSpPr>
          <p:spPr>
            <a:xfrm>
              <a:off x="10627560" y="603360"/>
              <a:ext cx="93960" cy="144360"/>
            </a:xfrm>
            <a:custGeom>
              <a:avLst/>
              <a:gdLst>
                <a:gd name="textAreaLeft" fmla="*/ 0 w 93960"/>
                <a:gd name="textAreaRight" fmla="*/ 95400 w 93960"/>
                <a:gd name="textAreaTop" fmla="*/ 0 h 144360"/>
                <a:gd name="textAreaBottom" fmla="*/ 145800 h 1443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2" name="Google Shape;45;p48"/>
            <p:cNvSpPr/>
            <p:nvPr/>
          </p:nvSpPr>
          <p:spPr>
            <a:xfrm>
              <a:off x="10113480" y="597240"/>
              <a:ext cx="136440" cy="151200"/>
            </a:xfrm>
            <a:custGeom>
              <a:avLst/>
              <a:gdLst>
                <a:gd name="textAreaLeft" fmla="*/ 0 w 136440"/>
                <a:gd name="textAreaRight" fmla="*/ 137880 w 136440"/>
                <a:gd name="textAreaTop" fmla="*/ 0 h 151200"/>
                <a:gd name="textAreaBottom" fmla="*/ 152640 h 1512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3" name="Google Shape;46;p48"/>
            <p:cNvSpPr/>
            <p:nvPr/>
          </p:nvSpPr>
          <p:spPr>
            <a:xfrm>
              <a:off x="10246320" y="618480"/>
              <a:ext cx="132840" cy="125280"/>
            </a:xfrm>
            <a:custGeom>
              <a:avLst/>
              <a:gdLst>
                <a:gd name="textAreaLeft" fmla="*/ 0 w 132840"/>
                <a:gd name="textAreaRight" fmla="*/ 134280 w 132840"/>
                <a:gd name="textAreaTop" fmla="*/ 0 h 125280"/>
                <a:gd name="textAreaBottom" fmla="*/ 126720 h 1252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4" name="Google Shape;47;p48"/>
            <p:cNvSpPr/>
            <p:nvPr/>
          </p:nvSpPr>
          <p:spPr>
            <a:xfrm>
              <a:off x="10378800" y="619920"/>
              <a:ext cx="124200" cy="121680"/>
            </a:xfrm>
            <a:custGeom>
              <a:avLst/>
              <a:gdLst>
                <a:gd name="textAreaLeft" fmla="*/ 0 w 124200"/>
                <a:gd name="textAreaRight" fmla="*/ 125640 w 124200"/>
                <a:gd name="textAreaTop" fmla="*/ 0 h 121680"/>
                <a:gd name="textAreaBottom" fmla="*/ 123120 h 1216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5" name="Google Shape;48;p48"/>
            <p:cNvSpPr/>
            <p:nvPr/>
          </p:nvSpPr>
          <p:spPr>
            <a:xfrm>
              <a:off x="10503000" y="619200"/>
              <a:ext cx="125280" cy="123840"/>
            </a:xfrm>
            <a:custGeom>
              <a:avLst/>
              <a:gdLst>
                <a:gd name="textAreaLeft" fmla="*/ 0 w 125280"/>
                <a:gd name="textAreaRight" fmla="*/ 126720 w 125280"/>
                <a:gd name="textAreaTop" fmla="*/ 0 h 123840"/>
                <a:gd name="textAreaBottom" fmla="*/ 125280 h 1238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6" name="Google Shape;49;p48"/>
          <p:cNvGrpSpPr/>
          <p:nvPr/>
        </p:nvGrpSpPr>
        <p:grpSpPr>
          <a:xfrm>
            <a:off x="10033920" y="603360"/>
            <a:ext cx="1468080" cy="1044000"/>
            <a:chOff x="10033920" y="603360"/>
            <a:chExt cx="1468080" cy="1044000"/>
          </a:xfrm>
        </p:grpSpPr>
        <p:grpSp>
          <p:nvGrpSpPr>
            <p:cNvPr id="1827" name="Google Shape;50;p48"/>
            <p:cNvGrpSpPr/>
            <p:nvPr/>
          </p:nvGrpSpPr>
          <p:grpSpPr>
            <a:xfrm>
              <a:off x="10033920" y="880200"/>
              <a:ext cx="1468080" cy="767160"/>
              <a:chOff x="10033920" y="880200"/>
              <a:chExt cx="1468080" cy="767160"/>
            </a:xfrm>
          </p:grpSpPr>
          <p:grpSp>
            <p:nvGrpSpPr>
              <p:cNvPr id="1828" name="Google Shape;51;p48"/>
              <p:cNvGrpSpPr/>
              <p:nvPr/>
            </p:nvGrpSpPr>
            <p:grpSpPr>
              <a:xfrm>
                <a:off x="10033920" y="880200"/>
                <a:ext cx="1222200" cy="298080"/>
                <a:chOff x="10033920" y="880200"/>
                <a:chExt cx="1222200" cy="298080"/>
              </a:xfrm>
            </p:grpSpPr>
            <p:sp>
              <p:nvSpPr>
                <p:cNvPr id="1829" name="Google Shape;52;p48"/>
                <p:cNvSpPr/>
                <p:nvPr/>
              </p:nvSpPr>
              <p:spPr>
                <a:xfrm>
                  <a:off x="10033920" y="880200"/>
                  <a:ext cx="147960" cy="296640"/>
                </a:xfrm>
                <a:custGeom>
                  <a:avLst/>
                  <a:gdLst>
                    <a:gd name="textAreaLeft" fmla="*/ 0 w 147960"/>
                    <a:gd name="textAreaRight" fmla="*/ 149400 w 147960"/>
                    <a:gd name="textAreaTop" fmla="*/ 0 h 296640"/>
                    <a:gd name="textAreaBottom" fmla="*/ 298080 h 29664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30" name="Google Shape;53;p48"/>
                <p:cNvSpPr/>
                <p:nvPr/>
              </p:nvSpPr>
              <p:spPr>
                <a:xfrm>
                  <a:off x="10214280" y="935640"/>
                  <a:ext cx="228600" cy="242640"/>
                </a:xfrm>
                <a:custGeom>
                  <a:avLst/>
                  <a:gdLst>
                    <a:gd name="textAreaLeft" fmla="*/ 0 w 228600"/>
                    <a:gd name="textAreaRight" fmla="*/ 230040 w 22860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31" name="Google Shape;54;p48"/>
                <p:cNvSpPr/>
                <p:nvPr/>
              </p:nvSpPr>
              <p:spPr>
                <a:xfrm>
                  <a:off x="10482120" y="935640"/>
                  <a:ext cx="216360" cy="242640"/>
                </a:xfrm>
                <a:custGeom>
                  <a:avLst/>
                  <a:gdLst>
                    <a:gd name="textAreaLeft" fmla="*/ 0 w 216360"/>
                    <a:gd name="textAreaRight" fmla="*/ 217800 w 21636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32" name="Google Shape;55;p48"/>
                <p:cNvSpPr/>
                <p:nvPr/>
              </p:nvSpPr>
              <p:spPr>
                <a:xfrm>
                  <a:off x="10743120" y="935640"/>
                  <a:ext cx="213120" cy="237240"/>
                </a:xfrm>
                <a:custGeom>
                  <a:avLst/>
                  <a:gdLst>
                    <a:gd name="textAreaLeft" fmla="*/ 0 w 213120"/>
                    <a:gd name="textAreaRight" fmla="*/ 214560 w 213120"/>
                    <a:gd name="textAreaTop" fmla="*/ 0 h 237240"/>
                    <a:gd name="textAreaBottom" fmla="*/ 238680 h 23724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33" name="Google Shape;56;p48"/>
                <p:cNvSpPr/>
                <p:nvPr/>
              </p:nvSpPr>
              <p:spPr>
                <a:xfrm>
                  <a:off x="11004120" y="935640"/>
                  <a:ext cx="252000" cy="242640"/>
                </a:xfrm>
                <a:custGeom>
                  <a:avLst/>
                  <a:gdLst>
                    <a:gd name="textAreaLeft" fmla="*/ 0 w 252000"/>
                    <a:gd name="textAreaRight" fmla="*/ 253440 w 25200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834" name="Google Shape;57;p48"/>
              <p:cNvGrpSpPr/>
              <p:nvPr/>
            </p:nvGrpSpPr>
            <p:grpSpPr>
              <a:xfrm>
                <a:off x="10455480" y="1258560"/>
                <a:ext cx="1046520" cy="388800"/>
                <a:chOff x="10455480" y="1258560"/>
                <a:chExt cx="1046520" cy="388800"/>
              </a:xfrm>
            </p:grpSpPr>
            <p:sp>
              <p:nvSpPr>
                <p:cNvPr id="1835" name="Google Shape;58;p48"/>
                <p:cNvSpPr/>
                <p:nvPr/>
              </p:nvSpPr>
              <p:spPr>
                <a:xfrm>
                  <a:off x="10455480" y="1258920"/>
                  <a:ext cx="65160" cy="317520"/>
                </a:xfrm>
                <a:custGeom>
                  <a:avLst/>
                  <a:gdLst>
                    <a:gd name="textAreaLeft" fmla="*/ 0 w 65160"/>
                    <a:gd name="textAreaRight" fmla="*/ 66600 w 65160"/>
                    <a:gd name="textAreaTop" fmla="*/ 0 h 317520"/>
                    <a:gd name="textAreaBottom" fmla="*/ 318960 h 31752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36" name="Google Shape;59;p48"/>
                <p:cNvSpPr/>
                <p:nvPr/>
              </p:nvSpPr>
              <p:spPr>
                <a:xfrm>
                  <a:off x="10572840" y="1339200"/>
                  <a:ext cx="252000" cy="242640"/>
                </a:xfrm>
                <a:custGeom>
                  <a:avLst/>
                  <a:gdLst>
                    <a:gd name="textAreaLeft" fmla="*/ 0 w 252000"/>
                    <a:gd name="textAreaRight" fmla="*/ 253440 w 252000"/>
                    <a:gd name="textAreaTop" fmla="*/ 0 h 242640"/>
                    <a:gd name="textAreaBottom" fmla="*/ 244080 h 24264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37" name="Google Shape;60;p48"/>
                <p:cNvSpPr/>
                <p:nvPr/>
              </p:nvSpPr>
              <p:spPr>
                <a:xfrm>
                  <a:off x="10864080" y="1339200"/>
                  <a:ext cx="244800" cy="308160"/>
                </a:xfrm>
                <a:custGeom>
                  <a:avLst/>
                  <a:gdLst>
                    <a:gd name="textAreaLeft" fmla="*/ 0 w 244800"/>
                    <a:gd name="textAreaRight" fmla="*/ 246240 w 244800"/>
                    <a:gd name="textAreaTop" fmla="*/ 0 h 308160"/>
                    <a:gd name="textAreaBottom" fmla="*/ 309600 h 30816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38" name="Google Shape;61;p48"/>
                <p:cNvSpPr/>
                <p:nvPr/>
              </p:nvSpPr>
              <p:spPr>
                <a:xfrm>
                  <a:off x="11170800" y="1258560"/>
                  <a:ext cx="68400" cy="317520"/>
                </a:xfrm>
                <a:custGeom>
                  <a:avLst/>
                  <a:gdLst>
                    <a:gd name="textAreaLeft" fmla="*/ 0 w 68400"/>
                    <a:gd name="textAreaRight" fmla="*/ 69840 w 68400"/>
                    <a:gd name="textAreaTop" fmla="*/ 0 h 317520"/>
                    <a:gd name="textAreaBottom" fmla="*/ 318960 h 31752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39" name="Google Shape;62;p48"/>
                <p:cNvSpPr/>
                <p:nvPr/>
              </p:nvSpPr>
              <p:spPr>
                <a:xfrm>
                  <a:off x="11287800" y="1341000"/>
                  <a:ext cx="214200" cy="239760"/>
                </a:xfrm>
                <a:custGeom>
                  <a:avLst/>
                  <a:gdLst>
                    <a:gd name="textAreaLeft" fmla="*/ 0 w 214200"/>
                    <a:gd name="textAreaRight" fmla="*/ 215640 w 214200"/>
                    <a:gd name="textAreaTop" fmla="*/ 0 h 239760"/>
                    <a:gd name="textAreaBottom" fmla="*/ 241200 h 23976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40" name="Google Shape;63;p48"/>
            <p:cNvGrpSpPr/>
            <p:nvPr/>
          </p:nvGrpSpPr>
          <p:grpSpPr>
            <a:xfrm>
              <a:off x="10120680" y="603360"/>
              <a:ext cx="608040" cy="151200"/>
              <a:chOff x="10120680" y="603360"/>
              <a:chExt cx="608040" cy="151200"/>
            </a:xfrm>
          </p:grpSpPr>
          <p:sp>
            <p:nvSpPr>
              <p:cNvPr id="1841" name="Google Shape;64;p48"/>
              <p:cNvSpPr/>
              <p:nvPr/>
            </p:nvSpPr>
            <p:spPr>
              <a:xfrm>
                <a:off x="10634760" y="609480"/>
                <a:ext cx="93960" cy="144360"/>
              </a:xfrm>
              <a:custGeom>
                <a:avLst/>
                <a:gdLst>
                  <a:gd name="textAreaLeft" fmla="*/ 0 w 93960"/>
                  <a:gd name="textAreaRight" fmla="*/ 95400 w 93960"/>
                  <a:gd name="textAreaTop" fmla="*/ 0 h 144360"/>
                  <a:gd name="textAreaBottom" fmla="*/ 145800 h 14436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2" name="Google Shape;65;p48"/>
              <p:cNvSpPr/>
              <p:nvPr/>
            </p:nvSpPr>
            <p:spPr>
              <a:xfrm>
                <a:off x="10120680" y="603360"/>
                <a:ext cx="136440" cy="151200"/>
              </a:xfrm>
              <a:custGeom>
                <a:avLst/>
                <a:gdLst>
                  <a:gd name="textAreaLeft" fmla="*/ 0 w 136440"/>
                  <a:gd name="textAreaRight" fmla="*/ 137880 w 136440"/>
                  <a:gd name="textAreaTop" fmla="*/ 0 h 151200"/>
                  <a:gd name="textAreaBottom" fmla="*/ 152640 h 15120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3" name="Google Shape;66;p48"/>
              <p:cNvSpPr/>
              <p:nvPr/>
            </p:nvSpPr>
            <p:spPr>
              <a:xfrm>
                <a:off x="10253880" y="624600"/>
                <a:ext cx="132480" cy="125280"/>
              </a:xfrm>
              <a:custGeom>
                <a:avLst/>
                <a:gdLst>
                  <a:gd name="textAreaLeft" fmla="*/ 0 w 132480"/>
                  <a:gd name="textAreaRight" fmla="*/ 133920 w 132480"/>
                  <a:gd name="textAreaTop" fmla="*/ 0 h 125280"/>
                  <a:gd name="textAreaBottom" fmla="*/ 126720 h 12528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4" name="Google Shape;67;p48"/>
              <p:cNvSpPr/>
              <p:nvPr/>
            </p:nvSpPr>
            <p:spPr>
              <a:xfrm>
                <a:off x="10386000" y="626040"/>
                <a:ext cx="123840" cy="121680"/>
              </a:xfrm>
              <a:custGeom>
                <a:avLst/>
                <a:gdLst>
                  <a:gd name="textAreaLeft" fmla="*/ 0 w 123840"/>
                  <a:gd name="textAreaRight" fmla="*/ 125280 w 123840"/>
                  <a:gd name="textAreaTop" fmla="*/ 0 h 121680"/>
                  <a:gd name="textAreaBottom" fmla="*/ 123120 h 12168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5" name="Google Shape;68;p48"/>
              <p:cNvSpPr/>
              <p:nvPr/>
            </p:nvSpPr>
            <p:spPr>
              <a:xfrm>
                <a:off x="10510560" y="625320"/>
                <a:ext cx="124920" cy="123840"/>
              </a:xfrm>
              <a:custGeom>
                <a:avLst/>
                <a:gdLst>
                  <a:gd name="textAreaLeft" fmla="*/ 0 w 124920"/>
                  <a:gd name="textAreaRight" fmla="*/ 126360 w 124920"/>
                  <a:gd name="textAreaTop" fmla="*/ 0 h 123840"/>
                  <a:gd name="textAreaBottom" fmla="*/ 125280 h 12384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8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431;p62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9" name="Google Shape;432;p62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0" name="Google Shape;433;p62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1" name="Google Shape;434;p62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2" name="Google Shape;435;p62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3" name="Google Shape;436;p62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Google Shape;437;p62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5" name="Google Shape;438;p62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6" name="Google Shape;439;p62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Google Shape;440;p62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8" name="Google Shape;441;p62"/>
          <p:cNvSpPr/>
          <p:nvPr/>
        </p:nvSpPr>
        <p:spPr>
          <a:xfrm>
            <a:off x="1655640" y="-227880"/>
            <a:ext cx="2057400" cy="8444880"/>
          </a:xfrm>
          <a:custGeom>
            <a:avLst/>
            <a:gdLst>
              <a:gd name="textAreaLeft" fmla="*/ 0 w 2057400"/>
              <a:gd name="textAreaRight" fmla="*/ 2058840 w 2057400"/>
              <a:gd name="textAreaTop" fmla="*/ 0 h 8444880"/>
              <a:gd name="textAreaBottom" fmla="*/ 8446320 h 844488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9" name="Google Shape;442;p62"/>
          <p:cNvSpPr/>
          <p:nvPr/>
        </p:nvSpPr>
        <p:spPr>
          <a:xfrm>
            <a:off x="6176520" y="-1150200"/>
            <a:ext cx="1897560" cy="8692560"/>
          </a:xfrm>
          <a:custGeom>
            <a:avLst/>
            <a:gdLst>
              <a:gd name="textAreaLeft" fmla="*/ 0 w 1897560"/>
              <a:gd name="textAreaRight" fmla="*/ 1899000 w 1897560"/>
              <a:gd name="textAreaTop" fmla="*/ 0 h 8692560"/>
              <a:gd name="textAreaBottom" fmla="*/ 8694000 h 869256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0" name="Google Shape;443;p62"/>
          <p:cNvSpPr/>
          <p:nvPr/>
        </p:nvSpPr>
        <p:spPr>
          <a:xfrm rot="10800000">
            <a:off x="10427400" y="-226440"/>
            <a:ext cx="1934280" cy="7084440"/>
          </a:xfrm>
          <a:custGeom>
            <a:avLst/>
            <a:gdLst>
              <a:gd name="textAreaLeft" fmla="*/ 0 w 1934280"/>
              <a:gd name="textAreaRight" fmla="*/ 1935720 w 1934280"/>
              <a:gd name="textAreaTop" fmla="*/ 0 h 7084440"/>
              <a:gd name="textAreaBottom" fmla="*/ 7085880 h 708444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61" name="Google Shape;444;p62"/>
          <p:cNvGrpSpPr/>
          <p:nvPr/>
        </p:nvGrpSpPr>
        <p:grpSpPr>
          <a:xfrm>
            <a:off x="4374360" y="3701160"/>
            <a:ext cx="1625400" cy="1625400"/>
            <a:chOff x="4374360" y="3701160"/>
            <a:chExt cx="1625400" cy="1625400"/>
          </a:xfrm>
        </p:grpSpPr>
        <p:sp>
          <p:nvSpPr>
            <p:cNvPr id="1862" name="Google Shape;445;p62"/>
            <p:cNvSpPr/>
            <p:nvPr/>
          </p:nvSpPr>
          <p:spPr>
            <a:xfrm>
              <a:off x="5024880" y="37011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3" name="Google Shape;446;p62"/>
            <p:cNvSpPr/>
            <p:nvPr/>
          </p:nvSpPr>
          <p:spPr>
            <a:xfrm>
              <a:off x="4699800" y="37011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4" name="Google Shape;447;p62"/>
            <p:cNvSpPr/>
            <p:nvPr/>
          </p:nvSpPr>
          <p:spPr>
            <a:xfrm>
              <a:off x="4374360" y="40266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5" name="Google Shape;448;p62"/>
            <p:cNvSpPr/>
            <p:nvPr/>
          </p:nvSpPr>
          <p:spPr>
            <a:xfrm>
              <a:off x="4374360" y="435204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6" name="Google Shape;449;p62"/>
            <p:cNvSpPr/>
            <p:nvPr/>
          </p:nvSpPr>
          <p:spPr>
            <a:xfrm>
              <a:off x="4374360" y="467712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7" name="Google Shape;450;p62"/>
            <p:cNvSpPr/>
            <p:nvPr/>
          </p:nvSpPr>
          <p:spPr>
            <a:xfrm>
              <a:off x="4699800" y="500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8" name="Google Shape;451;p62"/>
            <p:cNvSpPr/>
            <p:nvPr/>
          </p:nvSpPr>
          <p:spPr>
            <a:xfrm>
              <a:off x="5024880" y="500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9" name="Google Shape;452;p62"/>
            <p:cNvSpPr/>
            <p:nvPr/>
          </p:nvSpPr>
          <p:spPr>
            <a:xfrm>
              <a:off x="5350320" y="50025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0" name="Google Shape;453;p62"/>
            <p:cNvSpPr/>
            <p:nvPr/>
          </p:nvSpPr>
          <p:spPr>
            <a:xfrm>
              <a:off x="5675760" y="467712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1" name="Google Shape;454;p62"/>
            <p:cNvSpPr/>
            <p:nvPr/>
          </p:nvSpPr>
          <p:spPr>
            <a:xfrm>
              <a:off x="5675760" y="435204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2" name="Google Shape;455;p62"/>
            <p:cNvSpPr/>
            <p:nvPr/>
          </p:nvSpPr>
          <p:spPr>
            <a:xfrm>
              <a:off x="5675760" y="402660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3" name="Google Shape;456;p62"/>
            <p:cNvSpPr/>
            <p:nvPr/>
          </p:nvSpPr>
          <p:spPr>
            <a:xfrm>
              <a:off x="5350320" y="3701160"/>
              <a:ext cx="324000" cy="324000"/>
            </a:xfrm>
            <a:custGeom>
              <a:avLst/>
              <a:gdLst>
                <a:gd name="textAreaLeft" fmla="*/ 0 w 324000"/>
                <a:gd name="textAreaRight" fmla="*/ 325440 w 324000"/>
                <a:gd name="textAreaTop" fmla="*/ 0 h 324000"/>
                <a:gd name="textAreaBottom" fmla="*/ 325440 h 3240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874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5" name="Google Shape;458;p62"/>
          <p:cNvSpPr/>
          <p:nvPr/>
        </p:nvSpPr>
        <p:spPr>
          <a:xfrm>
            <a:off x="9837720" y="3995280"/>
            <a:ext cx="2865600" cy="28612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6" name="Google Shape;459;p62" descr=""/>
          <p:cNvPicPr/>
          <p:nvPr/>
        </p:nvPicPr>
        <p:blipFill>
          <a:blip r:embed="rId3"/>
          <a:stretch/>
        </p:blipFill>
        <p:spPr>
          <a:xfrm flipH="1">
            <a:off x="5352840" y="1794960"/>
            <a:ext cx="5715360" cy="381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585;p66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0" name="Google Shape;586;p66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1" name="Google Shape;587;p66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2" name="Google Shape;588;p66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3" name="Google Shape;589;p66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4" name="Google Shape;590;p66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5" name="Google Shape;591;p66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6" name="Google Shape;592;p66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7" name="Google Shape;593;p66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8" name="Google Shape;594;p66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9" name="Google Shape;595;p66"/>
          <p:cNvSpPr/>
          <p:nvPr/>
        </p:nvSpPr>
        <p:spPr>
          <a:xfrm rot="10800000">
            <a:off x="-92520" y="9000"/>
            <a:ext cx="608760" cy="6924240"/>
          </a:xfrm>
          <a:custGeom>
            <a:avLst/>
            <a:gdLst>
              <a:gd name="textAreaLeft" fmla="*/ 0 w 608760"/>
              <a:gd name="textAreaRight" fmla="*/ 610200 w 608760"/>
              <a:gd name="textAreaTop" fmla="*/ 0 h 6924240"/>
              <a:gd name="textAreaBottom" fmla="*/ 6925680 h 692424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0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70920" cy="289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1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31720" cy="221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2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4000" cy="3283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93" name="Google Shape;599;p66"/>
          <p:cNvGrpSpPr/>
          <p:nvPr/>
        </p:nvGrpSpPr>
        <p:grpSpPr>
          <a:xfrm>
            <a:off x="875880" y="5823720"/>
            <a:ext cx="1074600" cy="763920"/>
            <a:chOff x="875880" y="5823720"/>
            <a:chExt cx="1074600" cy="763920"/>
          </a:xfrm>
        </p:grpSpPr>
        <p:grpSp>
          <p:nvGrpSpPr>
            <p:cNvPr id="1894" name="Google Shape;600;p66"/>
            <p:cNvGrpSpPr/>
            <p:nvPr/>
          </p:nvGrpSpPr>
          <p:grpSpPr>
            <a:xfrm>
              <a:off x="875880" y="6026040"/>
              <a:ext cx="895320" cy="217800"/>
              <a:chOff x="875880" y="6026040"/>
              <a:chExt cx="895320" cy="217800"/>
            </a:xfrm>
          </p:grpSpPr>
          <p:sp>
            <p:nvSpPr>
              <p:cNvPr id="1895" name="Google Shape;601;p66"/>
              <p:cNvSpPr/>
              <p:nvPr/>
            </p:nvSpPr>
            <p:spPr>
              <a:xfrm>
                <a:off x="875880" y="6026040"/>
                <a:ext cx="108000" cy="217080"/>
              </a:xfrm>
              <a:custGeom>
                <a:avLst/>
                <a:gdLst>
                  <a:gd name="textAreaLeft" fmla="*/ 0 w 108000"/>
                  <a:gd name="textAreaRight" fmla="*/ 109440 w 108000"/>
                  <a:gd name="textAreaTop" fmla="*/ 0 h 217080"/>
                  <a:gd name="textAreaBottom" fmla="*/ 218520 h 21708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6" name="Google Shape;602;p66"/>
              <p:cNvSpPr/>
              <p:nvPr/>
            </p:nvSpPr>
            <p:spPr>
              <a:xfrm>
                <a:off x="1008000" y="6066720"/>
                <a:ext cx="167040" cy="177120"/>
              </a:xfrm>
              <a:custGeom>
                <a:avLst/>
                <a:gdLst>
                  <a:gd name="textAreaLeft" fmla="*/ 0 w 167040"/>
                  <a:gd name="textAreaRight" fmla="*/ 168480 w 167040"/>
                  <a:gd name="textAreaTop" fmla="*/ 0 h 177120"/>
                  <a:gd name="textAreaBottom" fmla="*/ 178560 h 17712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7" name="Google Shape;603;p66"/>
              <p:cNvSpPr/>
              <p:nvPr/>
            </p:nvSpPr>
            <p:spPr>
              <a:xfrm>
                <a:off x="1204560" y="6066720"/>
                <a:ext cx="158040" cy="177120"/>
              </a:xfrm>
              <a:custGeom>
                <a:avLst/>
                <a:gdLst>
                  <a:gd name="textAreaLeft" fmla="*/ 0 w 158040"/>
                  <a:gd name="textAreaRight" fmla="*/ 159480 w 158040"/>
                  <a:gd name="textAreaTop" fmla="*/ 0 h 177120"/>
                  <a:gd name="textAreaBottom" fmla="*/ 178560 h 17712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8" name="Google Shape;604;p66"/>
              <p:cNvSpPr/>
              <p:nvPr/>
            </p:nvSpPr>
            <p:spPr>
              <a:xfrm>
                <a:off x="1395720" y="6066720"/>
                <a:ext cx="155880" cy="173520"/>
              </a:xfrm>
              <a:custGeom>
                <a:avLst/>
                <a:gdLst>
                  <a:gd name="textAreaLeft" fmla="*/ 0 w 155880"/>
                  <a:gd name="textAreaRight" fmla="*/ 157320 w 155880"/>
                  <a:gd name="textAreaTop" fmla="*/ 0 h 173520"/>
                  <a:gd name="textAreaBottom" fmla="*/ 174960 h 17352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9" name="Google Shape;605;p66"/>
              <p:cNvSpPr/>
              <p:nvPr/>
            </p:nvSpPr>
            <p:spPr>
              <a:xfrm>
                <a:off x="1586880" y="6066720"/>
                <a:ext cx="184320" cy="177120"/>
              </a:xfrm>
              <a:custGeom>
                <a:avLst/>
                <a:gdLst>
                  <a:gd name="textAreaLeft" fmla="*/ 0 w 184320"/>
                  <a:gd name="textAreaRight" fmla="*/ 185760 w 184320"/>
                  <a:gd name="textAreaTop" fmla="*/ 0 h 177120"/>
                  <a:gd name="textAreaBottom" fmla="*/ 178560 h 17712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00" name="Google Shape;606;p66"/>
            <p:cNvGrpSpPr/>
            <p:nvPr/>
          </p:nvGrpSpPr>
          <p:grpSpPr>
            <a:xfrm>
              <a:off x="1184760" y="6303600"/>
              <a:ext cx="765720" cy="284040"/>
              <a:chOff x="1184760" y="6303600"/>
              <a:chExt cx="765720" cy="284040"/>
            </a:xfrm>
          </p:grpSpPr>
          <p:sp>
            <p:nvSpPr>
              <p:cNvPr id="1901" name="Google Shape;607;p66"/>
              <p:cNvSpPr/>
              <p:nvPr/>
            </p:nvSpPr>
            <p:spPr>
              <a:xfrm>
                <a:off x="1184760" y="6303600"/>
                <a:ext cx="47160" cy="232200"/>
              </a:xfrm>
              <a:custGeom>
                <a:avLst/>
                <a:gdLst>
                  <a:gd name="textAreaLeft" fmla="*/ 0 w 47160"/>
                  <a:gd name="textAreaRight" fmla="*/ 48600 w 47160"/>
                  <a:gd name="textAreaTop" fmla="*/ 0 h 232200"/>
                  <a:gd name="textAreaBottom" fmla="*/ 233640 h 23220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2" name="Google Shape;608;p66"/>
              <p:cNvSpPr/>
              <p:nvPr/>
            </p:nvSpPr>
            <p:spPr>
              <a:xfrm>
                <a:off x="1270800" y="6362280"/>
                <a:ext cx="184320" cy="177120"/>
              </a:xfrm>
              <a:custGeom>
                <a:avLst/>
                <a:gdLst>
                  <a:gd name="textAreaLeft" fmla="*/ 0 w 184320"/>
                  <a:gd name="textAreaRight" fmla="*/ 185760 w 184320"/>
                  <a:gd name="textAreaTop" fmla="*/ 0 h 177120"/>
                  <a:gd name="textAreaBottom" fmla="*/ 178560 h 17712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3" name="Google Shape;609;p66"/>
              <p:cNvSpPr/>
              <p:nvPr/>
            </p:nvSpPr>
            <p:spPr>
              <a:xfrm>
                <a:off x="1484280" y="6362280"/>
                <a:ext cx="178920" cy="225360"/>
              </a:xfrm>
              <a:custGeom>
                <a:avLst/>
                <a:gdLst>
                  <a:gd name="textAreaLeft" fmla="*/ 0 w 178920"/>
                  <a:gd name="textAreaRight" fmla="*/ 180360 w 178920"/>
                  <a:gd name="textAreaTop" fmla="*/ 0 h 225360"/>
                  <a:gd name="textAreaBottom" fmla="*/ 226800 h 22536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4" name="Google Shape;610;p66"/>
              <p:cNvSpPr/>
              <p:nvPr/>
            </p:nvSpPr>
            <p:spPr>
              <a:xfrm>
                <a:off x="1708920" y="6303600"/>
                <a:ext cx="49680" cy="232200"/>
              </a:xfrm>
              <a:custGeom>
                <a:avLst/>
                <a:gdLst>
                  <a:gd name="textAreaLeft" fmla="*/ 0 w 49680"/>
                  <a:gd name="textAreaRight" fmla="*/ 51120 w 49680"/>
                  <a:gd name="textAreaTop" fmla="*/ 0 h 232200"/>
                  <a:gd name="textAreaBottom" fmla="*/ 233640 h 23220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5" name="Google Shape;611;p66"/>
              <p:cNvSpPr/>
              <p:nvPr/>
            </p:nvSpPr>
            <p:spPr>
              <a:xfrm>
                <a:off x="1794240" y="6363720"/>
                <a:ext cx="156240" cy="175320"/>
              </a:xfrm>
              <a:custGeom>
                <a:avLst/>
                <a:gdLst>
                  <a:gd name="textAreaLeft" fmla="*/ 0 w 156240"/>
                  <a:gd name="textAreaRight" fmla="*/ 157680 w 156240"/>
                  <a:gd name="textAreaTop" fmla="*/ 0 h 175320"/>
                  <a:gd name="textAreaBottom" fmla="*/ 176760 h 17532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06" name="Google Shape;612;p66"/>
            <p:cNvGrpSpPr/>
            <p:nvPr/>
          </p:nvGrpSpPr>
          <p:grpSpPr>
            <a:xfrm>
              <a:off x="939600" y="5823720"/>
              <a:ext cx="444960" cy="110160"/>
              <a:chOff x="939600" y="5823720"/>
              <a:chExt cx="444960" cy="110160"/>
            </a:xfrm>
          </p:grpSpPr>
          <p:sp>
            <p:nvSpPr>
              <p:cNvPr id="1907" name="Google Shape;613;p66"/>
              <p:cNvSpPr/>
              <p:nvPr/>
            </p:nvSpPr>
            <p:spPr>
              <a:xfrm>
                <a:off x="1316160" y="5828040"/>
                <a:ext cx="68400" cy="105480"/>
              </a:xfrm>
              <a:custGeom>
                <a:avLst/>
                <a:gdLst>
                  <a:gd name="textAreaLeft" fmla="*/ 0 w 68400"/>
                  <a:gd name="textAreaRight" fmla="*/ 69840 w 68400"/>
                  <a:gd name="textAreaTop" fmla="*/ 0 h 105480"/>
                  <a:gd name="textAreaBottom" fmla="*/ 106920 h 10548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8" name="Google Shape;614;p66"/>
              <p:cNvSpPr/>
              <p:nvPr/>
            </p:nvSpPr>
            <p:spPr>
              <a:xfrm>
                <a:off x="939600" y="5823720"/>
                <a:ext cx="99720" cy="110160"/>
              </a:xfrm>
              <a:custGeom>
                <a:avLst/>
                <a:gdLst>
                  <a:gd name="textAreaLeft" fmla="*/ 0 w 99720"/>
                  <a:gd name="textAreaRight" fmla="*/ 101160 w 99720"/>
                  <a:gd name="textAreaTop" fmla="*/ 0 h 110160"/>
                  <a:gd name="textAreaBottom" fmla="*/ 111600 h 11016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9" name="Google Shape;615;p66"/>
              <p:cNvSpPr/>
              <p:nvPr/>
            </p:nvSpPr>
            <p:spPr>
              <a:xfrm>
                <a:off x="1037160" y="5839200"/>
                <a:ext cx="96840" cy="91440"/>
              </a:xfrm>
              <a:custGeom>
                <a:avLst/>
                <a:gdLst>
                  <a:gd name="textAreaLeft" fmla="*/ 0 w 96840"/>
                  <a:gd name="textAreaRight" fmla="*/ 98280 w 96840"/>
                  <a:gd name="textAreaTop" fmla="*/ 0 h 91440"/>
                  <a:gd name="textAreaBottom" fmla="*/ 92880 h 9144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0" name="Google Shape;616;p66"/>
              <p:cNvSpPr/>
              <p:nvPr/>
            </p:nvSpPr>
            <p:spPr>
              <a:xfrm>
                <a:off x="1134000" y="5840280"/>
                <a:ext cx="90360" cy="88560"/>
              </a:xfrm>
              <a:custGeom>
                <a:avLst/>
                <a:gdLst>
                  <a:gd name="textAreaLeft" fmla="*/ 0 w 90360"/>
                  <a:gd name="textAreaRight" fmla="*/ 91800 w 90360"/>
                  <a:gd name="textAreaTop" fmla="*/ 0 h 88560"/>
                  <a:gd name="textAreaBottom" fmla="*/ 90000 h 8856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1" name="Google Shape;617;p66"/>
              <p:cNvSpPr/>
              <p:nvPr/>
            </p:nvSpPr>
            <p:spPr>
              <a:xfrm>
                <a:off x="1225080" y="5839560"/>
                <a:ext cx="91080" cy="90360"/>
              </a:xfrm>
              <a:custGeom>
                <a:avLst/>
                <a:gdLst>
                  <a:gd name="textAreaLeft" fmla="*/ 0 w 91080"/>
                  <a:gd name="textAreaRight" fmla="*/ 92520 w 91080"/>
                  <a:gd name="textAreaTop" fmla="*/ 0 h 90360"/>
                  <a:gd name="textAreaBottom" fmla="*/ 91800 h 9036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4" name="Google Shape;619;p67"/>
          <p:cNvGrpSpPr/>
          <p:nvPr/>
        </p:nvGrpSpPr>
        <p:grpSpPr>
          <a:xfrm>
            <a:off x="6381360" y="1503720"/>
            <a:ext cx="4288680" cy="3573720"/>
            <a:chOff x="6381360" y="1503720"/>
            <a:chExt cx="4288680" cy="3573720"/>
          </a:xfrm>
        </p:grpSpPr>
        <p:sp>
          <p:nvSpPr>
            <p:cNvPr id="1915" name="Google Shape;620;p67"/>
            <p:cNvSpPr/>
            <p:nvPr/>
          </p:nvSpPr>
          <p:spPr>
            <a:xfrm>
              <a:off x="6738840" y="4721400"/>
              <a:ext cx="3573360" cy="356040"/>
            </a:xfrm>
            <a:custGeom>
              <a:avLst/>
              <a:gdLst>
                <a:gd name="textAreaLeft" fmla="*/ 0 w 3573360"/>
                <a:gd name="textAreaRight" fmla="*/ 3574800 w 3573360"/>
                <a:gd name="textAreaTop" fmla="*/ 0 h 356040"/>
                <a:gd name="textAreaBottom" fmla="*/ 357480 h 35604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6" name="Google Shape;621;p67"/>
            <p:cNvSpPr/>
            <p:nvPr/>
          </p:nvSpPr>
          <p:spPr>
            <a:xfrm>
              <a:off x="10314000" y="2933640"/>
              <a:ext cx="356040" cy="1785960"/>
            </a:xfrm>
            <a:custGeom>
              <a:avLst/>
              <a:gdLst>
                <a:gd name="textAreaLeft" fmla="*/ 0 w 356040"/>
                <a:gd name="textAreaRight" fmla="*/ 357480 w 356040"/>
                <a:gd name="textAreaTop" fmla="*/ 0 h 1785960"/>
                <a:gd name="textAreaBottom" fmla="*/ 1787400 h 178596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7" name="Google Shape;622;p67"/>
            <p:cNvSpPr/>
            <p:nvPr/>
          </p:nvSpPr>
          <p:spPr>
            <a:xfrm>
              <a:off x="8168760" y="3291120"/>
              <a:ext cx="892440" cy="1071000"/>
            </a:xfrm>
            <a:custGeom>
              <a:avLst/>
              <a:gdLst>
                <a:gd name="textAreaLeft" fmla="*/ 0 w 892440"/>
                <a:gd name="textAreaRight" fmla="*/ 893880 w 892440"/>
                <a:gd name="textAreaTop" fmla="*/ 0 h 1071000"/>
                <a:gd name="textAreaBottom" fmla="*/ 1072440 h 107100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8" name="Google Shape;623;p67"/>
            <p:cNvSpPr/>
            <p:nvPr/>
          </p:nvSpPr>
          <p:spPr>
            <a:xfrm>
              <a:off x="8883720" y="1861200"/>
              <a:ext cx="356040" cy="356040"/>
            </a:xfrm>
            <a:custGeom>
              <a:avLst/>
              <a:gdLst>
                <a:gd name="textAreaLeft" fmla="*/ 0 w 356040"/>
                <a:gd name="textAreaRight" fmla="*/ 357480 w 356040"/>
                <a:gd name="textAreaTop" fmla="*/ 0 h 356040"/>
                <a:gd name="textAreaBottom" fmla="*/ 357480 h 3560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9" name="Google Shape;624;p67"/>
            <p:cNvSpPr/>
            <p:nvPr/>
          </p:nvSpPr>
          <p:spPr>
            <a:xfrm>
              <a:off x="9241200" y="1503720"/>
              <a:ext cx="356040" cy="356040"/>
            </a:xfrm>
            <a:custGeom>
              <a:avLst/>
              <a:gdLst>
                <a:gd name="textAreaLeft" fmla="*/ 0 w 356040"/>
                <a:gd name="textAreaRight" fmla="*/ 357480 w 356040"/>
                <a:gd name="textAreaTop" fmla="*/ 0 h 356040"/>
                <a:gd name="textAreaBottom" fmla="*/ 357480 h 3560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0" name="Google Shape;625;p67"/>
            <p:cNvSpPr/>
            <p:nvPr/>
          </p:nvSpPr>
          <p:spPr>
            <a:xfrm>
              <a:off x="6381360" y="2933640"/>
              <a:ext cx="356040" cy="1785960"/>
            </a:xfrm>
            <a:custGeom>
              <a:avLst/>
              <a:gdLst>
                <a:gd name="textAreaLeft" fmla="*/ 0 w 356040"/>
                <a:gd name="textAreaRight" fmla="*/ 357480 w 356040"/>
                <a:gd name="textAreaTop" fmla="*/ 0 h 1785960"/>
                <a:gd name="textAreaBottom" fmla="*/ 1787400 h 178596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1" name="Google Shape;626;p67"/>
            <p:cNvSpPr/>
            <p:nvPr/>
          </p:nvSpPr>
          <p:spPr>
            <a:xfrm>
              <a:off x="6738840" y="2218680"/>
              <a:ext cx="3573360" cy="713520"/>
            </a:xfrm>
            <a:custGeom>
              <a:avLst/>
              <a:gdLst>
                <a:gd name="textAreaLeft" fmla="*/ 0 w 3573360"/>
                <a:gd name="textAreaRight" fmla="*/ 3574800 w 3573360"/>
                <a:gd name="textAreaTop" fmla="*/ 0 h 713520"/>
                <a:gd name="textAreaBottom" fmla="*/ 714960 h 71352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2" name="Google Shape;627;p67"/>
            <p:cNvSpPr/>
            <p:nvPr/>
          </p:nvSpPr>
          <p:spPr>
            <a:xfrm>
              <a:off x="7811280" y="1861200"/>
              <a:ext cx="356040" cy="356040"/>
            </a:xfrm>
            <a:custGeom>
              <a:avLst/>
              <a:gdLst>
                <a:gd name="textAreaLeft" fmla="*/ 0 w 356040"/>
                <a:gd name="textAreaRight" fmla="*/ 357480 w 356040"/>
                <a:gd name="textAreaTop" fmla="*/ 0 h 356040"/>
                <a:gd name="textAreaBottom" fmla="*/ 357480 h 3560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3" name="Google Shape;628;p67"/>
            <p:cNvSpPr/>
            <p:nvPr/>
          </p:nvSpPr>
          <p:spPr>
            <a:xfrm>
              <a:off x="7453800" y="1503720"/>
              <a:ext cx="356040" cy="356040"/>
            </a:xfrm>
            <a:custGeom>
              <a:avLst/>
              <a:gdLst>
                <a:gd name="textAreaLeft" fmla="*/ 0 w 356040"/>
                <a:gd name="textAreaRight" fmla="*/ 357480 w 356040"/>
                <a:gd name="textAreaTop" fmla="*/ 0 h 356040"/>
                <a:gd name="textAreaBottom" fmla="*/ 357480 h 3560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24" name="Google Shape;629;p67"/>
          <p:cNvSpPr/>
          <p:nvPr/>
        </p:nvSpPr>
        <p:spPr>
          <a:xfrm>
            <a:off x="824400" y="5846760"/>
            <a:ext cx="1287000" cy="788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5" name="Google Shape;630;p67"/>
          <p:cNvSpPr/>
          <p:nvPr/>
        </p:nvSpPr>
        <p:spPr>
          <a:xfrm>
            <a:off x="12072960" y="-628560"/>
            <a:ext cx="356040" cy="7809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6" name="Google Shape;631;p67"/>
          <p:cNvSpPr/>
          <p:nvPr/>
        </p:nvSpPr>
        <p:spPr>
          <a:xfrm>
            <a:off x="-91080" y="-476280"/>
            <a:ext cx="779760" cy="7809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7" name="Google Shape;632;p67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8" name="Google Shape;633;p67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9" name="Google Shape;634;p67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0" name="Google Shape;635;p67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1" name="Google Shape;636;p67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2" name="Google Shape;637;p67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3" name="Google Shape;638;p67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4" name="Google Shape;639;p67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5" name="Google Shape;640;p67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6" name="Google Shape;641;p67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37" name="Google Shape;642;p67"/>
          <p:cNvGrpSpPr/>
          <p:nvPr/>
        </p:nvGrpSpPr>
        <p:grpSpPr>
          <a:xfrm>
            <a:off x="991080" y="5682960"/>
            <a:ext cx="1152000" cy="819000"/>
            <a:chOff x="991080" y="5682960"/>
            <a:chExt cx="1152000" cy="819000"/>
          </a:xfrm>
        </p:grpSpPr>
        <p:grpSp>
          <p:nvGrpSpPr>
            <p:cNvPr id="1938" name="Google Shape;643;p67"/>
            <p:cNvGrpSpPr/>
            <p:nvPr/>
          </p:nvGrpSpPr>
          <p:grpSpPr>
            <a:xfrm>
              <a:off x="991080" y="5900040"/>
              <a:ext cx="959400" cy="233640"/>
              <a:chOff x="991080" y="5900040"/>
              <a:chExt cx="959400" cy="233640"/>
            </a:xfrm>
          </p:grpSpPr>
          <p:sp>
            <p:nvSpPr>
              <p:cNvPr id="1939" name="Google Shape;644;p67"/>
              <p:cNvSpPr/>
              <p:nvPr/>
            </p:nvSpPr>
            <p:spPr>
              <a:xfrm>
                <a:off x="991080" y="5900040"/>
                <a:ext cx="115920" cy="232560"/>
              </a:xfrm>
              <a:custGeom>
                <a:avLst/>
                <a:gdLst>
                  <a:gd name="textAreaLeft" fmla="*/ 0 w 115920"/>
                  <a:gd name="textAreaRight" fmla="*/ 117360 w 115920"/>
                  <a:gd name="textAreaTop" fmla="*/ 0 h 232560"/>
                  <a:gd name="textAreaBottom" fmla="*/ 234000 h 23256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0" name="Google Shape;645;p67"/>
              <p:cNvSpPr/>
              <p:nvPr/>
            </p:nvSpPr>
            <p:spPr>
              <a:xfrm>
                <a:off x="1132560" y="5943600"/>
                <a:ext cx="179280" cy="190080"/>
              </a:xfrm>
              <a:custGeom>
                <a:avLst/>
                <a:gdLst>
                  <a:gd name="textAreaLeft" fmla="*/ 0 w 179280"/>
                  <a:gd name="textAreaRight" fmla="*/ 180720 w 179280"/>
                  <a:gd name="textAreaTop" fmla="*/ 0 h 190080"/>
                  <a:gd name="textAreaBottom" fmla="*/ 191520 h 19008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1" name="Google Shape;646;p67"/>
              <p:cNvSpPr/>
              <p:nvPr/>
            </p:nvSpPr>
            <p:spPr>
              <a:xfrm>
                <a:off x="1343160" y="5943600"/>
                <a:ext cx="169560" cy="190080"/>
              </a:xfrm>
              <a:custGeom>
                <a:avLst/>
                <a:gdLst>
                  <a:gd name="textAreaLeft" fmla="*/ 0 w 169560"/>
                  <a:gd name="textAreaRight" fmla="*/ 171000 w 169560"/>
                  <a:gd name="textAreaTop" fmla="*/ 0 h 190080"/>
                  <a:gd name="textAreaBottom" fmla="*/ 191520 h 19008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2" name="Google Shape;647;p67"/>
              <p:cNvSpPr/>
              <p:nvPr/>
            </p:nvSpPr>
            <p:spPr>
              <a:xfrm>
                <a:off x="1548000" y="5943600"/>
                <a:ext cx="167040" cy="185760"/>
              </a:xfrm>
              <a:custGeom>
                <a:avLst/>
                <a:gdLst>
                  <a:gd name="textAreaLeft" fmla="*/ 0 w 167040"/>
                  <a:gd name="textAreaRight" fmla="*/ 168480 w 167040"/>
                  <a:gd name="textAreaTop" fmla="*/ 0 h 185760"/>
                  <a:gd name="textAreaBottom" fmla="*/ 187200 h 18576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3" name="Google Shape;648;p67"/>
              <p:cNvSpPr/>
              <p:nvPr/>
            </p:nvSpPr>
            <p:spPr>
              <a:xfrm>
                <a:off x="1752840" y="5943600"/>
                <a:ext cx="197640" cy="190080"/>
              </a:xfrm>
              <a:custGeom>
                <a:avLst/>
                <a:gdLst>
                  <a:gd name="textAreaLeft" fmla="*/ 0 w 197640"/>
                  <a:gd name="textAreaRight" fmla="*/ 199080 w 197640"/>
                  <a:gd name="textAreaTop" fmla="*/ 0 h 190080"/>
                  <a:gd name="textAreaBottom" fmla="*/ 191520 h 1900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44" name="Google Shape;649;p67"/>
            <p:cNvGrpSpPr/>
            <p:nvPr/>
          </p:nvGrpSpPr>
          <p:grpSpPr>
            <a:xfrm>
              <a:off x="1321920" y="6197400"/>
              <a:ext cx="821160" cy="304560"/>
              <a:chOff x="1321920" y="6197400"/>
              <a:chExt cx="821160" cy="304560"/>
            </a:xfrm>
          </p:grpSpPr>
          <p:sp>
            <p:nvSpPr>
              <p:cNvPr id="1945" name="Google Shape;650;p67"/>
              <p:cNvSpPr/>
              <p:nvPr/>
            </p:nvSpPr>
            <p:spPr>
              <a:xfrm>
                <a:off x="1321920" y="6197400"/>
                <a:ext cx="50760" cy="249120"/>
              </a:xfrm>
              <a:custGeom>
                <a:avLst/>
                <a:gdLst>
                  <a:gd name="textAreaLeft" fmla="*/ 0 w 50760"/>
                  <a:gd name="textAreaRight" fmla="*/ 52200 w 50760"/>
                  <a:gd name="textAreaTop" fmla="*/ 0 h 249120"/>
                  <a:gd name="textAreaBottom" fmla="*/ 250560 h 24912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6" name="Google Shape;651;p67"/>
              <p:cNvSpPr/>
              <p:nvPr/>
            </p:nvSpPr>
            <p:spPr>
              <a:xfrm>
                <a:off x="1414440" y="6260760"/>
                <a:ext cx="197640" cy="190080"/>
              </a:xfrm>
              <a:custGeom>
                <a:avLst/>
                <a:gdLst>
                  <a:gd name="textAreaLeft" fmla="*/ 0 w 197640"/>
                  <a:gd name="textAreaRight" fmla="*/ 199080 w 197640"/>
                  <a:gd name="textAreaTop" fmla="*/ 0 h 190080"/>
                  <a:gd name="textAreaBottom" fmla="*/ 191520 h 1900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7" name="Google Shape;652;p67"/>
              <p:cNvSpPr/>
              <p:nvPr/>
            </p:nvSpPr>
            <p:spPr>
              <a:xfrm>
                <a:off x="1642680" y="6260400"/>
                <a:ext cx="191880" cy="241560"/>
              </a:xfrm>
              <a:custGeom>
                <a:avLst/>
                <a:gdLst>
                  <a:gd name="textAreaLeft" fmla="*/ 0 w 191880"/>
                  <a:gd name="textAreaRight" fmla="*/ 193320 w 191880"/>
                  <a:gd name="textAreaTop" fmla="*/ 0 h 241560"/>
                  <a:gd name="textAreaBottom" fmla="*/ 243000 h 24156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8" name="Google Shape;653;p67"/>
              <p:cNvSpPr/>
              <p:nvPr/>
            </p:nvSpPr>
            <p:spPr>
              <a:xfrm>
                <a:off x="1883880" y="6197400"/>
                <a:ext cx="53640" cy="249120"/>
              </a:xfrm>
              <a:custGeom>
                <a:avLst/>
                <a:gdLst>
                  <a:gd name="textAreaLeft" fmla="*/ 0 w 53640"/>
                  <a:gd name="textAreaRight" fmla="*/ 55080 w 53640"/>
                  <a:gd name="textAreaTop" fmla="*/ 0 h 249120"/>
                  <a:gd name="textAreaBottom" fmla="*/ 250560 h 24912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9" name="Google Shape;654;p67"/>
              <p:cNvSpPr/>
              <p:nvPr/>
            </p:nvSpPr>
            <p:spPr>
              <a:xfrm>
                <a:off x="1975320" y="6261840"/>
                <a:ext cx="167760" cy="187920"/>
              </a:xfrm>
              <a:custGeom>
                <a:avLst/>
                <a:gdLst>
                  <a:gd name="textAreaLeft" fmla="*/ 0 w 167760"/>
                  <a:gd name="textAreaRight" fmla="*/ 169200 w 167760"/>
                  <a:gd name="textAreaTop" fmla="*/ 0 h 187920"/>
                  <a:gd name="textAreaBottom" fmla="*/ 189360 h 18792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50" name="Google Shape;655;p67"/>
            <p:cNvGrpSpPr/>
            <p:nvPr/>
          </p:nvGrpSpPr>
          <p:grpSpPr>
            <a:xfrm>
              <a:off x="1059120" y="5682960"/>
              <a:ext cx="477360" cy="118440"/>
              <a:chOff x="1059120" y="5682960"/>
              <a:chExt cx="477360" cy="118440"/>
            </a:xfrm>
          </p:grpSpPr>
          <p:sp>
            <p:nvSpPr>
              <p:cNvPr id="1951" name="Google Shape;656;p67"/>
              <p:cNvSpPr/>
              <p:nvPr/>
            </p:nvSpPr>
            <p:spPr>
              <a:xfrm>
                <a:off x="1463040" y="5688000"/>
                <a:ext cx="73440" cy="113040"/>
              </a:xfrm>
              <a:custGeom>
                <a:avLst/>
                <a:gdLst>
                  <a:gd name="textAreaLeft" fmla="*/ 0 w 73440"/>
                  <a:gd name="textAreaRight" fmla="*/ 74880 w 73440"/>
                  <a:gd name="textAreaTop" fmla="*/ 0 h 113040"/>
                  <a:gd name="textAreaBottom" fmla="*/ 114480 h 11304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2" name="Google Shape;657;p67"/>
              <p:cNvSpPr/>
              <p:nvPr/>
            </p:nvSpPr>
            <p:spPr>
              <a:xfrm>
                <a:off x="1059120" y="5682960"/>
                <a:ext cx="106920" cy="118440"/>
              </a:xfrm>
              <a:custGeom>
                <a:avLst/>
                <a:gdLst>
                  <a:gd name="textAreaLeft" fmla="*/ 0 w 106920"/>
                  <a:gd name="textAreaRight" fmla="*/ 108360 w 106920"/>
                  <a:gd name="textAreaTop" fmla="*/ 0 h 118440"/>
                  <a:gd name="textAreaBottom" fmla="*/ 119880 h 11844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3" name="Google Shape;658;p67"/>
              <p:cNvSpPr/>
              <p:nvPr/>
            </p:nvSpPr>
            <p:spPr>
              <a:xfrm>
                <a:off x="1163520" y="5699520"/>
                <a:ext cx="103680" cy="97920"/>
              </a:xfrm>
              <a:custGeom>
                <a:avLst/>
                <a:gdLst>
                  <a:gd name="textAreaLeft" fmla="*/ 0 w 103680"/>
                  <a:gd name="textAreaRight" fmla="*/ 105120 w 103680"/>
                  <a:gd name="textAreaTop" fmla="*/ 0 h 97920"/>
                  <a:gd name="textAreaBottom" fmla="*/ 99360 h 9792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4" name="Google Shape;659;p67"/>
              <p:cNvSpPr/>
              <p:nvPr/>
            </p:nvSpPr>
            <p:spPr>
              <a:xfrm>
                <a:off x="1267560" y="5700600"/>
                <a:ext cx="97200" cy="95040"/>
              </a:xfrm>
              <a:custGeom>
                <a:avLst/>
                <a:gdLst>
                  <a:gd name="textAreaLeft" fmla="*/ 0 w 97200"/>
                  <a:gd name="textAreaRight" fmla="*/ 98640 w 97200"/>
                  <a:gd name="textAreaTop" fmla="*/ 0 h 95040"/>
                  <a:gd name="textAreaBottom" fmla="*/ 96480 h 9504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5" name="Google Shape;660;p67"/>
              <p:cNvSpPr/>
              <p:nvPr/>
            </p:nvSpPr>
            <p:spPr>
              <a:xfrm>
                <a:off x="1365120" y="5700240"/>
                <a:ext cx="97920" cy="96840"/>
              </a:xfrm>
              <a:custGeom>
                <a:avLst/>
                <a:gdLst>
                  <a:gd name="textAreaLeft" fmla="*/ 0 w 97920"/>
                  <a:gd name="textAreaRight" fmla="*/ 99360 w 97920"/>
                  <a:gd name="textAreaTop" fmla="*/ 0 h 96840"/>
                  <a:gd name="textAreaBottom" fmla="*/ 98280 h 9684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956" name="Google Shape;661;p67"/>
          <p:cNvGrpSpPr/>
          <p:nvPr/>
        </p:nvGrpSpPr>
        <p:grpSpPr>
          <a:xfrm>
            <a:off x="8526240" y="1503720"/>
            <a:ext cx="2143800" cy="3573720"/>
            <a:chOff x="8526240" y="1503720"/>
            <a:chExt cx="2143800" cy="3573720"/>
          </a:xfrm>
        </p:grpSpPr>
        <p:sp>
          <p:nvSpPr>
            <p:cNvPr id="1957" name="Google Shape;662;p67"/>
            <p:cNvSpPr/>
            <p:nvPr/>
          </p:nvSpPr>
          <p:spPr>
            <a:xfrm>
              <a:off x="8526240" y="4721400"/>
              <a:ext cx="1785960" cy="356040"/>
            </a:xfrm>
            <a:custGeom>
              <a:avLst/>
              <a:gdLst>
                <a:gd name="textAreaLeft" fmla="*/ 0 w 1785960"/>
                <a:gd name="textAreaRight" fmla="*/ 1787400 w 1785960"/>
                <a:gd name="textAreaTop" fmla="*/ 0 h 356040"/>
                <a:gd name="textAreaBottom" fmla="*/ 357480 h 35604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8" name="Google Shape;663;p67"/>
            <p:cNvSpPr/>
            <p:nvPr/>
          </p:nvSpPr>
          <p:spPr>
            <a:xfrm>
              <a:off x="10314000" y="2933640"/>
              <a:ext cx="356040" cy="1785960"/>
            </a:xfrm>
            <a:custGeom>
              <a:avLst/>
              <a:gdLst>
                <a:gd name="textAreaLeft" fmla="*/ 0 w 356040"/>
                <a:gd name="textAreaRight" fmla="*/ 357480 w 356040"/>
                <a:gd name="textAreaTop" fmla="*/ 0 h 1785960"/>
                <a:gd name="textAreaBottom" fmla="*/ 1787400 h 178596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9" name="Google Shape;664;p67"/>
            <p:cNvSpPr/>
            <p:nvPr/>
          </p:nvSpPr>
          <p:spPr>
            <a:xfrm>
              <a:off x="8526240" y="2218680"/>
              <a:ext cx="1785960" cy="713520"/>
            </a:xfrm>
            <a:custGeom>
              <a:avLst/>
              <a:gdLst>
                <a:gd name="textAreaLeft" fmla="*/ 0 w 1785960"/>
                <a:gd name="textAreaRight" fmla="*/ 1787400 w 1785960"/>
                <a:gd name="textAreaTop" fmla="*/ 0 h 713520"/>
                <a:gd name="textAreaBottom" fmla="*/ 714960 h 71352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0" name="Google Shape;665;p67"/>
            <p:cNvSpPr/>
            <p:nvPr/>
          </p:nvSpPr>
          <p:spPr>
            <a:xfrm>
              <a:off x="8526240" y="3470040"/>
              <a:ext cx="534960" cy="713520"/>
            </a:xfrm>
            <a:custGeom>
              <a:avLst/>
              <a:gdLst>
                <a:gd name="textAreaLeft" fmla="*/ 0 w 534960"/>
                <a:gd name="textAreaRight" fmla="*/ 536400 w 534960"/>
                <a:gd name="textAreaTop" fmla="*/ 0 h 713520"/>
                <a:gd name="textAreaBottom" fmla="*/ 714960 h 71352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1" name="Google Shape;666;p67"/>
            <p:cNvSpPr/>
            <p:nvPr/>
          </p:nvSpPr>
          <p:spPr>
            <a:xfrm>
              <a:off x="8883720" y="1861200"/>
              <a:ext cx="356040" cy="356040"/>
            </a:xfrm>
            <a:custGeom>
              <a:avLst/>
              <a:gdLst>
                <a:gd name="textAreaLeft" fmla="*/ 0 w 356040"/>
                <a:gd name="textAreaRight" fmla="*/ 357480 w 356040"/>
                <a:gd name="textAreaTop" fmla="*/ 0 h 356040"/>
                <a:gd name="textAreaBottom" fmla="*/ 357480 h 3560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2" name="Google Shape;667;p67"/>
            <p:cNvSpPr/>
            <p:nvPr/>
          </p:nvSpPr>
          <p:spPr>
            <a:xfrm>
              <a:off x="9241200" y="1503720"/>
              <a:ext cx="356040" cy="356040"/>
            </a:xfrm>
            <a:custGeom>
              <a:avLst/>
              <a:gdLst>
                <a:gd name="textAreaLeft" fmla="*/ 0 w 356040"/>
                <a:gd name="textAreaRight" fmla="*/ 357480 w 356040"/>
                <a:gd name="textAreaTop" fmla="*/ 0 h 356040"/>
                <a:gd name="textAreaBottom" fmla="*/ 357480 h 3560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669;p68"/>
          <p:cNvSpPr/>
          <p:nvPr/>
        </p:nvSpPr>
        <p:spPr>
          <a:xfrm>
            <a:off x="9374760" y="0"/>
            <a:ext cx="3026520" cy="68565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6" name="Google Shape;670;p68"/>
          <p:cNvSpPr/>
          <p:nvPr/>
        </p:nvSpPr>
        <p:spPr>
          <a:xfrm>
            <a:off x="9374760" y="3882960"/>
            <a:ext cx="3026520" cy="29736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7" name="Google Shape;671;p68"/>
          <p:cNvSpPr/>
          <p:nvPr/>
        </p:nvSpPr>
        <p:spPr>
          <a:xfrm>
            <a:off x="-41400" y="0"/>
            <a:ext cx="3026520" cy="68565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8" name="Google Shape;672;p68"/>
          <p:cNvSpPr/>
          <p:nvPr/>
        </p:nvSpPr>
        <p:spPr>
          <a:xfrm>
            <a:off x="-41400" y="0"/>
            <a:ext cx="3026520" cy="29736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9" name="Google Shape;673;p68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0" name="Google Shape;674;p68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1" name="Google Shape;675;p68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2" name="Google Shape;676;p68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3" name="Google Shape;677;p68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4" name="Google Shape;678;p68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5" name="Google Shape;679;p68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6" name="Google Shape;680;p68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7" name="Google Shape;681;p68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8" name="Google Shape;682;p68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9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0" name="Google Shape;684;p68"/>
          <p:cNvSpPr/>
          <p:nvPr/>
        </p:nvSpPr>
        <p:spPr>
          <a:xfrm>
            <a:off x="2666880" y="0"/>
            <a:ext cx="6856560" cy="6856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81" name="Google Shape;685;p68"/>
          <p:cNvGrpSpPr/>
          <p:nvPr/>
        </p:nvGrpSpPr>
        <p:grpSpPr>
          <a:xfrm>
            <a:off x="10058040" y="1268640"/>
            <a:ext cx="1803960" cy="1803960"/>
            <a:chOff x="10058040" y="1268640"/>
            <a:chExt cx="1803960" cy="1803960"/>
          </a:xfrm>
        </p:grpSpPr>
        <p:sp>
          <p:nvSpPr>
            <p:cNvPr id="1982" name="Google Shape;686;p68"/>
            <p:cNvSpPr/>
            <p:nvPr/>
          </p:nvSpPr>
          <p:spPr>
            <a:xfrm>
              <a:off x="1126152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3" name="Google Shape;687;p68"/>
            <p:cNvSpPr/>
            <p:nvPr/>
          </p:nvSpPr>
          <p:spPr>
            <a:xfrm>
              <a:off x="1106100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4" name="Google Shape;688;p68"/>
            <p:cNvSpPr/>
            <p:nvPr/>
          </p:nvSpPr>
          <p:spPr>
            <a:xfrm>
              <a:off x="1086048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5" name="Google Shape;689;p68"/>
            <p:cNvSpPr/>
            <p:nvPr/>
          </p:nvSpPr>
          <p:spPr>
            <a:xfrm>
              <a:off x="1065996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6" name="Google Shape;690;p68"/>
            <p:cNvSpPr/>
            <p:nvPr/>
          </p:nvSpPr>
          <p:spPr>
            <a:xfrm>
              <a:off x="1045944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7" name="Google Shape;691;p68"/>
            <p:cNvSpPr/>
            <p:nvPr/>
          </p:nvSpPr>
          <p:spPr>
            <a:xfrm>
              <a:off x="10258560" y="1469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8" name="Google Shape;692;p68"/>
            <p:cNvSpPr/>
            <p:nvPr/>
          </p:nvSpPr>
          <p:spPr>
            <a:xfrm>
              <a:off x="10058040" y="16700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9" name="Google Shape;693;p68"/>
            <p:cNvSpPr/>
            <p:nvPr/>
          </p:nvSpPr>
          <p:spPr>
            <a:xfrm>
              <a:off x="10058040" y="187056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0" name="Google Shape;694;p68"/>
            <p:cNvSpPr/>
            <p:nvPr/>
          </p:nvSpPr>
          <p:spPr>
            <a:xfrm>
              <a:off x="10058040" y="207108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1" name="Google Shape;695;p68"/>
            <p:cNvSpPr/>
            <p:nvPr/>
          </p:nvSpPr>
          <p:spPr>
            <a:xfrm>
              <a:off x="10058040" y="227160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2" name="Google Shape;696;p68"/>
            <p:cNvSpPr/>
            <p:nvPr/>
          </p:nvSpPr>
          <p:spPr>
            <a:xfrm>
              <a:off x="10058040" y="24721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3" name="Google Shape;697;p68"/>
            <p:cNvSpPr/>
            <p:nvPr/>
          </p:nvSpPr>
          <p:spPr>
            <a:xfrm>
              <a:off x="10258560" y="267300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4" name="Google Shape;698;p68"/>
            <p:cNvSpPr/>
            <p:nvPr/>
          </p:nvSpPr>
          <p:spPr>
            <a:xfrm>
              <a:off x="1045944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5" name="Google Shape;699;p68"/>
            <p:cNvSpPr/>
            <p:nvPr/>
          </p:nvSpPr>
          <p:spPr>
            <a:xfrm>
              <a:off x="1065996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6" name="Google Shape;700;p68"/>
            <p:cNvSpPr/>
            <p:nvPr/>
          </p:nvSpPr>
          <p:spPr>
            <a:xfrm>
              <a:off x="1086048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7" name="Google Shape;701;p68"/>
            <p:cNvSpPr/>
            <p:nvPr/>
          </p:nvSpPr>
          <p:spPr>
            <a:xfrm>
              <a:off x="1106100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8" name="Google Shape;702;p68"/>
            <p:cNvSpPr/>
            <p:nvPr/>
          </p:nvSpPr>
          <p:spPr>
            <a:xfrm>
              <a:off x="1126152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9" name="Google Shape;703;p68"/>
            <p:cNvSpPr/>
            <p:nvPr/>
          </p:nvSpPr>
          <p:spPr>
            <a:xfrm>
              <a:off x="11462400" y="267300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0" name="Google Shape;704;p68"/>
            <p:cNvSpPr/>
            <p:nvPr/>
          </p:nvSpPr>
          <p:spPr>
            <a:xfrm>
              <a:off x="11662920" y="24721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1" name="Google Shape;705;p68"/>
            <p:cNvSpPr/>
            <p:nvPr/>
          </p:nvSpPr>
          <p:spPr>
            <a:xfrm>
              <a:off x="11662920" y="227160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2" name="Google Shape;706;p68"/>
            <p:cNvSpPr/>
            <p:nvPr/>
          </p:nvSpPr>
          <p:spPr>
            <a:xfrm>
              <a:off x="11662920" y="207108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3" name="Google Shape;707;p68"/>
            <p:cNvSpPr/>
            <p:nvPr/>
          </p:nvSpPr>
          <p:spPr>
            <a:xfrm>
              <a:off x="11662920" y="187056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4" name="Google Shape;708;p68"/>
            <p:cNvSpPr/>
            <p:nvPr/>
          </p:nvSpPr>
          <p:spPr>
            <a:xfrm>
              <a:off x="11662920" y="16700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5" name="Google Shape;709;p68"/>
            <p:cNvSpPr/>
            <p:nvPr/>
          </p:nvSpPr>
          <p:spPr>
            <a:xfrm>
              <a:off x="11462400" y="1469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6" name="Google Shape;710;p68"/>
          <p:cNvSpPr/>
          <p:nvPr/>
        </p:nvSpPr>
        <p:spPr>
          <a:xfrm>
            <a:off x="492120" y="-227880"/>
            <a:ext cx="2057400" cy="8444880"/>
          </a:xfrm>
          <a:custGeom>
            <a:avLst/>
            <a:gdLst>
              <a:gd name="textAreaLeft" fmla="*/ 0 w 2057400"/>
              <a:gd name="textAreaRight" fmla="*/ 2058840 w 2057400"/>
              <a:gd name="textAreaTop" fmla="*/ 0 h 8444880"/>
              <a:gd name="textAreaBottom" fmla="*/ 8446320 h 844488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7" name="Google Shape;711;p68"/>
          <p:cNvSpPr/>
          <p:nvPr/>
        </p:nvSpPr>
        <p:spPr>
          <a:xfrm>
            <a:off x="3367800" y="-960480"/>
            <a:ext cx="1897560" cy="8692560"/>
          </a:xfrm>
          <a:custGeom>
            <a:avLst/>
            <a:gdLst>
              <a:gd name="textAreaLeft" fmla="*/ 0 w 1897560"/>
              <a:gd name="textAreaRight" fmla="*/ 1899000 w 1897560"/>
              <a:gd name="textAreaTop" fmla="*/ 0 h 8692560"/>
              <a:gd name="textAreaBottom" fmla="*/ 8694000 h 869256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8" name="Google Shape;712;p68"/>
          <p:cNvSpPr/>
          <p:nvPr/>
        </p:nvSpPr>
        <p:spPr>
          <a:xfrm>
            <a:off x="7389360" y="-113760"/>
            <a:ext cx="1934280" cy="7084440"/>
          </a:xfrm>
          <a:custGeom>
            <a:avLst/>
            <a:gdLst>
              <a:gd name="textAreaLeft" fmla="*/ 0 w 1934280"/>
              <a:gd name="textAreaRight" fmla="*/ 1935720 w 1934280"/>
              <a:gd name="textAreaTop" fmla="*/ 0 h 7084440"/>
              <a:gd name="textAreaBottom" fmla="*/ 7085880 h 708444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788;p72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2" name="Google Shape;789;p72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3" name="Google Shape;790;p72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4" name="Google Shape;791;p72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5" name="Google Shape;792;p72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6" name="Google Shape;793;p72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7" name="Google Shape;794;p72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8" name="Google Shape;795;p72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9" name="Google Shape;796;p72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0" name="Google Shape;797;p72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1" name="Google Shape;798;p72"/>
          <p:cNvSpPr/>
          <p:nvPr/>
        </p:nvSpPr>
        <p:spPr>
          <a:xfrm>
            <a:off x="1440" y="0"/>
            <a:ext cx="4740480" cy="6856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2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4720" cy="428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3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7360" cy="200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6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144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7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8" name="Google Shape;716;p69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9" name="Google Shape;717;p69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0" name="Google Shape;718;p69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1" name="Google Shape;719;p69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2" name="Google Shape;720;p69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3" name="Google Shape;721;p69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4" name="Google Shape;722;p69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5" name="Google Shape;723;p69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6" name="Google Shape;724;p69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7" name="Google Shape;725;p69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40080" cy="1018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1" name="Google Shape;728;p70" descr=""/>
          <p:cNvPicPr/>
          <p:nvPr/>
        </p:nvPicPr>
        <p:blipFill>
          <a:blip r:embed="rId3"/>
          <a:stretch/>
        </p:blipFill>
        <p:spPr>
          <a:xfrm flipH="1">
            <a:off x="502920" y="1314000"/>
            <a:ext cx="6079680" cy="478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2" name="Google Shape;729;p70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3" name="Google Shape;730;p70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4" name="Google Shape;731;p70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5" name="Google Shape;732;p70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6" name="Google Shape;733;p70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7" name="Google Shape;734;p70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8" name="Google Shape;735;p70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9" name="Google Shape;736;p70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0" name="Google Shape;737;p70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1" name="Google Shape;738;p70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669;p68"/>
          <p:cNvSpPr/>
          <p:nvPr/>
        </p:nvSpPr>
        <p:spPr>
          <a:xfrm>
            <a:off x="9374760" y="0"/>
            <a:ext cx="3026520" cy="68565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5" name="Google Shape;670;p68"/>
          <p:cNvSpPr/>
          <p:nvPr/>
        </p:nvSpPr>
        <p:spPr>
          <a:xfrm>
            <a:off x="9374760" y="3882960"/>
            <a:ext cx="3026520" cy="29736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6" name="Google Shape;671;p68"/>
          <p:cNvSpPr/>
          <p:nvPr/>
        </p:nvSpPr>
        <p:spPr>
          <a:xfrm>
            <a:off x="-41400" y="0"/>
            <a:ext cx="3026520" cy="68565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7" name="Google Shape;672;p68"/>
          <p:cNvSpPr/>
          <p:nvPr/>
        </p:nvSpPr>
        <p:spPr>
          <a:xfrm>
            <a:off x="-41400" y="0"/>
            <a:ext cx="3026520" cy="29736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8" name="Google Shape;673;p68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9" name="Google Shape;674;p68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0" name="Google Shape;675;p68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1" name="Google Shape;676;p68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2" name="Google Shape;677;p68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3" name="Google Shape;678;p68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4" name="Google Shape;679;p68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5" name="Google Shape;680;p68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6" name="Google Shape;681;p68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7" name="Google Shape;682;p68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8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9" name="Google Shape;684;p68"/>
          <p:cNvSpPr/>
          <p:nvPr/>
        </p:nvSpPr>
        <p:spPr>
          <a:xfrm>
            <a:off x="2666880" y="0"/>
            <a:ext cx="6856560" cy="6856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70" name="Google Shape;685;p68"/>
          <p:cNvGrpSpPr/>
          <p:nvPr/>
        </p:nvGrpSpPr>
        <p:grpSpPr>
          <a:xfrm>
            <a:off x="10058040" y="1268640"/>
            <a:ext cx="1803960" cy="1803960"/>
            <a:chOff x="10058040" y="1268640"/>
            <a:chExt cx="1803960" cy="1803960"/>
          </a:xfrm>
        </p:grpSpPr>
        <p:sp>
          <p:nvSpPr>
            <p:cNvPr id="2071" name="Google Shape;686;p68"/>
            <p:cNvSpPr/>
            <p:nvPr/>
          </p:nvSpPr>
          <p:spPr>
            <a:xfrm>
              <a:off x="1126152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2" name="Google Shape;687;p68"/>
            <p:cNvSpPr/>
            <p:nvPr/>
          </p:nvSpPr>
          <p:spPr>
            <a:xfrm>
              <a:off x="1106100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3" name="Google Shape;688;p68"/>
            <p:cNvSpPr/>
            <p:nvPr/>
          </p:nvSpPr>
          <p:spPr>
            <a:xfrm>
              <a:off x="1086048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4" name="Google Shape;689;p68"/>
            <p:cNvSpPr/>
            <p:nvPr/>
          </p:nvSpPr>
          <p:spPr>
            <a:xfrm>
              <a:off x="1065996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5" name="Google Shape;690;p68"/>
            <p:cNvSpPr/>
            <p:nvPr/>
          </p:nvSpPr>
          <p:spPr>
            <a:xfrm>
              <a:off x="10459440" y="12686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6" name="Google Shape;691;p68"/>
            <p:cNvSpPr/>
            <p:nvPr/>
          </p:nvSpPr>
          <p:spPr>
            <a:xfrm>
              <a:off x="10258560" y="1469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7" name="Google Shape;692;p68"/>
            <p:cNvSpPr/>
            <p:nvPr/>
          </p:nvSpPr>
          <p:spPr>
            <a:xfrm>
              <a:off x="10058040" y="16700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8" name="Google Shape;693;p68"/>
            <p:cNvSpPr/>
            <p:nvPr/>
          </p:nvSpPr>
          <p:spPr>
            <a:xfrm>
              <a:off x="10058040" y="187056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9" name="Google Shape;694;p68"/>
            <p:cNvSpPr/>
            <p:nvPr/>
          </p:nvSpPr>
          <p:spPr>
            <a:xfrm>
              <a:off x="10058040" y="207108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0" name="Google Shape;695;p68"/>
            <p:cNvSpPr/>
            <p:nvPr/>
          </p:nvSpPr>
          <p:spPr>
            <a:xfrm>
              <a:off x="10058040" y="227160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1" name="Google Shape;696;p68"/>
            <p:cNvSpPr/>
            <p:nvPr/>
          </p:nvSpPr>
          <p:spPr>
            <a:xfrm>
              <a:off x="10058040" y="24721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2" name="Google Shape;697;p68"/>
            <p:cNvSpPr/>
            <p:nvPr/>
          </p:nvSpPr>
          <p:spPr>
            <a:xfrm>
              <a:off x="10258560" y="267300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3" name="Google Shape;698;p68"/>
            <p:cNvSpPr/>
            <p:nvPr/>
          </p:nvSpPr>
          <p:spPr>
            <a:xfrm>
              <a:off x="1045944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4" name="Google Shape;699;p68"/>
            <p:cNvSpPr/>
            <p:nvPr/>
          </p:nvSpPr>
          <p:spPr>
            <a:xfrm>
              <a:off x="1065996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5" name="Google Shape;700;p68"/>
            <p:cNvSpPr/>
            <p:nvPr/>
          </p:nvSpPr>
          <p:spPr>
            <a:xfrm>
              <a:off x="1086048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6" name="Google Shape;701;p68"/>
            <p:cNvSpPr/>
            <p:nvPr/>
          </p:nvSpPr>
          <p:spPr>
            <a:xfrm>
              <a:off x="1106100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7" name="Google Shape;702;p68"/>
            <p:cNvSpPr/>
            <p:nvPr/>
          </p:nvSpPr>
          <p:spPr>
            <a:xfrm>
              <a:off x="11261520" y="2873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8" name="Google Shape;703;p68"/>
            <p:cNvSpPr/>
            <p:nvPr/>
          </p:nvSpPr>
          <p:spPr>
            <a:xfrm>
              <a:off x="11462400" y="267300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9" name="Google Shape;704;p68"/>
            <p:cNvSpPr/>
            <p:nvPr/>
          </p:nvSpPr>
          <p:spPr>
            <a:xfrm>
              <a:off x="11662920" y="24721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0" name="Google Shape;705;p68"/>
            <p:cNvSpPr/>
            <p:nvPr/>
          </p:nvSpPr>
          <p:spPr>
            <a:xfrm>
              <a:off x="11662920" y="227160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1" name="Google Shape;706;p68"/>
            <p:cNvSpPr/>
            <p:nvPr/>
          </p:nvSpPr>
          <p:spPr>
            <a:xfrm>
              <a:off x="11662920" y="207108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2" name="Google Shape;707;p68"/>
            <p:cNvSpPr/>
            <p:nvPr/>
          </p:nvSpPr>
          <p:spPr>
            <a:xfrm>
              <a:off x="11662920" y="187056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3" name="Google Shape;708;p68"/>
            <p:cNvSpPr/>
            <p:nvPr/>
          </p:nvSpPr>
          <p:spPr>
            <a:xfrm>
              <a:off x="11662920" y="167004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4" name="Google Shape;709;p68"/>
            <p:cNvSpPr/>
            <p:nvPr/>
          </p:nvSpPr>
          <p:spPr>
            <a:xfrm>
              <a:off x="11462400" y="1469520"/>
              <a:ext cx="199080" cy="199080"/>
            </a:xfrm>
            <a:custGeom>
              <a:avLst/>
              <a:gdLst>
                <a:gd name="textAreaLeft" fmla="*/ 0 w 199080"/>
                <a:gd name="textAreaRight" fmla="*/ 200520 w 199080"/>
                <a:gd name="textAreaTop" fmla="*/ 0 h 199080"/>
                <a:gd name="textAreaBottom" fmla="*/ 200520 h 1990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95" name="Google Shape;710;p68"/>
          <p:cNvSpPr/>
          <p:nvPr/>
        </p:nvSpPr>
        <p:spPr>
          <a:xfrm>
            <a:off x="492120" y="-227880"/>
            <a:ext cx="2057400" cy="8444880"/>
          </a:xfrm>
          <a:custGeom>
            <a:avLst/>
            <a:gdLst>
              <a:gd name="textAreaLeft" fmla="*/ 0 w 2057400"/>
              <a:gd name="textAreaRight" fmla="*/ 2058840 w 2057400"/>
              <a:gd name="textAreaTop" fmla="*/ 0 h 8444880"/>
              <a:gd name="textAreaBottom" fmla="*/ 8446320 h 844488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6" name="Google Shape;711;p68"/>
          <p:cNvSpPr/>
          <p:nvPr/>
        </p:nvSpPr>
        <p:spPr>
          <a:xfrm>
            <a:off x="3367800" y="-960480"/>
            <a:ext cx="1897560" cy="8692560"/>
          </a:xfrm>
          <a:custGeom>
            <a:avLst/>
            <a:gdLst>
              <a:gd name="textAreaLeft" fmla="*/ 0 w 1897560"/>
              <a:gd name="textAreaRight" fmla="*/ 1899000 w 1897560"/>
              <a:gd name="textAreaTop" fmla="*/ 0 h 8692560"/>
              <a:gd name="textAreaBottom" fmla="*/ 8694000 h 869256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7" name="Google Shape;712;p68"/>
          <p:cNvSpPr/>
          <p:nvPr/>
        </p:nvSpPr>
        <p:spPr>
          <a:xfrm>
            <a:off x="7389360" y="-113760"/>
            <a:ext cx="1934280" cy="7084440"/>
          </a:xfrm>
          <a:custGeom>
            <a:avLst/>
            <a:gdLst>
              <a:gd name="textAreaLeft" fmla="*/ 0 w 1934280"/>
              <a:gd name="textAreaRight" fmla="*/ 1935720 w 1934280"/>
              <a:gd name="textAreaTop" fmla="*/ 0 h 7084440"/>
              <a:gd name="textAreaBottom" fmla="*/ 7085880 h 708444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802;p73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1" name="Google Shape;803;p73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2" name="Google Shape;804;p73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3" name="Google Shape;805;p73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4" name="Google Shape;806;p73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5" name="Google Shape;807;p73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6" name="Google Shape;808;p73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7" name="Google Shape;809;p73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8" name="Google Shape;810;p73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9" name="Google Shape;811;p73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10" name="Google Shape;812;p73"/>
          <p:cNvGrpSpPr/>
          <p:nvPr/>
        </p:nvGrpSpPr>
        <p:grpSpPr>
          <a:xfrm>
            <a:off x="727560" y="3023640"/>
            <a:ext cx="5852520" cy="2526840"/>
            <a:chOff x="727560" y="3023640"/>
            <a:chExt cx="5852520" cy="2526840"/>
          </a:xfrm>
        </p:grpSpPr>
        <p:sp>
          <p:nvSpPr>
            <p:cNvPr id="2111" name="Google Shape;813;p73"/>
            <p:cNvSpPr/>
            <p:nvPr/>
          </p:nvSpPr>
          <p:spPr>
            <a:xfrm>
              <a:off x="1363680" y="3023640"/>
              <a:ext cx="507384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2" name="Google Shape;814;p73"/>
            <p:cNvSpPr/>
            <p:nvPr/>
          </p:nvSpPr>
          <p:spPr>
            <a:xfrm rot="16200000">
              <a:off x="-252360" y="4062960"/>
              <a:ext cx="24156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3" name="Google Shape;815;p73"/>
            <p:cNvSpPr/>
            <p:nvPr/>
          </p:nvSpPr>
          <p:spPr>
            <a:xfrm>
              <a:off x="1363680" y="4781520"/>
              <a:ext cx="521640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14" name="Google Shape;816;p73"/>
          <p:cNvGrpSpPr/>
          <p:nvPr/>
        </p:nvGrpSpPr>
        <p:grpSpPr>
          <a:xfrm>
            <a:off x="755280" y="2676960"/>
            <a:ext cx="691920" cy="691920"/>
            <a:chOff x="755280" y="2676960"/>
            <a:chExt cx="691920" cy="691920"/>
          </a:xfrm>
        </p:grpSpPr>
        <p:sp>
          <p:nvSpPr>
            <p:cNvPr id="2115" name="Google Shape;817;p73"/>
            <p:cNvSpPr/>
            <p:nvPr/>
          </p:nvSpPr>
          <p:spPr>
            <a:xfrm>
              <a:off x="755280" y="302364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6" name="Google Shape;818;p73"/>
            <p:cNvSpPr/>
            <p:nvPr/>
          </p:nvSpPr>
          <p:spPr>
            <a:xfrm>
              <a:off x="1101960" y="267696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17" name="Google Shape;819;p73"/>
          <p:cNvGrpSpPr/>
          <p:nvPr/>
        </p:nvGrpSpPr>
        <p:grpSpPr>
          <a:xfrm>
            <a:off x="6068520" y="5098320"/>
            <a:ext cx="691920" cy="691920"/>
            <a:chOff x="6068520" y="5098320"/>
            <a:chExt cx="691920" cy="691920"/>
          </a:xfrm>
        </p:grpSpPr>
        <p:sp>
          <p:nvSpPr>
            <p:cNvPr id="2118" name="Google Shape;820;p73"/>
            <p:cNvSpPr/>
            <p:nvPr/>
          </p:nvSpPr>
          <p:spPr>
            <a:xfrm>
              <a:off x="6068520" y="544500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9" name="Google Shape;821;p73"/>
            <p:cNvSpPr/>
            <p:nvPr/>
          </p:nvSpPr>
          <p:spPr>
            <a:xfrm>
              <a:off x="6415200" y="5098320"/>
              <a:ext cx="345240" cy="3452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120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7680" cy="153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1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13040" cy="338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22" name="Google Shape;824;p73"/>
          <p:cNvGrpSpPr/>
          <p:nvPr/>
        </p:nvGrpSpPr>
        <p:grpSpPr>
          <a:xfrm>
            <a:off x="10124640" y="1269360"/>
            <a:ext cx="1468800" cy="767520"/>
            <a:chOff x="10124640" y="1269360"/>
            <a:chExt cx="1468800" cy="767520"/>
          </a:xfrm>
        </p:grpSpPr>
        <p:grpSp>
          <p:nvGrpSpPr>
            <p:cNvPr id="2123" name="Google Shape;825;p73"/>
            <p:cNvGrpSpPr/>
            <p:nvPr/>
          </p:nvGrpSpPr>
          <p:grpSpPr>
            <a:xfrm>
              <a:off x="10124640" y="1269360"/>
              <a:ext cx="1223280" cy="298440"/>
              <a:chOff x="10124640" y="1269360"/>
              <a:chExt cx="1223280" cy="298440"/>
            </a:xfrm>
          </p:grpSpPr>
          <p:sp>
            <p:nvSpPr>
              <p:cNvPr id="2124" name="Google Shape;826;p73"/>
              <p:cNvSpPr/>
              <p:nvPr/>
            </p:nvSpPr>
            <p:spPr>
              <a:xfrm>
                <a:off x="10124640" y="1269360"/>
                <a:ext cx="148320" cy="297000"/>
              </a:xfrm>
              <a:custGeom>
                <a:avLst/>
                <a:gdLst>
                  <a:gd name="textAreaLeft" fmla="*/ 0 w 148320"/>
                  <a:gd name="textAreaRight" fmla="*/ 149760 w 148320"/>
                  <a:gd name="textAreaTop" fmla="*/ 0 h 297000"/>
                  <a:gd name="textAreaBottom" fmla="*/ 298440 h 2970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5" name="Google Shape;827;p73"/>
              <p:cNvSpPr/>
              <p:nvPr/>
            </p:nvSpPr>
            <p:spPr>
              <a:xfrm>
                <a:off x="10305360" y="1324800"/>
                <a:ext cx="228600" cy="242640"/>
              </a:xfrm>
              <a:custGeom>
                <a:avLst/>
                <a:gdLst>
                  <a:gd name="textAreaLeft" fmla="*/ 0 w 228600"/>
                  <a:gd name="textAreaRight" fmla="*/ 230040 w 22860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6" name="Google Shape;828;p73"/>
              <p:cNvSpPr/>
              <p:nvPr/>
            </p:nvSpPr>
            <p:spPr>
              <a:xfrm>
                <a:off x="10573560" y="1325160"/>
                <a:ext cx="216360" cy="242640"/>
              </a:xfrm>
              <a:custGeom>
                <a:avLst/>
                <a:gdLst>
                  <a:gd name="textAreaLeft" fmla="*/ 0 w 216360"/>
                  <a:gd name="textAreaRight" fmla="*/ 217800 w 216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7" name="Google Shape;829;p73"/>
              <p:cNvSpPr/>
              <p:nvPr/>
            </p:nvSpPr>
            <p:spPr>
              <a:xfrm>
                <a:off x="10834560" y="1325160"/>
                <a:ext cx="213480" cy="237240"/>
              </a:xfrm>
              <a:custGeom>
                <a:avLst/>
                <a:gdLst>
                  <a:gd name="textAreaLeft" fmla="*/ 0 w 213480"/>
                  <a:gd name="textAreaRight" fmla="*/ 214920 w 213480"/>
                  <a:gd name="textAreaTop" fmla="*/ 0 h 237240"/>
                  <a:gd name="textAreaBottom" fmla="*/ 238680 h 2372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8" name="Google Shape;830;p73"/>
              <p:cNvSpPr/>
              <p:nvPr/>
            </p:nvSpPr>
            <p:spPr>
              <a:xfrm>
                <a:off x="11095560" y="132516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29" name="Google Shape;831;p73"/>
            <p:cNvGrpSpPr/>
            <p:nvPr/>
          </p:nvGrpSpPr>
          <p:grpSpPr>
            <a:xfrm>
              <a:off x="10546560" y="1648080"/>
              <a:ext cx="1046880" cy="388800"/>
              <a:chOff x="10546560" y="1648080"/>
              <a:chExt cx="1046880" cy="388800"/>
            </a:xfrm>
          </p:grpSpPr>
          <p:sp>
            <p:nvSpPr>
              <p:cNvPr id="2130" name="Google Shape;832;p73"/>
              <p:cNvSpPr/>
              <p:nvPr/>
            </p:nvSpPr>
            <p:spPr>
              <a:xfrm>
                <a:off x="10546560" y="1648080"/>
                <a:ext cx="65160" cy="31788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1" name="Google Shape;833;p73"/>
              <p:cNvSpPr/>
              <p:nvPr/>
            </p:nvSpPr>
            <p:spPr>
              <a:xfrm>
                <a:off x="10664280" y="1728720"/>
                <a:ext cx="252360" cy="242640"/>
              </a:xfrm>
              <a:custGeom>
                <a:avLst/>
                <a:gdLst>
                  <a:gd name="textAreaLeft" fmla="*/ 0 w 252360"/>
                  <a:gd name="textAreaRight" fmla="*/ 253800 w 252360"/>
                  <a:gd name="textAreaTop" fmla="*/ 0 h 242640"/>
                  <a:gd name="textAreaBottom" fmla="*/ 244080 h 2426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2" name="Google Shape;834;p73"/>
              <p:cNvSpPr/>
              <p:nvPr/>
            </p:nvSpPr>
            <p:spPr>
              <a:xfrm>
                <a:off x="10955160" y="1728720"/>
                <a:ext cx="244800" cy="308160"/>
              </a:xfrm>
              <a:custGeom>
                <a:avLst/>
                <a:gdLst>
                  <a:gd name="textAreaLeft" fmla="*/ 0 w 244800"/>
                  <a:gd name="textAreaRight" fmla="*/ 246240 w 244800"/>
                  <a:gd name="textAreaTop" fmla="*/ 0 h 308160"/>
                  <a:gd name="textAreaBottom" fmla="*/ 309600 h 3081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3" name="Google Shape;835;p73"/>
              <p:cNvSpPr/>
              <p:nvPr/>
            </p:nvSpPr>
            <p:spPr>
              <a:xfrm>
                <a:off x="11262240" y="1648440"/>
                <a:ext cx="68760" cy="317880"/>
              </a:xfrm>
              <a:custGeom>
                <a:avLst/>
                <a:gdLst>
                  <a:gd name="textAreaLeft" fmla="*/ 0 w 68760"/>
                  <a:gd name="textAreaRight" fmla="*/ 70200 w 68760"/>
                  <a:gd name="textAreaTop" fmla="*/ 0 h 317880"/>
                  <a:gd name="textAreaBottom" fmla="*/ 319320 h 3178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4" name="Google Shape;836;p73"/>
              <p:cNvSpPr/>
              <p:nvPr/>
            </p:nvSpPr>
            <p:spPr>
              <a:xfrm>
                <a:off x="11379240" y="1730520"/>
                <a:ext cx="214200" cy="240120"/>
              </a:xfrm>
              <a:custGeom>
                <a:avLst/>
                <a:gdLst>
                  <a:gd name="textAreaLeft" fmla="*/ 0 w 214200"/>
                  <a:gd name="textAreaRight" fmla="*/ 215640 w 214200"/>
                  <a:gd name="textAreaTop" fmla="*/ 0 h 240120"/>
                  <a:gd name="textAreaBottom" fmla="*/ 241560 h 2401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35" name="Google Shape;837;p73"/>
          <p:cNvGrpSpPr/>
          <p:nvPr/>
        </p:nvGrpSpPr>
        <p:grpSpPr>
          <a:xfrm>
            <a:off x="10207440" y="873000"/>
            <a:ext cx="1175400" cy="297360"/>
            <a:chOff x="10207440" y="873000"/>
            <a:chExt cx="1175400" cy="297360"/>
          </a:xfrm>
        </p:grpSpPr>
        <p:sp>
          <p:nvSpPr>
            <p:cNvPr id="2136" name="Google Shape;838;p73"/>
            <p:cNvSpPr/>
            <p:nvPr/>
          </p:nvSpPr>
          <p:spPr>
            <a:xfrm>
              <a:off x="10207440" y="878040"/>
              <a:ext cx="80280" cy="102600"/>
            </a:xfrm>
            <a:custGeom>
              <a:avLst/>
              <a:gdLst>
                <a:gd name="textAreaLeft" fmla="*/ 0 w 80280"/>
                <a:gd name="textAreaRight" fmla="*/ 81720 w 80280"/>
                <a:gd name="textAreaTop" fmla="*/ 0 h 102600"/>
                <a:gd name="textAreaBottom" fmla="*/ 104040 h 10260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7" name="Google Shape;839;p73"/>
            <p:cNvSpPr/>
            <p:nvPr/>
          </p:nvSpPr>
          <p:spPr>
            <a:xfrm>
              <a:off x="10285560" y="903600"/>
              <a:ext cx="78840" cy="78840"/>
            </a:xfrm>
            <a:custGeom>
              <a:avLst/>
              <a:gdLst>
                <a:gd name="textAreaLeft" fmla="*/ 0 w 78840"/>
                <a:gd name="textAreaRight" fmla="*/ 80280 w 7884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8" name="Google Shape;840;p73"/>
            <p:cNvSpPr/>
            <p:nvPr/>
          </p:nvSpPr>
          <p:spPr>
            <a:xfrm>
              <a:off x="10381680" y="873720"/>
              <a:ext cx="76320" cy="10872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8720"/>
                <a:gd name="textAreaBottom" fmla="*/ 110160 h 1087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9" name="Google Shape;841;p73"/>
            <p:cNvSpPr/>
            <p:nvPr/>
          </p:nvSpPr>
          <p:spPr>
            <a:xfrm>
              <a:off x="10479240" y="90396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0" name="Google Shape;842;p73"/>
            <p:cNvSpPr/>
            <p:nvPr/>
          </p:nvSpPr>
          <p:spPr>
            <a:xfrm>
              <a:off x="10564560" y="903960"/>
              <a:ext cx="57960" cy="78120"/>
            </a:xfrm>
            <a:custGeom>
              <a:avLst/>
              <a:gdLst>
                <a:gd name="textAreaLeft" fmla="*/ 0 w 57960"/>
                <a:gd name="textAreaRight" fmla="*/ 59400 w 5796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1" name="Google Shape;843;p73"/>
            <p:cNvSpPr/>
            <p:nvPr/>
          </p:nvSpPr>
          <p:spPr>
            <a:xfrm>
              <a:off x="10683720" y="90396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2" name="Google Shape;844;p73"/>
            <p:cNvSpPr/>
            <p:nvPr/>
          </p:nvSpPr>
          <p:spPr>
            <a:xfrm>
              <a:off x="10769400" y="903960"/>
              <a:ext cx="57960" cy="78120"/>
            </a:xfrm>
            <a:custGeom>
              <a:avLst/>
              <a:gdLst>
                <a:gd name="textAreaLeft" fmla="*/ 0 w 57960"/>
                <a:gd name="textAreaRight" fmla="*/ 59400 w 5796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3" name="Google Shape;845;p73"/>
            <p:cNvSpPr/>
            <p:nvPr/>
          </p:nvSpPr>
          <p:spPr>
            <a:xfrm>
              <a:off x="10888200" y="873000"/>
              <a:ext cx="45000" cy="107640"/>
            </a:xfrm>
            <a:custGeom>
              <a:avLst/>
              <a:gdLst>
                <a:gd name="textAreaLeft" fmla="*/ 0 w 45000"/>
                <a:gd name="textAreaRight" fmla="*/ 46440 w 45000"/>
                <a:gd name="textAreaTop" fmla="*/ 0 h 107640"/>
                <a:gd name="textAreaBottom" fmla="*/ 109080 h 10764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4" name="Google Shape;846;p73"/>
            <p:cNvSpPr/>
            <p:nvPr/>
          </p:nvSpPr>
          <p:spPr>
            <a:xfrm>
              <a:off x="10942920" y="903600"/>
              <a:ext cx="78840" cy="78840"/>
            </a:xfrm>
            <a:custGeom>
              <a:avLst/>
              <a:gdLst>
                <a:gd name="textAreaLeft" fmla="*/ 0 w 78840"/>
                <a:gd name="textAreaRight" fmla="*/ 80280 w 7884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5" name="Google Shape;847;p73"/>
            <p:cNvSpPr/>
            <p:nvPr/>
          </p:nvSpPr>
          <p:spPr>
            <a:xfrm>
              <a:off x="11043720" y="903960"/>
              <a:ext cx="41400" cy="76680"/>
            </a:xfrm>
            <a:custGeom>
              <a:avLst/>
              <a:gdLst>
                <a:gd name="textAreaLeft" fmla="*/ 0 w 41400"/>
                <a:gd name="textAreaRight" fmla="*/ 42840 w 41400"/>
                <a:gd name="textAreaTop" fmla="*/ 0 h 76680"/>
                <a:gd name="textAreaBottom" fmla="*/ 78120 h 766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6" name="Google Shape;848;p73"/>
            <p:cNvSpPr/>
            <p:nvPr/>
          </p:nvSpPr>
          <p:spPr>
            <a:xfrm>
              <a:off x="11103840" y="903600"/>
              <a:ext cx="114840" cy="77040"/>
            </a:xfrm>
            <a:custGeom>
              <a:avLst/>
              <a:gdLst>
                <a:gd name="textAreaLeft" fmla="*/ 0 w 114840"/>
                <a:gd name="textAreaRight" fmla="*/ 116280 w 114840"/>
                <a:gd name="textAreaTop" fmla="*/ 0 h 77040"/>
                <a:gd name="textAreaBottom" fmla="*/ 78480 h 7704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7" name="Google Shape;849;p73"/>
            <p:cNvSpPr/>
            <p:nvPr/>
          </p:nvSpPr>
          <p:spPr>
            <a:xfrm>
              <a:off x="11239560" y="90396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8" name="Google Shape;850;p73"/>
            <p:cNvSpPr/>
            <p:nvPr/>
          </p:nvSpPr>
          <p:spPr>
            <a:xfrm>
              <a:off x="11324880" y="903960"/>
              <a:ext cx="57960" cy="78120"/>
            </a:xfrm>
            <a:custGeom>
              <a:avLst/>
              <a:gdLst>
                <a:gd name="textAreaLeft" fmla="*/ 0 w 57960"/>
                <a:gd name="textAreaRight" fmla="*/ 59400 w 5796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9" name="Google Shape;851;p73"/>
            <p:cNvSpPr/>
            <p:nvPr/>
          </p:nvSpPr>
          <p:spPr>
            <a:xfrm>
              <a:off x="10208160" y="1039680"/>
              <a:ext cx="76320" cy="10872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8720"/>
                <a:gd name="textAreaBottom" fmla="*/ 110160 h 1087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0" name="Google Shape;852;p73"/>
            <p:cNvSpPr/>
            <p:nvPr/>
          </p:nvSpPr>
          <p:spPr>
            <a:xfrm>
              <a:off x="10306800" y="1069920"/>
              <a:ext cx="71280" cy="78840"/>
            </a:xfrm>
            <a:custGeom>
              <a:avLst/>
              <a:gdLst>
                <a:gd name="textAreaLeft" fmla="*/ 0 w 71280"/>
                <a:gd name="textAreaRight" fmla="*/ 72720 w 7128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1" name="Google Shape;853;p73"/>
            <p:cNvSpPr/>
            <p:nvPr/>
          </p:nvSpPr>
          <p:spPr>
            <a:xfrm>
              <a:off x="10438200" y="1070280"/>
              <a:ext cx="65880" cy="7812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8120"/>
                <a:gd name="textAreaBottom" fmla="*/ 79560 h 781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2" name="Google Shape;854;p73"/>
            <p:cNvSpPr/>
            <p:nvPr/>
          </p:nvSpPr>
          <p:spPr>
            <a:xfrm>
              <a:off x="10530360" y="1069560"/>
              <a:ext cx="76320" cy="10080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0800"/>
                <a:gd name="textAreaBottom" fmla="*/ 102240 h 10080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3" name="Google Shape;855;p73"/>
            <p:cNvSpPr/>
            <p:nvPr/>
          </p:nvSpPr>
          <p:spPr>
            <a:xfrm>
              <a:off x="10629000" y="1069920"/>
              <a:ext cx="41400" cy="76680"/>
            </a:xfrm>
            <a:custGeom>
              <a:avLst/>
              <a:gdLst>
                <a:gd name="textAreaLeft" fmla="*/ 0 w 41400"/>
                <a:gd name="textAreaRight" fmla="*/ 42840 w 41400"/>
                <a:gd name="textAreaTop" fmla="*/ 0 h 76680"/>
                <a:gd name="textAreaBottom" fmla="*/ 78120 h 766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4" name="Google Shape;856;p73"/>
            <p:cNvSpPr/>
            <p:nvPr/>
          </p:nvSpPr>
          <p:spPr>
            <a:xfrm>
              <a:off x="10681200" y="1069920"/>
              <a:ext cx="71280" cy="78840"/>
            </a:xfrm>
            <a:custGeom>
              <a:avLst/>
              <a:gdLst>
                <a:gd name="textAreaLeft" fmla="*/ 0 w 71280"/>
                <a:gd name="textAreaRight" fmla="*/ 72720 w 7128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5" name="Google Shape;857;p73"/>
            <p:cNvSpPr/>
            <p:nvPr/>
          </p:nvSpPr>
          <p:spPr>
            <a:xfrm>
              <a:off x="10774080" y="1069560"/>
              <a:ext cx="65880" cy="77040"/>
            </a:xfrm>
            <a:custGeom>
              <a:avLst/>
              <a:gdLst>
                <a:gd name="textAreaLeft" fmla="*/ 0 w 65880"/>
                <a:gd name="textAreaRight" fmla="*/ 67320 w 65880"/>
                <a:gd name="textAreaTop" fmla="*/ 0 h 77040"/>
                <a:gd name="textAreaBottom" fmla="*/ 78480 h 7704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6" name="Google Shape;858;p73"/>
            <p:cNvSpPr/>
            <p:nvPr/>
          </p:nvSpPr>
          <p:spPr>
            <a:xfrm>
              <a:off x="10860840" y="1039680"/>
              <a:ext cx="76320" cy="108720"/>
            </a:xfrm>
            <a:custGeom>
              <a:avLst/>
              <a:gdLst>
                <a:gd name="textAreaLeft" fmla="*/ 0 w 76320"/>
                <a:gd name="textAreaRight" fmla="*/ 77760 w 76320"/>
                <a:gd name="textAreaTop" fmla="*/ 0 h 108720"/>
                <a:gd name="textAreaBottom" fmla="*/ 110160 h 1087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7" name="Google Shape;859;p73"/>
            <p:cNvSpPr/>
            <p:nvPr/>
          </p:nvSpPr>
          <p:spPr>
            <a:xfrm>
              <a:off x="10959480" y="1069920"/>
              <a:ext cx="71280" cy="78840"/>
            </a:xfrm>
            <a:custGeom>
              <a:avLst/>
              <a:gdLst>
                <a:gd name="textAreaLeft" fmla="*/ 0 w 71280"/>
                <a:gd name="textAreaRight" fmla="*/ 72720 w 71280"/>
                <a:gd name="textAreaTop" fmla="*/ 0 h 78840"/>
                <a:gd name="textAreaBottom" fmla="*/ 80280 h 788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8" name="Google Shape;860;p73"/>
            <p:cNvSpPr/>
            <p:nvPr/>
          </p:nvSpPr>
          <p:spPr>
            <a:xfrm>
              <a:off x="11052360" y="1069920"/>
              <a:ext cx="41400" cy="76680"/>
            </a:xfrm>
            <a:custGeom>
              <a:avLst/>
              <a:gdLst>
                <a:gd name="textAreaLeft" fmla="*/ 0 w 41400"/>
                <a:gd name="textAreaRight" fmla="*/ 42840 w 41400"/>
                <a:gd name="textAreaTop" fmla="*/ 0 h 76680"/>
                <a:gd name="textAreaBottom" fmla="*/ 78120 h 766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59" name="Google Shape;861;p73"/>
          <p:cNvGrpSpPr/>
          <p:nvPr/>
        </p:nvGrpSpPr>
        <p:grpSpPr>
          <a:xfrm>
            <a:off x="10113480" y="597240"/>
            <a:ext cx="608040" cy="151200"/>
            <a:chOff x="10113480" y="597240"/>
            <a:chExt cx="608040" cy="151200"/>
          </a:xfrm>
        </p:grpSpPr>
        <p:sp>
          <p:nvSpPr>
            <p:cNvPr id="2160" name="Google Shape;862;p73"/>
            <p:cNvSpPr/>
            <p:nvPr/>
          </p:nvSpPr>
          <p:spPr>
            <a:xfrm>
              <a:off x="10627560" y="603360"/>
              <a:ext cx="93960" cy="144360"/>
            </a:xfrm>
            <a:custGeom>
              <a:avLst/>
              <a:gdLst>
                <a:gd name="textAreaLeft" fmla="*/ 0 w 93960"/>
                <a:gd name="textAreaRight" fmla="*/ 95400 w 93960"/>
                <a:gd name="textAreaTop" fmla="*/ 0 h 144360"/>
                <a:gd name="textAreaBottom" fmla="*/ 145800 h 1443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1" name="Google Shape;863;p73"/>
            <p:cNvSpPr/>
            <p:nvPr/>
          </p:nvSpPr>
          <p:spPr>
            <a:xfrm>
              <a:off x="10113480" y="597240"/>
              <a:ext cx="136440" cy="151200"/>
            </a:xfrm>
            <a:custGeom>
              <a:avLst/>
              <a:gdLst>
                <a:gd name="textAreaLeft" fmla="*/ 0 w 136440"/>
                <a:gd name="textAreaRight" fmla="*/ 137880 w 136440"/>
                <a:gd name="textAreaTop" fmla="*/ 0 h 151200"/>
                <a:gd name="textAreaBottom" fmla="*/ 152640 h 1512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2" name="Google Shape;864;p73"/>
            <p:cNvSpPr/>
            <p:nvPr/>
          </p:nvSpPr>
          <p:spPr>
            <a:xfrm>
              <a:off x="10246320" y="618480"/>
              <a:ext cx="132840" cy="125280"/>
            </a:xfrm>
            <a:custGeom>
              <a:avLst/>
              <a:gdLst>
                <a:gd name="textAreaLeft" fmla="*/ 0 w 132840"/>
                <a:gd name="textAreaRight" fmla="*/ 134280 w 132840"/>
                <a:gd name="textAreaTop" fmla="*/ 0 h 125280"/>
                <a:gd name="textAreaBottom" fmla="*/ 126720 h 1252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3" name="Google Shape;865;p73"/>
            <p:cNvSpPr/>
            <p:nvPr/>
          </p:nvSpPr>
          <p:spPr>
            <a:xfrm>
              <a:off x="10378800" y="619920"/>
              <a:ext cx="124200" cy="121680"/>
            </a:xfrm>
            <a:custGeom>
              <a:avLst/>
              <a:gdLst>
                <a:gd name="textAreaLeft" fmla="*/ 0 w 124200"/>
                <a:gd name="textAreaRight" fmla="*/ 125640 w 124200"/>
                <a:gd name="textAreaTop" fmla="*/ 0 h 121680"/>
                <a:gd name="textAreaBottom" fmla="*/ 123120 h 1216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4" name="Google Shape;866;p73"/>
            <p:cNvSpPr/>
            <p:nvPr/>
          </p:nvSpPr>
          <p:spPr>
            <a:xfrm>
              <a:off x="10503000" y="619200"/>
              <a:ext cx="125280" cy="123840"/>
            </a:xfrm>
            <a:custGeom>
              <a:avLst/>
              <a:gdLst>
                <a:gd name="textAreaLeft" fmla="*/ 0 w 125280"/>
                <a:gd name="textAreaRight" fmla="*/ 126720 w 125280"/>
                <a:gd name="textAreaTop" fmla="*/ 0 h 123840"/>
                <a:gd name="textAreaBottom" fmla="*/ 125280 h 1238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7" name="Google Shape;868;p74"/>
          <p:cNvGrpSpPr/>
          <p:nvPr/>
        </p:nvGrpSpPr>
        <p:grpSpPr>
          <a:xfrm>
            <a:off x="795240" y="2890800"/>
            <a:ext cx="3672720" cy="3107520"/>
            <a:chOff x="795240" y="2890800"/>
            <a:chExt cx="3672720" cy="3107520"/>
          </a:xfrm>
        </p:grpSpPr>
        <p:sp>
          <p:nvSpPr>
            <p:cNvPr id="2168" name="Google Shape;869;p74"/>
            <p:cNvSpPr/>
            <p:nvPr/>
          </p:nvSpPr>
          <p:spPr>
            <a:xfrm>
              <a:off x="795240" y="4303800"/>
              <a:ext cx="563760" cy="169452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694520"/>
                <a:gd name="textAreaBottom" fmla="*/ 1695960 h 16945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9" name="Google Shape;870;p74"/>
            <p:cNvSpPr/>
            <p:nvPr/>
          </p:nvSpPr>
          <p:spPr>
            <a:xfrm>
              <a:off x="3904200" y="3738600"/>
              <a:ext cx="563760" cy="1128960"/>
            </a:xfrm>
            <a:custGeom>
              <a:avLst/>
              <a:gdLst>
                <a:gd name="textAreaLeft" fmla="*/ 0 w 563760"/>
                <a:gd name="textAreaRight" fmla="*/ 565200 w 5637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0" name="Google Shape;871;p74"/>
            <p:cNvSpPr/>
            <p:nvPr/>
          </p:nvSpPr>
          <p:spPr>
            <a:xfrm>
              <a:off x="4186800" y="543456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1" name="Google Shape;872;p74"/>
            <p:cNvSpPr/>
            <p:nvPr/>
          </p:nvSpPr>
          <p:spPr>
            <a:xfrm>
              <a:off x="2490840" y="3173400"/>
              <a:ext cx="281160" cy="281160"/>
            </a:xfrm>
            <a:custGeom>
              <a:avLst/>
              <a:gdLst>
                <a:gd name="textAreaLeft" fmla="*/ 0 w 281160"/>
                <a:gd name="textAreaRight" fmla="*/ 282600 w 281160"/>
                <a:gd name="textAreaTop" fmla="*/ 0 h 281160"/>
                <a:gd name="textAreaBottom" fmla="*/ 282600 h 2811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2" name="Google Shape;873;p74"/>
            <p:cNvSpPr/>
            <p:nvPr/>
          </p:nvSpPr>
          <p:spPr>
            <a:xfrm>
              <a:off x="1360440" y="2890800"/>
              <a:ext cx="1128960" cy="1128960"/>
            </a:xfrm>
            <a:custGeom>
              <a:avLst/>
              <a:gdLst>
                <a:gd name="textAreaLeft" fmla="*/ 0 w 1128960"/>
                <a:gd name="textAreaRight" fmla="*/ 1130400 w 1128960"/>
                <a:gd name="textAreaTop" fmla="*/ 0 h 1128960"/>
                <a:gd name="textAreaBottom" fmla="*/ 1130400 h 11289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3" name="Google Shape;874;p74"/>
            <p:cNvSpPr/>
            <p:nvPr/>
          </p:nvSpPr>
          <p:spPr>
            <a:xfrm>
              <a:off x="1925640" y="4303800"/>
              <a:ext cx="1411560" cy="1411560"/>
            </a:xfrm>
            <a:custGeom>
              <a:avLst/>
              <a:gdLst>
                <a:gd name="textAreaLeft" fmla="*/ 0 w 1411560"/>
                <a:gd name="textAreaRight" fmla="*/ 1413000 w 1411560"/>
                <a:gd name="textAreaTop" fmla="*/ 0 h 1411560"/>
                <a:gd name="textAreaBottom" fmla="*/ 1413000 h 14115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74" name="Google Shape;875;p74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5" name="Google Shape;876;p74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6" name="Google Shape;877;p74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7" name="Google Shape;878;p74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8" name="Google Shape;879;p74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9" name="Google Shape;880;p74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0" name="Google Shape;881;p74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1" name="Google Shape;882;p74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2" name="Google Shape;883;p74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3" name="Google Shape;884;p74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84" name="Google Shape;885;p74"/>
          <p:cNvGrpSpPr/>
          <p:nvPr/>
        </p:nvGrpSpPr>
        <p:grpSpPr>
          <a:xfrm>
            <a:off x="-2185920" y="0"/>
            <a:ext cx="930960" cy="6856560"/>
            <a:chOff x="-2185920" y="0"/>
            <a:chExt cx="930960" cy="6856560"/>
          </a:xfrm>
        </p:grpSpPr>
        <p:sp>
          <p:nvSpPr>
            <p:cNvPr id="2185" name="Google Shape;886;p74"/>
            <p:cNvSpPr/>
            <p:nvPr/>
          </p:nvSpPr>
          <p:spPr>
            <a:xfrm>
              <a:off x="-2185920" y="0"/>
              <a:ext cx="316080" cy="68565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6" name="Google Shape;887;p74"/>
            <p:cNvSpPr/>
            <p:nvPr/>
          </p:nvSpPr>
          <p:spPr>
            <a:xfrm>
              <a:off x="-2185920" y="0"/>
              <a:ext cx="316080" cy="24876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7" name="Google Shape;888;p74"/>
            <p:cNvSpPr/>
            <p:nvPr/>
          </p:nvSpPr>
          <p:spPr>
            <a:xfrm>
              <a:off x="-1881720" y="0"/>
              <a:ext cx="316080" cy="68565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8" name="Google Shape;889;p74"/>
            <p:cNvSpPr/>
            <p:nvPr/>
          </p:nvSpPr>
          <p:spPr>
            <a:xfrm>
              <a:off x="-1881720" y="4368960"/>
              <a:ext cx="316080" cy="24876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9" name="Google Shape;890;p74"/>
            <p:cNvSpPr/>
            <p:nvPr/>
          </p:nvSpPr>
          <p:spPr>
            <a:xfrm>
              <a:off x="-1571040" y="0"/>
              <a:ext cx="316080" cy="68565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0" name="Google Shape;891;p74"/>
            <p:cNvSpPr/>
            <p:nvPr/>
          </p:nvSpPr>
          <p:spPr>
            <a:xfrm>
              <a:off x="-1571040" y="0"/>
              <a:ext cx="316080" cy="24876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91" name="Google Shape;892;p74"/>
          <p:cNvGrpSpPr/>
          <p:nvPr/>
        </p:nvGrpSpPr>
        <p:grpSpPr>
          <a:xfrm>
            <a:off x="1734120" y="843120"/>
            <a:ext cx="1368720" cy="1094760"/>
            <a:chOff x="1734120" y="843120"/>
            <a:chExt cx="1368720" cy="1094760"/>
          </a:xfrm>
        </p:grpSpPr>
        <p:sp>
          <p:nvSpPr>
            <p:cNvPr id="2192" name="Google Shape;893;p74"/>
            <p:cNvSpPr/>
            <p:nvPr/>
          </p:nvSpPr>
          <p:spPr>
            <a:xfrm>
              <a:off x="2282400" y="84312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3" name="Google Shape;894;p74"/>
            <p:cNvSpPr/>
            <p:nvPr/>
          </p:nvSpPr>
          <p:spPr>
            <a:xfrm>
              <a:off x="2008080" y="111744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4" name="Google Shape;895;p74"/>
            <p:cNvSpPr/>
            <p:nvPr/>
          </p:nvSpPr>
          <p:spPr>
            <a:xfrm>
              <a:off x="1734120" y="13914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5" name="Google Shape;896;p74"/>
            <p:cNvSpPr/>
            <p:nvPr/>
          </p:nvSpPr>
          <p:spPr>
            <a:xfrm>
              <a:off x="173412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6" name="Google Shape;897;p74"/>
            <p:cNvSpPr/>
            <p:nvPr/>
          </p:nvSpPr>
          <p:spPr>
            <a:xfrm>
              <a:off x="200808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7" name="Google Shape;898;p74"/>
            <p:cNvSpPr/>
            <p:nvPr/>
          </p:nvSpPr>
          <p:spPr>
            <a:xfrm>
              <a:off x="228240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8" name="Google Shape;899;p74"/>
            <p:cNvSpPr/>
            <p:nvPr/>
          </p:nvSpPr>
          <p:spPr>
            <a:xfrm>
              <a:off x="255636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9" name="Google Shape;900;p74"/>
            <p:cNvSpPr/>
            <p:nvPr/>
          </p:nvSpPr>
          <p:spPr>
            <a:xfrm>
              <a:off x="2830320" y="166536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0" name="Google Shape;901;p74"/>
            <p:cNvSpPr/>
            <p:nvPr/>
          </p:nvSpPr>
          <p:spPr>
            <a:xfrm>
              <a:off x="2830320" y="139140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1" name="Google Shape;902;p74"/>
            <p:cNvSpPr/>
            <p:nvPr/>
          </p:nvSpPr>
          <p:spPr>
            <a:xfrm>
              <a:off x="2556360" y="1117440"/>
              <a:ext cx="272520" cy="272520"/>
            </a:xfrm>
            <a:custGeom>
              <a:avLst/>
              <a:gdLst>
                <a:gd name="textAreaLeft" fmla="*/ 0 w 272520"/>
                <a:gd name="textAreaRight" fmla="*/ 273960 w 272520"/>
                <a:gd name="textAreaTop" fmla="*/ 0 h 272520"/>
                <a:gd name="textAreaBottom" fmla="*/ 273960 h 2725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02" name="Google Shape;903;p74"/>
          <p:cNvGrpSpPr/>
          <p:nvPr/>
        </p:nvGrpSpPr>
        <p:grpSpPr>
          <a:xfrm>
            <a:off x="9798120" y="5367240"/>
            <a:ext cx="1396800" cy="730080"/>
            <a:chOff x="9798120" y="5367240"/>
            <a:chExt cx="1396800" cy="730080"/>
          </a:xfrm>
        </p:grpSpPr>
        <p:grpSp>
          <p:nvGrpSpPr>
            <p:cNvPr id="2203" name="Google Shape;904;p74"/>
            <p:cNvGrpSpPr/>
            <p:nvPr/>
          </p:nvGrpSpPr>
          <p:grpSpPr>
            <a:xfrm>
              <a:off x="9798120" y="5367240"/>
              <a:ext cx="1163160" cy="283680"/>
              <a:chOff x="9798120" y="5367240"/>
              <a:chExt cx="1163160" cy="283680"/>
            </a:xfrm>
          </p:grpSpPr>
          <p:sp>
            <p:nvSpPr>
              <p:cNvPr id="2204" name="Google Shape;905;p74"/>
              <p:cNvSpPr/>
              <p:nvPr/>
            </p:nvSpPr>
            <p:spPr>
              <a:xfrm>
                <a:off x="9798120" y="5367240"/>
                <a:ext cx="140760" cy="282240"/>
              </a:xfrm>
              <a:custGeom>
                <a:avLst/>
                <a:gdLst>
                  <a:gd name="textAreaLeft" fmla="*/ 0 w 140760"/>
                  <a:gd name="textAreaRight" fmla="*/ 142200 w 140760"/>
                  <a:gd name="textAreaTop" fmla="*/ 0 h 282240"/>
                  <a:gd name="textAreaBottom" fmla="*/ 283680 h 2822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5" name="Google Shape;906;p74"/>
              <p:cNvSpPr/>
              <p:nvPr/>
            </p:nvSpPr>
            <p:spPr>
              <a:xfrm>
                <a:off x="9969840" y="5420160"/>
                <a:ext cx="217440" cy="230760"/>
              </a:xfrm>
              <a:custGeom>
                <a:avLst/>
                <a:gdLst>
                  <a:gd name="textAreaLeft" fmla="*/ 0 w 217440"/>
                  <a:gd name="textAreaRight" fmla="*/ 218880 w 21744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6" name="Google Shape;907;p74"/>
              <p:cNvSpPr/>
              <p:nvPr/>
            </p:nvSpPr>
            <p:spPr>
              <a:xfrm>
                <a:off x="10224720" y="5420160"/>
                <a:ext cx="205560" cy="230760"/>
              </a:xfrm>
              <a:custGeom>
                <a:avLst/>
                <a:gdLst>
                  <a:gd name="textAreaLeft" fmla="*/ 0 w 205560"/>
                  <a:gd name="textAreaRight" fmla="*/ 207000 w 2055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7" name="Google Shape;908;p74"/>
              <p:cNvSpPr/>
              <p:nvPr/>
            </p:nvSpPr>
            <p:spPr>
              <a:xfrm>
                <a:off x="10473120" y="5420160"/>
                <a:ext cx="202680" cy="225720"/>
              </a:xfrm>
              <a:custGeom>
                <a:avLst/>
                <a:gdLst>
                  <a:gd name="textAreaLeft" fmla="*/ 0 w 202680"/>
                  <a:gd name="textAreaRight" fmla="*/ 204120 w 202680"/>
                  <a:gd name="textAreaTop" fmla="*/ 0 h 225720"/>
                  <a:gd name="textAreaBottom" fmla="*/ 227160 h 2257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8" name="Google Shape;909;p74"/>
              <p:cNvSpPr/>
              <p:nvPr/>
            </p:nvSpPr>
            <p:spPr>
              <a:xfrm>
                <a:off x="10721520" y="542016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09" name="Google Shape;910;p74"/>
            <p:cNvGrpSpPr/>
            <p:nvPr/>
          </p:nvGrpSpPr>
          <p:grpSpPr>
            <a:xfrm>
              <a:off x="10199160" y="5727600"/>
              <a:ext cx="995760" cy="369720"/>
              <a:chOff x="10199160" y="5727600"/>
              <a:chExt cx="995760" cy="369720"/>
            </a:xfrm>
          </p:grpSpPr>
          <p:sp>
            <p:nvSpPr>
              <p:cNvPr id="2210" name="Google Shape;911;p74"/>
              <p:cNvSpPr/>
              <p:nvPr/>
            </p:nvSpPr>
            <p:spPr>
              <a:xfrm>
                <a:off x="10199160" y="5727600"/>
                <a:ext cx="61920" cy="302040"/>
              </a:xfrm>
              <a:custGeom>
                <a:avLst/>
                <a:gdLst>
                  <a:gd name="textAreaLeft" fmla="*/ 0 w 61920"/>
                  <a:gd name="textAreaRight" fmla="*/ 63360 w 6192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1" name="Google Shape;912;p74"/>
              <p:cNvSpPr/>
              <p:nvPr/>
            </p:nvSpPr>
            <p:spPr>
              <a:xfrm>
                <a:off x="10311120" y="5804280"/>
                <a:ext cx="239760" cy="230760"/>
              </a:xfrm>
              <a:custGeom>
                <a:avLst/>
                <a:gdLst>
                  <a:gd name="textAreaLeft" fmla="*/ 0 w 239760"/>
                  <a:gd name="textAreaRight" fmla="*/ 241200 w 239760"/>
                  <a:gd name="textAreaTop" fmla="*/ 0 h 230760"/>
                  <a:gd name="textAreaBottom" fmla="*/ 232200 h 2307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2" name="Google Shape;913;p74"/>
              <p:cNvSpPr/>
              <p:nvPr/>
            </p:nvSpPr>
            <p:spPr>
              <a:xfrm>
                <a:off x="10588320" y="5804280"/>
                <a:ext cx="232560" cy="293040"/>
              </a:xfrm>
              <a:custGeom>
                <a:avLst/>
                <a:gdLst>
                  <a:gd name="textAreaLeft" fmla="*/ 0 w 232560"/>
                  <a:gd name="textAreaRight" fmla="*/ 234000 w 232560"/>
                  <a:gd name="textAreaTop" fmla="*/ 0 h 293040"/>
                  <a:gd name="textAreaBottom" fmla="*/ 294480 h 2930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3" name="Google Shape;914;p74"/>
              <p:cNvSpPr/>
              <p:nvPr/>
            </p:nvSpPr>
            <p:spPr>
              <a:xfrm>
                <a:off x="10880280" y="5727600"/>
                <a:ext cx="65160" cy="302040"/>
              </a:xfrm>
              <a:custGeom>
                <a:avLst/>
                <a:gdLst>
                  <a:gd name="textAreaLeft" fmla="*/ 0 w 65160"/>
                  <a:gd name="textAreaRight" fmla="*/ 66600 w 65160"/>
                  <a:gd name="textAreaTop" fmla="*/ 0 h 302040"/>
                  <a:gd name="textAreaBottom" fmla="*/ 303480 h 3020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4" name="Google Shape;915;p74"/>
              <p:cNvSpPr/>
              <p:nvPr/>
            </p:nvSpPr>
            <p:spPr>
              <a:xfrm>
                <a:off x="10991160" y="5806080"/>
                <a:ext cx="203760" cy="228240"/>
              </a:xfrm>
              <a:custGeom>
                <a:avLst/>
                <a:gdLst>
                  <a:gd name="textAreaLeft" fmla="*/ 0 w 203760"/>
                  <a:gd name="textAreaRight" fmla="*/ 205200 w 203760"/>
                  <a:gd name="textAreaTop" fmla="*/ 0 h 228240"/>
                  <a:gd name="textAreaBottom" fmla="*/ 229680 h 2282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215" name="Google Shape;916;p74"/>
          <p:cNvGrpSpPr/>
          <p:nvPr/>
        </p:nvGrpSpPr>
        <p:grpSpPr>
          <a:xfrm>
            <a:off x="9880920" y="5104080"/>
            <a:ext cx="578160" cy="143640"/>
            <a:chOff x="9880920" y="5104080"/>
            <a:chExt cx="578160" cy="143640"/>
          </a:xfrm>
        </p:grpSpPr>
        <p:sp>
          <p:nvSpPr>
            <p:cNvPr id="2216" name="Google Shape;917;p74"/>
            <p:cNvSpPr/>
            <p:nvPr/>
          </p:nvSpPr>
          <p:spPr>
            <a:xfrm>
              <a:off x="10369800" y="5109840"/>
              <a:ext cx="89280" cy="137160"/>
            </a:xfrm>
            <a:custGeom>
              <a:avLst/>
              <a:gdLst>
                <a:gd name="textAreaLeft" fmla="*/ 0 w 89280"/>
                <a:gd name="textAreaRight" fmla="*/ 90720 w 89280"/>
                <a:gd name="textAreaTop" fmla="*/ 0 h 137160"/>
                <a:gd name="textAreaBottom" fmla="*/ 138600 h 1371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7" name="Google Shape;918;p74"/>
            <p:cNvSpPr/>
            <p:nvPr/>
          </p:nvSpPr>
          <p:spPr>
            <a:xfrm>
              <a:off x="9880920" y="5104080"/>
              <a:ext cx="129600" cy="143640"/>
            </a:xfrm>
            <a:custGeom>
              <a:avLst/>
              <a:gdLst>
                <a:gd name="textAreaLeft" fmla="*/ 0 w 129600"/>
                <a:gd name="textAreaRight" fmla="*/ 131040 w 129600"/>
                <a:gd name="textAreaTop" fmla="*/ 0 h 143640"/>
                <a:gd name="textAreaBottom" fmla="*/ 145080 h 1436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8" name="Google Shape;919;p74"/>
            <p:cNvSpPr/>
            <p:nvPr/>
          </p:nvSpPr>
          <p:spPr>
            <a:xfrm>
              <a:off x="10007280" y="5124240"/>
              <a:ext cx="126000" cy="119160"/>
            </a:xfrm>
            <a:custGeom>
              <a:avLst/>
              <a:gdLst>
                <a:gd name="textAreaLeft" fmla="*/ 0 w 126000"/>
                <a:gd name="textAreaRight" fmla="*/ 127440 w 126000"/>
                <a:gd name="textAreaTop" fmla="*/ 0 h 119160"/>
                <a:gd name="textAreaBottom" fmla="*/ 120600 h 1191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9" name="Google Shape;920;p74"/>
            <p:cNvSpPr/>
            <p:nvPr/>
          </p:nvSpPr>
          <p:spPr>
            <a:xfrm>
              <a:off x="10133280" y="5125680"/>
              <a:ext cx="117720" cy="115560"/>
            </a:xfrm>
            <a:custGeom>
              <a:avLst/>
              <a:gdLst>
                <a:gd name="textAreaLeft" fmla="*/ 0 w 117720"/>
                <a:gd name="textAreaRight" fmla="*/ 119160 w 117720"/>
                <a:gd name="textAreaTop" fmla="*/ 0 h 115560"/>
                <a:gd name="textAreaBottom" fmla="*/ 117000 h 1155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0" name="Google Shape;921;p74"/>
            <p:cNvSpPr/>
            <p:nvPr/>
          </p:nvSpPr>
          <p:spPr>
            <a:xfrm>
              <a:off x="10251720" y="5124960"/>
              <a:ext cx="118800" cy="117720"/>
            </a:xfrm>
            <a:custGeom>
              <a:avLst/>
              <a:gdLst>
                <a:gd name="textAreaLeft" fmla="*/ 0 w 118800"/>
                <a:gd name="textAreaRight" fmla="*/ 120240 w 118800"/>
                <a:gd name="textAreaTop" fmla="*/ 0 h 117720"/>
                <a:gd name="textAreaBottom" fmla="*/ 119160 h 1177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21" name="Google Shape;922;p74"/>
          <p:cNvSpPr/>
          <p:nvPr/>
        </p:nvSpPr>
        <p:spPr>
          <a:xfrm>
            <a:off x="8377920" y="13320"/>
            <a:ext cx="3610440" cy="3610440"/>
          </a:xfrm>
          <a:custGeom>
            <a:avLst/>
            <a:gdLst>
              <a:gd name="textAreaLeft" fmla="*/ 0 w 3610440"/>
              <a:gd name="textAreaRight" fmla="*/ 3611880 w 3610440"/>
              <a:gd name="textAreaTop" fmla="*/ 0 h 3610440"/>
              <a:gd name="textAreaBottom" fmla="*/ 3611880 h 36104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22" name="Google Shape;923;p74"/>
          <p:cNvGrpSpPr/>
          <p:nvPr/>
        </p:nvGrpSpPr>
        <p:grpSpPr>
          <a:xfrm>
            <a:off x="401040" y="198360"/>
            <a:ext cx="6759720" cy="1623600"/>
            <a:chOff x="401040" y="198360"/>
            <a:chExt cx="6759720" cy="1623600"/>
          </a:xfrm>
        </p:grpSpPr>
        <p:sp>
          <p:nvSpPr>
            <p:cNvPr id="2223" name="Google Shape;924;p74"/>
            <p:cNvSpPr/>
            <p:nvPr/>
          </p:nvSpPr>
          <p:spPr>
            <a:xfrm>
              <a:off x="690480" y="275760"/>
              <a:ext cx="2093040" cy="154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4" name="Google Shape;925;p74"/>
            <p:cNvSpPr/>
            <p:nvPr/>
          </p:nvSpPr>
          <p:spPr>
            <a:xfrm>
              <a:off x="1944360" y="961560"/>
              <a:ext cx="5216400" cy="76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25" name="Google Shape;926;p74"/>
            <p:cNvGrpSpPr/>
            <p:nvPr/>
          </p:nvGrpSpPr>
          <p:grpSpPr>
            <a:xfrm>
              <a:off x="401040" y="198360"/>
              <a:ext cx="691920" cy="691920"/>
              <a:chOff x="401040" y="198360"/>
              <a:chExt cx="691920" cy="691920"/>
            </a:xfrm>
          </p:grpSpPr>
          <p:sp>
            <p:nvSpPr>
              <p:cNvPr id="2226" name="Google Shape;927;p74"/>
              <p:cNvSpPr/>
              <p:nvPr/>
            </p:nvSpPr>
            <p:spPr>
              <a:xfrm>
                <a:off x="401040" y="545040"/>
                <a:ext cx="345240" cy="3452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7" name="Google Shape;928;p74"/>
              <p:cNvSpPr/>
              <p:nvPr/>
            </p:nvSpPr>
            <p:spPr>
              <a:xfrm>
                <a:off x="747720" y="198360"/>
                <a:ext cx="345240" cy="3452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28" name="Google Shape;929;p74"/>
          <p:cNvSpPr/>
          <p:nvPr/>
        </p:nvSpPr>
        <p:spPr>
          <a:xfrm>
            <a:off x="706680" y="3871800"/>
            <a:ext cx="3557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9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13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932;p75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3" name="Google Shape;933;p75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4" name="Google Shape;934;p75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5" name="Google Shape;935;p75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6" name="Google Shape;936;p75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7" name="Google Shape;937;p75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8" name="Google Shape;938;p75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9" name="Google Shape;939;p75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0" name="Google Shape;940;p75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1" name="Google Shape;941;p75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2" name="Google Shape;942;p75"/>
          <p:cNvSpPr/>
          <p:nvPr/>
        </p:nvSpPr>
        <p:spPr>
          <a:xfrm>
            <a:off x="11807280" y="0"/>
            <a:ext cx="383400" cy="6856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3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4" name="Google Shape;944;p75"/>
          <p:cNvSpPr/>
          <p:nvPr/>
        </p:nvSpPr>
        <p:spPr>
          <a:xfrm>
            <a:off x="11422440" y="0"/>
            <a:ext cx="383400" cy="6856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5" name="Google Shape;945;p75"/>
          <p:cNvSpPr/>
          <p:nvPr/>
        </p:nvSpPr>
        <p:spPr>
          <a:xfrm>
            <a:off x="11037960" y="0"/>
            <a:ext cx="383400" cy="68565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6" name="Google Shape;946;p75"/>
          <p:cNvSpPr/>
          <p:nvPr/>
        </p:nvSpPr>
        <p:spPr>
          <a:xfrm>
            <a:off x="10653120" y="1800"/>
            <a:ext cx="383400" cy="685656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9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0" name="Google Shape;71;p49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1" name="Google Shape;72;p49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2" name="Google Shape;73;p49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3" name="Google Shape;74;p49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4" name="Google Shape;75;p49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5" name="Google Shape;76;p49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6" name="Google Shape;77;p49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7" name="Google Shape;78;p49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8" name="Google Shape;79;p49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9" name="Google Shape;80;p49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7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360" cy="9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8" name="Google Shape;99;p51"/>
          <p:cNvSpPr/>
          <p:nvPr/>
        </p:nvSpPr>
        <p:spPr>
          <a:xfrm>
            <a:off x="-65160" y="0"/>
            <a:ext cx="2730600" cy="4820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9" name="Google Shape;100;p51"/>
          <p:cNvSpPr/>
          <p:nvPr/>
        </p:nvSpPr>
        <p:spPr>
          <a:xfrm flipH="1">
            <a:off x="7618680" y="-2880"/>
            <a:ext cx="4635720" cy="4820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0" name="Google Shape;101;p51"/>
          <p:cNvSpPr/>
          <p:nvPr/>
        </p:nvSpPr>
        <p:spPr>
          <a:xfrm>
            <a:off x="2362320" y="0"/>
            <a:ext cx="5656320" cy="482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1" name="Google Shape;102;p51"/>
          <p:cNvSpPr/>
          <p:nvPr/>
        </p:nvSpPr>
        <p:spPr>
          <a:xfrm flipH="1" rot="10800000">
            <a:off x="5630400" y="5931000"/>
            <a:ext cx="6625080" cy="945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2" name="Google Shape;103;p51"/>
          <p:cNvSpPr/>
          <p:nvPr/>
        </p:nvSpPr>
        <p:spPr>
          <a:xfrm rot="10800000">
            <a:off x="-63720" y="5934240"/>
            <a:ext cx="8083800" cy="9453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83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400" cy="5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4" name="Google Shape;105;p51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5" name="Google Shape;106;p51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6" name="Google Shape;107;p51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7" name="Google Shape;108;p51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8" name="Google Shape;109;p51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Google Shape;110;p51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0" name="Google Shape;111;p51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1" name="Google Shape;112;p51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2" name="Google Shape;113;p51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3" name="Google Shape;114;p51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788;p72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789;p72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790;p72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791;p72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792;p72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793;p72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794;p72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795;p72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796;p72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797;p72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798;p72"/>
          <p:cNvSpPr/>
          <p:nvPr/>
        </p:nvSpPr>
        <p:spPr>
          <a:xfrm>
            <a:off x="1440" y="0"/>
            <a:ext cx="4740480" cy="6856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07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4720" cy="428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8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7360" cy="200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38.xml"/><Relationship Id="rId34" Type="http://schemas.openxmlformats.org/officeDocument/2006/relationships/slideLayout" Target="../slideLayouts/slideLayout39.xml"/><Relationship Id="rId35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1.xml"/><Relationship Id="rId37" Type="http://schemas.openxmlformats.org/officeDocument/2006/relationships/slideLayout" Target="../slideLayouts/slideLayout42.xml"/><Relationship Id="rId38" Type="http://schemas.openxmlformats.org/officeDocument/2006/relationships/slideLayout" Target="../slideLayouts/slideLayout43.xml"/><Relationship Id="rId39" Type="http://schemas.openxmlformats.org/officeDocument/2006/relationships/slideLayout" Target="../slideLayouts/slideLayout44.xml"/><Relationship Id="rId40" Type="http://schemas.openxmlformats.org/officeDocument/2006/relationships/slideLayout" Target="../slideLayouts/slideLayout45.xml"/><Relationship Id="rId41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48.xml"/><Relationship Id="rId44" Type="http://schemas.openxmlformats.org/officeDocument/2006/relationships/slideLayout" Target="../slideLayouts/slideLayout49.xml"/><Relationship Id="rId45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1.xml"/><Relationship Id="rId47" Type="http://schemas.openxmlformats.org/officeDocument/2006/relationships/slideLayout" Target="../slideLayouts/slideLayout52.xml"/><Relationship Id="rId48" Type="http://schemas.openxmlformats.org/officeDocument/2006/relationships/slideLayout" Target="../slideLayouts/slideLayout53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0" r:id="rId36"/>
    <p:sldLayoutId id="2147483691" r:id="rId37"/>
    <p:sldLayoutId id="2147483692" r:id="rId38"/>
    <p:sldLayoutId id="2147483693" r:id="rId39"/>
    <p:sldLayoutId id="2147483694" r:id="rId40"/>
    <p:sldLayoutId id="2147483695" r:id="rId41"/>
    <p:sldLayoutId id="2147483696" r:id="rId42"/>
    <p:sldLayoutId id="2147483697" r:id="rId43"/>
    <p:sldLayoutId id="2147483698" r:id="rId44"/>
    <p:sldLayoutId id="2147483699" r:id="rId45"/>
    <p:sldLayoutId id="2147483700" r:id="rId46"/>
    <p:sldLayoutId id="2147483701" r:id="rId47"/>
    <p:sldLayoutId id="2147483702" r:id="rId48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7800" cy="168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3" name="Google Shape;17;p47"/>
          <p:cNvSpPr/>
          <p:nvPr/>
        </p:nvSpPr>
        <p:spPr>
          <a:xfrm>
            <a:off x="-187920" y="-628560"/>
            <a:ext cx="423000" cy="78091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4" name="Google Shape;18;p47"/>
          <p:cNvSpPr/>
          <p:nvPr/>
        </p:nvSpPr>
        <p:spPr>
          <a:xfrm rot="10800000">
            <a:off x="7387200" y="-424080"/>
            <a:ext cx="2613960" cy="7809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5" name="Google Shape;19;p47"/>
          <p:cNvSpPr/>
          <p:nvPr/>
        </p:nvSpPr>
        <p:spPr>
          <a:xfrm rot="10800000">
            <a:off x="10002960" y="-424080"/>
            <a:ext cx="2613960" cy="7809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6" name="Google Shape;20;p47"/>
          <p:cNvSpPr/>
          <p:nvPr/>
        </p:nvSpPr>
        <p:spPr>
          <a:xfrm>
            <a:off x="29865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7" name="Google Shape;21;p47"/>
          <p:cNvSpPr/>
          <p:nvPr/>
        </p:nvSpPr>
        <p:spPr>
          <a:xfrm>
            <a:off x="35420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8" name="Google Shape;22;p47"/>
          <p:cNvSpPr/>
          <p:nvPr/>
        </p:nvSpPr>
        <p:spPr>
          <a:xfrm>
            <a:off x="4049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9" name="Google Shape;23;p47"/>
          <p:cNvSpPr/>
          <p:nvPr/>
        </p:nvSpPr>
        <p:spPr>
          <a:xfrm>
            <a:off x="456408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0" name="Google Shape;24;p47"/>
          <p:cNvSpPr/>
          <p:nvPr/>
        </p:nvSpPr>
        <p:spPr>
          <a:xfrm>
            <a:off x="50781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1" name="Google Shape;25;p47"/>
          <p:cNvSpPr/>
          <p:nvPr/>
        </p:nvSpPr>
        <p:spPr>
          <a:xfrm>
            <a:off x="6145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2" name="Google Shape;26;p47"/>
          <p:cNvSpPr/>
          <p:nvPr/>
        </p:nvSpPr>
        <p:spPr>
          <a:xfrm>
            <a:off x="563364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3" name="Google Shape;27;p47"/>
          <p:cNvSpPr/>
          <p:nvPr/>
        </p:nvSpPr>
        <p:spPr>
          <a:xfrm>
            <a:off x="674136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4" name="Google Shape;28;p47"/>
          <p:cNvSpPr/>
          <p:nvPr/>
        </p:nvSpPr>
        <p:spPr>
          <a:xfrm>
            <a:off x="730332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5" name="Google Shape;29;p47"/>
          <p:cNvSpPr/>
          <p:nvPr/>
        </p:nvSpPr>
        <p:spPr>
          <a:xfrm>
            <a:off x="7846200" y="7543800"/>
            <a:ext cx="363240" cy="377640"/>
          </a:xfrm>
          <a:custGeom>
            <a:avLst/>
            <a:gdLst>
              <a:gd name="textAreaLeft" fmla="*/ 0 w 363240"/>
              <a:gd name="textAreaRight" fmla="*/ 364680 w 363240"/>
              <a:gd name="textAreaTop" fmla="*/ 0 h 377640"/>
              <a:gd name="textAreaBottom" fmla="*/ 379080 h 3776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5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2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4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4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5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4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5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5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8920" cy="168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8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51080" cy="238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19" name="Google Shape;2210;p 2"/>
          <p:cNvGrpSpPr/>
          <p:nvPr/>
        </p:nvGrpSpPr>
        <p:grpSpPr>
          <a:xfrm>
            <a:off x="480240" y="5682960"/>
            <a:ext cx="1152360" cy="819000"/>
            <a:chOff x="480240" y="5682960"/>
            <a:chExt cx="1152360" cy="819000"/>
          </a:xfrm>
        </p:grpSpPr>
        <p:grpSp>
          <p:nvGrpSpPr>
            <p:cNvPr id="2320" name="Google Shape;2211;p 2"/>
            <p:cNvGrpSpPr/>
            <p:nvPr/>
          </p:nvGrpSpPr>
          <p:grpSpPr>
            <a:xfrm>
              <a:off x="480240" y="5900040"/>
              <a:ext cx="959760" cy="233640"/>
              <a:chOff x="480240" y="5900040"/>
              <a:chExt cx="959760" cy="233640"/>
            </a:xfrm>
          </p:grpSpPr>
          <p:sp>
            <p:nvSpPr>
              <p:cNvPr id="2321" name="Google Shape;2212;p 2"/>
              <p:cNvSpPr/>
              <p:nvPr/>
            </p:nvSpPr>
            <p:spPr>
              <a:xfrm>
                <a:off x="480240" y="5900040"/>
                <a:ext cx="115920" cy="232560"/>
              </a:xfrm>
              <a:custGeom>
                <a:avLst/>
                <a:gdLst>
                  <a:gd name="textAreaLeft" fmla="*/ 0 w 115920"/>
                  <a:gd name="textAreaRight" fmla="*/ 117360 w 115920"/>
                  <a:gd name="textAreaTop" fmla="*/ 0 h 232560"/>
                  <a:gd name="textAreaBottom" fmla="*/ 234000 h 23256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2" name="Google Shape;2213;p 2"/>
              <p:cNvSpPr/>
              <p:nvPr/>
            </p:nvSpPr>
            <p:spPr>
              <a:xfrm>
                <a:off x="622080" y="5943600"/>
                <a:ext cx="179280" cy="190080"/>
              </a:xfrm>
              <a:custGeom>
                <a:avLst/>
                <a:gdLst>
                  <a:gd name="textAreaLeft" fmla="*/ 0 w 179280"/>
                  <a:gd name="textAreaRight" fmla="*/ 180720 w 179280"/>
                  <a:gd name="textAreaTop" fmla="*/ 0 h 190080"/>
                  <a:gd name="textAreaBottom" fmla="*/ 191520 h 19008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3" name="Google Shape;2214;p 2"/>
              <p:cNvSpPr/>
              <p:nvPr/>
            </p:nvSpPr>
            <p:spPr>
              <a:xfrm>
                <a:off x="832320" y="5943600"/>
                <a:ext cx="169560" cy="190080"/>
              </a:xfrm>
              <a:custGeom>
                <a:avLst/>
                <a:gdLst>
                  <a:gd name="textAreaLeft" fmla="*/ 0 w 169560"/>
                  <a:gd name="textAreaRight" fmla="*/ 171000 w 169560"/>
                  <a:gd name="textAreaTop" fmla="*/ 0 h 190080"/>
                  <a:gd name="textAreaBottom" fmla="*/ 191520 h 19008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4" name="Google Shape;2215;p 2"/>
              <p:cNvSpPr/>
              <p:nvPr/>
            </p:nvSpPr>
            <p:spPr>
              <a:xfrm>
                <a:off x="1037160" y="5943600"/>
                <a:ext cx="167040" cy="185760"/>
              </a:xfrm>
              <a:custGeom>
                <a:avLst/>
                <a:gdLst>
                  <a:gd name="textAreaLeft" fmla="*/ 0 w 167040"/>
                  <a:gd name="textAreaRight" fmla="*/ 168480 w 167040"/>
                  <a:gd name="textAreaTop" fmla="*/ 0 h 185760"/>
                  <a:gd name="textAreaBottom" fmla="*/ 187200 h 18576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5" name="Google Shape;2216;p 2"/>
              <p:cNvSpPr/>
              <p:nvPr/>
            </p:nvSpPr>
            <p:spPr>
              <a:xfrm>
                <a:off x="1242360" y="5943600"/>
                <a:ext cx="197640" cy="190080"/>
              </a:xfrm>
              <a:custGeom>
                <a:avLst/>
                <a:gdLst>
                  <a:gd name="textAreaLeft" fmla="*/ 0 w 197640"/>
                  <a:gd name="textAreaRight" fmla="*/ 199080 w 197640"/>
                  <a:gd name="textAreaTop" fmla="*/ 0 h 190080"/>
                  <a:gd name="textAreaBottom" fmla="*/ 191520 h 1900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26" name="Google Shape;2217;p 2"/>
            <p:cNvGrpSpPr/>
            <p:nvPr/>
          </p:nvGrpSpPr>
          <p:grpSpPr>
            <a:xfrm>
              <a:off x="811440" y="6197400"/>
              <a:ext cx="821160" cy="304560"/>
              <a:chOff x="811440" y="6197400"/>
              <a:chExt cx="821160" cy="304560"/>
            </a:xfrm>
          </p:grpSpPr>
          <p:sp>
            <p:nvSpPr>
              <p:cNvPr id="2327" name="Google Shape;2218;p 2"/>
              <p:cNvSpPr/>
              <p:nvPr/>
            </p:nvSpPr>
            <p:spPr>
              <a:xfrm>
                <a:off x="811440" y="6197400"/>
                <a:ext cx="50760" cy="249120"/>
              </a:xfrm>
              <a:custGeom>
                <a:avLst/>
                <a:gdLst>
                  <a:gd name="textAreaLeft" fmla="*/ 0 w 50760"/>
                  <a:gd name="textAreaRight" fmla="*/ 52200 w 50760"/>
                  <a:gd name="textAreaTop" fmla="*/ 0 h 249120"/>
                  <a:gd name="textAreaBottom" fmla="*/ 250560 h 24912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8" name="Google Shape;2219;p 2"/>
              <p:cNvSpPr/>
              <p:nvPr/>
            </p:nvSpPr>
            <p:spPr>
              <a:xfrm>
                <a:off x="903600" y="6260760"/>
                <a:ext cx="197640" cy="190080"/>
              </a:xfrm>
              <a:custGeom>
                <a:avLst/>
                <a:gdLst>
                  <a:gd name="textAreaLeft" fmla="*/ 0 w 197640"/>
                  <a:gd name="textAreaRight" fmla="*/ 199080 w 197640"/>
                  <a:gd name="textAreaTop" fmla="*/ 0 h 190080"/>
                  <a:gd name="textAreaBottom" fmla="*/ 191520 h 1900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9" name="Google Shape;2220;p 2"/>
              <p:cNvSpPr/>
              <p:nvPr/>
            </p:nvSpPr>
            <p:spPr>
              <a:xfrm>
                <a:off x="1132200" y="6260400"/>
                <a:ext cx="191880" cy="241560"/>
              </a:xfrm>
              <a:custGeom>
                <a:avLst/>
                <a:gdLst>
                  <a:gd name="textAreaLeft" fmla="*/ 0 w 191880"/>
                  <a:gd name="textAreaRight" fmla="*/ 193320 w 191880"/>
                  <a:gd name="textAreaTop" fmla="*/ 0 h 241560"/>
                  <a:gd name="textAreaBottom" fmla="*/ 243000 h 24156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0" name="Google Shape;2221;p 2"/>
              <p:cNvSpPr/>
              <p:nvPr/>
            </p:nvSpPr>
            <p:spPr>
              <a:xfrm>
                <a:off x="1373040" y="6197400"/>
                <a:ext cx="53640" cy="249120"/>
              </a:xfrm>
              <a:custGeom>
                <a:avLst/>
                <a:gdLst>
                  <a:gd name="textAreaLeft" fmla="*/ 0 w 53640"/>
                  <a:gd name="textAreaRight" fmla="*/ 55080 w 53640"/>
                  <a:gd name="textAreaTop" fmla="*/ 0 h 249120"/>
                  <a:gd name="textAreaBottom" fmla="*/ 250560 h 24912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1" name="Google Shape;2222;p 2"/>
              <p:cNvSpPr/>
              <p:nvPr/>
            </p:nvSpPr>
            <p:spPr>
              <a:xfrm>
                <a:off x="1464840" y="6261840"/>
                <a:ext cx="167760" cy="187920"/>
              </a:xfrm>
              <a:custGeom>
                <a:avLst/>
                <a:gdLst>
                  <a:gd name="textAreaLeft" fmla="*/ 0 w 167760"/>
                  <a:gd name="textAreaRight" fmla="*/ 169200 w 167760"/>
                  <a:gd name="textAreaTop" fmla="*/ 0 h 187920"/>
                  <a:gd name="textAreaBottom" fmla="*/ 189360 h 18792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2" name="Google Shape;2223;p 2"/>
            <p:cNvGrpSpPr/>
            <p:nvPr/>
          </p:nvGrpSpPr>
          <p:grpSpPr>
            <a:xfrm>
              <a:off x="548640" y="5682960"/>
              <a:ext cx="477000" cy="118440"/>
              <a:chOff x="548640" y="5682960"/>
              <a:chExt cx="477000" cy="118440"/>
            </a:xfrm>
          </p:grpSpPr>
          <p:sp>
            <p:nvSpPr>
              <p:cNvPr id="2333" name="Google Shape;2224;p 2"/>
              <p:cNvSpPr/>
              <p:nvPr/>
            </p:nvSpPr>
            <p:spPr>
              <a:xfrm>
                <a:off x="952200" y="5688000"/>
                <a:ext cx="73440" cy="113040"/>
              </a:xfrm>
              <a:custGeom>
                <a:avLst/>
                <a:gdLst>
                  <a:gd name="textAreaLeft" fmla="*/ 0 w 73440"/>
                  <a:gd name="textAreaRight" fmla="*/ 74880 w 73440"/>
                  <a:gd name="textAreaTop" fmla="*/ 0 h 113040"/>
                  <a:gd name="textAreaBottom" fmla="*/ 114480 h 11304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4" name="Google Shape;2225;p 2"/>
              <p:cNvSpPr/>
              <p:nvPr/>
            </p:nvSpPr>
            <p:spPr>
              <a:xfrm>
                <a:off x="548640" y="5682960"/>
                <a:ext cx="106920" cy="118440"/>
              </a:xfrm>
              <a:custGeom>
                <a:avLst/>
                <a:gdLst>
                  <a:gd name="textAreaLeft" fmla="*/ 0 w 106920"/>
                  <a:gd name="textAreaRight" fmla="*/ 108360 w 106920"/>
                  <a:gd name="textAreaTop" fmla="*/ 0 h 118440"/>
                  <a:gd name="textAreaBottom" fmla="*/ 119880 h 11844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5" name="Google Shape;2226;p 2"/>
              <p:cNvSpPr/>
              <p:nvPr/>
            </p:nvSpPr>
            <p:spPr>
              <a:xfrm>
                <a:off x="653040" y="5699520"/>
                <a:ext cx="103680" cy="97920"/>
              </a:xfrm>
              <a:custGeom>
                <a:avLst/>
                <a:gdLst>
                  <a:gd name="textAreaLeft" fmla="*/ 0 w 103680"/>
                  <a:gd name="textAreaRight" fmla="*/ 105120 w 103680"/>
                  <a:gd name="textAreaTop" fmla="*/ 0 h 97920"/>
                  <a:gd name="textAreaBottom" fmla="*/ 99360 h 9792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6" name="Google Shape;2227;p 2"/>
              <p:cNvSpPr/>
              <p:nvPr/>
            </p:nvSpPr>
            <p:spPr>
              <a:xfrm>
                <a:off x="757080" y="5700600"/>
                <a:ext cx="97200" cy="95040"/>
              </a:xfrm>
              <a:custGeom>
                <a:avLst/>
                <a:gdLst>
                  <a:gd name="textAreaLeft" fmla="*/ 0 w 97200"/>
                  <a:gd name="textAreaRight" fmla="*/ 98640 w 97200"/>
                  <a:gd name="textAreaTop" fmla="*/ 0 h 95040"/>
                  <a:gd name="textAreaBottom" fmla="*/ 96480 h 9504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7" name="Google Shape;2228;p 2"/>
              <p:cNvSpPr/>
              <p:nvPr/>
            </p:nvSpPr>
            <p:spPr>
              <a:xfrm>
                <a:off x="854640" y="5700240"/>
                <a:ext cx="97920" cy="96840"/>
              </a:xfrm>
              <a:custGeom>
                <a:avLst/>
                <a:gdLst>
                  <a:gd name="textAreaLeft" fmla="*/ 0 w 97920"/>
                  <a:gd name="textAreaRight" fmla="*/ 99360 w 97920"/>
                  <a:gd name="textAreaTop" fmla="*/ 0 h 96840"/>
                  <a:gd name="textAreaBottom" fmla="*/ 98280 h 9684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38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9640" cy="44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552;p 1"/>
          <p:cNvSpPr/>
          <p:nvPr/>
        </p:nvSpPr>
        <p:spPr>
          <a:xfrm>
            <a:off x="839160" y="2095200"/>
            <a:ext cx="542952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10280" cy="59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1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6160" cy="336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Github?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Certificações e Selos?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Currículo ATS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2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080" cy="23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95;p18"/>
          <p:cNvSpPr/>
          <p:nvPr/>
        </p:nvSpPr>
        <p:spPr>
          <a:xfrm>
            <a:off x="768240" y="2872440"/>
            <a:ext cx="4023360" cy="16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4" name="Google Shape;2396;p18"/>
          <p:cNvGrpSpPr/>
          <p:nvPr/>
        </p:nvGrpSpPr>
        <p:grpSpPr>
          <a:xfrm>
            <a:off x="425520" y="2453400"/>
            <a:ext cx="691920" cy="691920"/>
            <a:chOff x="425520" y="2453400"/>
            <a:chExt cx="691920" cy="691920"/>
          </a:xfrm>
        </p:grpSpPr>
        <p:sp>
          <p:nvSpPr>
            <p:cNvPr id="2345" name="Google Shape;2397;p18"/>
            <p:cNvSpPr/>
            <p:nvPr/>
          </p:nvSpPr>
          <p:spPr>
            <a:xfrm>
              <a:off x="425520" y="2800080"/>
              <a:ext cx="345240" cy="3452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6" name="Google Shape;2398;p18"/>
            <p:cNvSpPr/>
            <p:nvPr/>
          </p:nvSpPr>
          <p:spPr>
            <a:xfrm>
              <a:off x="772200" y="2453400"/>
              <a:ext cx="345240" cy="3452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7" name="Google Shape;2399;p18"/>
          <p:cNvGrpSpPr/>
          <p:nvPr/>
        </p:nvGrpSpPr>
        <p:grpSpPr>
          <a:xfrm>
            <a:off x="4358160" y="3877920"/>
            <a:ext cx="691920" cy="691920"/>
            <a:chOff x="4358160" y="3877920"/>
            <a:chExt cx="691920" cy="691920"/>
          </a:xfrm>
        </p:grpSpPr>
        <p:sp>
          <p:nvSpPr>
            <p:cNvPr id="2348" name="Google Shape;2400;p18"/>
            <p:cNvSpPr/>
            <p:nvPr/>
          </p:nvSpPr>
          <p:spPr>
            <a:xfrm>
              <a:off x="4358160" y="4224600"/>
              <a:ext cx="345240" cy="3452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9" name="Google Shape;2401;p18"/>
            <p:cNvSpPr/>
            <p:nvPr/>
          </p:nvSpPr>
          <p:spPr>
            <a:xfrm>
              <a:off x="4704840" y="3877920"/>
              <a:ext cx="345240" cy="3452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0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1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51080" cy="23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9640" cy="170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Sistemas de numeração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3" name="Google Shape;2483;p 6"/>
          <p:cNvGrpSpPr/>
          <p:nvPr/>
        </p:nvGrpSpPr>
        <p:grpSpPr>
          <a:xfrm>
            <a:off x="358920" y="792360"/>
            <a:ext cx="566640" cy="566640"/>
            <a:chOff x="358920" y="792360"/>
            <a:chExt cx="566640" cy="566640"/>
          </a:xfrm>
        </p:grpSpPr>
        <p:sp>
          <p:nvSpPr>
            <p:cNvPr id="2354" name="Google Shape;2484;p 6"/>
            <p:cNvSpPr/>
            <p:nvPr/>
          </p:nvSpPr>
          <p:spPr>
            <a:xfrm>
              <a:off x="358920" y="1076400"/>
              <a:ext cx="282600" cy="282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5" name="Google Shape;2485;p 6"/>
            <p:cNvSpPr/>
            <p:nvPr/>
          </p:nvSpPr>
          <p:spPr>
            <a:xfrm>
              <a:off x="642960" y="792360"/>
              <a:ext cx="282600" cy="282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6" name="Google Shape;2486;p 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080" cy="2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7" name=""/>
          <p:cNvSpPr/>
          <p:nvPr/>
        </p:nvSpPr>
        <p:spPr>
          <a:xfrm>
            <a:off x="4680000" y="1000440"/>
            <a:ext cx="7198920" cy="4003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Binário 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 e 1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Quaisquer duas informações, apenas duas informações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Byte e bit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Decimal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0-10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Octal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0-8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Hexadecimal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0-16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8" name="Google Shape;2585;p36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9" name="Google Shape;2586;p36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1080" cy="2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0" name=""/>
          <p:cNvSpPr/>
          <p:nvPr/>
        </p:nvSpPr>
        <p:spPr>
          <a:xfrm>
            <a:off x="5040000" y="540000"/>
            <a:ext cx="6838920" cy="49348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Individual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Converta os números a seguir para binário, octal e hexadecimal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64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101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130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254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Converta os números a seguir para decimal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10000001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11111111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1" name="PlaceHolder 7"/>
          <p:cNvSpPr/>
          <p:nvPr/>
        </p:nvSpPr>
        <p:spPr>
          <a:xfrm>
            <a:off x="643320" y="1084320"/>
            <a:ext cx="3419640" cy="17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Atividade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Google Shape;2585;p 1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3" name="Google Shape;2586;p 1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1080" cy="2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4" name=""/>
          <p:cNvSpPr/>
          <p:nvPr/>
        </p:nvSpPr>
        <p:spPr>
          <a:xfrm>
            <a:off x="5040000" y="540000"/>
            <a:ext cx="6838920" cy="33609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é uma variável?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criar e utilizar?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Atribuição de valores =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Tipos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Tipo forte vs fraco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Int, float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String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Booleano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None / Null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5" name="PlaceHolder 4"/>
          <p:cNvSpPr/>
          <p:nvPr/>
        </p:nvSpPr>
        <p:spPr>
          <a:xfrm>
            <a:off x="643320" y="1084320"/>
            <a:ext cx="3419640" cy="17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Variáveis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6" name="Google Shape;2585;p 4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7" name="Google Shape;2586;p 4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1080" cy="2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8" name=""/>
          <p:cNvSpPr/>
          <p:nvPr/>
        </p:nvSpPr>
        <p:spPr>
          <a:xfrm>
            <a:off x="5040000" y="540000"/>
            <a:ext cx="6838920" cy="606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Crie um 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Refaça essas operações em um script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9" name="PlaceHolder 11"/>
          <p:cNvSpPr/>
          <p:nvPr/>
        </p:nvSpPr>
        <p:spPr>
          <a:xfrm>
            <a:off x="643320" y="1084320"/>
            <a:ext cx="3419640" cy="17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Variáveis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505;p29"/>
          <p:cNvSpPr/>
          <p:nvPr/>
        </p:nvSpPr>
        <p:spPr>
          <a:xfrm>
            <a:off x="1858320" y="1430640"/>
            <a:ext cx="45511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1" name="Google Shape;2506;p29"/>
          <p:cNvSpPr/>
          <p:nvPr/>
        </p:nvSpPr>
        <p:spPr>
          <a:xfrm>
            <a:off x="1771200" y="2014200"/>
            <a:ext cx="4452840" cy="32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72" name="Google Shape;2507;p29"/>
          <p:cNvGrpSpPr/>
          <p:nvPr/>
        </p:nvGrpSpPr>
        <p:grpSpPr>
          <a:xfrm>
            <a:off x="1413720" y="1054800"/>
            <a:ext cx="691920" cy="691920"/>
            <a:chOff x="1413720" y="1054800"/>
            <a:chExt cx="691920" cy="691920"/>
          </a:xfrm>
        </p:grpSpPr>
        <p:sp>
          <p:nvSpPr>
            <p:cNvPr id="2373" name="Google Shape;2508;p29"/>
            <p:cNvSpPr/>
            <p:nvPr/>
          </p:nvSpPr>
          <p:spPr>
            <a:xfrm>
              <a:off x="1413720" y="1401480"/>
              <a:ext cx="345240" cy="3452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4" name="Google Shape;2509;p29"/>
            <p:cNvSpPr/>
            <p:nvPr/>
          </p:nvSpPr>
          <p:spPr>
            <a:xfrm>
              <a:off x="1760400" y="1054800"/>
              <a:ext cx="345240" cy="3452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75" name="Google Shape;2510;p29"/>
          <p:cNvGrpSpPr/>
          <p:nvPr/>
        </p:nvGrpSpPr>
        <p:grpSpPr>
          <a:xfrm>
            <a:off x="5195160" y="5145120"/>
            <a:ext cx="691920" cy="691920"/>
            <a:chOff x="5195160" y="5145120"/>
            <a:chExt cx="691920" cy="691920"/>
          </a:xfrm>
        </p:grpSpPr>
        <p:sp>
          <p:nvSpPr>
            <p:cNvPr id="2376" name="Google Shape;2511;p29"/>
            <p:cNvSpPr/>
            <p:nvPr/>
          </p:nvSpPr>
          <p:spPr>
            <a:xfrm>
              <a:off x="5195160" y="5491800"/>
              <a:ext cx="345240" cy="3452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7" name="Google Shape;2512;p29"/>
            <p:cNvSpPr/>
            <p:nvPr/>
          </p:nvSpPr>
          <p:spPr>
            <a:xfrm>
              <a:off x="5541840" y="5145120"/>
              <a:ext cx="345240" cy="3452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8" name="Google Shape;2513;p29"/>
          <p:cNvSpPr/>
          <p:nvPr/>
        </p:nvSpPr>
        <p:spPr>
          <a:xfrm>
            <a:off x="6225840" y="4187880"/>
            <a:ext cx="217260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9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080" cy="23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0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1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1080" cy="2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2" name=""/>
          <p:cNvSpPr/>
          <p:nvPr/>
        </p:nvSpPr>
        <p:spPr>
          <a:xfrm>
            <a:off x="5040000" y="540000"/>
            <a:ext cx="6838920" cy="2138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3" name="PlaceHolder 8"/>
          <p:cNvSpPr/>
          <p:nvPr/>
        </p:nvSpPr>
        <p:spPr>
          <a:xfrm>
            <a:off x="643320" y="1084320"/>
            <a:ext cx="3419640" cy="17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Variáveis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4" name="Google Shape;2585;p 3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4240" cy="76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5" name="Google Shape;2586;p 3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1080" cy="2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6" name=""/>
          <p:cNvSpPr/>
          <p:nvPr/>
        </p:nvSpPr>
        <p:spPr>
          <a:xfrm>
            <a:off x="5040000" y="540000"/>
            <a:ext cx="6838920" cy="2138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7" name="PlaceHolder 10"/>
          <p:cNvSpPr/>
          <p:nvPr/>
        </p:nvSpPr>
        <p:spPr>
          <a:xfrm>
            <a:off x="643320" y="1084320"/>
            <a:ext cx="3419640" cy="17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Uso de módulos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552;p33"/>
          <p:cNvSpPr/>
          <p:nvPr/>
        </p:nvSpPr>
        <p:spPr>
          <a:xfrm>
            <a:off x="839160" y="2095200"/>
            <a:ext cx="542952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9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51080" cy="2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0" name=""/>
          <p:cNvSpPr/>
          <p:nvPr/>
        </p:nvSpPr>
        <p:spPr>
          <a:xfrm>
            <a:off x="4320000" y="1980000"/>
            <a:ext cx="7738920" cy="40071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1" name=""/>
          <p:cNvSpPr/>
          <p:nvPr/>
        </p:nvSpPr>
        <p:spPr>
          <a:xfrm>
            <a:off x="4140000" y="720000"/>
            <a:ext cx="5218920" cy="718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545;p32"/>
          <p:cNvSpPr/>
          <p:nvPr/>
        </p:nvSpPr>
        <p:spPr>
          <a:xfrm>
            <a:off x="6982200" y="1879560"/>
            <a:ext cx="4065480" cy="154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3" name="Google Shape;2546;p32"/>
          <p:cNvSpPr/>
          <p:nvPr/>
        </p:nvSpPr>
        <p:spPr>
          <a:xfrm>
            <a:off x="6982200" y="3731400"/>
            <a:ext cx="457344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4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080" cy="23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1863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2026-02-05T12:22:23Z</dcterms:modified>
  <cp:revision>31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