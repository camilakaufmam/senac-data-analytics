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1.xml.rels" ContentType="application/vnd.openxmlformats-package.relationships+xml"/>
  <Override PartName="/customXml/_rels/item2.xml.rels" ContentType="application/vnd.openxmlformats-package.relationships+xml"/>
  <Override PartName="/customXml/_rels/item3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54.xml" ContentType="application/vnd.openxmlformats-officedocument.presentationml.slideMaster+xml"/>
  <Override PartName="/ppt/slideMasters/_rels/slideMaster9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54.xml.rels" ContentType="application/vnd.openxmlformats-package.relationships+xml"/>
  <Override PartName="/ppt/slideMasters/_rels/slideMaster10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55.xml" ContentType="application/vnd.openxmlformats-officedocument.theme+xml"/>
  <Override PartName="/ppt/notesSlides/notesSlide7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_rels/notesSlide7.xml.rels" ContentType="application/vnd.openxmlformats-package.relationships+xml"/>
  <Override PartName="/ppt/notesSlides/_rels/notesSlide11.xml.rels" ContentType="application/vnd.openxmlformats-package.relationships+xml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_rels/slideLayout31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2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  <Override PartName="/ppt/media/image27.png" ContentType="image/png"/>
  <Override PartName="/ppt/media/image28.png" ContentType="image/png"/>
  <Override PartName="/ppt/media/image29.png" ContentType="image/png"/>
  <Override PartName="/ppt/media/image30.png" ContentType="image/png"/>
  <Override PartName="/ppt/media/image31.png" ContentType="image/png"/>
  <Override PartName="/ppt/media/image32.png" ContentType="image/png"/>
  <Override PartName="/ppt/media/image33.png" ContentType="image/png"/>
  <Override PartName="/ppt/media/image34.png" ContentType="image/png"/>
  <Override PartName="/ppt/media/image35.png" ContentType="image/png"/>
  <Override PartName="/ppt/media/image36.png" ContentType="image/png"/>
  <Override PartName="/ppt/media/image37.png" ContentType="image/png"/>
  <Override PartName="/ppt/media/image38.png" ContentType="image/png"/>
  <Override PartName="/ppt/media/image39.png" ContentType="image/png"/>
  <Override PartName="/ppt/media/image40.png" ContentType="image/png"/>
  <Override PartName="/ppt/media/image41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5" r:id="rId3"/>
    <p:sldMasterId id="2147483657" r:id="rId4"/>
    <p:sldMasterId id="2147483659" r:id="rId5"/>
    <p:sldMasterId id="2147483661" r:id="rId6"/>
    <p:sldMasterId id="2147483663" r:id="rId7"/>
    <p:sldMasterId id="2147483665" r:id="rId8"/>
    <p:sldMasterId id="2147483708" r:id="rId9"/>
  </p:sldMasterIdLst>
  <p:notesMasterIdLst>
    <p:notesMasterId r:id="rId10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7.xml"/><Relationship Id="rId4" Type="http://schemas.openxmlformats.org/officeDocument/2006/relationships/slideMaster" Target="slideMasters/slideMaster8.xml"/><Relationship Id="rId5" Type="http://schemas.openxmlformats.org/officeDocument/2006/relationships/slideMaster" Target="slideMasters/slideMaster9.xml"/><Relationship Id="rId6" Type="http://schemas.openxmlformats.org/officeDocument/2006/relationships/slideMaster" Target="slideMasters/slideMaster10.xml"/><Relationship Id="rId7" Type="http://schemas.openxmlformats.org/officeDocument/2006/relationships/slideMaster" Target="slideMasters/slideMaster11.xml"/><Relationship Id="rId8" Type="http://schemas.openxmlformats.org/officeDocument/2006/relationships/slideMaster" Target="slideMasters/slideMaster12.xml"/><Relationship Id="rId9" Type="http://schemas.openxmlformats.org/officeDocument/2006/relationships/slideMaster" Target="slideMasters/slideMaster54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5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9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mover o slide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&lt;cabeçalho&gt;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2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3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4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9A0BECC-FDFC-4E96-89E4-694B6AD04701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1720" cy="3081600"/>
          </a:xfrm>
          <a:prstGeom prst="rect">
            <a:avLst/>
          </a:prstGeom>
          <a:ln w="0">
            <a:noFill/>
          </a:ln>
        </p:spPr>
      </p:sp>
      <p:sp>
        <p:nvSpPr>
          <p:cNvPr id="23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1720" cy="359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67120" cy="45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8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4273C60-7561-4DCC-A9C1-8F194208CCFB}" type="slidenum"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1720" cy="3081600"/>
          </a:xfrm>
          <a:prstGeom prst="rect">
            <a:avLst/>
          </a:prstGeom>
          <a:ln w="0">
            <a:noFill/>
          </a:ln>
        </p:spPr>
      </p:sp>
      <p:sp>
        <p:nvSpPr>
          <p:cNvPr id="23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1720" cy="359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7120" cy="45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8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518D65D-40CE-4DBF-B644-CE177294726C}" type="slidenum"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2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2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2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3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9.png"/><Relationship Id="rId3" Type="http://schemas.openxmlformats.org/officeDocument/2006/relationships/image" Target="../media/image9.png"/><Relationship Id="rId4" Type="http://schemas.openxmlformats.org/officeDocument/2006/relationships/image" Target="../media/image9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0.png"/><Relationship Id="rId3" Type="http://schemas.openxmlformats.org/officeDocument/2006/relationships/image" Target="../media/image3.png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1.png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5.png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6.png"/><Relationship Id="rId3" Type="http://schemas.openxmlformats.org/officeDocument/2006/relationships/image" Target="../media/image16.png"/><Relationship Id="rId4" Type="http://schemas.openxmlformats.org/officeDocument/2006/relationships/image" Target="../media/image17.png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0.png"/><Relationship Id="rId3" Type="http://schemas.openxmlformats.org/officeDocument/2006/relationships/image" Target="../media/image3.png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0.png"/><Relationship Id="rId3" Type="http://schemas.openxmlformats.org/officeDocument/2006/relationships/image" Target="../media/image3.png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3.png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3.png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3.png"/><Relationship Id="rId3" Type="http://schemas.openxmlformats.org/officeDocument/2006/relationships/image" Target="../media/image18.png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8.png"/><Relationship Id="rId3" Type="http://schemas.openxmlformats.org/officeDocument/2006/relationships/image" Target="../media/image19.png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0.png"/><Relationship Id="rId3" Type="http://schemas.openxmlformats.org/officeDocument/2006/relationships/image" Target="../media/image20.png"/><Relationship Id="rId4" Type="http://schemas.openxmlformats.org/officeDocument/2006/relationships/image" Target="../media/image20.png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1.png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2.png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3.png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3.png"/><Relationship Id="rId3" Type="http://schemas.openxmlformats.org/officeDocument/2006/relationships/image" Target="../media/image3.png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4.png"/><Relationship Id="rId3" Type="http://schemas.openxmlformats.org/officeDocument/2006/relationships/image" Target="../media/image25.png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6.png"/><Relationship Id="rId3" Type="http://schemas.openxmlformats.org/officeDocument/2006/relationships/image" Target="../media/image3.png"/><Relationship Id="rId4" Type="http://schemas.openxmlformats.org/officeDocument/2006/relationships/image" Target="../media/image11.png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3.png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7.png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8.png"/><Relationship Id="rId3" Type="http://schemas.openxmlformats.org/officeDocument/2006/relationships/image" Target="../media/image7.png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9.png"/><Relationship Id="rId3" Type="http://schemas.openxmlformats.org/officeDocument/2006/relationships/image" Target="../media/image30.png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31.png"/><Relationship Id="rId3" Type="http://schemas.openxmlformats.org/officeDocument/2006/relationships/image" Target="../media/image32.png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0.png"/><Relationship Id="rId3" Type="http://schemas.openxmlformats.org/officeDocument/2006/relationships/image" Target="../media/image3.png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0.png"/><Relationship Id="rId3" Type="http://schemas.openxmlformats.org/officeDocument/2006/relationships/image" Target="../media/image3.png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8.png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33.png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4.png"/><Relationship Id="rId3" Type="http://schemas.openxmlformats.org/officeDocument/2006/relationships/image" Target="../media/image25.png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34.png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35.png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36.png"/><Relationship Id="rId3" Type="http://schemas.openxmlformats.org/officeDocument/2006/relationships/image" Target="../media/image8.png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37.png"/><Relationship Id="rId3" Type="http://schemas.openxmlformats.org/officeDocument/2006/relationships/image" Target="../media/image27.png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30.png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3.png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Google Shape;948;p76"/>
          <p:cNvGrpSpPr/>
          <p:nvPr/>
        </p:nvGrpSpPr>
        <p:grpSpPr>
          <a:xfrm>
            <a:off x="461520" y="438840"/>
            <a:ext cx="11078280" cy="6290280"/>
            <a:chOff x="461520" y="438840"/>
            <a:chExt cx="11078280" cy="6290280"/>
          </a:xfrm>
        </p:grpSpPr>
        <p:pic>
          <p:nvPicPr>
            <p:cNvPr id="1" name="Google Shape;949;p76" descr=""/>
            <p:cNvPicPr/>
            <p:nvPr/>
          </p:nvPicPr>
          <p:blipFill>
            <a:blip r:embed="rId2"/>
            <a:stretch/>
          </p:blipFill>
          <p:spPr>
            <a:xfrm>
              <a:off x="4832640" y="438840"/>
              <a:ext cx="4281480" cy="42814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" name="Google Shape;950;p76" descr=""/>
            <p:cNvPicPr/>
            <p:nvPr/>
          </p:nvPicPr>
          <p:blipFill>
            <a:blip r:embed="rId3"/>
            <a:stretch/>
          </p:blipFill>
          <p:spPr>
            <a:xfrm>
              <a:off x="9535680" y="4725000"/>
              <a:ext cx="2004120" cy="20041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" name="Google Shape;951;p76" descr=""/>
            <p:cNvPicPr/>
            <p:nvPr/>
          </p:nvPicPr>
          <p:blipFill>
            <a:blip r:embed="rId4"/>
            <a:stretch/>
          </p:blipFill>
          <p:spPr>
            <a:xfrm>
              <a:off x="461520" y="3255120"/>
              <a:ext cx="3256200" cy="325620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4" name="Google Shape;952;p76"/>
            <p:cNvGrpSpPr/>
            <p:nvPr/>
          </p:nvGrpSpPr>
          <p:grpSpPr>
            <a:xfrm>
              <a:off x="1406520" y="1012320"/>
              <a:ext cx="1365480" cy="1091520"/>
              <a:chOff x="1406520" y="1012320"/>
              <a:chExt cx="1365480" cy="1091520"/>
            </a:xfrm>
          </p:grpSpPr>
          <p:sp>
            <p:nvSpPr>
              <p:cNvPr id="5" name="Google Shape;953;p76"/>
              <p:cNvSpPr/>
              <p:nvPr/>
            </p:nvSpPr>
            <p:spPr>
              <a:xfrm>
                <a:off x="1954800" y="101232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" name="Google Shape;954;p76"/>
              <p:cNvSpPr/>
              <p:nvPr/>
            </p:nvSpPr>
            <p:spPr>
              <a:xfrm>
                <a:off x="1680480" y="128628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" name="Google Shape;955;p76"/>
              <p:cNvSpPr/>
              <p:nvPr/>
            </p:nvSpPr>
            <p:spPr>
              <a:xfrm>
                <a:off x="1406520" y="156024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" name="Google Shape;956;p76"/>
              <p:cNvSpPr/>
              <p:nvPr/>
            </p:nvSpPr>
            <p:spPr>
              <a:xfrm>
                <a:off x="1406520" y="183456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" name="Google Shape;957;p76"/>
              <p:cNvSpPr/>
              <p:nvPr/>
            </p:nvSpPr>
            <p:spPr>
              <a:xfrm>
                <a:off x="1680480" y="183456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" name="Google Shape;958;p76"/>
              <p:cNvSpPr/>
              <p:nvPr/>
            </p:nvSpPr>
            <p:spPr>
              <a:xfrm>
                <a:off x="1954800" y="183456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" name="Google Shape;959;p76"/>
              <p:cNvSpPr/>
              <p:nvPr/>
            </p:nvSpPr>
            <p:spPr>
              <a:xfrm>
                <a:off x="2228760" y="183456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" name="Google Shape;960;p76"/>
              <p:cNvSpPr/>
              <p:nvPr/>
            </p:nvSpPr>
            <p:spPr>
              <a:xfrm>
                <a:off x="2502720" y="183456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" name="Google Shape;961;p76"/>
              <p:cNvSpPr/>
              <p:nvPr/>
            </p:nvSpPr>
            <p:spPr>
              <a:xfrm>
                <a:off x="2502720" y="156024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" name="Google Shape;962;p76"/>
              <p:cNvSpPr/>
              <p:nvPr/>
            </p:nvSpPr>
            <p:spPr>
              <a:xfrm>
                <a:off x="2228760" y="128628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pic>
        <p:nvPicPr>
          <p:cNvPr id="15" name="Google Shape;963;p76" descr=""/>
          <p:cNvPicPr/>
          <p:nvPr/>
        </p:nvPicPr>
        <p:blipFill>
          <a:blip r:embed="rId5"/>
          <a:stretch/>
        </p:blipFill>
        <p:spPr>
          <a:xfrm>
            <a:off x="11131560" y="502200"/>
            <a:ext cx="821160" cy="582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Google Shape;964;p76"/>
          <p:cNvSpPr/>
          <p:nvPr/>
        </p:nvSpPr>
        <p:spPr>
          <a:xfrm>
            <a:off x="-65160" y="0"/>
            <a:ext cx="2727360" cy="24192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Google Shape;965;p76"/>
          <p:cNvSpPr/>
          <p:nvPr/>
        </p:nvSpPr>
        <p:spPr>
          <a:xfrm flipH="1">
            <a:off x="7615800" y="-2880"/>
            <a:ext cx="4632480" cy="24192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Google Shape;966;p76"/>
          <p:cNvSpPr/>
          <p:nvPr/>
        </p:nvSpPr>
        <p:spPr>
          <a:xfrm>
            <a:off x="2362320" y="0"/>
            <a:ext cx="5653080" cy="24192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Google Shape;967;p76"/>
          <p:cNvSpPr/>
          <p:nvPr/>
        </p:nvSpPr>
        <p:spPr>
          <a:xfrm>
            <a:off x="3542040" y="706104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Google Shape;968;p76"/>
          <p:cNvSpPr/>
          <p:nvPr/>
        </p:nvSpPr>
        <p:spPr>
          <a:xfrm>
            <a:off x="4097160" y="706104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Google Shape;969;p76"/>
          <p:cNvSpPr/>
          <p:nvPr/>
        </p:nvSpPr>
        <p:spPr>
          <a:xfrm>
            <a:off x="4604760" y="706104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Google Shape;970;p76"/>
          <p:cNvSpPr/>
          <p:nvPr/>
        </p:nvSpPr>
        <p:spPr>
          <a:xfrm>
            <a:off x="5119200" y="706104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Google Shape;971;p76"/>
          <p:cNvSpPr/>
          <p:nvPr/>
        </p:nvSpPr>
        <p:spPr>
          <a:xfrm>
            <a:off x="5633640" y="706104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Google Shape;972;p76"/>
          <p:cNvSpPr/>
          <p:nvPr/>
        </p:nvSpPr>
        <p:spPr>
          <a:xfrm>
            <a:off x="6700320" y="706104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Google Shape;973;p76"/>
          <p:cNvSpPr/>
          <p:nvPr/>
        </p:nvSpPr>
        <p:spPr>
          <a:xfrm>
            <a:off x="6189120" y="706104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Google Shape;974;p76"/>
          <p:cNvSpPr/>
          <p:nvPr/>
        </p:nvSpPr>
        <p:spPr>
          <a:xfrm>
            <a:off x="7296840" y="706104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Google Shape;975;p76"/>
          <p:cNvSpPr/>
          <p:nvPr/>
        </p:nvSpPr>
        <p:spPr>
          <a:xfrm>
            <a:off x="7858800" y="706104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Google Shape;976;p76"/>
          <p:cNvSpPr/>
          <p:nvPr/>
        </p:nvSpPr>
        <p:spPr>
          <a:xfrm>
            <a:off x="8401680" y="706104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12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120" cy="397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1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oogle Shape;978;p77"/>
          <p:cNvGrpSpPr/>
          <p:nvPr/>
        </p:nvGrpSpPr>
        <p:grpSpPr>
          <a:xfrm>
            <a:off x="461520" y="438840"/>
            <a:ext cx="11078280" cy="6290280"/>
            <a:chOff x="461520" y="438840"/>
            <a:chExt cx="11078280" cy="6290280"/>
          </a:xfrm>
        </p:grpSpPr>
        <p:pic>
          <p:nvPicPr>
            <p:cNvPr id="32" name="Google Shape;979;p77" descr=""/>
            <p:cNvPicPr/>
            <p:nvPr/>
          </p:nvPicPr>
          <p:blipFill>
            <a:blip r:embed="rId2"/>
            <a:stretch/>
          </p:blipFill>
          <p:spPr>
            <a:xfrm>
              <a:off x="4832640" y="438840"/>
              <a:ext cx="4281480" cy="42814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3" name="Google Shape;980;p77" descr=""/>
            <p:cNvPicPr/>
            <p:nvPr/>
          </p:nvPicPr>
          <p:blipFill>
            <a:blip r:embed="rId3"/>
            <a:stretch/>
          </p:blipFill>
          <p:spPr>
            <a:xfrm>
              <a:off x="9535680" y="4725000"/>
              <a:ext cx="2004120" cy="20041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4" name="Google Shape;981;p77" descr=""/>
            <p:cNvPicPr/>
            <p:nvPr/>
          </p:nvPicPr>
          <p:blipFill>
            <a:blip r:embed="rId4"/>
            <a:stretch/>
          </p:blipFill>
          <p:spPr>
            <a:xfrm>
              <a:off x="461520" y="3255120"/>
              <a:ext cx="3256200" cy="325620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35" name="Google Shape;982;p77"/>
            <p:cNvGrpSpPr/>
            <p:nvPr/>
          </p:nvGrpSpPr>
          <p:grpSpPr>
            <a:xfrm>
              <a:off x="1406520" y="1012320"/>
              <a:ext cx="1365480" cy="1091520"/>
              <a:chOff x="1406520" y="1012320"/>
              <a:chExt cx="1365480" cy="1091520"/>
            </a:xfrm>
          </p:grpSpPr>
          <p:sp>
            <p:nvSpPr>
              <p:cNvPr id="36" name="Google Shape;983;p77"/>
              <p:cNvSpPr/>
              <p:nvPr/>
            </p:nvSpPr>
            <p:spPr>
              <a:xfrm>
                <a:off x="1954800" y="101232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" name="Google Shape;984;p77"/>
              <p:cNvSpPr/>
              <p:nvPr/>
            </p:nvSpPr>
            <p:spPr>
              <a:xfrm>
                <a:off x="1680480" y="128628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" name="Google Shape;985;p77"/>
              <p:cNvSpPr/>
              <p:nvPr/>
            </p:nvSpPr>
            <p:spPr>
              <a:xfrm>
                <a:off x="1406520" y="156024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" name="Google Shape;986;p77"/>
              <p:cNvSpPr/>
              <p:nvPr/>
            </p:nvSpPr>
            <p:spPr>
              <a:xfrm>
                <a:off x="1406520" y="183456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" name="Google Shape;987;p77"/>
              <p:cNvSpPr/>
              <p:nvPr/>
            </p:nvSpPr>
            <p:spPr>
              <a:xfrm>
                <a:off x="1680480" y="183456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" name="Google Shape;988;p77"/>
              <p:cNvSpPr/>
              <p:nvPr/>
            </p:nvSpPr>
            <p:spPr>
              <a:xfrm>
                <a:off x="1954800" y="183456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" name="Google Shape;989;p77"/>
              <p:cNvSpPr/>
              <p:nvPr/>
            </p:nvSpPr>
            <p:spPr>
              <a:xfrm>
                <a:off x="2228760" y="183456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" name="Google Shape;990;p77"/>
              <p:cNvSpPr/>
              <p:nvPr/>
            </p:nvSpPr>
            <p:spPr>
              <a:xfrm>
                <a:off x="2502720" y="183456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" name="Google Shape;991;p77"/>
              <p:cNvSpPr/>
              <p:nvPr/>
            </p:nvSpPr>
            <p:spPr>
              <a:xfrm>
                <a:off x="2502720" y="156024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" name="Google Shape;992;p77"/>
              <p:cNvSpPr/>
              <p:nvPr/>
            </p:nvSpPr>
            <p:spPr>
              <a:xfrm>
                <a:off x="2228760" y="128628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pic>
        <p:nvPicPr>
          <p:cNvPr id="46" name="Google Shape;993;p77" descr=""/>
          <p:cNvPicPr/>
          <p:nvPr/>
        </p:nvPicPr>
        <p:blipFill>
          <a:blip r:embed="rId5"/>
          <a:stretch/>
        </p:blipFill>
        <p:spPr>
          <a:xfrm>
            <a:off x="11131560" y="5951520"/>
            <a:ext cx="821160" cy="582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" name="Google Shape;994;p77"/>
          <p:cNvSpPr/>
          <p:nvPr/>
        </p:nvSpPr>
        <p:spPr>
          <a:xfrm flipH="1">
            <a:off x="7615800" y="-2880"/>
            <a:ext cx="4632480" cy="24192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Google Shape;995;p77"/>
          <p:cNvSpPr/>
          <p:nvPr/>
        </p:nvSpPr>
        <p:spPr>
          <a:xfrm rot="5400000">
            <a:off x="-1313280" y="1265040"/>
            <a:ext cx="6860160" cy="4314960"/>
          </a:xfrm>
          <a:custGeom>
            <a:avLst/>
            <a:gdLst>
              <a:gd name="textAreaLeft" fmla="*/ 0 w 6860160"/>
              <a:gd name="textAreaRight" fmla="*/ 6864840 w 6860160"/>
              <a:gd name="textAreaTop" fmla="*/ 0 h 4314960"/>
              <a:gd name="textAreaBottom" fmla="*/ 4319640 h 4314960"/>
            </a:gdLst>
            <a:ahLst/>
            <a:cxnLst/>
            <a:rect l="textAreaLeft" t="textAreaTop" r="textAreaRight" b="textAreaBottom"/>
            <a:pathLst>
              <a:path w="6864924" h="4319675">
                <a:moveTo>
                  <a:pt x="5385775" y="2593746"/>
                </a:moveTo>
                <a:lnTo>
                  <a:pt x="6253092" y="2593746"/>
                </a:lnTo>
                <a:lnTo>
                  <a:pt x="6253092" y="2174931"/>
                </a:lnTo>
                <a:lnTo>
                  <a:pt x="5385775" y="2174931"/>
                </a:lnTo>
                <a:close/>
                <a:moveTo>
                  <a:pt x="0" y="3439799"/>
                </a:moveTo>
                <a:lnTo>
                  <a:pt x="0" y="1802263"/>
                </a:lnTo>
                <a:lnTo>
                  <a:pt x="3001" y="1802263"/>
                </a:lnTo>
                <a:lnTo>
                  <a:pt x="3001" y="263848"/>
                </a:lnTo>
                <a:lnTo>
                  <a:pt x="3651076" y="263848"/>
                </a:lnTo>
                <a:lnTo>
                  <a:pt x="3651075" y="1802263"/>
                </a:lnTo>
                <a:lnTo>
                  <a:pt x="4028902" y="1802263"/>
                </a:lnTo>
                <a:lnTo>
                  <a:pt x="4028902" y="2153808"/>
                </a:lnTo>
                <a:lnTo>
                  <a:pt x="4896219" y="2153808"/>
                </a:lnTo>
                <a:lnTo>
                  <a:pt x="4896219" y="1737015"/>
                </a:lnTo>
                <a:lnTo>
                  <a:pt x="5504129" y="1737015"/>
                </a:lnTo>
                <a:lnTo>
                  <a:pt x="5504129" y="1307655"/>
                </a:lnTo>
                <a:lnTo>
                  <a:pt x="6253093" y="1307655"/>
                </a:lnTo>
                <a:lnTo>
                  <a:pt x="6253093" y="0"/>
                </a:lnTo>
                <a:lnTo>
                  <a:pt x="6861003" y="0"/>
                </a:lnTo>
                <a:lnTo>
                  <a:pt x="6861003" y="1356873"/>
                </a:lnTo>
                <a:lnTo>
                  <a:pt x="6861003" y="1356873"/>
                </a:lnTo>
                <a:lnTo>
                  <a:pt x="6861003" y="1745571"/>
                </a:lnTo>
                <a:lnTo>
                  <a:pt x="6861002" y="1745571"/>
                </a:lnTo>
                <a:lnTo>
                  <a:pt x="6861002" y="2593746"/>
                </a:lnTo>
                <a:lnTo>
                  <a:pt x="6864924" y="2593746"/>
                </a:lnTo>
                <a:lnTo>
                  <a:pt x="6864924" y="3502900"/>
                </a:lnTo>
                <a:lnTo>
                  <a:pt x="6861003" y="3502900"/>
                </a:lnTo>
                <a:lnTo>
                  <a:pt x="6861003" y="4319675"/>
                </a:lnTo>
                <a:lnTo>
                  <a:pt x="3003" y="4319675"/>
                </a:lnTo>
                <a:lnTo>
                  <a:pt x="3003" y="3439799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Google Shape;996;p77"/>
          <p:cNvSpPr/>
          <p:nvPr/>
        </p:nvSpPr>
        <p:spPr>
          <a:xfrm>
            <a:off x="3542040" y="706104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Google Shape;997;p77"/>
          <p:cNvSpPr/>
          <p:nvPr/>
        </p:nvSpPr>
        <p:spPr>
          <a:xfrm>
            <a:off x="4097160" y="706104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Google Shape;998;p77"/>
          <p:cNvSpPr/>
          <p:nvPr/>
        </p:nvSpPr>
        <p:spPr>
          <a:xfrm>
            <a:off x="4604760" y="706104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Google Shape;999;p77"/>
          <p:cNvSpPr/>
          <p:nvPr/>
        </p:nvSpPr>
        <p:spPr>
          <a:xfrm>
            <a:off x="5119200" y="706104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Google Shape;1000;p77"/>
          <p:cNvSpPr/>
          <p:nvPr/>
        </p:nvSpPr>
        <p:spPr>
          <a:xfrm>
            <a:off x="5633640" y="706104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Google Shape;1001;p77"/>
          <p:cNvSpPr/>
          <p:nvPr/>
        </p:nvSpPr>
        <p:spPr>
          <a:xfrm>
            <a:off x="6700320" y="706104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Google Shape;1002;p77"/>
          <p:cNvSpPr/>
          <p:nvPr/>
        </p:nvSpPr>
        <p:spPr>
          <a:xfrm>
            <a:off x="6189120" y="706104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Google Shape;1003;p77"/>
          <p:cNvSpPr/>
          <p:nvPr/>
        </p:nvSpPr>
        <p:spPr>
          <a:xfrm>
            <a:off x="7296840" y="706104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Google Shape;1004;p77"/>
          <p:cNvSpPr/>
          <p:nvPr/>
        </p:nvSpPr>
        <p:spPr>
          <a:xfrm>
            <a:off x="7858800" y="706104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Google Shape;1005;p77"/>
          <p:cNvSpPr/>
          <p:nvPr/>
        </p:nvSpPr>
        <p:spPr>
          <a:xfrm>
            <a:off x="8401680" y="706104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Google Shape;1006;p77"/>
          <p:cNvSpPr/>
          <p:nvPr/>
        </p:nvSpPr>
        <p:spPr>
          <a:xfrm>
            <a:off x="-45360" y="-2880"/>
            <a:ext cx="8060760" cy="24516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12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120" cy="397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oogle Shape;1008;p78"/>
          <p:cNvGrpSpPr/>
          <p:nvPr/>
        </p:nvGrpSpPr>
        <p:grpSpPr>
          <a:xfrm>
            <a:off x="461520" y="438840"/>
            <a:ext cx="11078280" cy="6290280"/>
            <a:chOff x="461520" y="438840"/>
            <a:chExt cx="11078280" cy="6290280"/>
          </a:xfrm>
        </p:grpSpPr>
        <p:pic>
          <p:nvPicPr>
            <p:cNvPr id="63" name="Google Shape;1009;p78" descr=""/>
            <p:cNvPicPr/>
            <p:nvPr/>
          </p:nvPicPr>
          <p:blipFill>
            <a:blip r:embed="rId2"/>
            <a:stretch/>
          </p:blipFill>
          <p:spPr>
            <a:xfrm>
              <a:off x="4832640" y="438840"/>
              <a:ext cx="4281480" cy="42814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4" name="Google Shape;1010;p78" descr=""/>
            <p:cNvPicPr/>
            <p:nvPr/>
          </p:nvPicPr>
          <p:blipFill>
            <a:blip r:embed="rId3"/>
            <a:stretch/>
          </p:blipFill>
          <p:spPr>
            <a:xfrm>
              <a:off x="9535680" y="4725000"/>
              <a:ext cx="2004120" cy="20041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5" name="Google Shape;1011;p78" descr=""/>
            <p:cNvPicPr/>
            <p:nvPr/>
          </p:nvPicPr>
          <p:blipFill>
            <a:blip r:embed="rId4"/>
            <a:stretch/>
          </p:blipFill>
          <p:spPr>
            <a:xfrm>
              <a:off x="461520" y="3255120"/>
              <a:ext cx="3256200" cy="325620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66" name="Google Shape;1012;p78"/>
            <p:cNvGrpSpPr/>
            <p:nvPr/>
          </p:nvGrpSpPr>
          <p:grpSpPr>
            <a:xfrm>
              <a:off x="1406520" y="1012320"/>
              <a:ext cx="1365480" cy="1091520"/>
              <a:chOff x="1406520" y="1012320"/>
              <a:chExt cx="1365480" cy="1091520"/>
            </a:xfrm>
          </p:grpSpPr>
          <p:sp>
            <p:nvSpPr>
              <p:cNvPr id="67" name="Google Shape;1013;p78"/>
              <p:cNvSpPr/>
              <p:nvPr/>
            </p:nvSpPr>
            <p:spPr>
              <a:xfrm>
                <a:off x="1954800" y="101232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" name="Google Shape;1014;p78"/>
              <p:cNvSpPr/>
              <p:nvPr/>
            </p:nvSpPr>
            <p:spPr>
              <a:xfrm>
                <a:off x="1680480" y="128628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" name="Google Shape;1015;p78"/>
              <p:cNvSpPr/>
              <p:nvPr/>
            </p:nvSpPr>
            <p:spPr>
              <a:xfrm>
                <a:off x="1406520" y="156024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" name="Google Shape;1016;p78"/>
              <p:cNvSpPr/>
              <p:nvPr/>
            </p:nvSpPr>
            <p:spPr>
              <a:xfrm>
                <a:off x="1406520" y="183456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" name="Google Shape;1017;p78"/>
              <p:cNvSpPr/>
              <p:nvPr/>
            </p:nvSpPr>
            <p:spPr>
              <a:xfrm>
                <a:off x="1680480" y="183456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" name="Google Shape;1018;p78"/>
              <p:cNvSpPr/>
              <p:nvPr/>
            </p:nvSpPr>
            <p:spPr>
              <a:xfrm>
                <a:off x="1954800" y="183456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" name="Google Shape;1019;p78"/>
              <p:cNvSpPr/>
              <p:nvPr/>
            </p:nvSpPr>
            <p:spPr>
              <a:xfrm>
                <a:off x="2228760" y="183456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" name="Google Shape;1020;p78"/>
              <p:cNvSpPr/>
              <p:nvPr/>
            </p:nvSpPr>
            <p:spPr>
              <a:xfrm>
                <a:off x="2502720" y="183456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" name="Google Shape;1021;p78"/>
              <p:cNvSpPr/>
              <p:nvPr/>
            </p:nvSpPr>
            <p:spPr>
              <a:xfrm>
                <a:off x="2502720" y="156024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" name="Google Shape;1022;p78"/>
              <p:cNvSpPr/>
              <p:nvPr/>
            </p:nvSpPr>
            <p:spPr>
              <a:xfrm>
                <a:off x="2228760" y="128628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pic>
        <p:nvPicPr>
          <p:cNvPr id="77" name="Google Shape;1023;p78" descr=""/>
          <p:cNvPicPr/>
          <p:nvPr/>
        </p:nvPicPr>
        <p:blipFill>
          <a:blip r:embed="rId5"/>
          <a:stretch/>
        </p:blipFill>
        <p:spPr>
          <a:xfrm>
            <a:off x="11131560" y="502200"/>
            <a:ext cx="821160" cy="582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Google Shape;1024;p78"/>
          <p:cNvSpPr/>
          <p:nvPr/>
        </p:nvSpPr>
        <p:spPr>
          <a:xfrm flipH="1">
            <a:off x="7615800" y="-2880"/>
            <a:ext cx="4632480" cy="24192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Google Shape;1025;p78"/>
          <p:cNvSpPr/>
          <p:nvPr/>
        </p:nvSpPr>
        <p:spPr>
          <a:xfrm>
            <a:off x="3542040" y="706104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Google Shape;1026;p78"/>
          <p:cNvSpPr/>
          <p:nvPr/>
        </p:nvSpPr>
        <p:spPr>
          <a:xfrm>
            <a:off x="4097160" y="706104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Google Shape;1027;p78"/>
          <p:cNvSpPr/>
          <p:nvPr/>
        </p:nvSpPr>
        <p:spPr>
          <a:xfrm>
            <a:off x="4604760" y="706104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Google Shape;1028;p78"/>
          <p:cNvSpPr/>
          <p:nvPr/>
        </p:nvSpPr>
        <p:spPr>
          <a:xfrm>
            <a:off x="5119200" y="706104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Google Shape;1029;p78"/>
          <p:cNvSpPr/>
          <p:nvPr/>
        </p:nvSpPr>
        <p:spPr>
          <a:xfrm>
            <a:off x="5633640" y="706104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Google Shape;1030;p78"/>
          <p:cNvSpPr/>
          <p:nvPr/>
        </p:nvSpPr>
        <p:spPr>
          <a:xfrm>
            <a:off x="6700320" y="706104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Google Shape;1031;p78"/>
          <p:cNvSpPr/>
          <p:nvPr/>
        </p:nvSpPr>
        <p:spPr>
          <a:xfrm>
            <a:off x="6189120" y="706104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Google Shape;1032;p78"/>
          <p:cNvSpPr/>
          <p:nvPr/>
        </p:nvSpPr>
        <p:spPr>
          <a:xfrm>
            <a:off x="7296840" y="706104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Google Shape;1033;p78"/>
          <p:cNvSpPr/>
          <p:nvPr/>
        </p:nvSpPr>
        <p:spPr>
          <a:xfrm>
            <a:off x="7858800" y="706104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Google Shape;1034;p78"/>
          <p:cNvSpPr/>
          <p:nvPr/>
        </p:nvSpPr>
        <p:spPr>
          <a:xfrm>
            <a:off x="8401680" y="706104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Google Shape;1035;p78"/>
          <p:cNvSpPr/>
          <p:nvPr/>
        </p:nvSpPr>
        <p:spPr>
          <a:xfrm rot="5400000">
            <a:off x="-1313280" y="1265040"/>
            <a:ext cx="6860160" cy="4314960"/>
          </a:xfrm>
          <a:custGeom>
            <a:avLst/>
            <a:gdLst>
              <a:gd name="textAreaLeft" fmla="*/ 0 w 6860160"/>
              <a:gd name="textAreaRight" fmla="*/ 6864840 w 6860160"/>
              <a:gd name="textAreaTop" fmla="*/ 0 h 4314960"/>
              <a:gd name="textAreaBottom" fmla="*/ 4319640 h 4314960"/>
            </a:gdLst>
            <a:ahLst/>
            <a:cxnLst/>
            <a:rect l="textAreaLeft" t="textAreaTop" r="textAreaRight" b="textAreaBottom"/>
            <a:pathLst>
              <a:path w="6864924" h="4319675">
                <a:moveTo>
                  <a:pt x="5385775" y="2593746"/>
                </a:moveTo>
                <a:lnTo>
                  <a:pt x="6253092" y="2593746"/>
                </a:lnTo>
                <a:lnTo>
                  <a:pt x="6253092" y="2174931"/>
                </a:lnTo>
                <a:lnTo>
                  <a:pt x="5385775" y="2174931"/>
                </a:lnTo>
                <a:close/>
                <a:moveTo>
                  <a:pt x="0" y="3439799"/>
                </a:moveTo>
                <a:lnTo>
                  <a:pt x="0" y="1802263"/>
                </a:lnTo>
                <a:lnTo>
                  <a:pt x="3001" y="1802263"/>
                </a:lnTo>
                <a:lnTo>
                  <a:pt x="3001" y="263848"/>
                </a:lnTo>
                <a:lnTo>
                  <a:pt x="3651076" y="263848"/>
                </a:lnTo>
                <a:lnTo>
                  <a:pt x="3651075" y="1802263"/>
                </a:lnTo>
                <a:lnTo>
                  <a:pt x="4028902" y="1802263"/>
                </a:lnTo>
                <a:lnTo>
                  <a:pt x="4028902" y="2153808"/>
                </a:lnTo>
                <a:lnTo>
                  <a:pt x="4896219" y="2153808"/>
                </a:lnTo>
                <a:lnTo>
                  <a:pt x="4896219" y="1737015"/>
                </a:lnTo>
                <a:lnTo>
                  <a:pt x="5504129" y="1737015"/>
                </a:lnTo>
                <a:lnTo>
                  <a:pt x="5504129" y="1307655"/>
                </a:lnTo>
                <a:lnTo>
                  <a:pt x="6253093" y="1307655"/>
                </a:lnTo>
                <a:lnTo>
                  <a:pt x="6253093" y="0"/>
                </a:lnTo>
                <a:lnTo>
                  <a:pt x="6861003" y="0"/>
                </a:lnTo>
                <a:lnTo>
                  <a:pt x="6861003" y="1356873"/>
                </a:lnTo>
                <a:lnTo>
                  <a:pt x="6861003" y="1356873"/>
                </a:lnTo>
                <a:lnTo>
                  <a:pt x="6861003" y="1745571"/>
                </a:lnTo>
                <a:lnTo>
                  <a:pt x="6861002" y="1745571"/>
                </a:lnTo>
                <a:lnTo>
                  <a:pt x="6861002" y="2593746"/>
                </a:lnTo>
                <a:lnTo>
                  <a:pt x="6864924" y="2593746"/>
                </a:lnTo>
                <a:lnTo>
                  <a:pt x="6864924" y="3502900"/>
                </a:lnTo>
                <a:lnTo>
                  <a:pt x="6861003" y="3502900"/>
                </a:lnTo>
                <a:lnTo>
                  <a:pt x="6861003" y="4319675"/>
                </a:lnTo>
                <a:lnTo>
                  <a:pt x="3003" y="4319675"/>
                </a:lnTo>
                <a:lnTo>
                  <a:pt x="3003" y="3439799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Google Shape;1036;p78"/>
          <p:cNvSpPr/>
          <p:nvPr/>
        </p:nvSpPr>
        <p:spPr>
          <a:xfrm>
            <a:off x="-45360" y="0"/>
            <a:ext cx="8060760" cy="23508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12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120" cy="397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740;p71"/>
          <p:cNvSpPr/>
          <p:nvPr/>
        </p:nvSpPr>
        <p:spPr>
          <a:xfrm>
            <a:off x="29865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Google Shape;741;p71"/>
          <p:cNvSpPr/>
          <p:nvPr/>
        </p:nvSpPr>
        <p:spPr>
          <a:xfrm>
            <a:off x="35420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Google Shape;742;p71"/>
          <p:cNvSpPr/>
          <p:nvPr/>
        </p:nvSpPr>
        <p:spPr>
          <a:xfrm>
            <a:off x="4049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Google Shape;743;p71"/>
          <p:cNvSpPr/>
          <p:nvPr/>
        </p:nvSpPr>
        <p:spPr>
          <a:xfrm>
            <a:off x="456408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Google Shape;744;p71"/>
          <p:cNvSpPr/>
          <p:nvPr/>
        </p:nvSpPr>
        <p:spPr>
          <a:xfrm>
            <a:off x="50781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Google Shape;745;p71"/>
          <p:cNvSpPr/>
          <p:nvPr/>
        </p:nvSpPr>
        <p:spPr>
          <a:xfrm>
            <a:off x="6145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Google Shape;746;p71"/>
          <p:cNvSpPr/>
          <p:nvPr/>
        </p:nvSpPr>
        <p:spPr>
          <a:xfrm>
            <a:off x="5633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Google Shape;747;p71"/>
          <p:cNvSpPr/>
          <p:nvPr/>
        </p:nvSpPr>
        <p:spPr>
          <a:xfrm>
            <a:off x="67413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Google Shape;748;p71"/>
          <p:cNvSpPr/>
          <p:nvPr/>
        </p:nvSpPr>
        <p:spPr>
          <a:xfrm>
            <a:off x="730332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Google Shape;749;p71"/>
          <p:cNvSpPr/>
          <p:nvPr/>
        </p:nvSpPr>
        <p:spPr>
          <a:xfrm>
            <a:off x="7846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03" name="Google Shape;750;p71"/>
          <p:cNvGrpSpPr/>
          <p:nvPr/>
        </p:nvGrpSpPr>
        <p:grpSpPr>
          <a:xfrm>
            <a:off x="822600" y="270000"/>
            <a:ext cx="11078640" cy="7114680"/>
            <a:chOff x="822600" y="270000"/>
            <a:chExt cx="11078640" cy="7114680"/>
          </a:xfrm>
        </p:grpSpPr>
        <p:grpSp>
          <p:nvGrpSpPr>
            <p:cNvPr id="104" name="Google Shape;751;p71"/>
            <p:cNvGrpSpPr/>
            <p:nvPr/>
          </p:nvGrpSpPr>
          <p:grpSpPr>
            <a:xfrm>
              <a:off x="822600" y="270000"/>
              <a:ext cx="11078640" cy="6290280"/>
              <a:chOff x="822600" y="270000"/>
              <a:chExt cx="11078640" cy="6290280"/>
            </a:xfrm>
          </p:grpSpPr>
          <p:pic>
            <p:nvPicPr>
              <p:cNvPr id="105" name="Google Shape;752;p71" descr=""/>
              <p:cNvPicPr/>
              <p:nvPr/>
            </p:nvPicPr>
            <p:blipFill>
              <a:blip r:embed="rId2"/>
              <a:stretch/>
            </p:blipFill>
            <p:spPr>
              <a:xfrm>
                <a:off x="5194080" y="270000"/>
                <a:ext cx="4281480" cy="42814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06" name="Google Shape;753;p71" descr=""/>
              <p:cNvPicPr/>
              <p:nvPr/>
            </p:nvPicPr>
            <p:blipFill>
              <a:blip r:embed="rId3"/>
              <a:stretch/>
            </p:blipFill>
            <p:spPr>
              <a:xfrm>
                <a:off x="9897120" y="4556160"/>
                <a:ext cx="2004120" cy="200412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07" name="Google Shape;754;p71" descr=""/>
              <p:cNvPicPr/>
              <p:nvPr/>
            </p:nvPicPr>
            <p:blipFill>
              <a:blip r:embed="rId4"/>
              <a:stretch/>
            </p:blipFill>
            <p:spPr>
              <a:xfrm>
                <a:off x="822600" y="3085920"/>
                <a:ext cx="3256200" cy="325620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108" name="Google Shape;755;p71"/>
              <p:cNvGrpSpPr/>
              <p:nvPr/>
            </p:nvGrpSpPr>
            <p:grpSpPr>
              <a:xfrm>
                <a:off x="1767960" y="843120"/>
                <a:ext cx="1365480" cy="1091520"/>
                <a:chOff x="1767960" y="843120"/>
                <a:chExt cx="1365480" cy="1091520"/>
              </a:xfrm>
            </p:grpSpPr>
            <p:sp>
              <p:nvSpPr>
                <p:cNvPr id="109" name="Google Shape;756;p71"/>
                <p:cNvSpPr/>
                <p:nvPr/>
              </p:nvSpPr>
              <p:spPr>
                <a:xfrm>
                  <a:off x="2315880" y="843120"/>
                  <a:ext cx="269280" cy="269280"/>
                </a:xfrm>
                <a:custGeom>
                  <a:avLst/>
                  <a:gdLst>
                    <a:gd name="textAreaLeft" fmla="*/ 0 w 269280"/>
                    <a:gd name="textAreaRight" fmla="*/ 273960 w 269280"/>
                    <a:gd name="textAreaTop" fmla="*/ 0 h 269280"/>
                    <a:gd name="textAreaBottom" fmla="*/ 273960 h 2692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0" name="Google Shape;757;p71"/>
                <p:cNvSpPr/>
                <p:nvPr/>
              </p:nvSpPr>
              <p:spPr>
                <a:xfrm>
                  <a:off x="2041920" y="1117440"/>
                  <a:ext cx="269280" cy="269280"/>
                </a:xfrm>
                <a:custGeom>
                  <a:avLst/>
                  <a:gdLst>
                    <a:gd name="textAreaLeft" fmla="*/ 0 w 269280"/>
                    <a:gd name="textAreaRight" fmla="*/ 273960 w 269280"/>
                    <a:gd name="textAreaTop" fmla="*/ 0 h 269280"/>
                    <a:gd name="textAreaBottom" fmla="*/ 273960 h 2692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1" name="Google Shape;758;p71"/>
                <p:cNvSpPr/>
                <p:nvPr/>
              </p:nvSpPr>
              <p:spPr>
                <a:xfrm>
                  <a:off x="1767960" y="1391400"/>
                  <a:ext cx="269280" cy="269280"/>
                </a:xfrm>
                <a:custGeom>
                  <a:avLst/>
                  <a:gdLst>
                    <a:gd name="textAreaLeft" fmla="*/ 0 w 269280"/>
                    <a:gd name="textAreaRight" fmla="*/ 273960 w 269280"/>
                    <a:gd name="textAreaTop" fmla="*/ 0 h 269280"/>
                    <a:gd name="textAreaBottom" fmla="*/ 273960 h 2692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2" name="Google Shape;759;p71"/>
                <p:cNvSpPr/>
                <p:nvPr/>
              </p:nvSpPr>
              <p:spPr>
                <a:xfrm>
                  <a:off x="1767960" y="1665360"/>
                  <a:ext cx="269280" cy="269280"/>
                </a:xfrm>
                <a:custGeom>
                  <a:avLst/>
                  <a:gdLst>
                    <a:gd name="textAreaLeft" fmla="*/ 0 w 269280"/>
                    <a:gd name="textAreaRight" fmla="*/ 273960 w 269280"/>
                    <a:gd name="textAreaTop" fmla="*/ 0 h 269280"/>
                    <a:gd name="textAreaBottom" fmla="*/ 273960 h 2692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3" name="Google Shape;760;p71"/>
                <p:cNvSpPr/>
                <p:nvPr/>
              </p:nvSpPr>
              <p:spPr>
                <a:xfrm>
                  <a:off x="2041920" y="1665360"/>
                  <a:ext cx="269280" cy="269280"/>
                </a:xfrm>
                <a:custGeom>
                  <a:avLst/>
                  <a:gdLst>
                    <a:gd name="textAreaLeft" fmla="*/ 0 w 269280"/>
                    <a:gd name="textAreaRight" fmla="*/ 273960 w 269280"/>
                    <a:gd name="textAreaTop" fmla="*/ 0 h 269280"/>
                    <a:gd name="textAreaBottom" fmla="*/ 273960 h 2692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4" name="Google Shape;761;p71"/>
                <p:cNvSpPr/>
                <p:nvPr/>
              </p:nvSpPr>
              <p:spPr>
                <a:xfrm>
                  <a:off x="2315880" y="1665360"/>
                  <a:ext cx="269280" cy="269280"/>
                </a:xfrm>
                <a:custGeom>
                  <a:avLst/>
                  <a:gdLst>
                    <a:gd name="textAreaLeft" fmla="*/ 0 w 269280"/>
                    <a:gd name="textAreaRight" fmla="*/ 273960 w 269280"/>
                    <a:gd name="textAreaTop" fmla="*/ 0 h 269280"/>
                    <a:gd name="textAreaBottom" fmla="*/ 273960 h 2692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5" name="Google Shape;762;p71"/>
                <p:cNvSpPr/>
                <p:nvPr/>
              </p:nvSpPr>
              <p:spPr>
                <a:xfrm>
                  <a:off x="2590200" y="1665360"/>
                  <a:ext cx="269280" cy="269280"/>
                </a:xfrm>
                <a:custGeom>
                  <a:avLst/>
                  <a:gdLst>
                    <a:gd name="textAreaLeft" fmla="*/ 0 w 269280"/>
                    <a:gd name="textAreaRight" fmla="*/ 273960 w 269280"/>
                    <a:gd name="textAreaTop" fmla="*/ 0 h 269280"/>
                    <a:gd name="textAreaBottom" fmla="*/ 273960 h 2692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6" name="Google Shape;763;p71"/>
                <p:cNvSpPr/>
                <p:nvPr/>
              </p:nvSpPr>
              <p:spPr>
                <a:xfrm>
                  <a:off x="2864160" y="1665360"/>
                  <a:ext cx="269280" cy="269280"/>
                </a:xfrm>
                <a:custGeom>
                  <a:avLst/>
                  <a:gdLst>
                    <a:gd name="textAreaLeft" fmla="*/ 0 w 269280"/>
                    <a:gd name="textAreaRight" fmla="*/ 273960 w 269280"/>
                    <a:gd name="textAreaTop" fmla="*/ 0 h 269280"/>
                    <a:gd name="textAreaBottom" fmla="*/ 273960 h 2692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7" name="Google Shape;764;p71"/>
                <p:cNvSpPr/>
                <p:nvPr/>
              </p:nvSpPr>
              <p:spPr>
                <a:xfrm>
                  <a:off x="2864160" y="1391400"/>
                  <a:ext cx="269280" cy="269280"/>
                </a:xfrm>
                <a:custGeom>
                  <a:avLst/>
                  <a:gdLst>
                    <a:gd name="textAreaLeft" fmla="*/ 0 w 269280"/>
                    <a:gd name="textAreaRight" fmla="*/ 273960 w 269280"/>
                    <a:gd name="textAreaTop" fmla="*/ 0 h 269280"/>
                    <a:gd name="textAreaBottom" fmla="*/ 273960 h 2692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8" name="Google Shape;765;p71"/>
                <p:cNvSpPr/>
                <p:nvPr/>
              </p:nvSpPr>
              <p:spPr>
                <a:xfrm>
                  <a:off x="2590200" y="1117440"/>
                  <a:ext cx="269280" cy="269280"/>
                </a:xfrm>
                <a:custGeom>
                  <a:avLst/>
                  <a:gdLst>
                    <a:gd name="textAreaLeft" fmla="*/ 0 w 269280"/>
                    <a:gd name="textAreaRight" fmla="*/ 273960 w 269280"/>
                    <a:gd name="textAreaTop" fmla="*/ 0 h 269280"/>
                    <a:gd name="textAreaBottom" fmla="*/ 273960 h 2692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19" name="Google Shape;766;p71"/>
            <p:cNvGrpSpPr/>
            <p:nvPr/>
          </p:nvGrpSpPr>
          <p:grpSpPr>
            <a:xfrm>
              <a:off x="6279120" y="5470920"/>
              <a:ext cx="1913760" cy="1913760"/>
              <a:chOff x="6279120" y="5470920"/>
              <a:chExt cx="1913760" cy="1913760"/>
            </a:xfrm>
          </p:grpSpPr>
          <p:sp>
            <p:nvSpPr>
              <p:cNvPr id="120" name="Google Shape;767;p71"/>
              <p:cNvSpPr/>
              <p:nvPr/>
            </p:nvSpPr>
            <p:spPr>
              <a:xfrm>
                <a:off x="6279120" y="711540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" name="Google Shape;768;p71"/>
              <p:cNvSpPr/>
              <p:nvPr/>
            </p:nvSpPr>
            <p:spPr>
              <a:xfrm>
                <a:off x="6553080" y="711540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" name="Google Shape;769;p71"/>
              <p:cNvSpPr/>
              <p:nvPr/>
            </p:nvSpPr>
            <p:spPr>
              <a:xfrm>
                <a:off x="6827040" y="711540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" name="Google Shape;770;p71"/>
              <p:cNvSpPr/>
              <p:nvPr/>
            </p:nvSpPr>
            <p:spPr>
              <a:xfrm>
                <a:off x="7101360" y="711540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" name="Google Shape;771;p71"/>
              <p:cNvSpPr/>
              <p:nvPr/>
            </p:nvSpPr>
            <p:spPr>
              <a:xfrm>
                <a:off x="7375320" y="711540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" name="Google Shape;772;p71"/>
              <p:cNvSpPr/>
              <p:nvPr/>
            </p:nvSpPr>
            <p:spPr>
              <a:xfrm>
                <a:off x="7649280" y="711540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" name="Google Shape;773;p71"/>
              <p:cNvSpPr/>
              <p:nvPr/>
            </p:nvSpPr>
            <p:spPr>
              <a:xfrm>
                <a:off x="7923600" y="711540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" name="Google Shape;774;p71"/>
              <p:cNvSpPr/>
              <p:nvPr/>
            </p:nvSpPr>
            <p:spPr>
              <a:xfrm>
                <a:off x="7923600" y="684144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" name="Google Shape;775;p71"/>
              <p:cNvSpPr/>
              <p:nvPr/>
            </p:nvSpPr>
            <p:spPr>
              <a:xfrm>
                <a:off x="7923600" y="656712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" name="Google Shape;776;p71"/>
              <p:cNvSpPr/>
              <p:nvPr/>
            </p:nvSpPr>
            <p:spPr>
              <a:xfrm>
                <a:off x="7923600" y="629316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" name="Google Shape;777;p71"/>
              <p:cNvSpPr/>
              <p:nvPr/>
            </p:nvSpPr>
            <p:spPr>
              <a:xfrm>
                <a:off x="7923600" y="601920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1" name="Google Shape;778;p71"/>
              <p:cNvSpPr/>
              <p:nvPr/>
            </p:nvSpPr>
            <p:spPr>
              <a:xfrm>
                <a:off x="7649280" y="574524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2" name="Google Shape;779;p71"/>
              <p:cNvSpPr/>
              <p:nvPr/>
            </p:nvSpPr>
            <p:spPr>
              <a:xfrm>
                <a:off x="7375320" y="547092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3" name="Google Shape;780;p71"/>
              <p:cNvSpPr/>
              <p:nvPr/>
            </p:nvSpPr>
            <p:spPr>
              <a:xfrm>
                <a:off x="7101360" y="547092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4" name="Google Shape;781;p71"/>
              <p:cNvSpPr/>
              <p:nvPr/>
            </p:nvSpPr>
            <p:spPr>
              <a:xfrm>
                <a:off x="6827040" y="547092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5" name="Google Shape;782;p71"/>
              <p:cNvSpPr/>
              <p:nvPr/>
            </p:nvSpPr>
            <p:spPr>
              <a:xfrm>
                <a:off x="6553080" y="574524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6" name="Google Shape;783;p71"/>
              <p:cNvSpPr/>
              <p:nvPr/>
            </p:nvSpPr>
            <p:spPr>
              <a:xfrm>
                <a:off x="6279120" y="601920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7" name="Google Shape;784;p71"/>
              <p:cNvSpPr/>
              <p:nvPr/>
            </p:nvSpPr>
            <p:spPr>
              <a:xfrm>
                <a:off x="6279120" y="629316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8" name="Google Shape;785;p71"/>
              <p:cNvSpPr/>
              <p:nvPr/>
            </p:nvSpPr>
            <p:spPr>
              <a:xfrm>
                <a:off x="6279120" y="656712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9" name="Google Shape;786;p71"/>
              <p:cNvSpPr/>
              <p:nvPr/>
            </p:nvSpPr>
            <p:spPr>
              <a:xfrm>
                <a:off x="6279120" y="684144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12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120" cy="397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2061;p94"/>
          <p:cNvGrpSpPr/>
          <p:nvPr/>
        </p:nvGrpSpPr>
        <p:grpSpPr>
          <a:xfrm>
            <a:off x="822600" y="270000"/>
            <a:ext cx="11078640" cy="7114680"/>
            <a:chOff x="822600" y="270000"/>
            <a:chExt cx="11078640" cy="7114680"/>
          </a:xfrm>
        </p:grpSpPr>
        <p:grpSp>
          <p:nvGrpSpPr>
            <p:cNvPr id="143" name="Google Shape;2062;p94"/>
            <p:cNvGrpSpPr/>
            <p:nvPr/>
          </p:nvGrpSpPr>
          <p:grpSpPr>
            <a:xfrm>
              <a:off x="822600" y="270000"/>
              <a:ext cx="11078640" cy="6290280"/>
              <a:chOff x="822600" y="270000"/>
              <a:chExt cx="11078640" cy="6290280"/>
            </a:xfrm>
          </p:grpSpPr>
          <p:pic>
            <p:nvPicPr>
              <p:cNvPr id="144" name="Google Shape;2063;p94" descr=""/>
              <p:cNvPicPr/>
              <p:nvPr/>
            </p:nvPicPr>
            <p:blipFill>
              <a:blip r:embed="rId2"/>
              <a:stretch/>
            </p:blipFill>
            <p:spPr>
              <a:xfrm>
                <a:off x="5194080" y="270000"/>
                <a:ext cx="4281480" cy="42814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45" name="Google Shape;2064;p94" descr=""/>
              <p:cNvPicPr/>
              <p:nvPr/>
            </p:nvPicPr>
            <p:blipFill>
              <a:blip r:embed="rId3"/>
              <a:stretch/>
            </p:blipFill>
            <p:spPr>
              <a:xfrm>
                <a:off x="9897120" y="4556160"/>
                <a:ext cx="2004120" cy="200412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46" name="Google Shape;2065;p94" descr=""/>
              <p:cNvPicPr/>
              <p:nvPr/>
            </p:nvPicPr>
            <p:blipFill>
              <a:blip r:embed="rId4"/>
              <a:stretch/>
            </p:blipFill>
            <p:spPr>
              <a:xfrm>
                <a:off x="822600" y="3085920"/>
                <a:ext cx="3256200" cy="325620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147" name="Google Shape;2066;p94"/>
              <p:cNvGrpSpPr/>
              <p:nvPr/>
            </p:nvGrpSpPr>
            <p:grpSpPr>
              <a:xfrm>
                <a:off x="1767960" y="843120"/>
                <a:ext cx="1365480" cy="1091520"/>
                <a:chOff x="1767960" y="843120"/>
                <a:chExt cx="1365480" cy="1091520"/>
              </a:xfrm>
            </p:grpSpPr>
            <p:sp>
              <p:nvSpPr>
                <p:cNvPr id="148" name="Google Shape;2067;p94"/>
                <p:cNvSpPr/>
                <p:nvPr/>
              </p:nvSpPr>
              <p:spPr>
                <a:xfrm>
                  <a:off x="2315880" y="843120"/>
                  <a:ext cx="269280" cy="269280"/>
                </a:xfrm>
                <a:custGeom>
                  <a:avLst/>
                  <a:gdLst>
                    <a:gd name="textAreaLeft" fmla="*/ 0 w 269280"/>
                    <a:gd name="textAreaRight" fmla="*/ 273960 w 269280"/>
                    <a:gd name="textAreaTop" fmla="*/ 0 h 269280"/>
                    <a:gd name="textAreaBottom" fmla="*/ 273960 h 2692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49" name="Google Shape;2068;p94"/>
                <p:cNvSpPr/>
                <p:nvPr/>
              </p:nvSpPr>
              <p:spPr>
                <a:xfrm>
                  <a:off x="2041920" y="1117440"/>
                  <a:ext cx="269280" cy="269280"/>
                </a:xfrm>
                <a:custGeom>
                  <a:avLst/>
                  <a:gdLst>
                    <a:gd name="textAreaLeft" fmla="*/ 0 w 269280"/>
                    <a:gd name="textAreaRight" fmla="*/ 273960 w 269280"/>
                    <a:gd name="textAreaTop" fmla="*/ 0 h 269280"/>
                    <a:gd name="textAreaBottom" fmla="*/ 273960 h 2692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0" name="Google Shape;2069;p94"/>
                <p:cNvSpPr/>
                <p:nvPr/>
              </p:nvSpPr>
              <p:spPr>
                <a:xfrm>
                  <a:off x="1767960" y="1391400"/>
                  <a:ext cx="269280" cy="269280"/>
                </a:xfrm>
                <a:custGeom>
                  <a:avLst/>
                  <a:gdLst>
                    <a:gd name="textAreaLeft" fmla="*/ 0 w 269280"/>
                    <a:gd name="textAreaRight" fmla="*/ 273960 w 269280"/>
                    <a:gd name="textAreaTop" fmla="*/ 0 h 269280"/>
                    <a:gd name="textAreaBottom" fmla="*/ 273960 h 2692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1" name="Google Shape;2070;p94"/>
                <p:cNvSpPr/>
                <p:nvPr/>
              </p:nvSpPr>
              <p:spPr>
                <a:xfrm>
                  <a:off x="1767960" y="1665360"/>
                  <a:ext cx="269280" cy="269280"/>
                </a:xfrm>
                <a:custGeom>
                  <a:avLst/>
                  <a:gdLst>
                    <a:gd name="textAreaLeft" fmla="*/ 0 w 269280"/>
                    <a:gd name="textAreaRight" fmla="*/ 273960 w 269280"/>
                    <a:gd name="textAreaTop" fmla="*/ 0 h 269280"/>
                    <a:gd name="textAreaBottom" fmla="*/ 273960 h 2692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2" name="Google Shape;2071;p94"/>
                <p:cNvSpPr/>
                <p:nvPr/>
              </p:nvSpPr>
              <p:spPr>
                <a:xfrm>
                  <a:off x="2041920" y="1665360"/>
                  <a:ext cx="269280" cy="269280"/>
                </a:xfrm>
                <a:custGeom>
                  <a:avLst/>
                  <a:gdLst>
                    <a:gd name="textAreaLeft" fmla="*/ 0 w 269280"/>
                    <a:gd name="textAreaRight" fmla="*/ 273960 w 269280"/>
                    <a:gd name="textAreaTop" fmla="*/ 0 h 269280"/>
                    <a:gd name="textAreaBottom" fmla="*/ 273960 h 2692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3" name="Google Shape;2072;p94"/>
                <p:cNvSpPr/>
                <p:nvPr/>
              </p:nvSpPr>
              <p:spPr>
                <a:xfrm>
                  <a:off x="2315880" y="1665360"/>
                  <a:ext cx="269280" cy="269280"/>
                </a:xfrm>
                <a:custGeom>
                  <a:avLst/>
                  <a:gdLst>
                    <a:gd name="textAreaLeft" fmla="*/ 0 w 269280"/>
                    <a:gd name="textAreaRight" fmla="*/ 273960 w 269280"/>
                    <a:gd name="textAreaTop" fmla="*/ 0 h 269280"/>
                    <a:gd name="textAreaBottom" fmla="*/ 273960 h 2692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4" name="Google Shape;2073;p94"/>
                <p:cNvSpPr/>
                <p:nvPr/>
              </p:nvSpPr>
              <p:spPr>
                <a:xfrm>
                  <a:off x="2590200" y="1665360"/>
                  <a:ext cx="269280" cy="269280"/>
                </a:xfrm>
                <a:custGeom>
                  <a:avLst/>
                  <a:gdLst>
                    <a:gd name="textAreaLeft" fmla="*/ 0 w 269280"/>
                    <a:gd name="textAreaRight" fmla="*/ 273960 w 269280"/>
                    <a:gd name="textAreaTop" fmla="*/ 0 h 269280"/>
                    <a:gd name="textAreaBottom" fmla="*/ 273960 h 2692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5" name="Google Shape;2074;p94"/>
                <p:cNvSpPr/>
                <p:nvPr/>
              </p:nvSpPr>
              <p:spPr>
                <a:xfrm>
                  <a:off x="2864160" y="1665360"/>
                  <a:ext cx="269280" cy="269280"/>
                </a:xfrm>
                <a:custGeom>
                  <a:avLst/>
                  <a:gdLst>
                    <a:gd name="textAreaLeft" fmla="*/ 0 w 269280"/>
                    <a:gd name="textAreaRight" fmla="*/ 273960 w 269280"/>
                    <a:gd name="textAreaTop" fmla="*/ 0 h 269280"/>
                    <a:gd name="textAreaBottom" fmla="*/ 273960 h 2692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6" name="Google Shape;2075;p94"/>
                <p:cNvSpPr/>
                <p:nvPr/>
              </p:nvSpPr>
              <p:spPr>
                <a:xfrm>
                  <a:off x="2864160" y="1391400"/>
                  <a:ext cx="269280" cy="269280"/>
                </a:xfrm>
                <a:custGeom>
                  <a:avLst/>
                  <a:gdLst>
                    <a:gd name="textAreaLeft" fmla="*/ 0 w 269280"/>
                    <a:gd name="textAreaRight" fmla="*/ 273960 w 269280"/>
                    <a:gd name="textAreaTop" fmla="*/ 0 h 269280"/>
                    <a:gd name="textAreaBottom" fmla="*/ 273960 h 2692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7" name="Google Shape;2076;p94"/>
                <p:cNvSpPr/>
                <p:nvPr/>
              </p:nvSpPr>
              <p:spPr>
                <a:xfrm>
                  <a:off x="2590200" y="1117440"/>
                  <a:ext cx="269280" cy="269280"/>
                </a:xfrm>
                <a:custGeom>
                  <a:avLst/>
                  <a:gdLst>
                    <a:gd name="textAreaLeft" fmla="*/ 0 w 269280"/>
                    <a:gd name="textAreaRight" fmla="*/ 273960 w 269280"/>
                    <a:gd name="textAreaTop" fmla="*/ 0 h 269280"/>
                    <a:gd name="textAreaBottom" fmla="*/ 273960 h 2692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58" name="Google Shape;2077;p94"/>
            <p:cNvGrpSpPr/>
            <p:nvPr/>
          </p:nvGrpSpPr>
          <p:grpSpPr>
            <a:xfrm>
              <a:off x="6279120" y="5470920"/>
              <a:ext cx="1913760" cy="1913760"/>
              <a:chOff x="6279120" y="5470920"/>
              <a:chExt cx="1913760" cy="1913760"/>
            </a:xfrm>
          </p:grpSpPr>
          <p:sp>
            <p:nvSpPr>
              <p:cNvPr id="159" name="Google Shape;2078;p94"/>
              <p:cNvSpPr/>
              <p:nvPr/>
            </p:nvSpPr>
            <p:spPr>
              <a:xfrm>
                <a:off x="6279120" y="711540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0" name="Google Shape;2079;p94"/>
              <p:cNvSpPr/>
              <p:nvPr/>
            </p:nvSpPr>
            <p:spPr>
              <a:xfrm>
                <a:off x="6553080" y="711540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1" name="Google Shape;2080;p94"/>
              <p:cNvSpPr/>
              <p:nvPr/>
            </p:nvSpPr>
            <p:spPr>
              <a:xfrm>
                <a:off x="6827040" y="711540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2" name="Google Shape;2081;p94"/>
              <p:cNvSpPr/>
              <p:nvPr/>
            </p:nvSpPr>
            <p:spPr>
              <a:xfrm>
                <a:off x="7101360" y="711540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3" name="Google Shape;2082;p94"/>
              <p:cNvSpPr/>
              <p:nvPr/>
            </p:nvSpPr>
            <p:spPr>
              <a:xfrm>
                <a:off x="7375320" y="711540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4" name="Google Shape;2083;p94"/>
              <p:cNvSpPr/>
              <p:nvPr/>
            </p:nvSpPr>
            <p:spPr>
              <a:xfrm>
                <a:off x="7649280" y="711540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5" name="Google Shape;2084;p94"/>
              <p:cNvSpPr/>
              <p:nvPr/>
            </p:nvSpPr>
            <p:spPr>
              <a:xfrm>
                <a:off x="7923600" y="711540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6" name="Google Shape;2085;p94"/>
              <p:cNvSpPr/>
              <p:nvPr/>
            </p:nvSpPr>
            <p:spPr>
              <a:xfrm>
                <a:off x="7923600" y="684144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7" name="Google Shape;2086;p94"/>
              <p:cNvSpPr/>
              <p:nvPr/>
            </p:nvSpPr>
            <p:spPr>
              <a:xfrm>
                <a:off x="7923600" y="656712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8" name="Google Shape;2087;p94"/>
              <p:cNvSpPr/>
              <p:nvPr/>
            </p:nvSpPr>
            <p:spPr>
              <a:xfrm>
                <a:off x="7923600" y="629316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9" name="Google Shape;2088;p94"/>
              <p:cNvSpPr/>
              <p:nvPr/>
            </p:nvSpPr>
            <p:spPr>
              <a:xfrm>
                <a:off x="7923600" y="601920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0" name="Google Shape;2089;p94"/>
              <p:cNvSpPr/>
              <p:nvPr/>
            </p:nvSpPr>
            <p:spPr>
              <a:xfrm>
                <a:off x="7649280" y="574524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1" name="Google Shape;2090;p94"/>
              <p:cNvSpPr/>
              <p:nvPr/>
            </p:nvSpPr>
            <p:spPr>
              <a:xfrm>
                <a:off x="7375320" y="547092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2" name="Google Shape;2091;p94"/>
              <p:cNvSpPr/>
              <p:nvPr/>
            </p:nvSpPr>
            <p:spPr>
              <a:xfrm>
                <a:off x="7101360" y="547092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3" name="Google Shape;2092;p94"/>
              <p:cNvSpPr/>
              <p:nvPr/>
            </p:nvSpPr>
            <p:spPr>
              <a:xfrm>
                <a:off x="6827040" y="547092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4" name="Google Shape;2093;p94"/>
              <p:cNvSpPr/>
              <p:nvPr/>
            </p:nvSpPr>
            <p:spPr>
              <a:xfrm>
                <a:off x="6553080" y="574524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5" name="Google Shape;2094;p94"/>
              <p:cNvSpPr/>
              <p:nvPr/>
            </p:nvSpPr>
            <p:spPr>
              <a:xfrm>
                <a:off x="6279120" y="601920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6" name="Google Shape;2095;p94"/>
              <p:cNvSpPr/>
              <p:nvPr/>
            </p:nvSpPr>
            <p:spPr>
              <a:xfrm>
                <a:off x="6279120" y="629316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7" name="Google Shape;2096;p94"/>
              <p:cNvSpPr/>
              <p:nvPr/>
            </p:nvSpPr>
            <p:spPr>
              <a:xfrm>
                <a:off x="6279120" y="656712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8" name="Google Shape;2097;p94"/>
              <p:cNvSpPr/>
              <p:nvPr/>
            </p:nvSpPr>
            <p:spPr>
              <a:xfrm>
                <a:off x="6279120" y="684144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79" name="Google Shape;2098;p94"/>
          <p:cNvGrpSpPr/>
          <p:nvPr/>
        </p:nvGrpSpPr>
        <p:grpSpPr>
          <a:xfrm>
            <a:off x="-17640" y="3337560"/>
            <a:ext cx="3915000" cy="2935080"/>
            <a:chOff x="-17640" y="3337560"/>
            <a:chExt cx="3915000" cy="2935080"/>
          </a:xfrm>
        </p:grpSpPr>
        <p:sp>
          <p:nvSpPr>
            <p:cNvPr id="180" name="Google Shape;2099;p94"/>
            <p:cNvSpPr/>
            <p:nvPr/>
          </p:nvSpPr>
          <p:spPr>
            <a:xfrm flipH="1" rot="16200000">
              <a:off x="3252960" y="5623920"/>
              <a:ext cx="322200" cy="3222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" name="Google Shape;2100;p94"/>
            <p:cNvSpPr/>
            <p:nvPr/>
          </p:nvSpPr>
          <p:spPr>
            <a:xfrm flipH="1">
              <a:off x="635400" y="5623920"/>
              <a:ext cx="322200" cy="3222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2" name="Google Shape;2101;p94"/>
            <p:cNvSpPr/>
            <p:nvPr/>
          </p:nvSpPr>
          <p:spPr>
            <a:xfrm flipH="1">
              <a:off x="961920" y="5623920"/>
              <a:ext cx="322200" cy="32220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3" name="Google Shape;2102;p94"/>
            <p:cNvSpPr/>
            <p:nvPr/>
          </p:nvSpPr>
          <p:spPr>
            <a:xfrm flipH="1">
              <a:off x="1288440" y="5623920"/>
              <a:ext cx="322200" cy="3222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4" name="Google Shape;2103;p94"/>
            <p:cNvSpPr/>
            <p:nvPr/>
          </p:nvSpPr>
          <p:spPr>
            <a:xfrm flipH="1">
              <a:off x="1941840" y="5623920"/>
              <a:ext cx="322200" cy="3222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5" name="Google Shape;2104;p94"/>
            <p:cNvSpPr/>
            <p:nvPr/>
          </p:nvSpPr>
          <p:spPr>
            <a:xfrm flipH="1">
              <a:off x="1614960" y="5623920"/>
              <a:ext cx="322200" cy="3222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6" name="Google Shape;2105;p94"/>
            <p:cNvSpPr/>
            <p:nvPr/>
          </p:nvSpPr>
          <p:spPr>
            <a:xfrm flipH="1">
              <a:off x="2268360" y="5623920"/>
              <a:ext cx="322200" cy="3222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7" name="Google Shape;2106;p94"/>
            <p:cNvSpPr/>
            <p:nvPr/>
          </p:nvSpPr>
          <p:spPr>
            <a:xfrm flipH="1">
              <a:off x="2594880" y="5623920"/>
              <a:ext cx="322200" cy="3222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8" name="Google Shape;2107;p94"/>
            <p:cNvSpPr/>
            <p:nvPr/>
          </p:nvSpPr>
          <p:spPr>
            <a:xfrm flipH="1">
              <a:off x="2921400" y="5623920"/>
              <a:ext cx="322200" cy="3222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9" name="Google Shape;2108;p94"/>
            <p:cNvSpPr/>
            <p:nvPr/>
          </p:nvSpPr>
          <p:spPr>
            <a:xfrm flipH="1">
              <a:off x="3574800" y="5623920"/>
              <a:ext cx="322200" cy="3222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" name="Google Shape;2109;p94"/>
            <p:cNvSpPr/>
            <p:nvPr/>
          </p:nvSpPr>
          <p:spPr>
            <a:xfrm flipH="1" rot="16200000">
              <a:off x="3252960" y="4970880"/>
              <a:ext cx="322200" cy="3222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" name="Google Shape;2110;p94"/>
            <p:cNvSpPr/>
            <p:nvPr/>
          </p:nvSpPr>
          <p:spPr>
            <a:xfrm flipH="1" rot="16200000">
              <a:off x="3252960" y="5297400"/>
              <a:ext cx="322200" cy="3222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" name="Google Shape;2111;p94"/>
            <p:cNvSpPr/>
            <p:nvPr/>
          </p:nvSpPr>
          <p:spPr>
            <a:xfrm flipH="1" rot="16200000">
              <a:off x="3252960" y="4644000"/>
              <a:ext cx="322200" cy="3222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" name="Google Shape;2112;p94"/>
            <p:cNvSpPr/>
            <p:nvPr/>
          </p:nvSpPr>
          <p:spPr>
            <a:xfrm flipH="1" rot="16200000">
              <a:off x="3252960" y="3990960"/>
              <a:ext cx="322200" cy="3222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4" name="Google Shape;2113;p94"/>
            <p:cNvSpPr/>
            <p:nvPr/>
          </p:nvSpPr>
          <p:spPr>
            <a:xfrm flipH="1" rot="16200000">
              <a:off x="3252960" y="3664440"/>
              <a:ext cx="322200" cy="3222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5" name="Google Shape;2114;p94"/>
            <p:cNvSpPr/>
            <p:nvPr/>
          </p:nvSpPr>
          <p:spPr>
            <a:xfrm flipH="1">
              <a:off x="308520" y="5297040"/>
              <a:ext cx="322200" cy="3222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6" name="Google Shape;2115;p94"/>
            <p:cNvSpPr/>
            <p:nvPr/>
          </p:nvSpPr>
          <p:spPr>
            <a:xfrm flipH="1">
              <a:off x="-18000" y="5297040"/>
              <a:ext cx="322200" cy="3222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7" name="Google Shape;2116;p94"/>
            <p:cNvSpPr/>
            <p:nvPr/>
          </p:nvSpPr>
          <p:spPr>
            <a:xfrm flipH="1">
              <a:off x="635400" y="5297040"/>
              <a:ext cx="322200" cy="3222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8" name="Google Shape;2117;p94"/>
            <p:cNvSpPr/>
            <p:nvPr/>
          </p:nvSpPr>
          <p:spPr>
            <a:xfrm flipH="1">
              <a:off x="961920" y="5297040"/>
              <a:ext cx="322200" cy="3222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" name="Google Shape;2118;p94"/>
            <p:cNvSpPr/>
            <p:nvPr/>
          </p:nvSpPr>
          <p:spPr>
            <a:xfrm flipH="1">
              <a:off x="1288440" y="5297040"/>
              <a:ext cx="322200" cy="3222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0" name="Google Shape;2119;p94"/>
            <p:cNvSpPr/>
            <p:nvPr/>
          </p:nvSpPr>
          <p:spPr>
            <a:xfrm flipH="1">
              <a:off x="1941840" y="5297040"/>
              <a:ext cx="322200" cy="3222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1" name="Google Shape;2120;p94"/>
            <p:cNvSpPr/>
            <p:nvPr/>
          </p:nvSpPr>
          <p:spPr>
            <a:xfrm flipH="1">
              <a:off x="1614960" y="5297040"/>
              <a:ext cx="322200" cy="3222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2" name="Google Shape;2121;p94"/>
            <p:cNvSpPr/>
            <p:nvPr/>
          </p:nvSpPr>
          <p:spPr>
            <a:xfrm flipH="1">
              <a:off x="2921400" y="5297040"/>
              <a:ext cx="322200" cy="3222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3" name="Google Shape;2122;p94"/>
            <p:cNvSpPr/>
            <p:nvPr/>
          </p:nvSpPr>
          <p:spPr>
            <a:xfrm flipH="1">
              <a:off x="3574800" y="5297040"/>
              <a:ext cx="322200" cy="3222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" name="Google Shape;2123;p94"/>
            <p:cNvSpPr/>
            <p:nvPr/>
          </p:nvSpPr>
          <p:spPr>
            <a:xfrm flipH="1">
              <a:off x="308520" y="4970880"/>
              <a:ext cx="322200" cy="3222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" name="Google Shape;2124;p94"/>
            <p:cNvSpPr/>
            <p:nvPr/>
          </p:nvSpPr>
          <p:spPr>
            <a:xfrm flipH="1">
              <a:off x="635400" y="4970880"/>
              <a:ext cx="322200" cy="3222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6" name="Google Shape;2125;p94"/>
            <p:cNvSpPr/>
            <p:nvPr/>
          </p:nvSpPr>
          <p:spPr>
            <a:xfrm flipH="1">
              <a:off x="961920" y="4970880"/>
              <a:ext cx="322200" cy="3222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7" name="Google Shape;2126;p94"/>
            <p:cNvSpPr/>
            <p:nvPr/>
          </p:nvSpPr>
          <p:spPr>
            <a:xfrm flipH="1">
              <a:off x="1288440" y="4970880"/>
              <a:ext cx="322200" cy="3222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8" name="Google Shape;2127;p94"/>
            <p:cNvSpPr/>
            <p:nvPr/>
          </p:nvSpPr>
          <p:spPr>
            <a:xfrm flipH="1">
              <a:off x="1941840" y="4970880"/>
              <a:ext cx="322200" cy="3222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9" name="Google Shape;2128;p94"/>
            <p:cNvSpPr/>
            <p:nvPr/>
          </p:nvSpPr>
          <p:spPr>
            <a:xfrm flipH="1">
              <a:off x="1614960" y="4970880"/>
              <a:ext cx="322200" cy="3222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0" name="Google Shape;2129;p94"/>
            <p:cNvSpPr/>
            <p:nvPr/>
          </p:nvSpPr>
          <p:spPr>
            <a:xfrm flipH="1">
              <a:off x="2268360" y="4970880"/>
              <a:ext cx="322200" cy="3222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" name="Google Shape;2130;p94"/>
            <p:cNvSpPr/>
            <p:nvPr/>
          </p:nvSpPr>
          <p:spPr>
            <a:xfrm flipH="1">
              <a:off x="2594880" y="4970880"/>
              <a:ext cx="322200" cy="3222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2" name="Google Shape;2131;p94"/>
            <p:cNvSpPr/>
            <p:nvPr/>
          </p:nvSpPr>
          <p:spPr>
            <a:xfrm flipH="1">
              <a:off x="308520" y="4644000"/>
              <a:ext cx="322200" cy="3222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" name="Google Shape;2132;p94"/>
            <p:cNvSpPr/>
            <p:nvPr/>
          </p:nvSpPr>
          <p:spPr>
            <a:xfrm flipH="1">
              <a:off x="-18000" y="4644000"/>
              <a:ext cx="322200" cy="3222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4" name="Google Shape;2133;p94"/>
            <p:cNvSpPr/>
            <p:nvPr/>
          </p:nvSpPr>
          <p:spPr>
            <a:xfrm flipH="1">
              <a:off x="635400" y="4644000"/>
              <a:ext cx="322200" cy="32220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" name="Google Shape;2134;p94"/>
            <p:cNvSpPr/>
            <p:nvPr/>
          </p:nvSpPr>
          <p:spPr>
            <a:xfrm flipH="1">
              <a:off x="961920" y="4644000"/>
              <a:ext cx="322200" cy="3222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" name="Google Shape;2135;p94"/>
            <p:cNvSpPr/>
            <p:nvPr/>
          </p:nvSpPr>
          <p:spPr>
            <a:xfrm flipH="1">
              <a:off x="1288440" y="4644000"/>
              <a:ext cx="322200" cy="3222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7" name="Google Shape;2136;p94"/>
            <p:cNvSpPr/>
            <p:nvPr/>
          </p:nvSpPr>
          <p:spPr>
            <a:xfrm flipH="1">
              <a:off x="1941840" y="4644000"/>
              <a:ext cx="322200" cy="3222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8" name="Google Shape;2137;p94"/>
            <p:cNvSpPr/>
            <p:nvPr/>
          </p:nvSpPr>
          <p:spPr>
            <a:xfrm flipH="1">
              <a:off x="1614960" y="4644000"/>
              <a:ext cx="322200" cy="3222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9" name="Google Shape;2138;p94"/>
            <p:cNvSpPr/>
            <p:nvPr/>
          </p:nvSpPr>
          <p:spPr>
            <a:xfrm flipH="1">
              <a:off x="2268360" y="4644000"/>
              <a:ext cx="322200" cy="3222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0" name="Google Shape;2139;p94"/>
            <p:cNvSpPr/>
            <p:nvPr/>
          </p:nvSpPr>
          <p:spPr>
            <a:xfrm flipH="1">
              <a:off x="2594880" y="4644000"/>
              <a:ext cx="322200" cy="3222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1" name="Google Shape;2140;p94"/>
            <p:cNvSpPr/>
            <p:nvPr/>
          </p:nvSpPr>
          <p:spPr>
            <a:xfrm flipH="1">
              <a:off x="2921400" y="4644000"/>
              <a:ext cx="322200" cy="3222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2" name="Google Shape;2141;p94"/>
            <p:cNvSpPr/>
            <p:nvPr/>
          </p:nvSpPr>
          <p:spPr>
            <a:xfrm flipH="1">
              <a:off x="3574800" y="4644000"/>
              <a:ext cx="322200" cy="3222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3" name="Google Shape;2142;p94"/>
            <p:cNvSpPr/>
            <p:nvPr/>
          </p:nvSpPr>
          <p:spPr>
            <a:xfrm flipH="1">
              <a:off x="308520" y="4317480"/>
              <a:ext cx="322200" cy="3222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4" name="Google Shape;2143;p94"/>
            <p:cNvSpPr/>
            <p:nvPr/>
          </p:nvSpPr>
          <p:spPr>
            <a:xfrm flipH="1">
              <a:off x="-18000" y="4317480"/>
              <a:ext cx="322200" cy="3222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5" name="Google Shape;2144;p94"/>
            <p:cNvSpPr/>
            <p:nvPr/>
          </p:nvSpPr>
          <p:spPr>
            <a:xfrm flipH="1">
              <a:off x="635400" y="4317480"/>
              <a:ext cx="322200" cy="3222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6" name="Google Shape;2145;p94"/>
            <p:cNvSpPr/>
            <p:nvPr/>
          </p:nvSpPr>
          <p:spPr>
            <a:xfrm flipH="1">
              <a:off x="961920" y="4317480"/>
              <a:ext cx="322200" cy="3222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7" name="Google Shape;2146;p94"/>
            <p:cNvSpPr/>
            <p:nvPr/>
          </p:nvSpPr>
          <p:spPr>
            <a:xfrm flipH="1">
              <a:off x="1288440" y="4317480"/>
              <a:ext cx="322200" cy="3222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8" name="Google Shape;2147;p94"/>
            <p:cNvSpPr/>
            <p:nvPr/>
          </p:nvSpPr>
          <p:spPr>
            <a:xfrm flipH="1">
              <a:off x="1941840" y="4317480"/>
              <a:ext cx="322200" cy="3222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9" name="Google Shape;2148;p94"/>
            <p:cNvSpPr/>
            <p:nvPr/>
          </p:nvSpPr>
          <p:spPr>
            <a:xfrm flipH="1">
              <a:off x="1614960" y="4317480"/>
              <a:ext cx="322200" cy="3222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0" name="Google Shape;2149;p94"/>
            <p:cNvSpPr/>
            <p:nvPr/>
          </p:nvSpPr>
          <p:spPr>
            <a:xfrm flipH="1">
              <a:off x="2268360" y="4317480"/>
              <a:ext cx="322200" cy="3222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1" name="Google Shape;2150;p94"/>
            <p:cNvSpPr/>
            <p:nvPr/>
          </p:nvSpPr>
          <p:spPr>
            <a:xfrm flipH="1">
              <a:off x="2594880" y="4317480"/>
              <a:ext cx="322200" cy="32220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2" name="Google Shape;2151;p94"/>
            <p:cNvSpPr/>
            <p:nvPr/>
          </p:nvSpPr>
          <p:spPr>
            <a:xfrm flipH="1">
              <a:off x="2921400" y="4317480"/>
              <a:ext cx="322200" cy="3222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3" name="Google Shape;2152;p94"/>
            <p:cNvSpPr/>
            <p:nvPr/>
          </p:nvSpPr>
          <p:spPr>
            <a:xfrm flipH="1">
              <a:off x="3574800" y="4317480"/>
              <a:ext cx="322200" cy="3222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4" name="Google Shape;2153;p94"/>
            <p:cNvSpPr/>
            <p:nvPr/>
          </p:nvSpPr>
          <p:spPr>
            <a:xfrm flipH="1">
              <a:off x="308520" y="3990960"/>
              <a:ext cx="322200" cy="3222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5" name="Google Shape;2154;p94"/>
            <p:cNvSpPr/>
            <p:nvPr/>
          </p:nvSpPr>
          <p:spPr>
            <a:xfrm flipH="1">
              <a:off x="635400" y="3990960"/>
              <a:ext cx="322200" cy="3222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6" name="Google Shape;2155;p94"/>
            <p:cNvSpPr/>
            <p:nvPr/>
          </p:nvSpPr>
          <p:spPr>
            <a:xfrm flipH="1">
              <a:off x="961920" y="3990960"/>
              <a:ext cx="322200" cy="3222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7" name="Google Shape;2156;p94"/>
            <p:cNvSpPr/>
            <p:nvPr/>
          </p:nvSpPr>
          <p:spPr>
            <a:xfrm flipH="1">
              <a:off x="1288440" y="3990960"/>
              <a:ext cx="322200" cy="32220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8" name="Google Shape;2157;p94"/>
            <p:cNvSpPr/>
            <p:nvPr/>
          </p:nvSpPr>
          <p:spPr>
            <a:xfrm flipH="1">
              <a:off x="1941840" y="3990960"/>
              <a:ext cx="322200" cy="3222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9" name="Google Shape;2158;p94"/>
            <p:cNvSpPr/>
            <p:nvPr/>
          </p:nvSpPr>
          <p:spPr>
            <a:xfrm flipH="1">
              <a:off x="1614960" y="3990960"/>
              <a:ext cx="322200" cy="3222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0" name="Google Shape;2159;p94"/>
            <p:cNvSpPr/>
            <p:nvPr/>
          </p:nvSpPr>
          <p:spPr>
            <a:xfrm flipH="1">
              <a:off x="2268360" y="3990960"/>
              <a:ext cx="322200" cy="3222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1" name="Google Shape;2160;p94"/>
            <p:cNvSpPr/>
            <p:nvPr/>
          </p:nvSpPr>
          <p:spPr>
            <a:xfrm flipH="1">
              <a:off x="2594880" y="3990960"/>
              <a:ext cx="322200" cy="3222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2" name="Google Shape;2161;p94"/>
            <p:cNvSpPr/>
            <p:nvPr/>
          </p:nvSpPr>
          <p:spPr>
            <a:xfrm flipH="1">
              <a:off x="2921400" y="3990960"/>
              <a:ext cx="322200" cy="3222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3" name="Google Shape;2162;p94"/>
            <p:cNvSpPr/>
            <p:nvPr/>
          </p:nvSpPr>
          <p:spPr>
            <a:xfrm flipH="1">
              <a:off x="635400" y="3664440"/>
              <a:ext cx="322200" cy="3222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4" name="Google Shape;2163;p94"/>
            <p:cNvSpPr/>
            <p:nvPr/>
          </p:nvSpPr>
          <p:spPr>
            <a:xfrm flipH="1">
              <a:off x="961920" y="3664440"/>
              <a:ext cx="322200" cy="3222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5" name="Google Shape;2164;p94"/>
            <p:cNvSpPr/>
            <p:nvPr/>
          </p:nvSpPr>
          <p:spPr>
            <a:xfrm flipH="1">
              <a:off x="1288440" y="3664440"/>
              <a:ext cx="322200" cy="3222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6" name="Google Shape;2165;p94"/>
            <p:cNvSpPr/>
            <p:nvPr/>
          </p:nvSpPr>
          <p:spPr>
            <a:xfrm flipH="1">
              <a:off x="1941840" y="3664440"/>
              <a:ext cx="322200" cy="3222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7" name="Google Shape;2166;p94"/>
            <p:cNvSpPr/>
            <p:nvPr/>
          </p:nvSpPr>
          <p:spPr>
            <a:xfrm flipH="1">
              <a:off x="1614960" y="3664440"/>
              <a:ext cx="322200" cy="3222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8" name="Google Shape;2167;p94"/>
            <p:cNvSpPr/>
            <p:nvPr/>
          </p:nvSpPr>
          <p:spPr>
            <a:xfrm flipH="1">
              <a:off x="2268360" y="3664440"/>
              <a:ext cx="322200" cy="3222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9" name="Google Shape;2168;p94"/>
            <p:cNvSpPr/>
            <p:nvPr/>
          </p:nvSpPr>
          <p:spPr>
            <a:xfrm flipH="1">
              <a:off x="2594880" y="3664440"/>
              <a:ext cx="322200" cy="3222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0" name="Google Shape;2169;p94"/>
            <p:cNvSpPr/>
            <p:nvPr/>
          </p:nvSpPr>
          <p:spPr>
            <a:xfrm flipH="1">
              <a:off x="2921400" y="3664440"/>
              <a:ext cx="322200" cy="3222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1" name="Google Shape;2170;p94"/>
            <p:cNvSpPr/>
            <p:nvPr/>
          </p:nvSpPr>
          <p:spPr>
            <a:xfrm flipH="1">
              <a:off x="3574800" y="3664440"/>
              <a:ext cx="322200" cy="3222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2" name="Google Shape;2171;p94"/>
            <p:cNvSpPr/>
            <p:nvPr/>
          </p:nvSpPr>
          <p:spPr>
            <a:xfrm flipH="1">
              <a:off x="308520" y="3337560"/>
              <a:ext cx="322200" cy="3222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3" name="Google Shape;2172;p94"/>
            <p:cNvSpPr/>
            <p:nvPr/>
          </p:nvSpPr>
          <p:spPr>
            <a:xfrm flipH="1">
              <a:off x="-18000" y="3337560"/>
              <a:ext cx="322200" cy="3222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4" name="Google Shape;2173;p94"/>
            <p:cNvSpPr/>
            <p:nvPr/>
          </p:nvSpPr>
          <p:spPr>
            <a:xfrm flipH="1">
              <a:off x="635400" y="3337560"/>
              <a:ext cx="322200" cy="3222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5" name="Google Shape;2174;p94"/>
            <p:cNvSpPr/>
            <p:nvPr/>
          </p:nvSpPr>
          <p:spPr>
            <a:xfrm flipH="1">
              <a:off x="-18000" y="5950440"/>
              <a:ext cx="322200" cy="3222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6" name="Google Shape;2175;p94"/>
            <p:cNvSpPr/>
            <p:nvPr/>
          </p:nvSpPr>
          <p:spPr>
            <a:xfrm flipH="1">
              <a:off x="-18000" y="5623920"/>
              <a:ext cx="322200" cy="32220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57" name="Google Shape;2176;p94"/>
          <p:cNvSpPr/>
          <p:nvPr/>
        </p:nvSpPr>
        <p:spPr>
          <a:xfrm>
            <a:off x="29865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Google Shape;2177;p94"/>
          <p:cNvSpPr/>
          <p:nvPr/>
        </p:nvSpPr>
        <p:spPr>
          <a:xfrm>
            <a:off x="35420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Google Shape;2178;p94"/>
          <p:cNvSpPr/>
          <p:nvPr/>
        </p:nvSpPr>
        <p:spPr>
          <a:xfrm>
            <a:off x="4049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Google Shape;2179;p94"/>
          <p:cNvSpPr/>
          <p:nvPr/>
        </p:nvSpPr>
        <p:spPr>
          <a:xfrm>
            <a:off x="456408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Google Shape;2180;p94"/>
          <p:cNvSpPr/>
          <p:nvPr/>
        </p:nvSpPr>
        <p:spPr>
          <a:xfrm>
            <a:off x="50781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Google Shape;2181;p94"/>
          <p:cNvSpPr/>
          <p:nvPr/>
        </p:nvSpPr>
        <p:spPr>
          <a:xfrm>
            <a:off x="6145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Google Shape;2182;p94"/>
          <p:cNvSpPr/>
          <p:nvPr/>
        </p:nvSpPr>
        <p:spPr>
          <a:xfrm>
            <a:off x="5633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Google Shape;2183;p94"/>
          <p:cNvSpPr/>
          <p:nvPr/>
        </p:nvSpPr>
        <p:spPr>
          <a:xfrm>
            <a:off x="67413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Google Shape;2184;p94"/>
          <p:cNvSpPr/>
          <p:nvPr/>
        </p:nvSpPr>
        <p:spPr>
          <a:xfrm>
            <a:off x="730332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Google Shape;2185;p94"/>
          <p:cNvSpPr/>
          <p:nvPr/>
        </p:nvSpPr>
        <p:spPr>
          <a:xfrm>
            <a:off x="7846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Google Shape;2186;p94"/>
          <p:cNvSpPr/>
          <p:nvPr/>
        </p:nvSpPr>
        <p:spPr>
          <a:xfrm flipH="1" rot="10800000">
            <a:off x="5630760" y="5934240"/>
            <a:ext cx="6621840" cy="94212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Google Shape;2187;p94"/>
          <p:cNvSpPr/>
          <p:nvPr/>
        </p:nvSpPr>
        <p:spPr>
          <a:xfrm rot="10800000">
            <a:off x="-60480" y="5937480"/>
            <a:ext cx="8080560" cy="94212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9" name="Google Shape;2188;p94" descr=""/>
          <p:cNvPicPr/>
          <p:nvPr/>
        </p:nvPicPr>
        <p:blipFill>
          <a:blip r:embed="rId5"/>
          <a:stretch/>
        </p:blipFill>
        <p:spPr>
          <a:xfrm>
            <a:off x="339840" y="6147720"/>
            <a:ext cx="821160" cy="582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0" name="Google Shape;2189;p94"/>
          <p:cNvSpPr/>
          <p:nvPr/>
        </p:nvSpPr>
        <p:spPr>
          <a:xfrm rot="10800000">
            <a:off x="-67680" y="-58320"/>
            <a:ext cx="3974400" cy="371160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Google Shape;2190;p94"/>
          <p:cNvSpPr/>
          <p:nvPr/>
        </p:nvSpPr>
        <p:spPr>
          <a:xfrm rot="10800000">
            <a:off x="911880" y="52560"/>
            <a:ext cx="2987640" cy="390888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gora é com você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Google Shape;366;p60"/>
          <p:cNvGrpSpPr/>
          <p:nvPr/>
        </p:nvGrpSpPr>
        <p:grpSpPr>
          <a:xfrm>
            <a:off x="822600" y="270000"/>
            <a:ext cx="11078640" cy="7114680"/>
            <a:chOff x="822600" y="270000"/>
            <a:chExt cx="11078640" cy="7114680"/>
          </a:xfrm>
        </p:grpSpPr>
        <p:grpSp>
          <p:nvGrpSpPr>
            <p:cNvPr id="273" name="Google Shape;367;p60"/>
            <p:cNvGrpSpPr/>
            <p:nvPr/>
          </p:nvGrpSpPr>
          <p:grpSpPr>
            <a:xfrm>
              <a:off x="822600" y="270000"/>
              <a:ext cx="11078640" cy="6290280"/>
              <a:chOff x="822600" y="270000"/>
              <a:chExt cx="11078640" cy="6290280"/>
            </a:xfrm>
          </p:grpSpPr>
          <p:pic>
            <p:nvPicPr>
              <p:cNvPr id="274" name="Google Shape;368;p60" descr=""/>
              <p:cNvPicPr/>
              <p:nvPr/>
            </p:nvPicPr>
            <p:blipFill>
              <a:blip r:embed="rId2"/>
              <a:stretch/>
            </p:blipFill>
            <p:spPr>
              <a:xfrm>
                <a:off x="5194080" y="270000"/>
                <a:ext cx="4281480" cy="42814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275" name="Google Shape;369;p60" descr=""/>
              <p:cNvPicPr/>
              <p:nvPr/>
            </p:nvPicPr>
            <p:blipFill>
              <a:blip r:embed="rId3"/>
              <a:stretch/>
            </p:blipFill>
            <p:spPr>
              <a:xfrm>
                <a:off x="9897120" y="4556160"/>
                <a:ext cx="2004120" cy="200412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276" name="Google Shape;370;p60" descr=""/>
              <p:cNvPicPr/>
              <p:nvPr/>
            </p:nvPicPr>
            <p:blipFill>
              <a:blip r:embed="rId4"/>
              <a:stretch/>
            </p:blipFill>
            <p:spPr>
              <a:xfrm>
                <a:off x="822600" y="3085920"/>
                <a:ext cx="3256200" cy="325620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277" name="Google Shape;371;p60"/>
              <p:cNvGrpSpPr/>
              <p:nvPr/>
            </p:nvGrpSpPr>
            <p:grpSpPr>
              <a:xfrm>
                <a:off x="1767960" y="843120"/>
                <a:ext cx="1365480" cy="1091520"/>
                <a:chOff x="1767960" y="843120"/>
                <a:chExt cx="1365480" cy="1091520"/>
              </a:xfrm>
            </p:grpSpPr>
            <p:sp>
              <p:nvSpPr>
                <p:cNvPr id="278" name="Google Shape;372;p60"/>
                <p:cNvSpPr/>
                <p:nvPr/>
              </p:nvSpPr>
              <p:spPr>
                <a:xfrm>
                  <a:off x="2315880" y="843120"/>
                  <a:ext cx="269280" cy="269280"/>
                </a:xfrm>
                <a:custGeom>
                  <a:avLst/>
                  <a:gdLst>
                    <a:gd name="textAreaLeft" fmla="*/ 0 w 269280"/>
                    <a:gd name="textAreaRight" fmla="*/ 273960 w 269280"/>
                    <a:gd name="textAreaTop" fmla="*/ 0 h 269280"/>
                    <a:gd name="textAreaBottom" fmla="*/ 273960 h 2692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79" name="Google Shape;373;p60"/>
                <p:cNvSpPr/>
                <p:nvPr/>
              </p:nvSpPr>
              <p:spPr>
                <a:xfrm>
                  <a:off x="2041920" y="1117440"/>
                  <a:ext cx="269280" cy="269280"/>
                </a:xfrm>
                <a:custGeom>
                  <a:avLst/>
                  <a:gdLst>
                    <a:gd name="textAreaLeft" fmla="*/ 0 w 269280"/>
                    <a:gd name="textAreaRight" fmla="*/ 273960 w 269280"/>
                    <a:gd name="textAreaTop" fmla="*/ 0 h 269280"/>
                    <a:gd name="textAreaBottom" fmla="*/ 273960 h 2692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80" name="Google Shape;374;p60"/>
                <p:cNvSpPr/>
                <p:nvPr/>
              </p:nvSpPr>
              <p:spPr>
                <a:xfrm>
                  <a:off x="1767960" y="1391400"/>
                  <a:ext cx="269280" cy="269280"/>
                </a:xfrm>
                <a:custGeom>
                  <a:avLst/>
                  <a:gdLst>
                    <a:gd name="textAreaLeft" fmla="*/ 0 w 269280"/>
                    <a:gd name="textAreaRight" fmla="*/ 273960 w 269280"/>
                    <a:gd name="textAreaTop" fmla="*/ 0 h 269280"/>
                    <a:gd name="textAreaBottom" fmla="*/ 273960 h 2692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81" name="Google Shape;375;p60"/>
                <p:cNvSpPr/>
                <p:nvPr/>
              </p:nvSpPr>
              <p:spPr>
                <a:xfrm>
                  <a:off x="1767960" y="1665360"/>
                  <a:ext cx="269280" cy="269280"/>
                </a:xfrm>
                <a:custGeom>
                  <a:avLst/>
                  <a:gdLst>
                    <a:gd name="textAreaLeft" fmla="*/ 0 w 269280"/>
                    <a:gd name="textAreaRight" fmla="*/ 273960 w 269280"/>
                    <a:gd name="textAreaTop" fmla="*/ 0 h 269280"/>
                    <a:gd name="textAreaBottom" fmla="*/ 273960 h 2692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82" name="Google Shape;376;p60"/>
                <p:cNvSpPr/>
                <p:nvPr/>
              </p:nvSpPr>
              <p:spPr>
                <a:xfrm>
                  <a:off x="2041920" y="1665360"/>
                  <a:ext cx="269280" cy="269280"/>
                </a:xfrm>
                <a:custGeom>
                  <a:avLst/>
                  <a:gdLst>
                    <a:gd name="textAreaLeft" fmla="*/ 0 w 269280"/>
                    <a:gd name="textAreaRight" fmla="*/ 273960 w 269280"/>
                    <a:gd name="textAreaTop" fmla="*/ 0 h 269280"/>
                    <a:gd name="textAreaBottom" fmla="*/ 273960 h 2692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83" name="Google Shape;377;p60"/>
                <p:cNvSpPr/>
                <p:nvPr/>
              </p:nvSpPr>
              <p:spPr>
                <a:xfrm>
                  <a:off x="2315880" y="1665360"/>
                  <a:ext cx="269280" cy="269280"/>
                </a:xfrm>
                <a:custGeom>
                  <a:avLst/>
                  <a:gdLst>
                    <a:gd name="textAreaLeft" fmla="*/ 0 w 269280"/>
                    <a:gd name="textAreaRight" fmla="*/ 273960 w 269280"/>
                    <a:gd name="textAreaTop" fmla="*/ 0 h 269280"/>
                    <a:gd name="textAreaBottom" fmla="*/ 273960 h 2692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84" name="Google Shape;378;p60"/>
                <p:cNvSpPr/>
                <p:nvPr/>
              </p:nvSpPr>
              <p:spPr>
                <a:xfrm>
                  <a:off x="2590200" y="1665360"/>
                  <a:ext cx="269280" cy="269280"/>
                </a:xfrm>
                <a:custGeom>
                  <a:avLst/>
                  <a:gdLst>
                    <a:gd name="textAreaLeft" fmla="*/ 0 w 269280"/>
                    <a:gd name="textAreaRight" fmla="*/ 273960 w 269280"/>
                    <a:gd name="textAreaTop" fmla="*/ 0 h 269280"/>
                    <a:gd name="textAreaBottom" fmla="*/ 273960 h 2692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85" name="Google Shape;379;p60"/>
                <p:cNvSpPr/>
                <p:nvPr/>
              </p:nvSpPr>
              <p:spPr>
                <a:xfrm>
                  <a:off x="2864160" y="1665360"/>
                  <a:ext cx="269280" cy="269280"/>
                </a:xfrm>
                <a:custGeom>
                  <a:avLst/>
                  <a:gdLst>
                    <a:gd name="textAreaLeft" fmla="*/ 0 w 269280"/>
                    <a:gd name="textAreaRight" fmla="*/ 273960 w 269280"/>
                    <a:gd name="textAreaTop" fmla="*/ 0 h 269280"/>
                    <a:gd name="textAreaBottom" fmla="*/ 273960 h 2692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86" name="Google Shape;380;p60"/>
                <p:cNvSpPr/>
                <p:nvPr/>
              </p:nvSpPr>
              <p:spPr>
                <a:xfrm>
                  <a:off x="2864160" y="1391400"/>
                  <a:ext cx="269280" cy="269280"/>
                </a:xfrm>
                <a:custGeom>
                  <a:avLst/>
                  <a:gdLst>
                    <a:gd name="textAreaLeft" fmla="*/ 0 w 269280"/>
                    <a:gd name="textAreaRight" fmla="*/ 273960 w 269280"/>
                    <a:gd name="textAreaTop" fmla="*/ 0 h 269280"/>
                    <a:gd name="textAreaBottom" fmla="*/ 273960 h 2692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87" name="Google Shape;381;p60"/>
                <p:cNvSpPr/>
                <p:nvPr/>
              </p:nvSpPr>
              <p:spPr>
                <a:xfrm>
                  <a:off x="2590200" y="1117440"/>
                  <a:ext cx="269280" cy="269280"/>
                </a:xfrm>
                <a:custGeom>
                  <a:avLst/>
                  <a:gdLst>
                    <a:gd name="textAreaLeft" fmla="*/ 0 w 269280"/>
                    <a:gd name="textAreaRight" fmla="*/ 273960 w 269280"/>
                    <a:gd name="textAreaTop" fmla="*/ 0 h 269280"/>
                    <a:gd name="textAreaBottom" fmla="*/ 273960 h 26928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288" name="Google Shape;382;p60"/>
            <p:cNvGrpSpPr/>
            <p:nvPr/>
          </p:nvGrpSpPr>
          <p:grpSpPr>
            <a:xfrm>
              <a:off x="6279120" y="5470920"/>
              <a:ext cx="1913760" cy="1913760"/>
              <a:chOff x="6279120" y="5470920"/>
              <a:chExt cx="1913760" cy="1913760"/>
            </a:xfrm>
          </p:grpSpPr>
          <p:sp>
            <p:nvSpPr>
              <p:cNvPr id="289" name="Google Shape;383;p60"/>
              <p:cNvSpPr/>
              <p:nvPr/>
            </p:nvSpPr>
            <p:spPr>
              <a:xfrm>
                <a:off x="6279120" y="711540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0" name="Google Shape;384;p60"/>
              <p:cNvSpPr/>
              <p:nvPr/>
            </p:nvSpPr>
            <p:spPr>
              <a:xfrm>
                <a:off x="6553080" y="711540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1" name="Google Shape;385;p60"/>
              <p:cNvSpPr/>
              <p:nvPr/>
            </p:nvSpPr>
            <p:spPr>
              <a:xfrm>
                <a:off x="6827040" y="711540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2" name="Google Shape;386;p60"/>
              <p:cNvSpPr/>
              <p:nvPr/>
            </p:nvSpPr>
            <p:spPr>
              <a:xfrm>
                <a:off x="7101360" y="711540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3" name="Google Shape;387;p60"/>
              <p:cNvSpPr/>
              <p:nvPr/>
            </p:nvSpPr>
            <p:spPr>
              <a:xfrm>
                <a:off x="7375320" y="711540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4" name="Google Shape;388;p60"/>
              <p:cNvSpPr/>
              <p:nvPr/>
            </p:nvSpPr>
            <p:spPr>
              <a:xfrm>
                <a:off x="7649280" y="711540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5" name="Google Shape;389;p60"/>
              <p:cNvSpPr/>
              <p:nvPr/>
            </p:nvSpPr>
            <p:spPr>
              <a:xfrm>
                <a:off x="7923600" y="711540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6" name="Google Shape;390;p60"/>
              <p:cNvSpPr/>
              <p:nvPr/>
            </p:nvSpPr>
            <p:spPr>
              <a:xfrm>
                <a:off x="7923600" y="684144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7" name="Google Shape;391;p60"/>
              <p:cNvSpPr/>
              <p:nvPr/>
            </p:nvSpPr>
            <p:spPr>
              <a:xfrm>
                <a:off x="7923600" y="656712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8" name="Google Shape;392;p60"/>
              <p:cNvSpPr/>
              <p:nvPr/>
            </p:nvSpPr>
            <p:spPr>
              <a:xfrm>
                <a:off x="7923600" y="629316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9" name="Google Shape;393;p60"/>
              <p:cNvSpPr/>
              <p:nvPr/>
            </p:nvSpPr>
            <p:spPr>
              <a:xfrm>
                <a:off x="7923600" y="601920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0" name="Google Shape;394;p60"/>
              <p:cNvSpPr/>
              <p:nvPr/>
            </p:nvSpPr>
            <p:spPr>
              <a:xfrm>
                <a:off x="7649280" y="574524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1" name="Google Shape;395;p60"/>
              <p:cNvSpPr/>
              <p:nvPr/>
            </p:nvSpPr>
            <p:spPr>
              <a:xfrm>
                <a:off x="7375320" y="547092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2" name="Google Shape;396;p60"/>
              <p:cNvSpPr/>
              <p:nvPr/>
            </p:nvSpPr>
            <p:spPr>
              <a:xfrm>
                <a:off x="7101360" y="547092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3" name="Google Shape;397;p60"/>
              <p:cNvSpPr/>
              <p:nvPr/>
            </p:nvSpPr>
            <p:spPr>
              <a:xfrm>
                <a:off x="6827040" y="547092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4" name="Google Shape;398;p60"/>
              <p:cNvSpPr/>
              <p:nvPr/>
            </p:nvSpPr>
            <p:spPr>
              <a:xfrm>
                <a:off x="6553080" y="574524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5" name="Google Shape;399;p60"/>
              <p:cNvSpPr/>
              <p:nvPr/>
            </p:nvSpPr>
            <p:spPr>
              <a:xfrm>
                <a:off x="6279120" y="601920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6" name="Google Shape;400;p60"/>
              <p:cNvSpPr/>
              <p:nvPr/>
            </p:nvSpPr>
            <p:spPr>
              <a:xfrm>
                <a:off x="6279120" y="629316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7" name="Google Shape;401;p60"/>
              <p:cNvSpPr/>
              <p:nvPr/>
            </p:nvSpPr>
            <p:spPr>
              <a:xfrm>
                <a:off x="6279120" y="656712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8" name="Google Shape;402;p60"/>
              <p:cNvSpPr/>
              <p:nvPr/>
            </p:nvSpPr>
            <p:spPr>
              <a:xfrm>
                <a:off x="6279120" y="6841440"/>
                <a:ext cx="269280" cy="269280"/>
              </a:xfrm>
              <a:custGeom>
                <a:avLst/>
                <a:gdLst>
                  <a:gd name="textAreaLeft" fmla="*/ 0 w 269280"/>
                  <a:gd name="textAreaRight" fmla="*/ 273960 w 269280"/>
                  <a:gd name="textAreaTop" fmla="*/ 0 h 269280"/>
                  <a:gd name="textAreaBottom" fmla="*/ 273960 h 26928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09" name="Google Shape;403;p60"/>
          <p:cNvSpPr/>
          <p:nvPr/>
        </p:nvSpPr>
        <p:spPr>
          <a:xfrm rot="5400000">
            <a:off x="-1750680" y="1396440"/>
            <a:ext cx="7272360" cy="4051440"/>
          </a:xfrm>
          <a:custGeom>
            <a:avLst/>
            <a:gdLst>
              <a:gd name="textAreaLeft" fmla="*/ 0 w 7272360"/>
              <a:gd name="textAreaRight" fmla="*/ 7277040 w 7272360"/>
              <a:gd name="textAreaTop" fmla="*/ 0 h 4051440"/>
              <a:gd name="textAreaBottom" fmla="*/ 4056120 h 4051440"/>
            </a:gdLst>
            <a:ahLst/>
            <a:cxnLst/>
            <a:rect l="textAreaLeft" t="textAreaTop" r="textAreaRight" b="textAreaBottom"/>
            <a:pathLst>
              <a:path w="1714500" h="8080565">
                <a:moveTo>
                  <a:pt x="0" y="0"/>
                </a:moveTo>
                <a:lnTo>
                  <a:pt x="1714500" y="0"/>
                </a:lnTo>
                <a:lnTo>
                  <a:pt x="1714500" y="8080566"/>
                </a:lnTo>
                <a:lnTo>
                  <a:pt x="0" y="8080566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Google Shape;404;p60"/>
          <p:cNvSpPr/>
          <p:nvPr/>
        </p:nvSpPr>
        <p:spPr>
          <a:xfrm>
            <a:off x="29865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Google Shape;405;p60"/>
          <p:cNvSpPr/>
          <p:nvPr/>
        </p:nvSpPr>
        <p:spPr>
          <a:xfrm>
            <a:off x="35420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Google Shape;406;p60"/>
          <p:cNvSpPr/>
          <p:nvPr/>
        </p:nvSpPr>
        <p:spPr>
          <a:xfrm>
            <a:off x="4049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Google Shape;407;p60"/>
          <p:cNvSpPr/>
          <p:nvPr/>
        </p:nvSpPr>
        <p:spPr>
          <a:xfrm>
            <a:off x="456408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Google Shape;408;p60"/>
          <p:cNvSpPr/>
          <p:nvPr/>
        </p:nvSpPr>
        <p:spPr>
          <a:xfrm>
            <a:off x="50781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Google Shape;409;p60"/>
          <p:cNvSpPr/>
          <p:nvPr/>
        </p:nvSpPr>
        <p:spPr>
          <a:xfrm>
            <a:off x="6145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Google Shape;410;p60"/>
          <p:cNvSpPr/>
          <p:nvPr/>
        </p:nvSpPr>
        <p:spPr>
          <a:xfrm>
            <a:off x="5633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Google Shape;411;p60"/>
          <p:cNvSpPr/>
          <p:nvPr/>
        </p:nvSpPr>
        <p:spPr>
          <a:xfrm>
            <a:off x="67413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Google Shape;412;p60"/>
          <p:cNvSpPr/>
          <p:nvPr/>
        </p:nvSpPr>
        <p:spPr>
          <a:xfrm>
            <a:off x="730332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Google Shape;413;p60"/>
          <p:cNvSpPr/>
          <p:nvPr/>
        </p:nvSpPr>
        <p:spPr>
          <a:xfrm>
            <a:off x="7846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12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120" cy="397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_Curso_Google Cl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Abertura_Curso_Google Cl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Encerramento_Curso_BIG-DATA-SCI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Encerramento_Curso_CIBERSEGURANÇ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erramento_Curso_Power-Platfor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ica_bizu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461;p63"/>
          <p:cNvSpPr/>
          <p:nvPr/>
        </p:nvSpPr>
        <p:spPr>
          <a:xfrm rot="10800000">
            <a:off x="6120" y="4680"/>
            <a:ext cx="3535920" cy="685332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5" name="Google Shape;462;p63"/>
          <p:cNvSpPr/>
          <p:nvPr/>
        </p:nvSpPr>
        <p:spPr>
          <a:xfrm>
            <a:off x="29865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6" name="Google Shape;463;p63"/>
          <p:cNvSpPr/>
          <p:nvPr/>
        </p:nvSpPr>
        <p:spPr>
          <a:xfrm>
            <a:off x="35420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7" name="Google Shape;464;p63"/>
          <p:cNvSpPr/>
          <p:nvPr/>
        </p:nvSpPr>
        <p:spPr>
          <a:xfrm>
            <a:off x="4049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8" name="Google Shape;465;p63"/>
          <p:cNvSpPr/>
          <p:nvPr/>
        </p:nvSpPr>
        <p:spPr>
          <a:xfrm>
            <a:off x="456408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9" name="Google Shape;466;p63"/>
          <p:cNvSpPr/>
          <p:nvPr/>
        </p:nvSpPr>
        <p:spPr>
          <a:xfrm>
            <a:off x="50781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0" name="Google Shape;467;p63"/>
          <p:cNvSpPr/>
          <p:nvPr/>
        </p:nvSpPr>
        <p:spPr>
          <a:xfrm>
            <a:off x="6145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1" name="Google Shape;468;p63"/>
          <p:cNvSpPr/>
          <p:nvPr/>
        </p:nvSpPr>
        <p:spPr>
          <a:xfrm>
            <a:off x="5633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2" name="Google Shape;469;p63"/>
          <p:cNvSpPr/>
          <p:nvPr/>
        </p:nvSpPr>
        <p:spPr>
          <a:xfrm>
            <a:off x="67413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3" name="Google Shape;470;p63"/>
          <p:cNvSpPr/>
          <p:nvPr/>
        </p:nvSpPr>
        <p:spPr>
          <a:xfrm>
            <a:off x="730332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4" name="Google Shape;471;p63"/>
          <p:cNvSpPr/>
          <p:nvPr/>
        </p:nvSpPr>
        <p:spPr>
          <a:xfrm>
            <a:off x="7846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65" name="Google Shape;472;p63" descr=""/>
          <p:cNvPicPr/>
          <p:nvPr/>
        </p:nvPicPr>
        <p:blipFill>
          <a:blip r:embed="rId2"/>
          <a:stretch/>
        </p:blipFill>
        <p:spPr>
          <a:xfrm>
            <a:off x="1533240" y="-685800"/>
            <a:ext cx="2004120" cy="2004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6" name="Google Shape;473;p63" descr=""/>
          <p:cNvPicPr/>
          <p:nvPr/>
        </p:nvPicPr>
        <p:blipFill>
          <a:blip r:embed="rId3"/>
          <a:stretch/>
        </p:blipFill>
        <p:spPr>
          <a:xfrm>
            <a:off x="430560" y="3317760"/>
            <a:ext cx="1358640" cy="1358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7" name="Google Shape;474;p63" descr=""/>
          <p:cNvPicPr/>
          <p:nvPr/>
        </p:nvPicPr>
        <p:blipFill>
          <a:blip r:embed="rId4"/>
          <a:stretch/>
        </p:blipFill>
        <p:spPr>
          <a:xfrm>
            <a:off x="2271960" y="5587920"/>
            <a:ext cx="1265400" cy="12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12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120" cy="397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788;p72"/>
          <p:cNvSpPr/>
          <p:nvPr/>
        </p:nvSpPr>
        <p:spPr>
          <a:xfrm>
            <a:off x="29865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1" name="Google Shape;789;p72"/>
          <p:cNvSpPr/>
          <p:nvPr/>
        </p:nvSpPr>
        <p:spPr>
          <a:xfrm>
            <a:off x="35420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2" name="Google Shape;790;p72"/>
          <p:cNvSpPr/>
          <p:nvPr/>
        </p:nvSpPr>
        <p:spPr>
          <a:xfrm>
            <a:off x="4049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3" name="Google Shape;791;p72"/>
          <p:cNvSpPr/>
          <p:nvPr/>
        </p:nvSpPr>
        <p:spPr>
          <a:xfrm>
            <a:off x="456408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4" name="Google Shape;792;p72"/>
          <p:cNvSpPr/>
          <p:nvPr/>
        </p:nvSpPr>
        <p:spPr>
          <a:xfrm>
            <a:off x="50781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5" name="Google Shape;793;p72"/>
          <p:cNvSpPr/>
          <p:nvPr/>
        </p:nvSpPr>
        <p:spPr>
          <a:xfrm>
            <a:off x="6145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6" name="Google Shape;794;p72"/>
          <p:cNvSpPr/>
          <p:nvPr/>
        </p:nvSpPr>
        <p:spPr>
          <a:xfrm>
            <a:off x="5633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7" name="Google Shape;795;p72"/>
          <p:cNvSpPr/>
          <p:nvPr/>
        </p:nvSpPr>
        <p:spPr>
          <a:xfrm>
            <a:off x="67413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8" name="Google Shape;796;p72"/>
          <p:cNvSpPr/>
          <p:nvPr/>
        </p:nvSpPr>
        <p:spPr>
          <a:xfrm>
            <a:off x="730332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9" name="Google Shape;797;p72"/>
          <p:cNvSpPr/>
          <p:nvPr/>
        </p:nvSpPr>
        <p:spPr>
          <a:xfrm>
            <a:off x="7846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0" name="Google Shape;798;p72"/>
          <p:cNvSpPr/>
          <p:nvPr/>
        </p:nvSpPr>
        <p:spPr>
          <a:xfrm>
            <a:off x="1440" y="0"/>
            <a:ext cx="4737240" cy="685332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81" name="Google Shape;799;p72" descr=""/>
          <p:cNvPicPr/>
          <p:nvPr/>
        </p:nvPicPr>
        <p:blipFill>
          <a:blip r:embed="rId2"/>
          <a:stretch/>
        </p:blipFill>
        <p:spPr>
          <a:xfrm>
            <a:off x="5160240" y="270000"/>
            <a:ext cx="4281480" cy="4281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2" name="Google Shape;800;p72" descr=""/>
          <p:cNvPicPr/>
          <p:nvPr/>
        </p:nvPicPr>
        <p:blipFill>
          <a:blip r:embed="rId3"/>
          <a:stretch/>
        </p:blipFill>
        <p:spPr>
          <a:xfrm>
            <a:off x="9863280" y="4556160"/>
            <a:ext cx="2004120" cy="2004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12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120" cy="397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98;p51" descr="Logotipo&#10;&#10;Descrição gerada automaticamente"/>
          <p:cNvPicPr/>
          <p:nvPr/>
        </p:nvPicPr>
        <p:blipFill>
          <a:blip r:embed="rId2"/>
          <a:stretch/>
        </p:blipFill>
        <p:spPr>
          <a:xfrm>
            <a:off x="218880" y="5951160"/>
            <a:ext cx="942120" cy="942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6" name="Google Shape;99;p51"/>
          <p:cNvSpPr/>
          <p:nvPr/>
        </p:nvSpPr>
        <p:spPr>
          <a:xfrm>
            <a:off x="-65160" y="0"/>
            <a:ext cx="2727360" cy="47880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7" name="Google Shape;100;p51"/>
          <p:cNvSpPr/>
          <p:nvPr/>
        </p:nvSpPr>
        <p:spPr>
          <a:xfrm flipH="1">
            <a:off x="7615800" y="-2880"/>
            <a:ext cx="4632480" cy="47880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8" name="Google Shape;101;p51"/>
          <p:cNvSpPr/>
          <p:nvPr/>
        </p:nvSpPr>
        <p:spPr>
          <a:xfrm>
            <a:off x="2362320" y="0"/>
            <a:ext cx="5653080" cy="47880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9" name="Google Shape;102;p51"/>
          <p:cNvSpPr/>
          <p:nvPr/>
        </p:nvSpPr>
        <p:spPr>
          <a:xfrm flipH="1" rot="10800000">
            <a:off x="5630760" y="5934240"/>
            <a:ext cx="6621840" cy="94212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0" name="Google Shape;103;p51"/>
          <p:cNvSpPr/>
          <p:nvPr/>
        </p:nvSpPr>
        <p:spPr>
          <a:xfrm rot="10800000">
            <a:off x="-60480" y="5937480"/>
            <a:ext cx="8080560" cy="94212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91" name="Google Shape;104;p51" descr=""/>
          <p:cNvPicPr/>
          <p:nvPr/>
        </p:nvPicPr>
        <p:blipFill>
          <a:blip r:embed="rId3"/>
          <a:stretch/>
        </p:blipFill>
        <p:spPr>
          <a:xfrm>
            <a:off x="339840" y="6109200"/>
            <a:ext cx="821160" cy="582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2" name="Google Shape;105;p51"/>
          <p:cNvSpPr/>
          <p:nvPr/>
        </p:nvSpPr>
        <p:spPr>
          <a:xfrm>
            <a:off x="29865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3" name="Google Shape;106;p51"/>
          <p:cNvSpPr/>
          <p:nvPr/>
        </p:nvSpPr>
        <p:spPr>
          <a:xfrm>
            <a:off x="35420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4" name="Google Shape;107;p51"/>
          <p:cNvSpPr/>
          <p:nvPr/>
        </p:nvSpPr>
        <p:spPr>
          <a:xfrm>
            <a:off x="4049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5" name="Google Shape;108;p51"/>
          <p:cNvSpPr/>
          <p:nvPr/>
        </p:nvSpPr>
        <p:spPr>
          <a:xfrm>
            <a:off x="456408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6" name="Google Shape;109;p51"/>
          <p:cNvSpPr/>
          <p:nvPr/>
        </p:nvSpPr>
        <p:spPr>
          <a:xfrm>
            <a:off x="50781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7" name="Google Shape;110;p51"/>
          <p:cNvSpPr/>
          <p:nvPr/>
        </p:nvSpPr>
        <p:spPr>
          <a:xfrm>
            <a:off x="6145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8" name="Google Shape;111;p51"/>
          <p:cNvSpPr/>
          <p:nvPr/>
        </p:nvSpPr>
        <p:spPr>
          <a:xfrm>
            <a:off x="5633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9" name="Google Shape;112;p51"/>
          <p:cNvSpPr/>
          <p:nvPr/>
        </p:nvSpPr>
        <p:spPr>
          <a:xfrm>
            <a:off x="67413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0" name="Google Shape;113;p51"/>
          <p:cNvSpPr/>
          <p:nvPr/>
        </p:nvSpPr>
        <p:spPr>
          <a:xfrm>
            <a:off x="730332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1" name="Google Shape;114;p51"/>
          <p:cNvSpPr/>
          <p:nvPr/>
        </p:nvSpPr>
        <p:spPr>
          <a:xfrm>
            <a:off x="7846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12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120" cy="397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116;p52"/>
          <p:cNvSpPr/>
          <p:nvPr/>
        </p:nvSpPr>
        <p:spPr>
          <a:xfrm>
            <a:off x="-117720" y="-135720"/>
            <a:ext cx="6407640" cy="7084080"/>
          </a:xfrm>
          <a:custGeom>
            <a:avLst/>
            <a:gdLst>
              <a:gd name="textAreaLeft" fmla="*/ 0 w 6407640"/>
              <a:gd name="textAreaRight" fmla="*/ 6412320 w 6407640"/>
              <a:gd name="textAreaTop" fmla="*/ 0 h 7084080"/>
              <a:gd name="textAreaBottom" fmla="*/ 7088760 h 7084080"/>
            </a:gdLst>
            <a:ahLst/>
            <a:cxnLst/>
            <a:rect l="textAreaLeft" t="textAreaTop" r="textAreaRight" b="textAreaBottom"/>
            <a:pathLst>
              <a:path w="6320314" h="6867438">
                <a:moveTo>
                  <a:pt x="0" y="0"/>
                </a:moveTo>
                <a:lnTo>
                  <a:pt x="6320315" y="0"/>
                </a:lnTo>
                <a:lnTo>
                  <a:pt x="6320315" y="6867438"/>
                </a:lnTo>
                <a:lnTo>
                  <a:pt x="0" y="6867438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705" name="Google Shape;117;p52"/>
          <p:cNvGrpSpPr/>
          <p:nvPr/>
        </p:nvGrpSpPr>
        <p:grpSpPr>
          <a:xfrm>
            <a:off x="546840" y="-1471320"/>
            <a:ext cx="5481720" cy="8854560"/>
            <a:chOff x="546840" y="-1471320"/>
            <a:chExt cx="5481720" cy="8854560"/>
          </a:xfrm>
        </p:grpSpPr>
        <p:grpSp>
          <p:nvGrpSpPr>
            <p:cNvPr id="706" name="Google Shape;118;p52"/>
            <p:cNvGrpSpPr/>
            <p:nvPr/>
          </p:nvGrpSpPr>
          <p:grpSpPr>
            <a:xfrm>
              <a:off x="670320" y="4783320"/>
              <a:ext cx="1050480" cy="1050480"/>
              <a:chOff x="670320" y="4783320"/>
              <a:chExt cx="1050480" cy="1050480"/>
            </a:xfrm>
          </p:grpSpPr>
          <p:sp>
            <p:nvSpPr>
              <p:cNvPr id="707" name="Google Shape;119;p52"/>
              <p:cNvSpPr/>
              <p:nvPr/>
            </p:nvSpPr>
            <p:spPr>
              <a:xfrm>
                <a:off x="1092240" y="4783320"/>
                <a:ext cx="206280" cy="206280"/>
              </a:xfrm>
              <a:custGeom>
                <a:avLst/>
                <a:gdLst>
                  <a:gd name="textAreaLeft" fmla="*/ 0 w 206280"/>
                  <a:gd name="textAreaRight" fmla="*/ 210960 w 206280"/>
                  <a:gd name="textAreaTop" fmla="*/ 0 h 206280"/>
                  <a:gd name="textAreaBottom" fmla="*/ 210960 h 2062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8" name="Google Shape;120;p52"/>
              <p:cNvSpPr/>
              <p:nvPr/>
            </p:nvSpPr>
            <p:spPr>
              <a:xfrm>
                <a:off x="881280" y="4783320"/>
                <a:ext cx="206280" cy="206280"/>
              </a:xfrm>
              <a:custGeom>
                <a:avLst/>
                <a:gdLst>
                  <a:gd name="textAreaLeft" fmla="*/ 0 w 206280"/>
                  <a:gd name="textAreaRight" fmla="*/ 210960 w 206280"/>
                  <a:gd name="textAreaTop" fmla="*/ 0 h 206280"/>
                  <a:gd name="textAreaBottom" fmla="*/ 210960 h 2062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9" name="Google Shape;121;p52"/>
              <p:cNvSpPr/>
              <p:nvPr/>
            </p:nvSpPr>
            <p:spPr>
              <a:xfrm>
                <a:off x="670320" y="4994280"/>
                <a:ext cx="206280" cy="206280"/>
              </a:xfrm>
              <a:custGeom>
                <a:avLst/>
                <a:gdLst>
                  <a:gd name="textAreaLeft" fmla="*/ 0 w 206280"/>
                  <a:gd name="textAreaRight" fmla="*/ 210960 w 206280"/>
                  <a:gd name="textAreaTop" fmla="*/ 0 h 206280"/>
                  <a:gd name="textAreaBottom" fmla="*/ 210960 h 2062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0" name="Google Shape;122;p52"/>
              <p:cNvSpPr/>
              <p:nvPr/>
            </p:nvSpPr>
            <p:spPr>
              <a:xfrm>
                <a:off x="670320" y="5205600"/>
                <a:ext cx="206280" cy="206280"/>
              </a:xfrm>
              <a:custGeom>
                <a:avLst/>
                <a:gdLst>
                  <a:gd name="textAreaLeft" fmla="*/ 0 w 206280"/>
                  <a:gd name="textAreaRight" fmla="*/ 210960 w 206280"/>
                  <a:gd name="textAreaTop" fmla="*/ 0 h 206280"/>
                  <a:gd name="textAreaBottom" fmla="*/ 210960 h 2062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1" name="Google Shape;123;p52"/>
              <p:cNvSpPr/>
              <p:nvPr/>
            </p:nvSpPr>
            <p:spPr>
              <a:xfrm>
                <a:off x="670320" y="5416560"/>
                <a:ext cx="206280" cy="206280"/>
              </a:xfrm>
              <a:custGeom>
                <a:avLst/>
                <a:gdLst>
                  <a:gd name="textAreaLeft" fmla="*/ 0 w 206280"/>
                  <a:gd name="textAreaRight" fmla="*/ 210960 w 206280"/>
                  <a:gd name="textAreaTop" fmla="*/ 0 h 206280"/>
                  <a:gd name="textAreaBottom" fmla="*/ 210960 h 2062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2" name="Google Shape;124;p52"/>
              <p:cNvSpPr/>
              <p:nvPr/>
            </p:nvSpPr>
            <p:spPr>
              <a:xfrm>
                <a:off x="881280" y="5627520"/>
                <a:ext cx="206280" cy="206280"/>
              </a:xfrm>
              <a:custGeom>
                <a:avLst/>
                <a:gdLst>
                  <a:gd name="textAreaLeft" fmla="*/ 0 w 206280"/>
                  <a:gd name="textAreaRight" fmla="*/ 210960 w 206280"/>
                  <a:gd name="textAreaTop" fmla="*/ 0 h 206280"/>
                  <a:gd name="textAreaBottom" fmla="*/ 210960 h 2062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3" name="Google Shape;125;p52"/>
              <p:cNvSpPr/>
              <p:nvPr/>
            </p:nvSpPr>
            <p:spPr>
              <a:xfrm>
                <a:off x="1092240" y="5627520"/>
                <a:ext cx="206280" cy="206280"/>
              </a:xfrm>
              <a:custGeom>
                <a:avLst/>
                <a:gdLst>
                  <a:gd name="textAreaLeft" fmla="*/ 0 w 206280"/>
                  <a:gd name="textAreaRight" fmla="*/ 210960 w 206280"/>
                  <a:gd name="textAreaTop" fmla="*/ 0 h 206280"/>
                  <a:gd name="textAreaBottom" fmla="*/ 210960 h 2062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4" name="Google Shape;126;p52"/>
              <p:cNvSpPr/>
              <p:nvPr/>
            </p:nvSpPr>
            <p:spPr>
              <a:xfrm>
                <a:off x="1303560" y="5627520"/>
                <a:ext cx="206280" cy="206280"/>
              </a:xfrm>
              <a:custGeom>
                <a:avLst/>
                <a:gdLst>
                  <a:gd name="textAreaLeft" fmla="*/ 0 w 206280"/>
                  <a:gd name="textAreaRight" fmla="*/ 210960 w 206280"/>
                  <a:gd name="textAreaTop" fmla="*/ 0 h 206280"/>
                  <a:gd name="textAreaBottom" fmla="*/ 210960 h 2062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5" name="Google Shape;127;p52"/>
              <p:cNvSpPr/>
              <p:nvPr/>
            </p:nvSpPr>
            <p:spPr>
              <a:xfrm>
                <a:off x="1514520" y="5416560"/>
                <a:ext cx="206280" cy="206280"/>
              </a:xfrm>
              <a:custGeom>
                <a:avLst/>
                <a:gdLst>
                  <a:gd name="textAreaLeft" fmla="*/ 0 w 206280"/>
                  <a:gd name="textAreaRight" fmla="*/ 210960 w 206280"/>
                  <a:gd name="textAreaTop" fmla="*/ 0 h 206280"/>
                  <a:gd name="textAreaBottom" fmla="*/ 210960 h 2062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6" name="Google Shape;128;p52"/>
              <p:cNvSpPr/>
              <p:nvPr/>
            </p:nvSpPr>
            <p:spPr>
              <a:xfrm>
                <a:off x="1514520" y="5205600"/>
                <a:ext cx="206280" cy="206280"/>
              </a:xfrm>
              <a:custGeom>
                <a:avLst/>
                <a:gdLst>
                  <a:gd name="textAreaLeft" fmla="*/ 0 w 206280"/>
                  <a:gd name="textAreaRight" fmla="*/ 210960 w 206280"/>
                  <a:gd name="textAreaTop" fmla="*/ 0 h 206280"/>
                  <a:gd name="textAreaBottom" fmla="*/ 210960 h 2062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7" name="Google Shape;129;p52"/>
              <p:cNvSpPr/>
              <p:nvPr/>
            </p:nvSpPr>
            <p:spPr>
              <a:xfrm>
                <a:off x="1514520" y="4994280"/>
                <a:ext cx="206280" cy="206280"/>
              </a:xfrm>
              <a:custGeom>
                <a:avLst/>
                <a:gdLst>
                  <a:gd name="textAreaLeft" fmla="*/ 0 w 206280"/>
                  <a:gd name="textAreaRight" fmla="*/ 210960 w 206280"/>
                  <a:gd name="textAreaTop" fmla="*/ 0 h 206280"/>
                  <a:gd name="textAreaBottom" fmla="*/ 210960 h 2062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8" name="Google Shape;130;p52"/>
              <p:cNvSpPr/>
              <p:nvPr/>
            </p:nvSpPr>
            <p:spPr>
              <a:xfrm>
                <a:off x="1303560" y="4783320"/>
                <a:ext cx="206280" cy="206280"/>
              </a:xfrm>
              <a:custGeom>
                <a:avLst/>
                <a:gdLst>
                  <a:gd name="textAreaLeft" fmla="*/ 0 w 206280"/>
                  <a:gd name="textAreaRight" fmla="*/ 210960 w 206280"/>
                  <a:gd name="textAreaTop" fmla="*/ 0 h 206280"/>
                  <a:gd name="textAreaBottom" fmla="*/ 210960 h 20628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19" name="Google Shape;131;p52"/>
            <p:cNvSpPr/>
            <p:nvPr/>
          </p:nvSpPr>
          <p:spPr>
            <a:xfrm>
              <a:off x="546840" y="-1471320"/>
              <a:ext cx="1472760" cy="8854560"/>
            </a:xfrm>
            <a:custGeom>
              <a:avLst/>
              <a:gdLst>
                <a:gd name="textAreaLeft" fmla="*/ 0 w 1472760"/>
                <a:gd name="textAreaRight" fmla="*/ 1477440 w 1472760"/>
                <a:gd name="textAreaTop" fmla="*/ 0 h 8854560"/>
                <a:gd name="textAreaBottom" fmla="*/ 8859240 h 8854560"/>
              </a:gdLst>
              <a:ahLst/>
              <a:cxnLst/>
              <a:rect l="textAreaLeft" t="textAreaTop" r="textAreaRight" b="textAreaBottom"/>
              <a:pathLst>
                <a:path w="1477488" h="8859226">
                  <a:moveTo>
                    <a:pt x="464818" y="0"/>
                  </a:moveTo>
                  <a:lnTo>
                    <a:pt x="464818" y="1723975"/>
                  </a:lnTo>
                  <a:lnTo>
                    <a:pt x="0" y="1723975"/>
                  </a:lnTo>
                  <a:lnTo>
                    <a:pt x="0" y="2564665"/>
                  </a:lnTo>
                  <a:lnTo>
                    <a:pt x="1477488" y="2564665"/>
                  </a:lnTo>
                  <a:lnTo>
                    <a:pt x="1477488" y="8859227"/>
                  </a:lnTo>
                </a:path>
              </a:pathLst>
            </a:custGeom>
            <a:noFill/>
            <a:ln w="19050">
              <a:solidFill>
                <a:srgbClr val="372c3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20" name="Google Shape;132;p52"/>
            <p:cNvGrpSpPr/>
            <p:nvPr/>
          </p:nvGrpSpPr>
          <p:grpSpPr>
            <a:xfrm>
              <a:off x="2882520" y="-230040"/>
              <a:ext cx="3146040" cy="2949120"/>
              <a:chOff x="2882520" y="-230040"/>
              <a:chExt cx="3146040" cy="2949120"/>
            </a:xfrm>
          </p:grpSpPr>
          <p:sp>
            <p:nvSpPr>
              <p:cNvPr id="721" name="Google Shape;133;p52"/>
              <p:cNvSpPr/>
              <p:nvPr/>
            </p:nvSpPr>
            <p:spPr>
              <a:xfrm>
                <a:off x="3867120" y="-230040"/>
                <a:ext cx="192240" cy="192240"/>
              </a:xfrm>
              <a:custGeom>
                <a:avLst/>
                <a:gdLst>
                  <a:gd name="textAreaLeft" fmla="*/ 0 w 192240"/>
                  <a:gd name="textAreaRight" fmla="*/ 196920 w 192240"/>
                  <a:gd name="textAreaTop" fmla="*/ 0 h 192240"/>
                  <a:gd name="textAreaBottom" fmla="*/ 196920 h 1922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2" name="Google Shape;134;p52"/>
              <p:cNvSpPr/>
              <p:nvPr/>
            </p:nvSpPr>
            <p:spPr>
              <a:xfrm>
                <a:off x="4064040" y="-230040"/>
                <a:ext cx="192240" cy="192240"/>
              </a:xfrm>
              <a:custGeom>
                <a:avLst/>
                <a:gdLst>
                  <a:gd name="textAreaLeft" fmla="*/ 0 w 192240"/>
                  <a:gd name="textAreaRight" fmla="*/ 196920 w 192240"/>
                  <a:gd name="textAreaTop" fmla="*/ 0 h 192240"/>
                  <a:gd name="textAreaBottom" fmla="*/ 196920 h 1922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3" name="Google Shape;135;p52"/>
              <p:cNvSpPr/>
              <p:nvPr/>
            </p:nvSpPr>
            <p:spPr>
              <a:xfrm>
                <a:off x="4654800" y="-230040"/>
                <a:ext cx="192240" cy="192240"/>
              </a:xfrm>
              <a:custGeom>
                <a:avLst/>
                <a:gdLst>
                  <a:gd name="textAreaLeft" fmla="*/ 0 w 192240"/>
                  <a:gd name="textAreaRight" fmla="*/ 196920 w 192240"/>
                  <a:gd name="textAreaTop" fmla="*/ 0 h 192240"/>
                  <a:gd name="textAreaBottom" fmla="*/ 196920 h 1922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4" name="Google Shape;136;p52"/>
              <p:cNvSpPr/>
              <p:nvPr/>
            </p:nvSpPr>
            <p:spPr>
              <a:xfrm>
                <a:off x="4851720" y="-230040"/>
                <a:ext cx="192240" cy="192240"/>
              </a:xfrm>
              <a:custGeom>
                <a:avLst/>
                <a:gdLst>
                  <a:gd name="textAreaLeft" fmla="*/ 0 w 192240"/>
                  <a:gd name="textAreaRight" fmla="*/ 196920 w 192240"/>
                  <a:gd name="textAreaTop" fmla="*/ 0 h 192240"/>
                  <a:gd name="textAreaBottom" fmla="*/ 196920 h 1922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69" y="0"/>
                    </a:lnTo>
                    <a:lnTo>
                      <a:pt x="211069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5" name="Google Shape;137;p52"/>
              <p:cNvSpPr/>
              <p:nvPr/>
            </p:nvSpPr>
            <p:spPr>
              <a:xfrm>
                <a:off x="3670200" y="-33120"/>
                <a:ext cx="192240" cy="192240"/>
              </a:xfrm>
              <a:custGeom>
                <a:avLst/>
                <a:gdLst>
                  <a:gd name="textAreaLeft" fmla="*/ 0 w 192240"/>
                  <a:gd name="textAreaRight" fmla="*/ 196920 w 192240"/>
                  <a:gd name="textAreaTop" fmla="*/ 0 h 192240"/>
                  <a:gd name="textAreaBottom" fmla="*/ 196920 h 1922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6" name="Google Shape;138;p52"/>
              <p:cNvSpPr/>
              <p:nvPr/>
            </p:nvSpPr>
            <p:spPr>
              <a:xfrm>
                <a:off x="3867120" y="-33120"/>
                <a:ext cx="192240" cy="192240"/>
              </a:xfrm>
              <a:custGeom>
                <a:avLst/>
                <a:gdLst>
                  <a:gd name="textAreaLeft" fmla="*/ 0 w 192240"/>
                  <a:gd name="textAreaRight" fmla="*/ 196920 w 192240"/>
                  <a:gd name="textAreaTop" fmla="*/ 0 h 192240"/>
                  <a:gd name="textAreaBottom" fmla="*/ 196920 h 1922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7" name="Google Shape;139;p52"/>
              <p:cNvSpPr/>
              <p:nvPr/>
            </p:nvSpPr>
            <p:spPr>
              <a:xfrm>
                <a:off x="4064040" y="-33120"/>
                <a:ext cx="192240" cy="192240"/>
              </a:xfrm>
              <a:custGeom>
                <a:avLst/>
                <a:gdLst>
                  <a:gd name="textAreaLeft" fmla="*/ 0 w 192240"/>
                  <a:gd name="textAreaRight" fmla="*/ 196920 w 192240"/>
                  <a:gd name="textAreaTop" fmla="*/ 0 h 192240"/>
                  <a:gd name="textAreaBottom" fmla="*/ 196920 h 1922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8" name="Google Shape;140;p52"/>
              <p:cNvSpPr/>
              <p:nvPr/>
            </p:nvSpPr>
            <p:spPr>
              <a:xfrm>
                <a:off x="4260960" y="-33120"/>
                <a:ext cx="192240" cy="192240"/>
              </a:xfrm>
              <a:custGeom>
                <a:avLst/>
                <a:gdLst>
                  <a:gd name="textAreaLeft" fmla="*/ 0 w 192240"/>
                  <a:gd name="textAreaRight" fmla="*/ 196920 w 192240"/>
                  <a:gd name="textAreaTop" fmla="*/ 0 h 192240"/>
                  <a:gd name="textAreaBottom" fmla="*/ 196920 h 1922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9" name="Google Shape;141;p52"/>
              <p:cNvSpPr/>
              <p:nvPr/>
            </p:nvSpPr>
            <p:spPr>
              <a:xfrm>
                <a:off x="4457880" y="-33120"/>
                <a:ext cx="192240" cy="192240"/>
              </a:xfrm>
              <a:custGeom>
                <a:avLst/>
                <a:gdLst>
                  <a:gd name="textAreaLeft" fmla="*/ 0 w 192240"/>
                  <a:gd name="textAreaRight" fmla="*/ 196920 w 192240"/>
                  <a:gd name="textAreaTop" fmla="*/ 0 h 192240"/>
                  <a:gd name="textAreaBottom" fmla="*/ 196920 h 1922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0" name="Google Shape;142;p52"/>
              <p:cNvSpPr/>
              <p:nvPr/>
            </p:nvSpPr>
            <p:spPr>
              <a:xfrm>
                <a:off x="4654800" y="-33120"/>
                <a:ext cx="192240" cy="192240"/>
              </a:xfrm>
              <a:custGeom>
                <a:avLst/>
                <a:gdLst>
                  <a:gd name="textAreaLeft" fmla="*/ 0 w 192240"/>
                  <a:gd name="textAreaRight" fmla="*/ 196920 w 192240"/>
                  <a:gd name="textAreaTop" fmla="*/ 0 h 192240"/>
                  <a:gd name="textAreaBottom" fmla="*/ 196920 h 1922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1" name="Google Shape;143;p52"/>
              <p:cNvSpPr/>
              <p:nvPr/>
            </p:nvSpPr>
            <p:spPr>
              <a:xfrm>
                <a:off x="4851720" y="-33120"/>
                <a:ext cx="192240" cy="192240"/>
              </a:xfrm>
              <a:custGeom>
                <a:avLst/>
                <a:gdLst>
                  <a:gd name="textAreaLeft" fmla="*/ 0 w 192240"/>
                  <a:gd name="textAreaRight" fmla="*/ 196920 w 192240"/>
                  <a:gd name="textAreaTop" fmla="*/ 0 h 192240"/>
                  <a:gd name="textAreaBottom" fmla="*/ 196920 h 1922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69" y="0"/>
                    </a:lnTo>
                    <a:lnTo>
                      <a:pt x="211069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2" name="Google Shape;144;p52"/>
              <p:cNvSpPr/>
              <p:nvPr/>
            </p:nvSpPr>
            <p:spPr>
              <a:xfrm>
                <a:off x="5048640" y="-33120"/>
                <a:ext cx="192240" cy="192240"/>
              </a:xfrm>
              <a:custGeom>
                <a:avLst/>
                <a:gdLst>
                  <a:gd name="textAreaLeft" fmla="*/ 0 w 192240"/>
                  <a:gd name="textAreaRight" fmla="*/ 196920 w 192240"/>
                  <a:gd name="textAreaTop" fmla="*/ 0 h 192240"/>
                  <a:gd name="textAreaBottom" fmla="*/ 196920 h 1922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3" name="Google Shape;145;p52"/>
              <p:cNvSpPr/>
              <p:nvPr/>
            </p:nvSpPr>
            <p:spPr>
              <a:xfrm>
                <a:off x="3276360" y="163800"/>
                <a:ext cx="192240" cy="192240"/>
              </a:xfrm>
              <a:custGeom>
                <a:avLst/>
                <a:gdLst>
                  <a:gd name="textAreaLeft" fmla="*/ 0 w 192240"/>
                  <a:gd name="textAreaRight" fmla="*/ 196920 w 192240"/>
                  <a:gd name="textAreaTop" fmla="*/ 0 h 192240"/>
                  <a:gd name="textAreaBottom" fmla="*/ 196920 h 1922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4" name="Google Shape;146;p52"/>
              <p:cNvSpPr/>
              <p:nvPr/>
            </p:nvSpPr>
            <p:spPr>
              <a:xfrm>
                <a:off x="3473280" y="163800"/>
                <a:ext cx="192240" cy="192240"/>
              </a:xfrm>
              <a:custGeom>
                <a:avLst/>
                <a:gdLst>
                  <a:gd name="textAreaLeft" fmla="*/ 0 w 192240"/>
                  <a:gd name="textAreaRight" fmla="*/ 196920 w 192240"/>
                  <a:gd name="textAreaTop" fmla="*/ 0 h 192240"/>
                  <a:gd name="textAreaBottom" fmla="*/ 196920 h 1922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5" name="Google Shape;147;p52"/>
              <p:cNvSpPr/>
              <p:nvPr/>
            </p:nvSpPr>
            <p:spPr>
              <a:xfrm>
                <a:off x="5245560" y="163800"/>
                <a:ext cx="192240" cy="192240"/>
              </a:xfrm>
              <a:custGeom>
                <a:avLst/>
                <a:gdLst>
                  <a:gd name="textAreaLeft" fmla="*/ 0 w 192240"/>
                  <a:gd name="textAreaRight" fmla="*/ 196920 w 192240"/>
                  <a:gd name="textAreaTop" fmla="*/ 0 h 192240"/>
                  <a:gd name="textAreaBottom" fmla="*/ 196920 h 1922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6" name="Google Shape;148;p52"/>
              <p:cNvSpPr/>
              <p:nvPr/>
            </p:nvSpPr>
            <p:spPr>
              <a:xfrm>
                <a:off x="5442480" y="163800"/>
                <a:ext cx="192240" cy="192240"/>
              </a:xfrm>
              <a:custGeom>
                <a:avLst/>
                <a:gdLst>
                  <a:gd name="textAreaLeft" fmla="*/ 0 w 192240"/>
                  <a:gd name="textAreaRight" fmla="*/ 196920 w 192240"/>
                  <a:gd name="textAreaTop" fmla="*/ 0 h 192240"/>
                  <a:gd name="textAreaBottom" fmla="*/ 196920 h 1922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7" name="Google Shape;149;p52"/>
              <p:cNvSpPr/>
              <p:nvPr/>
            </p:nvSpPr>
            <p:spPr>
              <a:xfrm>
                <a:off x="3276360" y="360720"/>
                <a:ext cx="192240" cy="192240"/>
              </a:xfrm>
              <a:custGeom>
                <a:avLst/>
                <a:gdLst>
                  <a:gd name="textAreaLeft" fmla="*/ 0 w 192240"/>
                  <a:gd name="textAreaRight" fmla="*/ 196920 w 192240"/>
                  <a:gd name="textAreaTop" fmla="*/ 0 h 192240"/>
                  <a:gd name="textAreaBottom" fmla="*/ 196920 h 1922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8" name="Google Shape;150;p52"/>
              <p:cNvSpPr/>
              <p:nvPr/>
            </p:nvSpPr>
            <p:spPr>
              <a:xfrm>
                <a:off x="5442480" y="360720"/>
                <a:ext cx="192240" cy="192240"/>
              </a:xfrm>
              <a:custGeom>
                <a:avLst/>
                <a:gdLst>
                  <a:gd name="textAreaLeft" fmla="*/ 0 w 192240"/>
                  <a:gd name="textAreaRight" fmla="*/ 196920 w 192240"/>
                  <a:gd name="textAreaTop" fmla="*/ 0 h 192240"/>
                  <a:gd name="textAreaBottom" fmla="*/ 196920 h 1922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9" name="Google Shape;151;p52"/>
              <p:cNvSpPr/>
              <p:nvPr/>
            </p:nvSpPr>
            <p:spPr>
              <a:xfrm>
                <a:off x="3276360" y="557640"/>
                <a:ext cx="192240" cy="192240"/>
              </a:xfrm>
              <a:custGeom>
                <a:avLst/>
                <a:gdLst>
                  <a:gd name="textAreaLeft" fmla="*/ 0 w 192240"/>
                  <a:gd name="textAreaRight" fmla="*/ 196920 w 192240"/>
                  <a:gd name="textAreaTop" fmla="*/ 0 h 192240"/>
                  <a:gd name="textAreaBottom" fmla="*/ 196920 h 1922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0" name="Google Shape;152;p52"/>
              <p:cNvSpPr/>
              <p:nvPr/>
            </p:nvSpPr>
            <p:spPr>
              <a:xfrm>
                <a:off x="5442480" y="557640"/>
                <a:ext cx="192240" cy="192240"/>
              </a:xfrm>
              <a:custGeom>
                <a:avLst/>
                <a:gdLst>
                  <a:gd name="textAreaLeft" fmla="*/ 0 w 192240"/>
                  <a:gd name="textAreaRight" fmla="*/ 196920 w 192240"/>
                  <a:gd name="textAreaTop" fmla="*/ 0 h 192240"/>
                  <a:gd name="textAreaBottom" fmla="*/ 196920 h 1922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1" name="Google Shape;153;p52"/>
              <p:cNvSpPr/>
              <p:nvPr/>
            </p:nvSpPr>
            <p:spPr>
              <a:xfrm>
                <a:off x="3079440" y="754560"/>
                <a:ext cx="192240" cy="192240"/>
              </a:xfrm>
              <a:custGeom>
                <a:avLst/>
                <a:gdLst>
                  <a:gd name="textAreaLeft" fmla="*/ 0 w 192240"/>
                  <a:gd name="textAreaRight" fmla="*/ 196920 w 192240"/>
                  <a:gd name="textAreaTop" fmla="*/ 0 h 192240"/>
                  <a:gd name="textAreaBottom" fmla="*/ 196920 h 1922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2" name="Google Shape;154;p52"/>
              <p:cNvSpPr/>
              <p:nvPr/>
            </p:nvSpPr>
            <p:spPr>
              <a:xfrm>
                <a:off x="5639400" y="754560"/>
                <a:ext cx="192240" cy="192240"/>
              </a:xfrm>
              <a:custGeom>
                <a:avLst/>
                <a:gdLst>
                  <a:gd name="textAreaLeft" fmla="*/ 0 w 192240"/>
                  <a:gd name="textAreaRight" fmla="*/ 196920 w 192240"/>
                  <a:gd name="textAreaTop" fmla="*/ 0 h 192240"/>
                  <a:gd name="textAreaBottom" fmla="*/ 196920 h 1922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3" name="Google Shape;155;p52"/>
              <p:cNvSpPr/>
              <p:nvPr/>
            </p:nvSpPr>
            <p:spPr>
              <a:xfrm>
                <a:off x="2882520" y="951480"/>
                <a:ext cx="192240" cy="192240"/>
              </a:xfrm>
              <a:custGeom>
                <a:avLst/>
                <a:gdLst>
                  <a:gd name="textAreaLeft" fmla="*/ 0 w 192240"/>
                  <a:gd name="textAreaRight" fmla="*/ 196920 w 192240"/>
                  <a:gd name="textAreaTop" fmla="*/ 0 h 192240"/>
                  <a:gd name="textAreaBottom" fmla="*/ 196920 h 1922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4" name="Google Shape;156;p52"/>
              <p:cNvSpPr/>
              <p:nvPr/>
            </p:nvSpPr>
            <p:spPr>
              <a:xfrm>
                <a:off x="5836320" y="951480"/>
                <a:ext cx="192240" cy="192240"/>
              </a:xfrm>
              <a:custGeom>
                <a:avLst/>
                <a:gdLst>
                  <a:gd name="textAreaLeft" fmla="*/ 0 w 192240"/>
                  <a:gd name="textAreaRight" fmla="*/ 196920 w 192240"/>
                  <a:gd name="textAreaTop" fmla="*/ 0 h 192240"/>
                  <a:gd name="textAreaBottom" fmla="*/ 196920 h 1922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5" name="Google Shape;157;p52"/>
              <p:cNvSpPr/>
              <p:nvPr/>
            </p:nvSpPr>
            <p:spPr>
              <a:xfrm>
                <a:off x="2882520" y="1148400"/>
                <a:ext cx="192240" cy="192240"/>
              </a:xfrm>
              <a:custGeom>
                <a:avLst/>
                <a:gdLst>
                  <a:gd name="textAreaLeft" fmla="*/ 0 w 192240"/>
                  <a:gd name="textAreaRight" fmla="*/ 196920 w 192240"/>
                  <a:gd name="textAreaTop" fmla="*/ 0 h 192240"/>
                  <a:gd name="textAreaBottom" fmla="*/ 196920 h 1922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6" name="Google Shape;158;p52"/>
              <p:cNvSpPr/>
              <p:nvPr/>
            </p:nvSpPr>
            <p:spPr>
              <a:xfrm>
                <a:off x="5836320" y="1148400"/>
                <a:ext cx="192240" cy="192240"/>
              </a:xfrm>
              <a:custGeom>
                <a:avLst/>
                <a:gdLst>
                  <a:gd name="textAreaLeft" fmla="*/ 0 w 192240"/>
                  <a:gd name="textAreaRight" fmla="*/ 196920 w 192240"/>
                  <a:gd name="textAreaTop" fmla="*/ 0 h 192240"/>
                  <a:gd name="textAreaBottom" fmla="*/ 196920 h 1922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7" name="Google Shape;159;p52"/>
              <p:cNvSpPr/>
              <p:nvPr/>
            </p:nvSpPr>
            <p:spPr>
              <a:xfrm>
                <a:off x="3079440" y="1345320"/>
                <a:ext cx="192240" cy="192240"/>
              </a:xfrm>
              <a:custGeom>
                <a:avLst/>
                <a:gdLst>
                  <a:gd name="textAreaLeft" fmla="*/ 0 w 192240"/>
                  <a:gd name="textAreaRight" fmla="*/ 196920 w 192240"/>
                  <a:gd name="textAreaTop" fmla="*/ 0 h 192240"/>
                  <a:gd name="textAreaBottom" fmla="*/ 196920 h 1922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8" name="Google Shape;160;p52"/>
              <p:cNvSpPr/>
              <p:nvPr/>
            </p:nvSpPr>
            <p:spPr>
              <a:xfrm>
                <a:off x="5639400" y="1345320"/>
                <a:ext cx="192240" cy="192240"/>
              </a:xfrm>
              <a:custGeom>
                <a:avLst/>
                <a:gdLst>
                  <a:gd name="textAreaLeft" fmla="*/ 0 w 192240"/>
                  <a:gd name="textAreaRight" fmla="*/ 196920 w 192240"/>
                  <a:gd name="textAreaTop" fmla="*/ 0 h 192240"/>
                  <a:gd name="textAreaBottom" fmla="*/ 196920 h 1922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9" name="Google Shape;161;p52"/>
              <p:cNvSpPr/>
              <p:nvPr/>
            </p:nvSpPr>
            <p:spPr>
              <a:xfrm>
                <a:off x="3079440" y="1542240"/>
                <a:ext cx="192240" cy="192240"/>
              </a:xfrm>
              <a:custGeom>
                <a:avLst/>
                <a:gdLst>
                  <a:gd name="textAreaLeft" fmla="*/ 0 w 192240"/>
                  <a:gd name="textAreaRight" fmla="*/ 196920 w 192240"/>
                  <a:gd name="textAreaTop" fmla="*/ 0 h 192240"/>
                  <a:gd name="textAreaBottom" fmla="*/ 196920 h 1922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0" name="Google Shape;162;p52"/>
              <p:cNvSpPr/>
              <p:nvPr/>
            </p:nvSpPr>
            <p:spPr>
              <a:xfrm>
                <a:off x="5639400" y="1542240"/>
                <a:ext cx="192240" cy="192240"/>
              </a:xfrm>
              <a:custGeom>
                <a:avLst/>
                <a:gdLst>
                  <a:gd name="textAreaLeft" fmla="*/ 0 w 192240"/>
                  <a:gd name="textAreaRight" fmla="*/ 196920 w 192240"/>
                  <a:gd name="textAreaTop" fmla="*/ 0 h 192240"/>
                  <a:gd name="textAreaBottom" fmla="*/ 196920 h 1922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1" name="Google Shape;163;p52"/>
              <p:cNvSpPr/>
              <p:nvPr/>
            </p:nvSpPr>
            <p:spPr>
              <a:xfrm>
                <a:off x="2882520" y="1739160"/>
                <a:ext cx="192240" cy="192240"/>
              </a:xfrm>
              <a:custGeom>
                <a:avLst/>
                <a:gdLst>
                  <a:gd name="textAreaLeft" fmla="*/ 0 w 192240"/>
                  <a:gd name="textAreaRight" fmla="*/ 196920 w 192240"/>
                  <a:gd name="textAreaTop" fmla="*/ 0 h 192240"/>
                  <a:gd name="textAreaBottom" fmla="*/ 196920 h 1922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2" name="Google Shape;164;p52"/>
              <p:cNvSpPr/>
              <p:nvPr/>
            </p:nvSpPr>
            <p:spPr>
              <a:xfrm>
                <a:off x="3079440" y="1739160"/>
                <a:ext cx="192240" cy="192240"/>
              </a:xfrm>
              <a:custGeom>
                <a:avLst/>
                <a:gdLst>
                  <a:gd name="textAreaLeft" fmla="*/ 0 w 192240"/>
                  <a:gd name="textAreaRight" fmla="*/ 196920 w 192240"/>
                  <a:gd name="textAreaTop" fmla="*/ 0 h 192240"/>
                  <a:gd name="textAreaBottom" fmla="*/ 196920 h 1922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3" name="Google Shape;165;p52"/>
              <p:cNvSpPr/>
              <p:nvPr/>
            </p:nvSpPr>
            <p:spPr>
              <a:xfrm>
                <a:off x="5639400" y="1739160"/>
                <a:ext cx="192240" cy="192240"/>
              </a:xfrm>
              <a:custGeom>
                <a:avLst/>
                <a:gdLst>
                  <a:gd name="textAreaLeft" fmla="*/ 0 w 192240"/>
                  <a:gd name="textAreaRight" fmla="*/ 196920 w 192240"/>
                  <a:gd name="textAreaTop" fmla="*/ 0 h 192240"/>
                  <a:gd name="textAreaBottom" fmla="*/ 196920 h 1922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4" name="Google Shape;166;p52"/>
              <p:cNvSpPr/>
              <p:nvPr/>
            </p:nvSpPr>
            <p:spPr>
              <a:xfrm>
                <a:off x="5836320" y="1739160"/>
                <a:ext cx="192240" cy="192240"/>
              </a:xfrm>
              <a:custGeom>
                <a:avLst/>
                <a:gdLst>
                  <a:gd name="textAreaLeft" fmla="*/ 0 w 192240"/>
                  <a:gd name="textAreaRight" fmla="*/ 196920 w 192240"/>
                  <a:gd name="textAreaTop" fmla="*/ 0 h 192240"/>
                  <a:gd name="textAreaBottom" fmla="*/ 196920 h 1922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5" name="Google Shape;167;p52"/>
              <p:cNvSpPr/>
              <p:nvPr/>
            </p:nvSpPr>
            <p:spPr>
              <a:xfrm>
                <a:off x="3079440" y="1936080"/>
                <a:ext cx="192240" cy="192240"/>
              </a:xfrm>
              <a:custGeom>
                <a:avLst/>
                <a:gdLst>
                  <a:gd name="textAreaLeft" fmla="*/ 0 w 192240"/>
                  <a:gd name="textAreaRight" fmla="*/ 196920 w 192240"/>
                  <a:gd name="textAreaTop" fmla="*/ 0 h 192240"/>
                  <a:gd name="textAreaBottom" fmla="*/ 196920 h 1922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6" name="Google Shape;168;p52"/>
              <p:cNvSpPr/>
              <p:nvPr/>
            </p:nvSpPr>
            <p:spPr>
              <a:xfrm>
                <a:off x="3276360" y="1936080"/>
                <a:ext cx="192240" cy="192240"/>
              </a:xfrm>
              <a:custGeom>
                <a:avLst/>
                <a:gdLst>
                  <a:gd name="textAreaLeft" fmla="*/ 0 w 192240"/>
                  <a:gd name="textAreaRight" fmla="*/ 196920 w 192240"/>
                  <a:gd name="textAreaTop" fmla="*/ 0 h 192240"/>
                  <a:gd name="textAreaBottom" fmla="*/ 196920 h 1922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7" name="Google Shape;169;p52"/>
              <p:cNvSpPr/>
              <p:nvPr/>
            </p:nvSpPr>
            <p:spPr>
              <a:xfrm>
                <a:off x="3473280" y="1936080"/>
                <a:ext cx="192240" cy="192240"/>
              </a:xfrm>
              <a:custGeom>
                <a:avLst/>
                <a:gdLst>
                  <a:gd name="textAreaLeft" fmla="*/ 0 w 192240"/>
                  <a:gd name="textAreaRight" fmla="*/ 196920 w 192240"/>
                  <a:gd name="textAreaTop" fmla="*/ 0 h 192240"/>
                  <a:gd name="textAreaBottom" fmla="*/ 196920 h 1922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8" name="Google Shape;170;p52"/>
              <p:cNvSpPr/>
              <p:nvPr/>
            </p:nvSpPr>
            <p:spPr>
              <a:xfrm>
                <a:off x="5245560" y="1936080"/>
                <a:ext cx="192240" cy="192240"/>
              </a:xfrm>
              <a:custGeom>
                <a:avLst/>
                <a:gdLst>
                  <a:gd name="textAreaLeft" fmla="*/ 0 w 192240"/>
                  <a:gd name="textAreaRight" fmla="*/ 196920 w 192240"/>
                  <a:gd name="textAreaTop" fmla="*/ 0 h 192240"/>
                  <a:gd name="textAreaBottom" fmla="*/ 196920 h 1922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9" name="Google Shape;171;p52"/>
              <p:cNvSpPr/>
              <p:nvPr/>
            </p:nvSpPr>
            <p:spPr>
              <a:xfrm>
                <a:off x="5442480" y="1936080"/>
                <a:ext cx="192240" cy="192240"/>
              </a:xfrm>
              <a:custGeom>
                <a:avLst/>
                <a:gdLst>
                  <a:gd name="textAreaLeft" fmla="*/ 0 w 192240"/>
                  <a:gd name="textAreaRight" fmla="*/ 196920 w 192240"/>
                  <a:gd name="textAreaTop" fmla="*/ 0 h 192240"/>
                  <a:gd name="textAreaBottom" fmla="*/ 196920 h 1922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0" name="Google Shape;172;p52"/>
              <p:cNvSpPr/>
              <p:nvPr/>
            </p:nvSpPr>
            <p:spPr>
              <a:xfrm>
                <a:off x="5639400" y="1936080"/>
                <a:ext cx="192240" cy="192240"/>
              </a:xfrm>
              <a:custGeom>
                <a:avLst/>
                <a:gdLst>
                  <a:gd name="textAreaLeft" fmla="*/ 0 w 192240"/>
                  <a:gd name="textAreaRight" fmla="*/ 196920 w 192240"/>
                  <a:gd name="textAreaTop" fmla="*/ 0 h 192240"/>
                  <a:gd name="textAreaBottom" fmla="*/ 196920 h 1922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1" name="Google Shape;173;p52"/>
              <p:cNvSpPr/>
              <p:nvPr/>
            </p:nvSpPr>
            <p:spPr>
              <a:xfrm>
                <a:off x="3473280" y="2133000"/>
                <a:ext cx="192240" cy="192240"/>
              </a:xfrm>
              <a:custGeom>
                <a:avLst/>
                <a:gdLst>
                  <a:gd name="textAreaLeft" fmla="*/ 0 w 192240"/>
                  <a:gd name="textAreaRight" fmla="*/ 196920 w 192240"/>
                  <a:gd name="textAreaTop" fmla="*/ 0 h 192240"/>
                  <a:gd name="textAreaBottom" fmla="*/ 196920 h 1922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2" name="Google Shape;174;p52"/>
              <p:cNvSpPr/>
              <p:nvPr/>
            </p:nvSpPr>
            <p:spPr>
              <a:xfrm>
                <a:off x="5245560" y="2133000"/>
                <a:ext cx="192240" cy="192240"/>
              </a:xfrm>
              <a:custGeom>
                <a:avLst/>
                <a:gdLst>
                  <a:gd name="textAreaLeft" fmla="*/ 0 w 192240"/>
                  <a:gd name="textAreaRight" fmla="*/ 196920 w 192240"/>
                  <a:gd name="textAreaTop" fmla="*/ 0 h 192240"/>
                  <a:gd name="textAreaBottom" fmla="*/ 196920 h 1922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3" name="Google Shape;175;p52"/>
              <p:cNvSpPr/>
              <p:nvPr/>
            </p:nvSpPr>
            <p:spPr>
              <a:xfrm>
                <a:off x="3473280" y="2329920"/>
                <a:ext cx="192240" cy="192240"/>
              </a:xfrm>
              <a:custGeom>
                <a:avLst/>
                <a:gdLst>
                  <a:gd name="textAreaLeft" fmla="*/ 0 w 192240"/>
                  <a:gd name="textAreaRight" fmla="*/ 196920 w 192240"/>
                  <a:gd name="textAreaTop" fmla="*/ 0 h 192240"/>
                  <a:gd name="textAreaBottom" fmla="*/ 196920 h 1922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4" name="Google Shape;176;p52"/>
              <p:cNvSpPr/>
              <p:nvPr/>
            </p:nvSpPr>
            <p:spPr>
              <a:xfrm>
                <a:off x="3670200" y="2329920"/>
                <a:ext cx="192240" cy="192240"/>
              </a:xfrm>
              <a:custGeom>
                <a:avLst/>
                <a:gdLst>
                  <a:gd name="textAreaLeft" fmla="*/ 0 w 192240"/>
                  <a:gd name="textAreaRight" fmla="*/ 196920 w 192240"/>
                  <a:gd name="textAreaTop" fmla="*/ 0 h 192240"/>
                  <a:gd name="textAreaBottom" fmla="*/ 196920 h 1922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5" name="Google Shape;177;p52"/>
              <p:cNvSpPr/>
              <p:nvPr/>
            </p:nvSpPr>
            <p:spPr>
              <a:xfrm>
                <a:off x="3867120" y="2329920"/>
                <a:ext cx="192240" cy="192240"/>
              </a:xfrm>
              <a:custGeom>
                <a:avLst/>
                <a:gdLst>
                  <a:gd name="textAreaLeft" fmla="*/ 0 w 192240"/>
                  <a:gd name="textAreaRight" fmla="*/ 196920 w 192240"/>
                  <a:gd name="textAreaTop" fmla="*/ 0 h 192240"/>
                  <a:gd name="textAreaBottom" fmla="*/ 196920 h 1922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6" name="Google Shape;178;p52"/>
              <p:cNvSpPr/>
              <p:nvPr/>
            </p:nvSpPr>
            <p:spPr>
              <a:xfrm>
                <a:off x="4064040" y="2329920"/>
                <a:ext cx="192240" cy="192240"/>
              </a:xfrm>
              <a:custGeom>
                <a:avLst/>
                <a:gdLst>
                  <a:gd name="textAreaLeft" fmla="*/ 0 w 192240"/>
                  <a:gd name="textAreaRight" fmla="*/ 196920 w 192240"/>
                  <a:gd name="textAreaTop" fmla="*/ 0 h 192240"/>
                  <a:gd name="textAreaBottom" fmla="*/ 196920 h 1922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7" name="Google Shape;179;p52"/>
              <p:cNvSpPr/>
              <p:nvPr/>
            </p:nvSpPr>
            <p:spPr>
              <a:xfrm>
                <a:off x="4654800" y="2329920"/>
                <a:ext cx="192240" cy="192240"/>
              </a:xfrm>
              <a:custGeom>
                <a:avLst/>
                <a:gdLst>
                  <a:gd name="textAreaLeft" fmla="*/ 0 w 192240"/>
                  <a:gd name="textAreaRight" fmla="*/ 196920 w 192240"/>
                  <a:gd name="textAreaTop" fmla="*/ 0 h 192240"/>
                  <a:gd name="textAreaBottom" fmla="*/ 196920 h 1922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8" name="Google Shape;180;p52"/>
              <p:cNvSpPr/>
              <p:nvPr/>
            </p:nvSpPr>
            <p:spPr>
              <a:xfrm>
                <a:off x="4851720" y="2329920"/>
                <a:ext cx="192240" cy="192240"/>
              </a:xfrm>
              <a:custGeom>
                <a:avLst/>
                <a:gdLst>
                  <a:gd name="textAreaLeft" fmla="*/ 0 w 192240"/>
                  <a:gd name="textAreaRight" fmla="*/ 196920 w 192240"/>
                  <a:gd name="textAreaTop" fmla="*/ 0 h 192240"/>
                  <a:gd name="textAreaBottom" fmla="*/ 196920 h 1922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69" y="0"/>
                    </a:lnTo>
                    <a:lnTo>
                      <a:pt x="211069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9" name="Google Shape;181;p52"/>
              <p:cNvSpPr/>
              <p:nvPr/>
            </p:nvSpPr>
            <p:spPr>
              <a:xfrm>
                <a:off x="5048640" y="2329920"/>
                <a:ext cx="192240" cy="192240"/>
              </a:xfrm>
              <a:custGeom>
                <a:avLst/>
                <a:gdLst>
                  <a:gd name="textAreaLeft" fmla="*/ 0 w 192240"/>
                  <a:gd name="textAreaRight" fmla="*/ 196920 w 192240"/>
                  <a:gd name="textAreaTop" fmla="*/ 0 h 192240"/>
                  <a:gd name="textAreaBottom" fmla="*/ 196920 h 1922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0" name="Google Shape;182;p52"/>
              <p:cNvSpPr/>
              <p:nvPr/>
            </p:nvSpPr>
            <p:spPr>
              <a:xfrm>
                <a:off x="5245560" y="2329920"/>
                <a:ext cx="192240" cy="192240"/>
              </a:xfrm>
              <a:custGeom>
                <a:avLst/>
                <a:gdLst>
                  <a:gd name="textAreaLeft" fmla="*/ 0 w 192240"/>
                  <a:gd name="textAreaRight" fmla="*/ 196920 w 192240"/>
                  <a:gd name="textAreaTop" fmla="*/ 0 h 192240"/>
                  <a:gd name="textAreaBottom" fmla="*/ 196920 h 1922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1" name="Google Shape;183;p52"/>
              <p:cNvSpPr/>
              <p:nvPr/>
            </p:nvSpPr>
            <p:spPr>
              <a:xfrm>
                <a:off x="3670200" y="2526840"/>
                <a:ext cx="192240" cy="192240"/>
              </a:xfrm>
              <a:custGeom>
                <a:avLst/>
                <a:gdLst>
                  <a:gd name="textAreaLeft" fmla="*/ 0 w 192240"/>
                  <a:gd name="textAreaRight" fmla="*/ 196920 w 192240"/>
                  <a:gd name="textAreaTop" fmla="*/ 0 h 192240"/>
                  <a:gd name="textAreaBottom" fmla="*/ 196920 h 1922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2" name="Google Shape;184;p52"/>
              <p:cNvSpPr/>
              <p:nvPr/>
            </p:nvSpPr>
            <p:spPr>
              <a:xfrm>
                <a:off x="4260960" y="2526840"/>
                <a:ext cx="192240" cy="192240"/>
              </a:xfrm>
              <a:custGeom>
                <a:avLst/>
                <a:gdLst>
                  <a:gd name="textAreaLeft" fmla="*/ 0 w 192240"/>
                  <a:gd name="textAreaRight" fmla="*/ 196920 w 192240"/>
                  <a:gd name="textAreaTop" fmla="*/ 0 h 192240"/>
                  <a:gd name="textAreaBottom" fmla="*/ 196920 h 1922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3" name="Google Shape;185;p52"/>
              <p:cNvSpPr/>
              <p:nvPr/>
            </p:nvSpPr>
            <p:spPr>
              <a:xfrm>
                <a:off x="4457880" y="2526840"/>
                <a:ext cx="192240" cy="192240"/>
              </a:xfrm>
              <a:custGeom>
                <a:avLst/>
                <a:gdLst>
                  <a:gd name="textAreaLeft" fmla="*/ 0 w 192240"/>
                  <a:gd name="textAreaRight" fmla="*/ 196920 w 192240"/>
                  <a:gd name="textAreaTop" fmla="*/ 0 h 192240"/>
                  <a:gd name="textAreaBottom" fmla="*/ 196920 h 1922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4" name="Google Shape;186;p52"/>
              <p:cNvSpPr/>
              <p:nvPr/>
            </p:nvSpPr>
            <p:spPr>
              <a:xfrm>
                <a:off x="5048640" y="2526840"/>
                <a:ext cx="192240" cy="192240"/>
              </a:xfrm>
              <a:custGeom>
                <a:avLst/>
                <a:gdLst>
                  <a:gd name="textAreaLeft" fmla="*/ 0 w 192240"/>
                  <a:gd name="textAreaRight" fmla="*/ 196920 w 192240"/>
                  <a:gd name="textAreaTop" fmla="*/ 0 h 192240"/>
                  <a:gd name="textAreaBottom" fmla="*/ 196920 h 1922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pic>
        <p:nvPicPr>
          <p:cNvPr id="775" name="Google Shape;187;p52" descr=""/>
          <p:cNvPicPr/>
          <p:nvPr/>
        </p:nvPicPr>
        <p:blipFill>
          <a:blip r:embed="rId2"/>
          <a:stretch/>
        </p:blipFill>
        <p:spPr>
          <a:xfrm flipH="1">
            <a:off x="650160" y="1314000"/>
            <a:ext cx="4804200" cy="4783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6" name="Google Shape;188;p52"/>
          <p:cNvSpPr/>
          <p:nvPr/>
        </p:nvSpPr>
        <p:spPr>
          <a:xfrm rot="10800000">
            <a:off x="11590920" y="-6840"/>
            <a:ext cx="603000" cy="6874200"/>
          </a:xfrm>
          <a:custGeom>
            <a:avLst/>
            <a:gdLst>
              <a:gd name="textAreaLeft" fmla="*/ 0 w 603000"/>
              <a:gd name="textAreaRight" fmla="*/ 607680 w 603000"/>
              <a:gd name="textAreaTop" fmla="*/ 0 h 6874200"/>
              <a:gd name="textAreaBottom" fmla="*/ 6878880 h 6874200"/>
            </a:gdLst>
            <a:ahLst/>
            <a:cxnLst/>
            <a:rect l="textAreaLeft" t="textAreaTop" r="textAreaRight" b="textAreaBottom"/>
            <a:pathLst>
              <a:path w="607717" h="6879022">
                <a:moveTo>
                  <a:pt x="0" y="0"/>
                </a:moveTo>
                <a:lnTo>
                  <a:pt x="607718" y="0"/>
                </a:lnTo>
                <a:lnTo>
                  <a:pt x="607718" y="6879022"/>
                </a:lnTo>
                <a:lnTo>
                  <a:pt x="0" y="6879022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7" name="Google Shape;189;p52"/>
          <p:cNvSpPr/>
          <p:nvPr/>
        </p:nvSpPr>
        <p:spPr>
          <a:xfrm>
            <a:off x="-4946760" y="-1582560"/>
            <a:ext cx="1660680" cy="8997840"/>
          </a:xfrm>
          <a:custGeom>
            <a:avLst/>
            <a:gdLst>
              <a:gd name="textAreaLeft" fmla="*/ 0 w 1660680"/>
              <a:gd name="textAreaRight" fmla="*/ 1665360 w 1660680"/>
              <a:gd name="textAreaTop" fmla="*/ 0 h 8997840"/>
              <a:gd name="textAreaBottom" fmla="*/ 9002520 h 8997840"/>
            </a:gdLst>
            <a:ahLst/>
            <a:cxnLst/>
            <a:rect l="textAreaLeft" t="textAreaTop" r="textAreaRight" b="textAreaBottom"/>
            <a:pathLst>
              <a:path w="1665297" h="9002374">
                <a:moveTo>
                  <a:pt x="1665298" y="0"/>
                </a:moveTo>
                <a:lnTo>
                  <a:pt x="1665298" y="1348904"/>
                </a:lnTo>
                <a:lnTo>
                  <a:pt x="1454228" y="1348904"/>
                </a:lnTo>
                <a:lnTo>
                  <a:pt x="1454228" y="2331856"/>
                </a:lnTo>
                <a:lnTo>
                  <a:pt x="1032089" y="2331856"/>
                </a:lnTo>
                <a:lnTo>
                  <a:pt x="1032089" y="3494047"/>
                </a:lnTo>
                <a:lnTo>
                  <a:pt x="293345" y="3494047"/>
                </a:lnTo>
                <a:lnTo>
                  <a:pt x="293345" y="4338326"/>
                </a:lnTo>
                <a:lnTo>
                  <a:pt x="1032089" y="4338326"/>
                </a:lnTo>
                <a:lnTo>
                  <a:pt x="1032089" y="5393674"/>
                </a:lnTo>
                <a:lnTo>
                  <a:pt x="398879" y="5393674"/>
                </a:lnTo>
                <a:lnTo>
                  <a:pt x="398879" y="6296039"/>
                </a:lnTo>
                <a:lnTo>
                  <a:pt x="0" y="6296039"/>
                </a:lnTo>
                <a:lnTo>
                  <a:pt x="0" y="9002375"/>
                </a:lnTo>
              </a:path>
            </a:pathLst>
          </a:custGeom>
          <a:noFill/>
          <a:ln w="42200">
            <a:solidFill>
              <a:srgbClr val="00b6c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8" name="Google Shape;190;p52"/>
          <p:cNvSpPr/>
          <p:nvPr/>
        </p:nvSpPr>
        <p:spPr>
          <a:xfrm>
            <a:off x="-5241600" y="-28440"/>
            <a:ext cx="1297800" cy="9201240"/>
          </a:xfrm>
          <a:custGeom>
            <a:avLst/>
            <a:gdLst>
              <a:gd name="textAreaLeft" fmla="*/ 0 w 1297800"/>
              <a:gd name="textAreaRight" fmla="*/ 1302480 w 1297800"/>
              <a:gd name="textAreaTop" fmla="*/ 0 h 9201240"/>
              <a:gd name="textAreaBottom" fmla="*/ 9205920 h 9201240"/>
            </a:gdLst>
            <a:ahLst/>
            <a:cxnLst/>
            <a:rect l="textAreaLeft" t="textAreaTop" r="textAreaRight" b="textAreaBottom"/>
            <a:pathLst>
              <a:path w="1302426" h="9206099">
                <a:moveTo>
                  <a:pt x="1211160" y="9206099"/>
                </a:moveTo>
                <a:lnTo>
                  <a:pt x="1211160" y="6508207"/>
                </a:lnTo>
                <a:lnTo>
                  <a:pt x="0" y="6508207"/>
                </a:lnTo>
                <a:lnTo>
                  <a:pt x="0" y="4760465"/>
                </a:lnTo>
                <a:lnTo>
                  <a:pt x="245812" y="4760465"/>
                </a:lnTo>
                <a:lnTo>
                  <a:pt x="245812" y="4164067"/>
                </a:lnTo>
                <a:lnTo>
                  <a:pt x="425685" y="4164067"/>
                </a:lnTo>
                <a:lnTo>
                  <a:pt x="425685" y="2860838"/>
                </a:lnTo>
                <a:lnTo>
                  <a:pt x="1302427" y="2860838"/>
                </a:lnTo>
                <a:lnTo>
                  <a:pt x="1302427" y="0"/>
                </a:lnTo>
              </a:path>
            </a:pathLst>
          </a:custGeom>
          <a:noFill/>
          <a:ln w="42200">
            <a:solidFill>
              <a:srgbClr val="00b6c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9" name="Google Shape;191;p52"/>
          <p:cNvSpPr/>
          <p:nvPr/>
        </p:nvSpPr>
        <p:spPr>
          <a:xfrm>
            <a:off x="29865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0" name="Google Shape;192;p52"/>
          <p:cNvSpPr/>
          <p:nvPr/>
        </p:nvSpPr>
        <p:spPr>
          <a:xfrm>
            <a:off x="35420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1" name="Google Shape;193;p52"/>
          <p:cNvSpPr/>
          <p:nvPr/>
        </p:nvSpPr>
        <p:spPr>
          <a:xfrm>
            <a:off x="4049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2" name="Google Shape;194;p52"/>
          <p:cNvSpPr/>
          <p:nvPr/>
        </p:nvSpPr>
        <p:spPr>
          <a:xfrm>
            <a:off x="456408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3" name="Google Shape;195;p52"/>
          <p:cNvSpPr/>
          <p:nvPr/>
        </p:nvSpPr>
        <p:spPr>
          <a:xfrm>
            <a:off x="50781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4" name="Google Shape;196;p52"/>
          <p:cNvSpPr/>
          <p:nvPr/>
        </p:nvSpPr>
        <p:spPr>
          <a:xfrm>
            <a:off x="6145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5" name="Google Shape;197;p52"/>
          <p:cNvSpPr/>
          <p:nvPr/>
        </p:nvSpPr>
        <p:spPr>
          <a:xfrm>
            <a:off x="5633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6" name="Google Shape;198;p52"/>
          <p:cNvSpPr/>
          <p:nvPr/>
        </p:nvSpPr>
        <p:spPr>
          <a:xfrm>
            <a:off x="67413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7" name="Google Shape;199;p52"/>
          <p:cNvSpPr/>
          <p:nvPr/>
        </p:nvSpPr>
        <p:spPr>
          <a:xfrm>
            <a:off x="730332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8" name="Google Shape;200;p52"/>
          <p:cNvSpPr/>
          <p:nvPr/>
        </p:nvSpPr>
        <p:spPr>
          <a:xfrm>
            <a:off x="7846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12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120" cy="397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inamica"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415;p61"/>
          <p:cNvSpPr/>
          <p:nvPr/>
        </p:nvSpPr>
        <p:spPr>
          <a:xfrm>
            <a:off x="9390600" y="0"/>
            <a:ext cx="2803320" cy="6846120"/>
          </a:xfrm>
          <a:prstGeom prst="rect">
            <a:avLst/>
          </a:prstGeom>
          <a:solidFill>
            <a:srgbClr val="7030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2" name="Google Shape;416;p61"/>
          <p:cNvSpPr/>
          <p:nvPr/>
        </p:nvSpPr>
        <p:spPr>
          <a:xfrm>
            <a:off x="3542040" y="706104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3" name="Google Shape;417;p61"/>
          <p:cNvSpPr/>
          <p:nvPr/>
        </p:nvSpPr>
        <p:spPr>
          <a:xfrm>
            <a:off x="4097160" y="706104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4" name="Google Shape;418;p61"/>
          <p:cNvSpPr/>
          <p:nvPr/>
        </p:nvSpPr>
        <p:spPr>
          <a:xfrm>
            <a:off x="4604760" y="706104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5" name="Google Shape;419;p61"/>
          <p:cNvSpPr/>
          <p:nvPr/>
        </p:nvSpPr>
        <p:spPr>
          <a:xfrm>
            <a:off x="5119200" y="706104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6" name="Google Shape;420;p61"/>
          <p:cNvSpPr/>
          <p:nvPr/>
        </p:nvSpPr>
        <p:spPr>
          <a:xfrm>
            <a:off x="5633640" y="706104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7" name="Google Shape;421;p61"/>
          <p:cNvSpPr/>
          <p:nvPr/>
        </p:nvSpPr>
        <p:spPr>
          <a:xfrm>
            <a:off x="6700320" y="706104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8" name="Google Shape;422;p61"/>
          <p:cNvSpPr/>
          <p:nvPr/>
        </p:nvSpPr>
        <p:spPr>
          <a:xfrm>
            <a:off x="6189120" y="706104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9" name="Google Shape;423;p61"/>
          <p:cNvSpPr/>
          <p:nvPr/>
        </p:nvSpPr>
        <p:spPr>
          <a:xfrm>
            <a:off x="7296840" y="706104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0" name="Google Shape;424;p61"/>
          <p:cNvSpPr/>
          <p:nvPr/>
        </p:nvSpPr>
        <p:spPr>
          <a:xfrm>
            <a:off x="7858800" y="706104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1" name="Google Shape;425;p61"/>
          <p:cNvSpPr/>
          <p:nvPr/>
        </p:nvSpPr>
        <p:spPr>
          <a:xfrm>
            <a:off x="8401680" y="706104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2" name="Google Shape;426;p61"/>
          <p:cNvSpPr/>
          <p:nvPr/>
        </p:nvSpPr>
        <p:spPr>
          <a:xfrm>
            <a:off x="0" y="0"/>
            <a:ext cx="588600" cy="6853320"/>
          </a:xfrm>
          <a:prstGeom prst="rect">
            <a:avLst/>
          </a:prstGeom>
          <a:solidFill>
            <a:srgbClr val="7030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03" name="Google Shape;427;p61" descr=""/>
          <p:cNvPicPr/>
          <p:nvPr/>
        </p:nvPicPr>
        <p:blipFill>
          <a:blip r:embed="rId2"/>
          <a:stretch/>
        </p:blipFill>
        <p:spPr>
          <a:xfrm>
            <a:off x="7227720" y="431640"/>
            <a:ext cx="3487320" cy="3487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04" name="Google Shape;428;p61" descr=""/>
          <p:cNvPicPr/>
          <p:nvPr/>
        </p:nvPicPr>
        <p:blipFill>
          <a:blip r:embed="rId3"/>
          <a:stretch/>
        </p:blipFill>
        <p:spPr>
          <a:xfrm>
            <a:off x="1220040" y="4617360"/>
            <a:ext cx="1944360" cy="1944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05" name="Google Shape;429;p61" descr=""/>
          <p:cNvPicPr/>
          <p:nvPr/>
        </p:nvPicPr>
        <p:blipFill>
          <a:blip r:embed="rId4"/>
          <a:stretch/>
        </p:blipFill>
        <p:spPr>
          <a:xfrm>
            <a:off x="5027040" y="4528440"/>
            <a:ext cx="1595520" cy="1595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12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120" cy="397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a_curso_generica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PlaceHolder 1"/>
          <p:cNvSpPr>
            <a:spLocks noGrp="1"/>
          </p:cNvSpPr>
          <p:nvPr>
            <p:ph type="body"/>
          </p:nvPr>
        </p:nvSpPr>
        <p:spPr>
          <a:xfrm>
            <a:off x="1013760" y="2585880"/>
            <a:ext cx="4084560" cy="168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9" name="Google Shape;17;p47"/>
          <p:cNvSpPr/>
          <p:nvPr/>
        </p:nvSpPr>
        <p:spPr>
          <a:xfrm>
            <a:off x="-187920" y="-628560"/>
            <a:ext cx="419760" cy="780588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0" name="Google Shape;18;p47"/>
          <p:cNvSpPr/>
          <p:nvPr/>
        </p:nvSpPr>
        <p:spPr>
          <a:xfrm rot="10800000">
            <a:off x="7390440" y="-420840"/>
            <a:ext cx="2610720" cy="780588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1" name="Google Shape;19;p47"/>
          <p:cNvSpPr/>
          <p:nvPr/>
        </p:nvSpPr>
        <p:spPr>
          <a:xfrm rot="10800000">
            <a:off x="10006200" y="-420840"/>
            <a:ext cx="2610720" cy="780588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2" name="Google Shape;20;p47"/>
          <p:cNvSpPr/>
          <p:nvPr/>
        </p:nvSpPr>
        <p:spPr>
          <a:xfrm>
            <a:off x="29865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3" name="Google Shape;21;p47"/>
          <p:cNvSpPr/>
          <p:nvPr/>
        </p:nvSpPr>
        <p:spPr>
          <a:xfrm>
            <a:off x="35420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4" name="Google Shape;22;p47"/>
          <p:cNvSpPr/>
          <p:nvPr/>
        </p:nvSpPr>
        <p:spPr>
          <a:xfrm>
            <a:off x="4049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5" name="Google Shape;23;p47"/>
          <p:cNvSpPr/>
          <p:nvPr/>
        </p:nvSpPr>
        <p:spPr>
          <a:xfrm>
            <a:off x="456408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6" name="Google Shape;24;p47"/>
          <p:cNvSpPr/>
          <p:nvPr/>
        </p:nvSpPr>
        <p:spPr>
          <a:xfrm>
            <a:off x="50781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7" name="Google Shape;25;p47"/>
          <p:cNvSpPr/>
          <p:nvPr/>
        </p:nvSpPr>
        <p:spPr>
          <a:xfrm>
            <a:off x="6145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8" name="Google Shape;26;p47"/>
          <p:cNvSpPr/>
          <p:nvPr/>
        </p:nvSpPr>
        <p:spPr>
          <a:xfrm>
            <a:off x="5633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9" name="Google Shape;27;p47"/>
          <p:cNvSpPr/>
          <p:nvPr/>
        </p:nvSpPr>
        <p:spPr>
          <a:xfrm>
            <a:off x="67413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0" name="Google Shape;28;p47"/>
          <p:cNvSpPr/>
          <p:nvPr/>
        </p:nvSpPr>
        <p:spPr>
          <a:xfrm>
            <a:off x="730332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1" name="Google Shape;29;p47"/>
          <p:cNvSpPr/>
          <p:nvPr/>
        </p:nvSpPr>
        <p:spPr>
          <a:xfrm>
            <a:off x="7846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2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12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ODELO">
    <p:bg>
      <p:bgPr>
        <a:solidFill>
          <a:srgbClr val="1caf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1038;p79"/>
          <p:cNvSpPr/>
          <p:nvPr/>
        </p:nvSpPr>
        <p:spPr>
          <a:xfrm>
            <a:off x="29865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4" name="Google Shape;1039;p79"/>
          <p:cNvSpPr/>
          <p:nvPr/>
        </p:nvSpPr>
        <p:spPr>
          <a:xfrm>
            <a:off x="35420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5" name="Google Shape;1040;p79"/>
          <p:cNvSpPr/>
          <p:nvPr/>
        </p:nvSpPr>
        <p:spPr>
          <a:xfrm>
            <a:off x="4049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6" name="Google Shape;1041;p79"/>
          <p:cNvSpPr/>
          <p:nvPr/>
        </p:nvSpPr>
        <p:spPr>
          <a:xfrm>
            <a:off x="456408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7" name="Google Shape;1042;p79"/>
          <p:cNvSpPr/>
          <p:nvPr/>
        </p:nvSpPr>
        <p:spPr>
          <a:xfrm>
            <a:off x="50781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8" name="Google Shape;1043;p79"/>
          <p:cNvSpPr/>
          <p:nvPr/>
        </p:nvSpPr>
        <p:spPr>
          <a:xfrm>
            <a:off x="6145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9" name="Google Shape;1044;p79"/>
          <p:cNvSpPr/>
          <p:nvPr/>
        </p:nvSpPr>
        <p:spPr>
          <a:xfrm>
            <a:off x="5633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0" name="Google Shape;1045;p79"/>
          <p:cNvSpPr/>
          <p:nvPr/>
        </p:nvSpPr>
        <p:spPr>
          <a:xfrm>
            <a:off x="67413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1" name="Google Shape;1046;p79"/>
          <p:cNvSpPr/>
          <p:nvPr/>
        </p:nvSpPr>
        <p:spPr>
          <a:xfrm>
            <a:off x="730332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2" name="Google Shape;1047;p79"/>
          <p:cNvSpPr/>
          <p:nvPr/>
        </p:nvSpPr>
        <p:spPr>
          <a:xfrm>
            <a:off x="7846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3" name="PlaceHolder 1"/>
          <p:cNvSpPr>
            <a:spLocks noGrp="1"/>
          </p:cNvSpPr>
          <p:nvPr>
            <p:ph type="body"/>
          </p:nvPr>
        </p:nvSpPr>
        <p:spPr>
          <a:xfrm>
            <a:off x="755280" y="619920"/>
            <a:ext cx="3910680" cy="523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4" name="PlaceHolder 2"/>
          <p:cNvSpPr>
            <a:spLocks noGrp="1"/>
          </p:cNvSpPr>
          <p:nvPr>
            <p:ph type="body"/>
          </p:nvPr>
        </p:nvSpPr>
        <p:spPr>
          <a:xfrm>
            <a:off x="10021320" y="3818160"/>
            <a:ext cx="1712160" cy="161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5" name="Google Shape;1050;p79"/>
          <p:cNvSpPr/>
          <p:nvPr/>
        </p:nvSpPr>
        <p:spPr>
          <a:xfrm rot="16200000">
            <a:off x="-249120" y="4066200"/>
            <a:ext cx="2412360" cy="45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 U R S O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36" name="Google Shape;1051;p79"/>
          <p:cNvGrpSpPr/>
          <p:nvPr/>
        </p:nvGrpSpPr>
        <p:grpSpPr>
          <a:xfrm>
            <a:off x="755280" y="2676960"/>
            <a:ext cx="688680" cy="688680"/>
            <a:chOff x="755280" y="2676960"/>
            <a:chExt cx="688680" cy="688680"/>
          </a:xfrm>
        </p:grpSpPr>
        <p:sp>
          <p:nvSpPr>
            <p:cNvPr id="837" name="Google Shape;1052;p79"/>
            <p:cNvSpPr/>
            <p:nvPr/>
          </p:nvSpPr>
          <p:spPr>
            <a:xfrm>
              <a:off x="755280" y="3023640"/>
              <a:ext cx="342000" cy="34200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8" name="Google Shape;1053;p79"/>
            <p:cNvSpPr/>
            <p:nvPr/>
          </p:nvSpPr>
          <p:spPr>
            <a:xfrm>
              <a:off x="1101960" y="2676960"/>
              <a:ext cx="342000" cy="34200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39" name="Google Shape;1054;p79"/>
          <p:cNvGrpSpPr/>
          <p:nvPr/>
        </p:nvGrpSpPr>
        <p:grpSpPr>
          <a:xfrm>
            <a:off x="6118200" y="5445000"/>
            <a:ext cx="688680" cy="688320"/>
            <a:chOff x="6118200" y="5445000"/>
            <a:chExt cx="688680" cy="688320"/>
          </a:xfrm>
        </p:grpSpPr>
        <p:sp>
          <p:nvSpPr>
            <p:cNvPr id="840" name="Google Shape;1055;p79"/>
            <p:cNvSpPr/>
            <p:nvPr/>
          </p:nvSpPr>
          <p:spPr>
            <a:xfrm>
              <a:off x="6118200" y="5791320"/>
              <a:ext cx="342000" cy="34200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1" name="Google Shape;1056;p79"/>
            <p:cNvSpPr/>
            <p:nvPr/>
          </p:nvSpPr>
          <p:spPr>
            <a:xfrm>
              <a:off x="6464880" y="5445000"/>
              <a:ext cx="342000" cy="34200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42" name="PlaceHolder 3"/>
          <p:cNvSpPr>
            <a:spLocks noGrp="1"/>
          </p:cNvSpPr>
          <p:nvPr>
            <p:ph type="body"/>
          </p:nvPr>
        </p:nvSpPr>
        <p:spPr>
          <a:xfrm>
            <a:off x="1363680" y="2828160"/>
            <a:ext cx="4323960" cy="2120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3" name="PlaceHolder 4"/>
          <p:cNvSpPr>
            <a:spLocks noGrp="1"/>
          </p:cNvSpPr>
          <p:nvPr>
            <p:ph type="body"/>
          </p:nvPr>
        </p:nvSpPr>
        <p:spPr>
          <a:xfrm>
            <a:off x="1363680" y="4970880"/>
            <a:ext cx="5013720" cy="59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44" name="Google Shape;1059;p79" descr=""/>
          <p:cNvPicPr/>
          <p:nvPr/>
        </p:nvPicPr>
        <p:blipFill>
          <a:blip r:embed="rId2"/>
          <a:stretch/>
        </p:blipFill>
        <p:spPr>
          <a:xfrm>
            <a:off x="0" y="-861120"/>
            <a:ext cx="3124440" cy="5580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845" name="Google Shape;1060;p79"/>
          <p:cNvGrpSpPr/>
          <p:nvPr/>
        </p:nvGrpSpPr>
        <p:grpSpPr>
          <a:xfrm>
            <a:off x="10113480" y="597240"/>
            <a:ext cx="1476720" cy="1436400"/>
            <a:chOff x="10113480" y="597240"/>
            <a:chExt cx="1476720" cy="1436400"/>
          </a:xfrm>
        </p:grpSpPr>
        <p:grpSp>
          <p:nvGrpSpPr>
            <p:cNvPr id="846" name="Google Shape;1061;p79"/>
            <p:cNvGrpSpPr/>
            <p:nvPr/>
          </p:nvGrpSpPr>
          <p:grpSpPr>
            <a:xfrm>
              <a:off x="10124640" y="1269360"/>
              <a:ext cx="1465560" cy="764280"/>
              <a:chOff x="10124640" y="1269360"/>
              <a:chExt cx="1465560" cy="764280"/>
            </a:xfrm>
          </p:grpSpPr>
          <p:grpSp>
            <p:nvGrpSpPr>
              <p:cNvPr id="847" name="Google Shape;1062;p79"/>
              <p:cNvGrpSpPr/>
              <p:nvPr/>
            </p:nvGrpSpPr>
            <p:grpSpPr>
              <a:xfrm>
                <a:off x="10124640" y="1269360"/>
                <a:ext cx="1220040" cy="295200"/>
                <a:chOff x="10124640" y="1269360"/>
                <a:chExt cx="1220040" cy="295200"/>
              </a:xfrm>
            </p:grpSpPr>
            <p:sp>
              <p:nvSpPr>
                <p:cNvPr id="848" name="Google Shape;1063;p79"/>
                <p:cNvSpPr/>
                <p:nvPr/>
              </p:nvSpPr>
              <p:spPr>
                <a:xfrm>
                  <a:off x="10124640" y="1269360"/>
                  <a:ext cx="145080" cy="293760"/>
                </a:xfrm>
                <a:custGeom>
                  <a:avLst/>
                  <a:gdLst>
                    <a:gd name="textAreaLeft" fmla="*/ 0 w 145080"/>
                    <a:gd name="textAreaRight" fmla="*/ 149760 w 145080"/>
                    <a:gd name="textAreaTop" fmla="*/ 0 h 293760"/>
                    <a:gd name="textAreaBottom" fmla="*/ 298440 h 293760"/>
                  </a:gdLst>
                  <a:ahLst/>
                  <a:cxnLst/>
                  <a:rect l="textAreaLeft" t="textAreaTop" r="textAreaRight" b="textAreaBottom"/>
                  <a:pathLst>
                    <a:path w="174433" h="347735">
                      <a:moveTo>
                        <a:pt x="112186" y="347594"/>
                      </a:moveTo>
                      <a:cubicBezTo>
                        <a:pt x="64794" y="347594"/>
                        <a:pt x="32680" y="328778"/>
                        <a:pt x="32680" y="265541"/>
                      </a:cubicBezTo>
                      <a:lnTo>
                        <a:pt x="32680" y="136095"/>
                      </a:lnTo>
                      <a:lnTo>
                        <a:pt x="0" y="136095"/>
                      </a:lnTo>
                      <a:lnTo>
                        <a:pt x="0" y="69887"/>
                      </a:lnTo>
                      <a:lnTo>
                        <a:pt x="32680" y="69887"/>
                      </a:lnTo>
                      <a:lnTo>
                        <a:pt x="32680" y="0"/>
                      </a:lnTo>
                      <a:lnTo>
                        <a:pt x="110206" y="0"/>
                      </a:lnTo>
                      <a:lnTo>
                        <a:pt x="110206" y="69887"/>
                      </a:lnTo>
                      <a:lnTo>
                        <a:pt x="174434" y="69887"/>
                      </a:lnTo>
                      <a:lnTo>
                        <a:pt x="174434" y="136095"/>
                      </a:lnTo>
                      <a:lnTo>
                        <a:pt x="110206" y="136095"/>
                      </a:lnTo>
                      <a:lnTo>
                        <a:pt x="110206" y="252808"/>
                      </a:lnTo>
                      <a:cubicBezTo>
                        <a:pt x="110206" y="270634"/>
                        <a:pt x="117845" y="279263"/>
                        <a:pt x="135246" y="279263"/>
                      </a:cubicBezTo>
                      <a:cubicBezTo>
                        <a:pt x="149535" y="279263"/>
                        <a:pt x="162267" y="275727"/>
                        <a:pt x="173443" y="269643"/>
                      </a:cubicBezTo>
                      <a:lnTo>
                        <a:pt x="173443" y="331890"/>
                      </a:lnTo>
                      <a:cubicBezTo>
                        <a:pt x="157174" y="341510"/>
                        <a:pt x="138217" y="347735"/>
                        <a:pt x="112328" y="34773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49" name="Google Shape;1064;p79"/>
                <p:cNvSpPr/>
                <p:nvPr/>
              </p:nvSpPr>
              <p:spPr>
                <a:xfrm>
                  <a:off x="10305360" y="1324800"/>
                  <a:ext cx="225360" cy="239400"/>
                </a:xfrm>
                <a:custGeom>
                  <a:avLst/>
                  <a:gdLst>
                    <a:gd name="textAreaLeft" fmla="*/ 0 w 225360"/>
                    <a:gd name="textAreaRight" fmla="*/ 230040 w 225360"/>
                    <a:gd name="textAreaTop" fmla="*/ 0 h 239400"/>
                    <a:gd name="textAreaBottom" fmla="*/ 244080 h 239400"/>
                  </a:gdLst>
                  <a:ahLst/>
                  <a:cxnLst/>
                  <a:rect l="textAreaLeft" t="textAreaTop" r="textAreaRight" b="textAreaBottom"/>
                  <a:pathLst>
                    <a:path w="268087" h="284356">
                      <a:moveTo>
                        <a:pt x="267238" y="168775"/>
                      </a:moveTo>
                      <a:lnTo>
                        <a:pt x="77102" y="168775"/>
                      </a:lnTo>
                      <a:cubicBezTo>
                        <a:pt x="84741" y="204001"/>
                        <a:pt x="109215" y="222251"/>
                        <a:pt x="143876" y="222251"/>
                      </a:cubicBezTo>
                      <a:cubicBezTo>
                        <a:pt x="169906" y="222251"/>
                        <a:pt x="188722" y="214045"/>
                        <a:pt x="210084" y="194239"/>
                      </a:cubicBezTo>
                      <a:lnTo>
                        <a:pt x="254365" y="233427"/>
                      </a:lnTo>
                      <a:cubicBezTo>
                        <a:pt x="228900" y="264975"/>
                        <a:pt x="192117" y="284356"/>
                        <a:pt x="142744" y="284356"/>
                      </a:cubicBezTo>
                      <a:cubicBezTo>
                        <a:pt x="60691" y="284356"/>
                        <a:pt x="0" y="226778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5598" y="0"/>
                        <a:pt x="135105" y="0"/>
                      </a:cubicBezTo>
                      <a:cubicBezTo>
                        <a:pt x="226353" y="0"/>
                        <a:pt x="268087" y="70877"/>
                        <a:pt x="268087" y="148403"/>
                      </a:cubicBezTo>
                      <a:lnTo>
                        <a:pt x="268087" y="149393"/>
                      </a:lnTo>
                      <a:cubicBezTo>
                        <a:pt x="268087" y="157033"/>
                        <a:pt x="267521" y="161560"/>
                        <a:pt x="267097" y="168775"/>
                      </a:cubicBezTo>
                      <a:close/>
                      <a:moveTo>
                        <a:pt x="135246" y="62247"/>
                      </a:moveTo>
                      <a:cubicBezTo>
                        <a:pt x="103132" y="62247"/>
                        <a:pt x="82195" y="85165"/>
                        <a:pt x="76111" y="120392"/>
                      </a:cubicBezTo>
                      <a:lnTo>
                        <a:pt x="192825" y="120392"/>
                      </a:lnTo>
                      <a:cubicBezTo>
                        <a:pt x="188298" y="85731"/>
                        <a:pt x="167784" y="62247"/>
                        <a:pt x="135246" y="6224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50" name="Google Shape;1065;p79"/>
                <p:cNvSpPr/>
                <p:nvPr/>
              </p:nvSpPr>
              <p:spPr>
                <a:xfrm>
                  <a:off x="10573560" y="1325160"/>
                  <a:ext cx="213120" cy="239400"/>
                </a:xfrm>
                <a:custGeom>
                  <a:avLst/>
                  <a:gdLst>
                    <a:gd name="textAreaLeft" fmla="*/ 0 w 213120"/>
                    <a:gd name="textAreaRight" fmla="*/ 217800 w 213120"/>
                    <a:gd name="textAreaTop" fmla="*/ 0 h 239400"/>
                    <a:gd name="textAreaBottom" fmla="*/ 244080 h 239400"/>
                  </a:gdLst>
                  <a:ahLst/>
                  <a:cxnLst/>
                  <a:rect l="textAreaLeft" t="textAreaTop" r="textAreaRight" b="textAreaBottom"/>
                  <a:pathLst>
                    <a:path w="253940" h="284356">
                      <a:moveTo>
                        <a:pt x="142178" y="284356"/>
                      </a:moveTo>
                      <a:cubicBezTo>
                        <a:pt x="60125" y="284356"/>
                        <a:pt x="0" y="221119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9701" y="0"/>
                        <a:pt x="143310" y="0"/>
                      </a:cubicBezTo>
                      <a:cubicBezTo>
                        <a:pt x="194805" y="0"/>
                        <a:pt x="226919" y="17401"/>
                        <a:pt x="252384" y="45837"/>
                      </a:cubicBezTo>
                      <a:lnTo>
                        <a:pt x="204991" y="96766"/>
                      </a:lnTo>
                      <a:cubicBezTo>
                        <a:pt x="187590" y="78375"/>
                        <a:pt x="170331" y="66633"/>
                        <a:pt x="142744" y="66633"/>
                      </a:cubicBezTo>
                      <a:cubicBezTo>
                        <a:pt x="103981" y="66633"/>
                        <a:pt x="76536" y="100727"/>
                        <a:pt x="76536" y="141046"/>
                      </a:cubicBezTo>
                      <a:lnTo>
                        <a:pt x="76536" y="142037"/>
                      </a:lnTo>
                      <a:cubicBezTo>
                        <a:pt x="76536" y="183770"/>
                        <a:pt x="103557" y="217441"/>
                        <a:pt x="145856" y="217441"/>
                      </a:cubicBezTo>
                      <a:cubicBezTo>
                        <a:pt x="171887" y="217441"/>
                        <a:pt x="189712" y="206264"/>
                        <a:pt x="208528" y="188439"/>
                      </a:cubicBezTo>
                      <a:lnTo>
                        <a:pt x="253940" y="234276"/>
                      </a:lnTo>
                      <a:cubicBezTo>
                        <a:pt x="227485" y="263277"/>
                        <a:pt x="196786" y="284215"/>
                        <a:pt x="142320" y="2842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51" name="Google Shape;1066;p79"/>
                <p:cNvSpPr/>
                <p:nvPr/>
              </p:nvSpPr>
              <p:spPr>
                <a:xfrm>
                  <a:off x="10834560" y="1325160"/>
                  <a:ext cx="210240" cy="234000"/>
                </a:xfrm>
                <a:custGeom>
                  <a:avLst/>
                  <a:gdLst>
                    <a:gd name="textAreaLeft" fmla="*/ 0 w 210240"/>
                    <a:gd name="textAreaRight" fmla="*/ 214920 w 210240"/>
                    <a:gd name="textAreaTop" fmla="*/ 0 h 234000"/>
                    <a:gd name="textAreaBottom" fmla="*/ 238680 h 234000"/>
                  </a:gdLst>
                  <a:ahLst/>
                  <a:cxnLst/>
                  <a:rect l="textAreaLeft" t="textAreaTop" r="textAreaRight" b="textAreaBottom"/>
                  <a:pathLst>
                    <a:path w="250403" h="278272">
                      <a:moveTo>
                        <a:pt x="172877" y="278273"/>
                      </a:moveTo>
                      <a:lnTo>
                        <a:pt x="172877" y="125909"/>
                      </a:lnTo>
                      <a:cubicBezTo>
                        <a:pt x="172877" y="89268"/>
                        <a:pt x="155477" y="70311"/>
                        <a:pt x="125909" y="70311"/>
                      </a:cubicBezTo>
                      <a:cubicBezTo>
                        <a:pt x="96342" y="70311"/>
                        <a:pt x="77526" y="89127"/>
                        <a:pt x="77526" y="125909"/>
                      </a:cubicBezTo>
                      <a:lnTo>
                        <a:pt x="77526" y="278273"/>
                      </a:lnTo>
                      <a:lnTo>
                        <a:pt x="0" y="278273"/>
                      </a:lnTo>
                      <a:lnTo>
                        <a:pt x="0" y="5093"/>
                      </a:lnTo>
                      <a:lnTo>
                        <a:pt x="77526" y="5093"/>
                      </a:lnTo>
                      <a:lnTo>
                        <a:pt x="77526" y="43856"/>
                      </a:lnTo>
                      <a:cubicBezTo>
                        <a:pt x="95351" y="20938"/>
                        <a:pt x="118270" y="0"/>
                        <a:pt x="157598" y="0"/>
                      </a:cubicBezTo>
                      <a:cubicBezTo>
                        <a:pt x="216167" y="0"/>
                        <a:pt x="250403" y="38763"/>
                        <a:pt x="250403" y="101435"/>
                      </a:cubicBezTo>
                      <a:lnTo>
                        <a:pt x="250403" y="278273"/>
                      </a:lnTo>
                      <a:lnTo>
                        <a:pt x="172877" y="278273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52" name="Google Shape;1067;p79"/>
                <p:cNvSpPr/>
                <p:nvPr/>
              </p:nvSpPr>
              <p:spPr>
                <a:xfrm>
                  <a:off x="11095560" y="1325160"/>
                  <a:ext cx="249120" cy="239400"/>
                </a:xfrm>
                <a:custGeom>
                  <a:avLst/>
                  <a:gdLst>
                    <a:gd name="textAreaLeft" fmla="*/ 0 w 249120"/>
                    <a:gd name="textAreaRight" fmla="*/ 253800 w 249120"/>
                    <a:gd name="textAreaTop" fmla="*/ 0 h 239400"/>
                    <a:gd name="textAreaBottom" fmla="*/ 244080 h 239400"/>
                  </a:gdLst>
                  <a:ahLst/>
                  <a:cxnLst/>
                  <a:rect l="textAreaLeft" t="textAreaTop" r="textAreaRight" b="textAreaBottom"/>
                  <a:pathLst>
                    <a:path w="295673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8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853" name="Google Shape;1068;p79"/>
              <p:cNvGrpSpPr/>
              <p:nvPr/>
            </p:nvGrpSpPr>
            <p:grpSpPr>
              <a:xfrm>
                <a:off x="10546560" y="1648080"/>
                <a:ext cx="1043640" cy="385560"/>
                <a:chOff x="10546560" y="1648080"/>
                <a:chExt cx="1043640" cy="385560"/>
              </a:xfrm>
            </p:grpSpPr>
            <p:sp>
              <p:nvSpPr>
                <p:cNvPr id="854" name="Google Shape;1069;p79"/>
                <p:cNvSpPr/>
                <p:nvPr/>
              </p:nvSpPr>
              <p:spPr>
                <a:xfrm>
                  <a:off x="10546560" y="1648080"/>
                  <a:ext cx="61920" cy="314640"/>
                </a:xfrm>
                <a:custGeom>
                  <a:avLst/>
                  <a:gdLst>
                    <a:gd name="textAreaLeft" fmla="*/ 0 w 61920"/>
                    <a:gd name="textAreaRight" fmla="*/ 66600 w 61920"/>
                    <a:gd name="textAreaTop" fmla="*/ 0 h 314640"/>
                    <a:gd name="textAreaBottom" fmla="*/ 319320 h 314640"/>
                  </a:gdLst>
                  <a:ahLst/>
                  <a:cxnLst/>
                  <a:rect l="textAreaLeft" t="textAreaTop" r="textAreaRight" b="textAreaBottom"/>
                  <a:pathLst>
                    <a:path w="77526" h="372209">
                      <a:moveTo>
                        <a:pt x="0" y="372210"/>
                      </a:moveTo>
                      <a:lnTo>
                        <a:pt x="0" y="0"/>
                      </a:lnTo>
                      <a:lnTo>
                        <a:pt x="77526" y="0"/>
                      </a:lnTo>
                      <a:lnTo>
                        <a:pt x="77526" y="372210"/>
                      </a:lnTo>
                      <a:lnTo>
                        <a:pt x="0" y="37221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55" name="Google Shape;1070;p79"/>
                <p:cNvSpPr/>
                <p:nvPr/>
              </p:nvSpPr>
              <p:spPr>
                <a:xfrm>
                  <a:off x="10664280" y="1728720"/>
                  <a:ext cx="249120" cy="239400"/>
                </a:xfrm>
                <a:custGeom>
                  <a:avLst/>
                  <a:gdLst>
                    <a:gd name="textAreaLeft" fmla="*/ 0 w 249120"/>
                    <a:gd name="textAreaRight" fmla="*/ 253800 w 249120"/>
                    <a:gd name="textAreaTop" fmla="*/ 0 h 239400"/>
                    <a:gd name="textAreaBottom" fmla="*/ 244080 h 239400"/>
                  </a:gdLst>
                  <a:ahLst/>
                  <a:cxnLst/>
                  <a:rect l="textAreaLeft" t="textAreaTop" r="textAreaRight" b="textAreaBottom"/>
                  <a:pathLst>
                    <a:path w="295674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7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56" name="Google Shape;1071;p79"/>
                <p:cNvSpPr/>
                <p:nvPr/>
              </p:nvSpPr>
              <p:spPr>
                <a:xfrm>
                  <a:off x="10955160" y="1728720"/>
                  <a:ext cx="241560" cy="304920"/>
                </a:xfrm>
                <a:custGeom>
                  <a:avLst/>
                  <a:gdLst>
                    <a:gd name="textAreaLeft" fmla="*/ 0 w 241560"/>
                    <a:gd name="textAreaRight" fmla="*/ 246240 w 241560"/>
                    <a:gd name="textAreaTop" fmla="*/ 0 h 304920"/>
                    <a:gd name="textAreaBottom" fmla="*/ 309600 h 304920"/>
                  </a:gdLst>
                  <a:ahLst/>
                  <a:cxnLst/>
                  <a:rect l="textAreaLeft" t="textAreaTop" r="textAreaRight" b="textAreaBottom"/>
                  <a:pathLst>
                    <a:path w="287044" h="361033">
                      <a:moveTo>
                        <a:pt x="134822" y="361033"/>
                      </a:moveTo>
                      <a:cubicBezTo>
                        <a:pt x="90541" y="361033"/>
                        <a:pt x="48666" y="350847"/>
                        <a:pt x="14006" y="332456"/>
                      </a:cubicBezTo>
                      <a:lnTo>
                        <a:pt x="40461" y="274312"/>
                      </a:lnTo>
                      <a:cubicBezTo>
                        <a:pt x="68472" y="290157"/>
                        <a:pt x="96483" y="299352"/>
                        <a:pt x="132700" y="299352"/>
                      </a:cubicBezTo>
                      <a:cubicBezTo>
                        <a:pt x="185751" y="299352"/>
                        <a:pt x="210650" y="273887"/>
                        <a:pt x="210650" y="224939"/>
                      </a:cubicBezTo>
                      <a:lnTo>
                        <a:pt x="210650" y="211640"/>
                      </a:lnTo>
                      <a:cubicBezTo>
                        <a:pt x="187732" y="239227"/>
                        <a:pt x="162691" y="255921"/>
                        <a:pt x="121382" y="255921"/>
                      </a:cubicBezTo>
                      <a:cubicBezTo>
                        <a:pt x="57720" y="255921"/>
                        <a:pt x="0" y="209518"/>
                        <a:pt x="0" y="128455"/>
                      </a:cubicBezTo>
                      <a:lnTo>
                        <a:pt x="0" y="127465"/>
                      </a:lnTo>
                      <a:cubicBezTo>
                        <a:pt x="0" y="45836"/>
                        <a:pt x="58569" y="0"/>
                        <a:pt x="121382" y="0"/>
                      </a:cubicBezTo>
                      <a:cubicBezTo>
                        <a:pt x="163682" y="0"/>
                        <a:pt x="188722" y="17825"/>
                        <a:pt x="209518" y="40744"/>
                      </a:cubicBezTo>
                      <a:lnTo>
                        <a:pt x="209518" y="5093"/>
                      </a:lnTo>
                      <a:lnTo>
                        <a:pt x="287044" y="5093"/>
                      </a:lnTo>
                      <a:lnTo>
                        <a:pt x="287044" y="216592"/>
                      </a:lnTo>
                      <a:cubicBezTo>
                        <a:pt x="287044" y="319582"/>
                        <a:pt x="236115" y="360892"/>
                        <a:pt x="134680" y="360892"/>
                      </a:cubicBezTo>
                      <a:close/>
                      <a:moveTo>
                        <a:pt x="210791" y="127607"/>
                      </a:moveTo>
                      <a:cubicBezTo>
                        <a:pt x="210791" y="90400"/>
                        <a:pt x="181790" y="64369"/>
                        <a:pt x="144017" y="64369"/>
                      </a:cubicBezTo>
                      <a:cubicBezTo>
                        <a:pt x="106245" y="64369"/>
                        <a:pt x="77809" y="90400"/>
                        <a:pt x="77809" y="127607"/>
                      </a:cubicBezTo>
                      <a:lnTo>
                        <a:pt x="77809" y="128597"/>
                      </a:lnTo>
                      <a:cubicBezTo>
                        <a:pt x="77809" y="166370"/>
                        <a:pt x="106386" y="191834"/>
                        <a:pt x="144017" y="191834"/>
                      </a:cubicBezTo>
                      <a:cubicBezTo>
                        <a:pt x="181648" y="191834"/>
                        <a:pt x="210791" y="165804"/>
                        <a:pt x="210791" y="128597"/>
                      </a:cubicBezTo>
                      <a:lnTo>
                        <a:pt x="210791" y="12760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57" name="Google Shape;1072;p79"/>
                <p:cNvSpPr/>
                <p:nvPr/>
              </p:nvSpPr>
              <p:spPr>
                <a:xfrm>
                  <a:off x="11262240" y="1648440"/>
                  <a:ext cx="65520" cy="314640"/>
                </a:xfrm>
                <a:custGeom>
                  <a:avLst/>
                  <a:gdLst>
                    <a:gd name="textAreaLeft" fmla="*/ 0 w 65520"/>
                    <a:gd name="textAreaRight" fmla="*/ 70200 w 65520"/>
                    <a:gd name="textAreaTop" fmla="*/ 0 h 314640"/>
                    <a:gd name="textAreaBottom" fmla="*/ 319320 h 314640"/>
                  </a:gdLst>
                  <a:ahLst/>
                  <a:cxnLst/>
                  <a:rect l="textAreaLeft" t="textAreaTop" r="textAreaRight" b="textAreaBottom"/>
                  <a:pathLst>
                    <a:path w="81628" h="372068">
                      <a:moveTo>
                        <a:pt x="0" y="68755"/>
                      </a:moveTo>
                      <a:lnTo>
                        <a:pt x="0" y="0"/>
                      </a:lnTo>
                      <a:lnTo>
                        <a:pt x="81629" y="0"/>
                      </a:lnTo>
                      <a:lnTo>
                        <a:pt x="81629" y="68755"/>
                      </a:lnTo>
                      <a:lnTo>
                        <a:pt x="0" y="68755"/>
                      </a:lnTo>
                      <a:close/>
                      <a:moveTo>
                        <a:pt x="1981" y="372068"/>
                      </a:moveTo>
                      <a:lnTo>
                        <a:pt x="1981" y="98888"/>
                      </a:lnTo>
                      <a:lnTo>
                        <a:pt x="79507" y="98888"/>
                      </a:lnTo>
                      <a:lnTo>
                        <a:pt x="79507" y="372068"/>
                      </a:lnTo>
                      <a:lnTo>
                        <a:pt x="1981" y="37206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58" name="Google Shape;1073;p79"/>
                <p:cNvSpPr/>
                <p:nvPr/>
              </p:nvSpPr>
              <p:spPr>
                <a:xfrm>
                  <a:off x="11379240" y="1730520"/>
                  <a:ext cx="210960" cy="236880"/>
                </a:xfrm>
                <a:custGeom>
                  <a:avLst/>
                  <a:gdLst>
                    <a:gd name="textAreaLeft" fmla="*/ 0 w 210960"/>
                    <a:gd name="textAreaRight" fmla="*/ 215640 w 210960"/>
                    <a:gd name="textAreaTop" fmla="*/ 0 h 236880"/>
                    <a:gd name="textAreaBottom" fmla="*/ 241560 h 236880"/>
                  </a:gdLst>
                  <a:ahLst/>
                  <a:cxnLst/>
                  <a:rect l="textAreaLeft" t="textAreaTop" r="textAreaRight" b="textAreaBottom"/>
                  <a:pathLst>
                    <a:path w="251252" h="281385">
                      <a:moveTo>
                        <a:pt x="176414" y="276292"/>
                      </a:moveTo>
                      <a:lnTo>
                        <a:pt x="176414" y="246725"/>
                      </a:lnTo>
                      <a:cubicBezTo>
                        <a:pt x="157598" y="267663"/>
                        <a:pt x="131568" y="281385"/>
                        <a:pt x="93795" y="281385"/>
                      </a:cubicBezTo>
                      <a:cubicBezTo>
                        <a:pt x="42300" y="281385"/>
                        <a:pt x="0" y="251818"/>
                        <a:pt x="0" y="197776"/>
                      </a:cubicBezTo>
                      <a:lnTo>
                        <a:pt x="0" y="196786"/>
                      </a:lnTo>
                      <a:cubicBezTo>
                        <a:pt x="0" y="137085"/>
                        <a:pt x="45412" y="109640"/>
                        <a:pt x="110064" y="109640"/>
                      </a:cubicBezTo>
                      <a:cubicBezTo>
                        <a:pt x="137651" y="109640"/>
                        <a:pt x="157457" y="114167"/>
                        <a:pt x="176839" y="120816"/>
                      </a:cubicBezTo>
                      <a:lnTo>
                        <a:pt x="176839" y="116289"/>
                      </a:lnTo>
                      <a:cubicBezTo>
                        <a:pt x="176839" y="84175"/>
                        <a:pt x="156891" y="66350"/>
                        <a:pt x="118270" y="66350"/>
                      </a:cubicBezTo>
                      <a:cubicBezTo>
                        <a:pt x="88702" y="66350"/>
                        <a:pt x="67764" y="72009"/>
                        <a:pt x="42866" y="81063"/>
                      </a:cubicBezTo>
                      <a:lnTo>
                        <a:pt x="23484" y="21928"/>
                      </a:lnTo>
                      <a:cubicBezTo>
                        <a:pt x="53617" y="8630"/>
                        <a:pt x="83185" y="0"/>
                        <a:pt x="129446" y="0"/>
                      </a:cubicBezTo>
                      <a:cubicBezTo>
                        <a:pt x="214045" y="0"/>
                        <a:pt x="251252" y="43856"/>
                        <a:pt x="251252" y="117704"/>
                      </a:cubicBezTo>
                      <a:lnTo>
                        <a:pt x="251252" y="276292"/>
                      </a:lnTo>
                      <a:lnTo>
                        <a:pt x="176273" y="276292"/>
                      </a:lnTo>
                      <a:close/>
                      <a:moveTo>
                        <a:pt x="177970" y="166228"/>
                      </a:moveTo>
                      <a:cubicBezTo>
                        <a:pt x="164672" y="160145"/>
                        <a:pt x="147413" y="156042"/>
                        <a:pt x="128455" y="156042"/>
                      </a:cubicBezTo>
                      <a:cubicBezTo>
                        <a:pt x="95351" y="156042"/>
                        <a:pt x="74979" y="169340"/>
                        <a:pt x="74979" y="193815"/>
                      </a:cubicBezTo>
                      <a:lnTo>
                        <a:pt x="74979" y="194805"/>
                      </a:lnTo>
                      <a:cubicBezTo>
                        <a:pt x="74979" y="215743"/>
                        <a:pt x="92380" y="227909"/>
                        <a:pt x="117279" y="227909"/>
                      </a:cubicBezTo>
                      <a:cubicBezTo>
                        <a:pt x="153496" y="227909"/>
                        <a:pt x="177970" y="207962"/>
                        <a:pt x="177970" y="179951"/>
                      </a:cubicBezTo>
                      <a:lnTo>
                        <a:pt x="177970" y="16622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859" name="Google Shape;1074;p79"/>
            <p:cNvGrpSpPr/>
            <p:nvPr/>
          </p:nvGrpSpPr>
          <p:grpSpPr>
            <a:xfrm>
              <a:off x="10207440" y="873000"/>
              <a:ext cx="1172160" cy="294120"/>
              <a:chOff x="10207440" y="873000"/>
              <a:chExt cx="1172160" cy="294120"/>
            </a:xfrm>
          </p:grpSpPr>
          <p:sp>
            <p:nvSpPr>
              <p:cNvPr id="860" name="Google Shape;1075;p79"/>
              <p:cNvSpPr/>
              <p:nvPr/>
            </p:nvSpPr>
            <p:spPr>
              <a:xfrm>
                <a:off x="10207440" y="878040"/>
                <a:ext cx="77040" cy="99360"/>
              </a:xfrm>
              <a:custGeom>
                <a:avLst/>
                <a:gdLst>
                  <a:gd name="textAreaLeft" fmla="*/ 0 w 77040"/>
                  <a:gd name="textAreaRight" fmla="*/ 81720 w 77040"/>
                  <a:gd name="textAreaTop" fmla="*/ 0 h 99360"/>
                  <a:gd name="textAreaBottom" fmla="*/ 104040 h 99360"/>
                </a:gdLst>
                <a:ahLst/>
                <a:cxnLst/>
                <a:rect l="textAreaLeft" t="textAreaTop" r="textAreaRight" b="textAreaBottom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1" name="Google Shape;1076;p79"/>
              <p:cNvSpPr/>
              <p:nvPr/>
            </p:nvSpPr>
            <p:spPr>
              <a:xfrm>
                <a:off x="10285560" y="903600"/>
                <a:ext cx="75600" cy="75600"/>
              </a:xfrm>
              <a:custGeom>
                <a:avLst/>
                <a:gdLst>
                  <a:gd name="textAreaLeft" fmla="*/ 0 w 75600"/>
                  <a:gd name="textAreaRight" fmla="*/ 80280 w 75600"/>
                  <a:gd name="textAreaTop" fmla="*/ 0 h 75600"/>
                  <a:gd name="textAreaBottom" fmla="*/ 80280 h 7560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2" name="Google Shape;1077;p79"/>
              <p:cNvSpPr/>
              <p:nvPr/>
            </p:nvSpPr>
            <p:spPr>
              <a:xfrm>
                <a:off x="10381680" y="873720"/>
                <a:ext cx="73080" cy="105480"/>
              </a:xfrm>
              <a:custGeom>
                <a:avLst/>
                <a:gdLst>
                  <a:gd name="textAreaLeft" fmla="*/ 0 w 73080"/>
                  <a:gd name="textAreaRight" fmla="*/ 77760 w 73080"/>
                  <a:gd name="textAreaTop" fmla="*/ 0 h 105480"/>
                  <a:gd name="textAreaBottom" fmla="*/ 110160 h 10548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3" name="Google Shape;1078;p79"/>
              <p:cNvSpPr/>
              <p:nvPr/>
            </p:nvSpPr>
            <p:spPr>
              <a:xfrm>
                <a:off x="10479240" y="903960"/>
                <a:ext cx="62640" cy="74880"/>
              </a:xfrm>
              <a:custGeom>
                <a:avLst/>
                <a:gdLst>
                  <a:gd name="textAreaLeft" fmla="*/ 0 w 62640"/>
                  <a:gd name="textAreaRight" fmla="*/ 67320 w 62640"/>
                  <a:gd name="textAreaTop" fmla="*/ 0 h 74880"/>
                  <a:gd name="textAreaBottom" fmla="*/ 79560 h 7488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4" name="Google Shape;1079;p79"/>
              <p:cNvSpPr/>
              <p:nvPr/>
            </p:nvSpPr>
            <p:spPr>
              <a:xfrm>
                <a:off x="10564560" y="903960"/>
                <a:ext cx="54720" cy="74880"/>
              </a:xfrm>
              <a:custGeom>
                <a:avLst/>
                <a:gdLst>
                  <a:gd name="textAreaLeft" fmla="*/ 0 w 54720"/>
                  <a:gd name="textAreaRight" fmla="*/ 59400 w 54720"/>
                  <a:gd name="textAreaTop" fmla="*/ 0 h 74880"/>
                  <a:gd name="textAreaBottom" fmla="*/ 79560 h 7488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5" name="Google Shape;1080;p79"/>
              <p:cNvSpPr/>
              <p:nvPr/>
            </p:nvSpPr>
            <p:spPr>
              <a:xfrm>
                <a:off x="10683720" y="903960"/>
                <a:ext cx="62640" cy="74880"/>
              </a:xfrm>
              <a:custGeom>
                <a:avLst/>
                <a:gdLst>
                  <a:gd name="textAreaLeft" fmla="*/ 0 w 62640"/>
                  <a:gd name="textAreaRight" fmla="*/ 67320 w 62640"/>
                  <a:gd name="textAreaTop" fmla="*/ 0 h 74880"/>
                  <a:gd name="textAreaBottom" fmla="*/ 79560 h 7488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6" name="Google Shape;1081;p79"/>
              <p:cNvSpPr/>
              <p:nvPr/>
            </p:nvSpPr>
            <p:spPr>
              <a:xfrm>
                <a:off x="10769400" y="903960"/>
                <a:ext cx="54720" cy="74880"/>
              </a:xfrm>
              <a:custGeom>
                <a:avLst/>
                <a:gdLst>
                  <a:gd name="textAreaLeft" fmla="*/ 0 w 54720"/>
                  <a:gd name="textAreaRight" fmla="*/ 59400 w 54720"/>
                  <a:gd name="textAreaTop" fmla="*/ 0 h 74880"/>
                  <a:gd name="textAreaBottom" fmla="*/ 79560 h 74880"/>
                </a:gdLst>
                <a:ahLst/>
                <a:cxnLst/>
                <a:rect l="textAreaLeft" t="textAreaTop" r="textAreaRight" b="textAreaBottom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7" name="Google Shape;1082;p79"/>
              <p:cNvSpPr/>
              <p:nvPr/>
            </p:nvSpPr>
            <p:spPr>
              <a:xfrm>
                <a:off x="10888200" y="873000"/>
                <a:ext cx="41760" cy="104400"/>
              </a:xfrm>
              <a:custGeom>
                <a:avLst/>
                <a:gdLst>
                  <a:gd name="textAreaLeft" fmla="*/ 0 w 41760"/>
                  <a:gd name="textAreaRight" fmla="*/ 46440 w 41760"/>
                  <a:gd name="textAreaTop" fmla="*/ 0 h 104400"/>
                  <a:gd name="textAreaBottom" fmla="*/ 109080 h 104400"/>
                </a:gdLst>
                <a:ahLst/>
                <a:cxnLst/>
                <a:rect l="textAreaLeft" t="textAreaTop" r="textAreaRight" b="textAreaBottom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8" name="Google Shape;1083;p79"/>
              <p:cNvSpPr/>
              <p:nvPr/>
            </p:nvSpPr>
            <p:spPr>
              <a:xfrm>
                <a:off x="10942920" y="903600"/>
                <a:ext cx="75600" cy="75600"/>
              </a:xfrm>
              <a:custGeom>
                <a:avLst/>
                <a:gdLst>
                  <a:gd name="textAreaLeft" fmla="*/ 0 w 75600"/>
                  <a:gd name="textAreaRight" fmla="*/ 80280 w 75600"/>
                  <a:gd name="textAreaTop" fmla="*/ 0 h 75600"/>
                  <a:gd name="textAreaBottom" fmla="*/ 80280 h 7560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9" name="Google Shape;1084;p79"/>
              <p:cNvSpPr/>
              <p:nvPr/>
            </p:nvSpPr>
            <p:spPr>
              <a:xfrm>
                <a:off x="11043720" y="903960"/>
                <a:ext cx="38160" cy="73440"/>
              </a:xfrm>
              <a:custGeom>
                <a:avLst/>
                <a:gdLst>
                  <a:gd name="textAreaLeft" fmla="*/ 0 w 38160"/>
                  <a:gd name="textAreaRight" fmla="*/ 42840 w 38160"/>
                  <a:gd name="textAreaTop" fmla="*/ 0 h 73440"/>
                  <a:gd name="textAreaBottom" fmla="*/ 78120 h 7344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0" name="Google Shape;1085;p79"/>
              <p:cNvSpPr/>
              <p:nvPr/>
            </p:nvSpPr>
            <p:spPr>
              <a:xfrm>
                <a:off x="11103840" y="903600"/>
                <a:ext cx="111600" cy="73800"/>
              </a:xfrm>
              <a:custGeom>
                <a:avLst/>
                <a:gdLst>
                  <a:gd name="textAreaLeft" fmla="*/ 0 w 111600"/>
                  <a:gd name="textAreaRight" fmla="*/ 116280 w 111600"/>
                  <a:gd name="textAreaTop" fmla="*/ 0 h 73800"/>
                  <a:gd name="textAreaBottom" fmla="*/ 78480 h 73800"/>
                </a:gdLst>
                <a:ahLst/>
                <a:cxnLst/>
                <a:rect l="textAreaLeft" t="textAreaTop" r="textAreaRight" b="textAreaBottom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1" name="Google Shape;1086;p79"/>
              <p:cNvSpPr/>
              <p:nvPr/>
            </p:nvSpPr>
            <p:spPr>
              <a:xfrm>
                <a:off x="11239560" y="903960"/>
                <a:ext cx="62640" cy="74880"/>
              </a:xfrm>
              <a:custGeom>
                <a:avLst/>
                <a:gdLst>
                  <a:gd name="textAreaLeft" fmla="*/ 0 w 62640"/>
                  <a:gd name="textAreaRight" fmla="*/ 67320 w 62640"/>
                  <a:gd name="textAreaTop" fmla="*/ 0 h 74880"/>
                  <a:gd name="textAreaBottom" fmla="*/ 79560 h 7488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2" name="Google Shape;1087;p79"/>
              <p:cNvSpPr/>
              <p:nvPr/>
            </p:nvSpPr>
            <p:spPr>
              <a:xfrm>
                <a:off x="11324880" y="903960"/>
                <a:ext cx="54720" cy="74880"/>
              </a:xfrm>
              <a:custGeom>
                <a:avLst/>
                <a:gdLst>
                  <a:gd name="textAreaLeft" fmla="*/ 0 w 54720"/>
                  <a:gd name="textAreaRight" fmla="*/ 59400 w 54720"/>
                  <a:gd name="textAreaTop" fmla="*/ 0 h 74880"/>
                  <a:gd name="textAreaBottom" fmla="*/ 79560 h 7488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3" name="Google Shape;1088;p79"/>
              <p:cNvSpPr/>
              <p:nvPr/>
            </p:nvSpPr>
            <p:spPr>
              <a:xfrm>
                <a:off x="10208160" y="1039680"/>
                <a:ext cx="73080" cy="105480"/>
              </a:xfrm>
              <a:custGeom>
                <a:avLst/>
                <a:gdLst>
                  <a:gd name="textAreaLeft" fmla="*/ 0 w 73080"/>
                  <a:gd name="textAreaRight" fmla="*/ 77760 w 73080"/>
                  <a:gd name="textAreaTop" fmla="*/ 0 h 105480"/>
                  <a:gd name="textAreaBottom" fmla="*/ 110160 h 10548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4" name="Google Shape;1089;p79"/>
              <p:cNvSpPr/>
              <p:nvPr/>
            </p:nvSpPr>
            <p:spPr>
              <a:xfrm>
                <a:off x="10306800" y="1069920"/>
                <a:ext cx="68040" cy="75600"/>
              </a:xfrm>
              <a:custGeom>
                <a:avLst/>
                <a:gdLst>
                  <a:gd name="textAreaLeft" fmla="*/ 0 w 68040"/>
                  <a:gd name="textAreaRight" fmla="*/ 72720 w 68040"/>
                  <a:gd name="textAreaTop" fmla="*/ 0 h 75600"/>
                  <a:gd name="textAreaBottom" fmla="*/ 80280 h 75600"/>
                </a:gdLst>
                <a:ahLst/>
                <a:cxnLst/>
                <a:rect l="textAreaLeft" t="textAreaTop" r="textAreaRight" b="textAreaBottom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5" name="Google Shape;1090;p79"/>
              <p:cNvSpPr/>
              <p:nvPr/>
            </p:nvSpPr>
            <p:spPr>
              <a:xfrm>
                <a:off x="10438200" y="1070280"/>
                <a:ext cx="62640" cy="74880"/>
              </a:xfrm>
              <a:custGeom>
                <a:avLst/>
                <a:gdLst>
                  <a:gd name="textAreaLeft" fmla="*/ 0 w 62640"/>
                  <a:gd name="textAreaRight" fmla="*/ 67320 w 62640"/>
                  <a:gd name="textAreaTop" fmla="*/ 0 h 74880"/>
                  <a:gd name="textAreaBottom" fmla="*/ 79560 h 7488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6" name="Google Shape;1091;p79"/>
              <p:cNvSpPr/>
              <p:nvPr/>
            </p:nvSpPr>
            <p:spPr>
              <a:xfrm>
                <a:off x="10530360" y="1069560"/>
                <a:ext cx="73080" cy="97560"/>
              </a:xfrm>
              <a:custGeom>
                <a:avLst/>
                <a:gdLst>
                  <a:gd name="textAreaLeft" fmla="*/ 0 w 73080"/>
                  <a:gd name="textAreaRight" fmla="*/ 77760 w 73080"/>
                  <a:gd name="textAreaTop" fmla="*/ 0 h 97560"/>
                  <a:gd name="textAreaBottom" fmla="*/ 102240 h 97560"/>
                </a:gdLst>
                <a:ahLst/>
                <a:cxnLst/>
                <a:rect l="textAreaLeft" t="textAreaTop" r="textAreaRight" b="textAreaBottom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7" name="Google Shape;1092;p79"/>
              <p:cNvSpPr/>
              <p:nvPr/>
            </p:nvSpPr>
            <p:spPr>
              <a:xfrm>
                <a:off x="10629000" y="1069920"/>
                <a:ext cx="38160" cy="73440"/>
              </a:xfrm>
              <a:custGeom>
                <a:avLst/>
                <a:gdLst>
                  <a:gd name="textAreaLeft" fmla="*/ 0 w 38160"/>
                  <a:gd name="textAreaRight" fmla="*/ 42840 w 38160"/>
                  <a:gd name="textAreaTop" fmla="*/ 0 h 73440"/>
                  <a:gd name="textAreaBottom" fmla="*/ 78120 h 7344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8" name="Google Shape;1093;p79"/>
              <p:cNvSpPr/>
              <p:nvPr/>
            </p:nvSpPr>
            <p:spPr>
              <a:xfrm>
                <a:off x="10681200" y="1069920"/>
                <a:ext cx="68040" cy="75600"/>
              </a:xfrm>
              <a:custGeom>
                <a:avLst/>
                <a:gdLst>
                  <a:gd name="textAreaLeft" fmla="*/ 0 w 68040"/>
                  <a:gd name="textAreaRight" fmla="*/ 72720 w 68040"/>
                  <a:gd name="textAreaTop" fmla="*/ 0 h 75600"/>
                  <a:gd name="textAreaBottom" fmla="*/ 80280 h 7560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9" name="Google Shape;1094;p79"/>
              <p:cNvSpPr/>
              <p:nvPr/>
            </p:nvSpPr>
            <p:spPr>
              <a:xfrm>
                <a:off x="10774080" y="1069560"/>
                <a:ext cx="62640" cy="73800"/>
              </a:xfrm>
              <a:custGeom>
                <a:avLst/>
                <a:gdLst>
                  <a:gd name="textAreaLeft" fmla="*/ 0 w 62640"/>
                  <a:gd name="textAreaRight" fmla="*/ 67320 w 62640"/>
                  <a:gd name="textAreaTop" fmla="*/ 0 h 73800"/>
                  <a:gd name="textAreaBottom" fmla="*/ 78480 h 73800"/>
                </a:gdLst>
                <a:ahLst/>
                <a:cxnLst/>
                <a:rect l="textAreaLeft" t="textAreaTop" r="textAreaRight" b="textAreaBottom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0" name="Google Shape;1095;p79"/>
              <p:cNvSpPr/>
              <p:nvPr/>
            </p:nvSpPr>
            <p:spPr>
              <a:xfrm>
                <a:off x="10860840" y="1039680"/>
                <a:ext cx="73080" cy="105480"/>
              </a:xfrm>
              <a:custGeom>
                <a:avLst/>
                <a:gdLst>
                  <a:gd name="textAreaLeft" fmla="*/ 0 w 73080"/>
                  <a:gd name="textAreaRight" fmla="*/ 77760 w 73080"/>
                  <a:gd name="textAreaTop" fmla="*/ 0 h 105480"/>
                  <a:gd name="textAreaBottom" fmla="*/ 110160 h 10548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1" name="Google Shape;1096;p79"/>
              <p:cNvSpPr/>
              <p:nvPr/>
            </p:nvSpPr>
            <p:spPr>
              <a:xfrm>
                <a:off x="10959480" y="1069920"/>
                <a:ext cx="68040" cy="75600"/>
              </a:xfrm>
              <a:custGeom>
                <a:avLst/>
                <a:gdLst>
                  <a:gd name="textAreaLeft" fmla="*/ 0 w 68040"/>
                  <a:gd name="textAreaRight" fmla="*/ 72720 w 68040"/>
                  <a:gd name="textAreaTop" fmla="*/ 0 h 75600"/>
                  <a:gd name="textAreaBottom" fmla="*/ 80280 h 7560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2" name="Google Shape;1097;p79"/>
              <p:cNvSpPr/>
              <p:nvPr/>
            </p:nvSpPr>
            <p:spPr>
              <a:xfrm>
                <a:off x="11052360" y="1069920"/>
                <a:ext cx="38160" cy="73440"/>
              </a:xfrm>
              <a:custGeom>
                <a:avLst/>
                <a:gdLst>
                  <a:gd name="textAreaLeft" fmla="*/ 0 w 38160"/>
                  <a:gd name="textAreaRight" fmla="*/ 42840 w 38160"/>
                  <a:gd name="textAreaTop" fmla="*/ 0 h 73440"/>
                  <a:gd name="textAreaBottom" fmla="*/ 78120 h 7344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883" name="Google Shape;1098;p79"/>
            <p:cNvGrpSpPr/>
            <p:nvPr/>
          </p:nvGrpSpPr>
          <p:grpSpPr>
            <a:xfrm>
              <a:off x="10113480" y="597240"/>
              <a:ext cx="604800" cy="147960"/>
              <a:chOff x="10113480" y="597240"/>
              <a:chExt cx="604800" cy="147960"/>
            </a:xfrm>
          </p:grpSpPr>
          <p:sp>
            <p:nvSpPr>
              <p:cNvPr id="884" name="Google Shape;1099;p79"/>
              <p:cNvSpPr/>
              <p:nvPr/>
            </p:nvSpPr>
            <p:spPr>
              <a:xfrm>
                <a:off x="10627560" y="603360"/>
                <a:ext cx="90720" cy="141120"/>
              </a:xfrm>
              <a:custGeom>
                <a:avLst/>
                <a:gdLst>
                  <a:gd name="textAreaLeft" fmla="*/ 0 w 90720"/>
                  <a:gd name="textAreaRight" fmla="*/ 95400 w 90720"/>
                  <a:gd name="textAreaTop" fmla="*/ 0 h 141120"/>
                  <a:gd name="textAreaBottom" fmla="*/ 145800 h 141120"/>
                </a:gdLst>
                <a:ahLst/>
                <a:cxnLst/>
                <a:rect l="textAreaLeft" t="textAreaTop" r="textAreaRight" b="textAreaBottom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5" name="Google Shape;1100;p79"/>
              <p:cNvSpPr/>
              <p:nvPr/>
            </p:nvSpPr>
            <p:spPr>
              <a:xfrm>
                <a:off x="10113480" y="597240"/>
                <a:ext cx="133200" cy="147960"/>
              </a:xfrm>
              <a:custGeom>
                <a:avLst/>
                <a:gdLst>
                  <a:gd name="textAreaLeft" fmla="*/ 0 w 133200"/>
                  <a:gd name="textAreaRight" fmla="*/ 137880 w 133200"/>
                  <a:gd name="textAreaTop" fmla="*/ 0 h 147960"/>
                  <a:gd name="textAreaBottom" fmla="*/ 152640 h 147960"/>
                </a:gdLst>
                <a:ahLst/>
                <a:cxnLst/>
                <a:rect l="textAreaLeft" t="textAreaTop" r="textAreaRight" b="textAreaBottom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6" name="Google Shape;1101;p79"/>
              <p:cNvSpPr/>
              <p:nvPr/>
            </p:nvSpPr>
            <p:spPr>
              <a:xfrm>
                <a:off x="10246320" y="618480"/>
                <a:ext cx="129600" cy="122040"/>
              </a:xfrm>
              <a:custGeom>
                <a:avLst/>
                <a:gdLst>
                  <a:gd name="textAreaLeft" fmla="*/ 0 w 129600"/>
                  <a:gd name="textAreaRight" fmla="*/ 134280 w 129600"/>
                  <a:gd name="textAreaTop" fmla="*/ 0 h 122040"/>
                  <a:gd name="textAreaBottom" fmla="*/ 126720 h 122040"/>
                </a:gdLst>
                <a:ahLst/>
                <a:cxnLst/>
                <a:rect l="textAreaLeft" t="textAreaTop" r="textAreaRight" b="textAreaBottom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7" name="Google Shape;1102;p79"/>
              <p:cNvSpPr/>
              <p:nvPr/>
            </p:nvSpPr>
            <p:spPr>
              <a:xfrm>
                <a:off x="10378800" y="619920"/>
                <a:ext cx="120960" cy="118440"/>
              </a:xfrm>
              <a:custGeom>
                <a:avLst/>
                <a:gdLst>
                  <a:gd name="textAreaLeft" fmla="*/ 0 w 120960"/>
                  <a:gd name="textAreaRight" fmla="*/ 125640 w 120960"/>
                  <a:gd name="textAreaTop" fmla="*/ 0 h 118440"/>
                  <a:gd name="textAreaBottom" fmla="*/ 123120 h 118440"/>
                </a:gdLst>
                <a:ahLst/>
                <a:cxnLst/>
                <a:rect l="textAreaLeft" t="textAreaTop" r="textAreaRight" b="textAreaBottom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8" name="Google Shape;1103;p79"/>
              <p:cNvSpPr/>
              <p:nvPr/>
            </p:nvSpPr>
            <p:spPr>
              <a:xfrm>
                <a:off x="10503000" y="619200"/>
                <a:ext cx="122040" cy="120600"/>
              </a:xfrm>
              <a:custGeom>
                <a:avLst/>
                <a:gdLst>
                  <a:gd name="textAreaLeft" fmla="*/ 0 w 122040"/>
                  <a:gd name="textAreaRight" fmla="*/ 126720 w 122040"/>
                  <a:gd name="textAreaTop" fmla="*/ 0 h 120600"/>
                  <a:gd name="textAreaBottom" fmla="*/ 125280 h 120600"/>
                </a:gdLst>
                <a:ahLst/>
                <a:cxnLst/>
                <a:rect l="textAreaLeft" t="textAreaTop" r="textAreaRight" b="textAreaBottom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ome da aula_generica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9" name="Google Shape;323;p58" descr=""/>
          <p:cNvPicPr/>
          <p:nvPr/>
        </p:nvPicPr>
        <p:blipFill>
          <a:blip r:embed="rId2"/>
          <a:stretch/>
        </p:blipFill>
        <p:spPr>
          <a:xfrm>
            <a:off x="7977960" y="5732640"/>
            <a:ext cx="2936160" cy="66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0" name="Google Shape;324;p58"/>
          <p:cNvSpPr/>
          <p:nvPr/>
        </p:nvSpPr>
        <p:spPr>
          <a:xfrm>
            <a:off x="1918440" y="2635920"/>
            <a:ext cx="922320" cy="92232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1" name="Google Shape;325;p58"/>
          <p:cNvSpPr/>
          <p:nvPr/>
        </p:nvSpPr>
        <p:spPr>
          <a:xfrm rot="10800000">
            <a:off x="9972360" y="-471600"/>
            <a:ext cx="2953080" cy="780588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2" name="Google Shape;326;p58"/>
          <p:cNvSpPr/>
          <p:nvPr/>
        </p:nvSpPr>
        <p:spPr>
          <a:xfrm>
            <a:off x="-139608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e7525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893" name="Google Shape;327;p58"/>
          <p:cNvGrpSpPr/>
          <p:nvPr/>
        </p:nvGrpSpPr>
        <p:grpSpPr>
          <a:xfrm>
            <a:off x="2986560" y="7543800"/>
            <a:ext cx="5219640" cy="374400"/>
            <a:chOff x="2986560" y="7543800"/>
            <a:chExt cx="5219640" cy="374400"/>
          </a:xfrm>
        </p:grpSpPr>
        <p:sp>
          <p:nvSpPr>
            <p:cNvPr id="894" name="Google Shape;328;p58"/>
            <p:cNvSpPr/>
            <p:nvPr/>
          </p:nvSpPr>
          <p:spPr>
            <a:xfrm>
              <a:off x="2986560" y="7543800"/>
              <a:ext cx="360000" cy="374400"/>
            </a:xfrm>
            <a:custGeom>
              <a:avLst/>
              <a:gdLst>
                <a:gd name="textAreaLeft" fmla="*/ 0 w 360000"/>
                <a:gd name="textAreaRight" fmla="*/ 364680 w 360000"/>
                <a:gd name="textAreaTop" fmla="*/ 0 h 374400"/>
                <a:gd name="textAreaBottom" fmla="*/ 379080 h 37440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8" y="0"/>
                  </a:lnTo>
                  <a:lnTo>
                    <a:pt x="364808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5" name="Google Shape;329;p58"/>
            <p:cNvSpPr/>
            <p:nvPr/>
          </p:nvSpPr>
          <p:spPr>
            <a:xfrm>
              <a:off x="3542040" y="7543800"/>
              <a:ext cx="360000" cy="374400"/>
            </a:xfrm>
            <a:custGeom>
              <a:avLst/>
              <a:gdLst>
                <a:gd name="textAreaLeft" fmla="*/ 0 w 360000"/>
                <a:gd name="textAreaRight" fmla="*/ 364680 w 360000"/>
                <a:gd name="textAreaTop" fmla="*/ 0 h 374400"/>
                <a:gd name="textAreaBottom" fmla="*/ 379080 h 37440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7" y="0"/>
                  </a:lnTo>
                  <a:lnTo>
                    <a:pt x="364807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6" name="Google Shape;330;p58"/>
            <p:cNvSpPr/>
            <p:nvPr/>
          </p:nvSpPr>
          <p:spPr>
            <a:xfrm>
              <a:off x="4049640" y="7543800"/>
              <a:ext cx="360000" cy="374400"/>
            </a:xfrm>
            <a:custGeom>
              <a:avLst/>
              <a:gdLst>
                <a:gd name="textAreaLeft" fmla="*/ 0 w 360000"/>
                <a:gd name="textAreaRight" fmla="*/ 364680 w 360000"/>
                <a:gd name="textAreaTop" fmla="*/ 0 h 374400"/>
                <a:gd name="textAreaBottom" fmla="*/ 379080 h 37440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7" y="0"/>
                  </a:lnTo>
                  <a:lnTo>
                    <a:pt x="364807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7" name="Google Shape;331;p58"/>
            <p:cNvSpPr/>
            <p:nvPr/>
          </p:nvSpPr>
          <p:spPr>
            <a:xfrm>
              <a:off x="4564080" y="7543800"/>
              <a:ext cx="360000" cy="374400"/>
            </a:xfrm>
            <a:custGeom>
              <a:avLst/>
              <a:gdLst>
                <a:gd name="textAreaLeft" fmla="*/ 0 w 360000"/>
                <a:gd name="textAreaRight" fmla="*/ 364680 w 360000"/>
                <a:gd name="textAreaTop" fmla="*/ 0 h 374400"/>
                <a:gd name="textAreaBottom" fmla="*/ 379080 h 37440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7" y="0"/>
                  </a:lnTo>
                  <a:lnTo>
                    <a:pt x="364807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084c8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8" name="Google Shape;332;p58"/>
            <p:cNvSpPr/>
            <p:nvPr/>
          </p:nvSpPr>
          <p:spPr>
            <a:xfrm>
              <a:off x="5078160" y="7543800"/>
              <a:ext cx="360000" cy="374400"/>
            </a:xfrm>
            <a:custGeom>
              <a:avLst/>
              <a:gdLst>
                <a:gd name="textAreaLeft" fmla="*/ 0 w 360000"/>
                <a:gd name="textAreaRight" fmla="*/ 364680 w 360000"/>
                <a:gd name="textAreaTop" fmla="*/ 0 h 374400"/>
                <a:gd name="textAreaBottom" fmla="*/ 379080 h 37440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7" y="0"/>
                  </a:lnTo>
                  <a:lnTo>
                    <a:pt x="364807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1cafc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9" name="Google Shape;333;p58"/>
            <p:cNvSpPr/>
            <p:nvPr/>
          </p:nvSpPr>
          <p:spPr>
            <a:xfrm>
              <a:off x="6145200" y="7543800"/>
              <a:ext cx="360000" cy="374400"/>
            </a:xfrm>
            <a:custGeom>
              <a:avLst/>
              <a:gdLst>
                <a:gd name="textAreaLeft" fmla="*/ 0 w 360000"/>
                <a:gd name="textAreaRight" fmla="*/ 364680 w 360000"/>
                <a:gd name="textAreaTop" fmla="*/ 0 h 374400"/>
                <a:gd name="textAreaBottom" fmla="*/ 379080 h 37440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7" y="0"/>
                  </a:lnTo>
                  <a:lnTo>
                    <a:pt x="364807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0" name="Google Shape;334;p58"/>
            <p:cNvSpPr/>
            <p:nvPr/>
          </p:nvSpPr>
          <p:spPr>
            <a:xfrm>
              <a:off x="5633640" y="7543800"/>
              <a:ext cx="360000" cy="374400"/>
            </a:xfrm>
            <a:custGeom>
              <a:avLst/>
              <a:gdLst>
                <a:gd name="textAreaLeft" fmla="*/ 0 w 360000"/>
                <a:gd name="textAreaRight" fmla="*/ 364680 w 360000"/>
                <a:gd name="textAreaTop" fmla="*/ 0 h 374400"/>
                <a:gd name="textAreaBottom" fmla="*/ 379080 h 37440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8" y="0"/>
                  </a:lnTo>
                  <a:lnTo>
                    <a:pt x="364808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7bc7c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1" name="Google Shape;335;p58"/>
            <p:cNvSpPr/>
            <p:nvPr/>
          </p:nvSpPr>
          <p:spPr>
            <a:xfrm>
              <a:off x="6741360" y="7543800"/>
              <a:ext cx="360000" cy="374400"/>
            </a:xfrm>
            <a:custGeom>
              <a:avLst/>
              <a:gdLst>
                <a:gd name="textAreaLeft" fmla="*/ 0 w 360000"/>
                <a:gd name="textAreaRight" fmla="*/ 364680 w 360000"/>
                <a:gd name="textAreaTop" fmla="*/ 0 h 374400"/>
                <a:gd name="textAreaBottom" fmla="*/ 379080 h 37440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8" y="0"/>
                  </a:lnTo>
                  <a:lnTo>
                    <a:pt x="364808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dfdc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2" name="Google Shape;336;p58"/>
            <p:cNvSpPr/>
            <p:nvPr/>
          </p:nvSpPr>
          <p:spPr>
            <a:xfrm>
              <a:off x="7303320" y="7543800"/>
              <a:ext cx="360000" cy="374400"/>
            </a:xfrm>
            <a:custGeom>
              <a:avLst/>
              <a:gdLst>
                <a:gd name="textAreaLeft" fmla="*/ 0 w 360000"/>
                <a:gd name="textAreaRight" fmla="*/ 364680 w 360000"/>
                <a:gd name="textAreaTop" fmla="*/ 0 h 374400"/>
                <a:gd name="textAreaBottom" fmla="*/ 379080 h 37440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8" y="0"/>
                  </a:lnTo>
                  <a:lnTo>
                    <a:pt x="364808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a9a39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3" name="Google Shape;337;p58"/>
            <p:cNvSpPr/>
            <p:nvPr/>
          </p:nvSpPr>
          <p:spPr>
            <a:xfrm>
              <a:off x="7846200" y="7543800"/>
              <a:ext cx="360000" cy="374400"/>
            </a:xfrm>
            <a:custGeom>
              <a:avLst/>
              <a:gdLst>
                <a:gd name="textAreaLeft" fmla="*/ 0 w 360000"/>
                <a:gd name="textAreaRight" fmla="*/ 364680 w 360000"/>
                <a:gd name="textAreaTop" fmla="*/ 0 h 374400"/>
                <a:gd name="textAreaBottom" fmla="*/ 379080 h 37440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8" y="0"/>
                  </a:lnTo>
                  <a:lnTo>
                    <a:pt x="364808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79736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04" name="Google Shape;338;p58"/>
          <p:cNvSpPr/>
          <p:nvPr/>
        </p:nvSpPr>
        <p:spPr>
          <a:xfrm>
            <a:off x="-19227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e9662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5" name="Google Shape;339;p58"/>
          <p:cNvSpPr/>
          <p:nvPr/>
        </p:nvSpPr>
        <p:spPr>
          <a:xfrm>
            <a:off x="-248112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f794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6" name="Google Shape;340;p58"/>
          <p:cNvSpPr/>
          <p:nvPr/>
        </p:nvSpPr>
        <p:spPr>
          <a:xfrm>
            <a:off x="-30333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f9c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7" name="Google Shape;341;p58"/>
          <p:cNvSpPr/>
          <p:nvPr/>
        </p:nvSpPr>
        <p:spPr>
          <a:xfrm>
            <a:off x="-187920" y="-628560"/>
            <a:ext cx="776520" cy="780588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8" name="Google Shape;342;p58"/>
          <p:cNvSpPr/>
          <p:nvPr/>
        </p:nvSpPr>
        <p:spPr>
          <a:xfrm rot="10800000">
            <a:off x="9988200" y="-400320"/>
            <a:ext cx="2953080" cy="282276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9" name="Google Shape;343;p58"/>
          <p:cNvSpPr/>
          <p:nvPr/>
        </p:nvSpPr>
        <p:spPr>
          <a:xfrm>
            <a:off x="564840" y="5270400"/>
            <a:ext cx="1462680" cy="1620720"/>
          </a:xfrm>
          <a:custGeom>
            <a:avLst/>
            <a:gdLst>
              <a:gd name="textAreaLeft" fmla="*/ 0 w 1462680"/>
              <a:gd name="textAreaRight" fmla="*/ 1467360 w 1462680"/>
              <a:gd name="textAreaTop" fmla="*/ 0 h 1620720"/>
              <a:gd name="textAreaBottom" fmla="*/ 1625400 h 1620720"/>
            </a:gdLst>
            <a:ahLst/>
            <a:cxnLst/>
            <a:rect l="textAreaLeft" t="textAreaTop" r="textAreaRight" b="textAreaBottom"/>
            <a:pathLst>
              <a:path w="2251429" h="2251429">
                <a:moveTo>
                  <a:pt x="0" y="0"/>
                </a:moveTo>
                <a:lnTo>
                  <a:pt x="2251430" y="0"/>
                </a:lnTo>
                <a:lnTo>
                  <a:pt x="2251430" y="2251430"/>
                </a:lnTo>
                <a:lnTo>
                  <a:pt x="0" y="2251430"/>
                </a:lnTo>
                <a:close/>
              </a:path>
            </a:pathLst>
          </a:custGeom>
          <a:solidFill>
            <a:srgbClr val="6335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0" name="Google Shape;344;p58"/>
          <p:cNvSpPr/>
          <p:nvPr/>
        </p:nvSpPr>
        <p:spPr>
          <a:xfrm>
            <a:off x="997560" y="1713240"/>
            <a:ext cx="922320" cy="922320"/>
          </a:xfrm>
          <a:prstGeom prst="rect">
            <a:avLst/>
          </a:prstGeom>
          <a:noFill/>
          <a:ln w="12700">
            <a:solidFill>
              <a:srgbClr val="62388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1" name="Google Shape;345;p58"/>
          <p:cNvSpPr/>
          <p:nvPr/>
        </p:nvSpPr>
        <p:spPr>
          <a:xfrm>
            <a:off x="997560" y="2301840"/>
            <a:ext cx="922320" cy="3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99000"/>
              </a:lnSpc>
              <a:tabLst>
                <a:tab algn="l" pos="0"/>
              </a:tabLst>
            </a:pPr>
            <a:r>
              <a:rPr b="0" lang="pt-BR" sz="1900" strike="noStrike" u="none">
                <a:solidFill>
                  <a:srgbClr val="623889"/>
                </a:solidFill>
                <a:effectLst/>
                <a:uFillTx/>
                <a:latin typeface="Arial"/>
                <a:ea typeface="Arial"/>
              </a:rPr>
              <a:t>AULA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2" name="PlaceHolder 1"/>
          <p:cNvSpPr>
            <a:spLocks noGrp="1"/>
          </p:cNvSpPr>
          <p:nvPr>
            <p:ph type="body"/>
          </p:nvPr>
        </p:nvSpPr>
        <p:spPr>
          <a:xfrm>
            <a:off x="2968920" y="2761920"/>
            <a:ext cx="6805440" cy="70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3" name="PlaceHolder 2"/>
          <p:cNvSpPr>
            <a:spLocks noGrp="1"/>
          </p:cNvSpPr>
          <p:nvPr>
            <p:ph type="body"/>
          </p:nvPr>
        </p:nvSpPr>
        <p:spPr>
          <a:xfrm>
            <a:off x="1921680" y="2756880"/>
            <a:ext cx="918360" cy="70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14" name="Google Shape;348;p58" descr=""/>
          <p:cNvPicPr/>
          <p:nvPr/>
        </p:nvPicPr>
        <p:blipFill>
          <a:blip r:embed="rId3"/>
          <a:stretch/>
        </p:blipFill>
        <p:spPr>
          <a:xfrm>
            <a:off x="4690440" y="4231800"/>
            <a:ext cx="3151080" cy="71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15" name="Google Shape;349;p58" descr=""/>
          <p:cNvPicPr/>
          <p:nvPr/>
        </p:nvPicPr>
        <p:blipFill>
          <a:blip r:embed="rId4"/>
          <a:stretch/>
        </p:blipFill>
        <p:spPr>
          <a:xfrm>
            <a:off x="6406200" y="3930840"/>
            <a:ext cx="2936160" cy="2264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6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12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udo_remoto/onlin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7" name="Google Shape;202;p53" descr="Logotipo&#10;&#10;Descrição gerada automaticamente"/>
          <p:cNvPicPr/>
          <p:nvPr/>
        </p:nvPicPr>
        <p:blipFill>
          <a:blip r:embed="rId2"/>
          <a:stretch/>
        </p:blipFill>
        <p:spPr>
          <a:xfrm>
            <a:off x="218880" y="5951160"/>
            <a:ext cx="942120" cy="942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8" name="Google Shape;203;p53"/>
          <p:cNvSpPr/>
          <p:nvPr/>
        </p:nvSpPr>
        <p:spPr>
          <a:xfrm>
            <a:off x="-65160" y="0"/>
            <a:ext cx="2727360" cy="47880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9" name="Google Shape;204;p53"/>
          <p:cNvSpPr/>
          <p:nvPr/>
        </p:nvSpPr>
        <p:spPr>
          <a:xfrm flipH="1">
            <a:off x="7615800" y="-2880"/>
            <a:ext cx="4632480" cy="47880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0" name="Google Shape;205;p53"/>
          <p:cNvSpPr/>
          <p:nvPr/>
        </p:nvSpPr>
        <p:spPr>
          <a:xfrm>
            <a:off x="2362320" y="0"/>
            <a:ext cx="5653080" cy="47880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1" name="Google Shape;206;p53"/>
          <p:cNvSpPr/>
          <p:nvPr/>
        </p:nvSpPr>
        <p:spPr>
          <a:xfrm flipH="1" rot="10800000">
            <a:off x="2149920" y="5934240"/>
            <a:ext cx="10101960" cy="94212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2" name="Google Shape;207;p53"/>
          <p:cNvSpPr/>
          <p:nvPr/>
        </p:nvSpPr>
        <p:spPr>
          <a:xfrm rot="10800000">
            <a:off x="-60120" y="5937480"/>
            <a:ext cx="2422440" cy="94212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23" name="Google Shape;208;p53" descr=""/>
          <p:cNvPicPr/>
          <p:nvPr/>
        </p:nvPicPr>
        <p:blipFill>
          <a:blip r:embed="rId3"/>
          <a:stretch/>
        </p:blipFill>
        <p:spPr>
          <a:xfrm>
            <a:off x="339840" y="6109200"/>
            <a:ext cx="821160" cy="582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4" name="Google Shape;209;p53"/>
          <p:cNvSpPr/>
          <p:nvPr/>
        </p:nvSpPr>
        <p:spPr>
          <a:xfrm>
            <a:off x="29865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5" name="Google Shape;210;p53"/>
          <p:cNvSpPr/>
          <p:nvPr/>
        </p:nvSpPr>
        <p:spPr>
          <a:xfrm>
            <a:off x="35420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6" name="Google Shape;211;p53"/>
          <p:cNvSpPr/>
          <p:nvPr/>
        </p:nvSpPr>
        <p:spPr>
          <a:xfrm>
            <a:off x="4049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7" name="Google Shape;212;p53"/>
          <p:cNvSpPr/>
          <p:nvPr/>
        </p:nvSpPr>
        <p:spPr>
          <a:xfrm>
            <a:off x="456408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8" name="Google Shape;213;p53"/>
          <p:cNvSpPr/>
          <p:nvPr/>
        </p:nvSpPr>
        <p:spPr>
          <a:xfrm>
            <a:off x="50781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9" name="Google Shape;214;p53"/>
          <p:cNvSpPr/>
          <p:nvPr/>
        </p:nvSpPr>
        <p:spPr>
          <a:xfrm>
            <a:off x="6145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0" name="Google Shape;215;p53"/>
          <p:cNvSpPr/>
          <p:nvPr/>
        </p:nvSpPr>
        <p:spPr>
          <a:xfrm>
            <a:off x="5633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1" name="Google Shape;216;p53"/>
          <p:cNvSpPr/>
          <p:nvPr/>
        </p:nvSpPr>
        <p:spPr>
          <a:xfrm>
            <a:off x="67413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2" name="Google Shape;217;p53"/>
          <p:cNvSpPr/>
          <p:nvPr/>
        </p:nvSpPr>
        <p:spPr>
          <a:xfrm>
            <a:off x="730332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3" name="Google Shape;218;p53"/>
          <p:cNvSpPr/>
          <p:nvPr/>
        </p:nvSpPr>
        <p:spPr>
          <a:xfrm>
            <a:off x="7846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4" name="Google Shape;219;p53"/>
          <p:cNvSpPr/>
          <p:nvPr/>
        </p:nvSpPr>
        <p:spPr>
          <a:xfrm>
            <a:off x="2986560" y="6282360"/>
            <a:ext cx="7102080" cy="331200"/>
          </a:xfrm>
          <a:prstGeom prst="rect">
            <a:avLst/>
          </a:prstGeom>
          <a:solidFill>
            <a:srgbClr val="2922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marL="358920">
              <a:lnSpc>
                <a:spcPct val="100000"/>
              </a:lnSpc>
              <a:tabLst>
                <a:tab algn="l" pos="0"/>
              </a:tabLst>
            </a:pPr>
            <a:r>
              <a:rPr b="0" lang="pt-BR" sz="1200" strike="noStrike" u="none">
                <a:solidFill>
                  <a:srgbClr val="0dadea"/>
                </a:solidFill>
                <a:effectLst/>
                <a:highlight>
                  <a:srgbClr val="292255"/>
                </a:highlight>
                <a:uFillTx/>
                <a:latin typeface="Arial"/>
                <a:ea typeface="Arial"/>
              </a:rPr>
              <a:t>CONTEÚDO EXCLUSIVO PARA AULAS EM FORMATO REMOTO/ON-LINE.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5" name="Google Shape;220;p53"/>
          <p:cNvSpPr/>
          <p:nvPr/>
        </p:nvSpPr>
        <p:spPr>
          <a:xfrm>
            <a:off x="10377360" y="6225480"/>
            <a:ext cx="1140120" cy="59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spAutoFit/>
          </a:bodyPr>
          <a:p>
            <a:pPr>
              <a:lnSpc>
                <a:spcPct val="115000"/>
              </a:lnSpc>
              <a:spcAft>
                <a:spcPts val="1001"/>
              </a:spcAft>
              <a:tabLst>
                <a:tab algn="l" pos="0"/>
              </a:tabLst>
            </a:pPr>
            <a:r>
              <a:rPr b="1" lang="pt-BR" sz="1600" strike="noStrike" u="none">
                <a:solidFill>
                  <a:srgbClr val="72e9ad"/>
                </a:solidFill>
                <a:effectLst/>
                <a:uFillTx/>
                <a:latin typeface="Arial"/>
                <a:ea typeface="Arial"/>
              </a:rPr>
              <a:t>ON</a:t>
            </a:r>
            <a:r>
              <a:rPr b="0" lang="pt-BR" sz="1600" strike="noStrike" u="none">
                <a:solidFill>
                  <a:srgbClr val="72e9ad"/>
                </a:solidFill>
                <a:effectLst/>
                <a:uFillTx/>
                <a:latin typeface="Arial"/>
                <a:ea typeface="Arial"/>
              </a:rPr>
              <a:t>LINE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6" name="Google Shape;221;p53"/>
          <p:cNvSpPr/>
          <p:nvPr/>
        </p:nvSpPr>
        <p:spPr>
          <a:xfrm>
            <a:off x="10170000" y="6318000"/>
            <a:ext cx="260640" cy="260640"/>
          </a:xfrm>
          <a:prstGeom prst="ellipse">
            <a:avLst/>
          </a:prstGeom>
          <a:solidFill>
            <a:srgbClr val="72e9ad"/>
          </a:solidFill>
          <a:ln w="12700">
            <a:solidFill>
              <a:srgbClr val="1c305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12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120" cy="397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_dupla-chancela0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9" name="Google Shape;241;p55" descr="Logotipo&#10;&#10;Descrição gerada automaticamente"/>
          <p:cNvPicPr/>
          <p:nvPr/>
        </p:nvPicPr>
        <p:blipFill>
          <a:blip r:embed="rId2"/>
          <a:stretch/>
        </p:blipFill>
        <p:spPr>
          <a:xfrm>
            <a:off x="218880" y="18360"/>
            <a:ext cx="942120" cy="942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0" name="Google Shape;242;p55"/>
          <p:cNvSpPr/>
          <p:nvPr/>
        </p:nvSpPr>
        <p:spPr>
          <a:xfrm>
            <a:off x="-65160" y="6751800"/>
            <a:ext cx="2727360" cy="20808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1" name="Google Shape;243;p55"/>
          <p:cNvSpPr/>
          <p:nvPr/>
        </p:nvSpPr>
        <p:spPr>
          <a:xfrm flipH="1">
            <a:off x="7615800" y="6751800"/>
            <a:ext cx="4632480" cy="20808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2" name="Google Shape;244;p55"/>
          <p:cNvSpPr/>
          <p:nvPr/>
        </p:nvSpPr>
        <p:spPr>
          <a:xfrm>
            <a:off x="2362320" y="6751800"/>
            <a:ext cx="5653080" cy="20808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3" name="Google Shape;245;p55"/>
          <p:cNvSpPr/>
          <p:nvPr/>
        </p:nvSpPr>
        <p:spPr>
          <a:xfrm flipH="1" rot="10800000">
            <a:off x="5630760" y="3240"/>
            <a:ext cx="6621840" cy="94212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4" name="Google Shape;246;p55"/>
          <p:cNvSpPr/>
          <p:nvPr/>
        </p:nvSpPr>
        <p:spPr>
          <a:xfrm rot="10800000">
            <a:off x="-60480" y="0"/>
            <a:ext cx="8080560" cy="94212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45" name="Google Shape;247;p55" descr=""/>
          <p:cNvPicPr/>
          <p:nvPr/>
        </p:nvPicPr>
        <p:blipFill>
          <a:blip r:embed="rId3"/>
          <a:stretch/>
        </p:blipFill>
        <p:spPr>
          <a:xfrm>
            <a:off x="339840" y="176760"/>
            <a:ext cx="821160" cy="582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6" name="Google Shape;248;p55"/>
          <p:cNvSpPr/>
          <p:nvPr/>
        </p:nvSpPr>
        <p:spPr>
          <a:xfrm>
            <a:off x="29865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7" name="Google Shape;249;p55"/>
          <p:cNvSpPr/>
          <p:nvPr/>
        </p:nvSpPr>
        <p:spPr>
          <a:xfrm>
            <a:off x="35420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8" name="Google Shape;250;p55"/>
          <p:cNvSpPr/>
          <p:nvPr/>
        </p:nvSpPr>
        <p:spPr>
          <a:xfrm>
            <a:off x="4049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9" name="Google Shape;251;p55"/>
          <p:cNvSpPr/>
          <p:nvPr/>
        </p:nvSpPr>
        <p:spPr>
          <a:xfrm>
            <a:off x="456408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0" name="Google Shape;252;p55"/>
          <p:cNvSpPr/>
          <p:nvPr/>
        </p:nvSpPr>
        <p:spPr>
          <a:xfrm>
            <a:off x="50781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1" name="Google Shape;253;p55"/>
          <p:cNvSpPr/>
          <p:nvPr/>
        </p:nvSpPr>
        <p:spPr>
          <a:xfrm>
            <a:off x="6145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2" name="Google Shape;254;p55"/>
          <p:cNvSpPr/>
          <p:nvPr/>
        </p:nvSpPr>
        <p:spPr>
          <a:xfrm>
            <a:off x="5633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3" name="Google Shape;255;p55"/>
          <p:cNvSpPr/>
          <p:nvPr/>
        </p:nvSpPr>
        <p:spPr>
          <a:xfrm>
            <a:off x="67413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4" name="Google Shape;256;p55"/>
          <p:cNvSpPr/>
          <p:nvPr/>
        </p:nvSpPr>
        <p:spPr>
          <a:xfrm>
            <a:off x="730332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5" name="Google Shape;257;p55"/>
          <p:cNvSpPr/>
          <p:nvPr/>
        </p:nvSpPr>
        <p:spPr>
          <a:xfrm>
            <a:off x="7846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12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120" cy="397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8">
    <p:bg>
      <p:bgPr>
        <a:solidFill>
          <a:srgbClr val="472b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32;p75"/>
          <p:cNvSpPr/>
          <p:nvPr/>
        </p:nvSpPr>
        <p:spPr>
          <a:xfrm>
            <a:off x="29865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9" name="Google Shape;933;p75"/>
          <p:cNvSpPr/>
          <p:nvPr/>
        </p:nvSpPr>
        <p:spPr>
          <a:xfrm>
            <a:off x="35420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0" name="Google Shape;934;p75"/>
          <p:cNvSpPr/>
          <p:nvPr/>
        </p:nvSpPr>
        <p:spPr>
          <a:xfrm>
            <a:off x="4049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1" name="Google Shape;935;p75"/>
          <p:cNvSpPr/>
          <p:nvPr/>
        </p:nvSpPr>
        <p:spPr>
          <a:xfrm>
            <a:off x="456408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2" name="Google Shape;936;p75"/>
          <p:cNvSpPr/>
          <p:nvPr/>
        </p:nvSpPr>
        <p:spPr>
          <a:xfrm>
            <a:off x="50781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3" name="Google Shape;937;p75"/>
          <p:cNvSpPr/>
          <p:nvPr/>
        </p:nvSpPr>
        <p:spPr>
          <a:xfrm>
            <a:off x="6145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4" name="Google Shape;938;p75"/>
          <p:cNvSpPr/>
          <p:nvPr/>
        </p:nvSpPr>
        <p:spPr>
          <a:xfrm>
            <a:off x="5633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5" name="Google Shape;939;p75"/>
          <p:cNvSpPr/>
          <p:nvPr/>
        </p:nvSpPr>
        <p:spPr>
          <a:xfrm>
            <a:off x="67413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6" name="Google Shape;940;p75"/>
          <p:cNvSpPr/>
          <p:nvPr/>
        </p:nvSpPr>
        <p:spPr>
          <a:xfrm>
            <a:off x="730332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7" name="Google Shape;941;p75"/>
          <p:cNvSpPr/>
          <p:nvPr/>
        </p:nvSpPr>
        <p:spPr>
          <a:xfrm>
            <a:off x="7846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8" name="Google Shape;942;p75"/>
          <p:cNvSpPr/>
          <p:nvPr/>
        </p:nvSpPr>
        <p:spPr>
          <a:xfrm>
            <a:off x="11807280" y="0"/>
            <a:ext cx="380160" cy="685332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69" name="Google Shape;943;p75" descr=""/>
          <p:cNvPicPr/>
          <p:nvPr/>
        </p:nvPicPr>
        <p:blipFill>
          <a:blip r:embed="rId2"/>
          <a:stretch/>
        </p:blipFill>
        <p:spPr>
          <a:xfrm>
            <a:off x="384840" y="5823720"/>
            <a:ext cx="1071000" cy="76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0" name="Google Shape;944;p75"/>
          <p:cNvSpPr/>
          <p:nvPr/>
        </p:nvSpPr>
        <p:spPr>
          <a:xfrm>
            <a:off x="11422440" y="0"/>
            <a:ext cx="380160" cy="685332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1" name="Google Shape;945;p75"/>
          <p:cNvSpPr/>
          <p:nvPr/>
        </p:nvSpPr>
        <p:spPr>
          <a:xfrm>
            <a:off x="11037960" y="0"/>
            <a:ext cx="380160" cy="6853320"/>
          </a:xfrm>
          <a:prstGeom prst="rect">
            <a:avLst/>
          </a:prstGeom>
          <a:solidFill>
            <a:srgbClr val="7030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2" name="Google Shape;946;p75"/>
          <p:cNvSpPr/>
          <p:nvPr/>
        </p:nvSpPr>
        <p:spPr>
          <a:xfrm>
            <a:off x="10653120" y="1800"/>
            <a:ext cx="380160" cy="6853320"/>
          </a:xfrm>
          <a:prstGeom prst="rect">
            <a:avLst/>
          </a:prstGeom>
          <a:solidFill>
            <a:srgbClr val="6deaa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12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120" cy="397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Layout Personalizado">
    <p:bg>
      <p:bgPr>
        <a:solidFill>
          <a:srgbClr val="7030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351;p59"/>
          <p:cNvSpPr/>
          <p:nvPr/>
        </p:nvSpPr>
        <p:spPr>
          <a:xfrm>
            <a:off x="4610160" y="4781520"/>
            <a:ext cx="7947000" cy="1114560"/>
          </a:xfrm>
          <a:custGeom>
            <a:avLst/>
            <a:gdLst>
              <a:gd name="textAreaLeft" fmla="*/ 0 w 7947000"/>
              <a:gd name="textAreaRight" fmla="*/ 7951680 w 7947000"/>
              <a:gd name="textAreaTop" fmla="*/ 0 h 1114560"/>
              <a:gd name="textAreaBottom" fmla="*/ 1119240 h 1114560"/>
            </a:gdLst>
            <a:ahLst/>
            <a:cxnLst/>
            <a:rect l="textAreaLeft" t="textAreaTop" r="textAreaRight" b="textAreaBottom"/>
            <a:pathLst>
              <a:path w="7295437" h="1100048">
                <a:moveTo>
                  <a:pt x="0" y="0"/>
                </a:moveTo>
                <a:lnTo>
                  <a:pt x="863482" y="0"/>
                </a:lnTo>
                <a:lnTo>
                  <a:pt x="863482" y="400006"/>
                </a:lnTo>
                <a:lnTo>
                  <a:pt x="1506941" y="400006"/>
                </a:lnTo>
                <a:lnTo>
                  <a:pt x="1506941" y="1100048"/>
                </a:lnTo>
                <a:lnTo>
                  <a:pt x="7295438" y="1100048"/>
                </a:lnTo>
              </a:path>
            </a:pathLst>
          </a:custGeom>
          <a:noFill/>
          <a:ln w="193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76" name="Google Shape;352;p59" descr=""/>
          <p:cNvPicPr/>
          <p:nvPr/>
        </p:nvPicPr>
        <p:blipFill>
          <a:blip r:embed="rId2"/>
          <a:stretch/>
        </p:blipFill>
        <p:spPr>
          <a:xfrm>
            <a:off x="1216440" y="4186080"/>
            <a:ext cx="3840120" cy="87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77" name="Google Shape;353;p59" descr=""/>
          <p:cNvPicPr/>
          <p:nvPr/>
        </p:nvPicPr>
        <p:blipFill>
          <a:blip r:embed="rId3"/>
          <a:stretch/>
        </p:blipFill>
        <p:spPr>
          <a:xfrm>
            <a:off x="356760" y="1850760"/>
            <a:ext cx="3818520" cy="2945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8" name="Google Shape;354;p59"/>
          <p:cNvSpPr/>
          <p:nvPr/>
        </p:nvSpPr>
        <p:spPr>
          <a:xfrm>
            <a:off x="29865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9" name="Google Shape;355;p59"/>
          <p:cNvSpPr/>
          <p:nvPr/>
        </p:nvSpPr>
        <p:spPr>
          <a:xfrm>
            <a:off x="35420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0" name="Google Shape;356;p59"/>
          <p:cNvSpPr/>
          <p:nvPr/>
        </p:nvSpPr>
        <p:spPr>
          <a:xfrm>
            <a:off x="4049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1" name="Google Shape;357;p59"/>
          <p:cNvSpPr/>
          <p:nvPr/>
        </p:nvSpPr>
        <p:spPr>
          <a:xfrm>
            <a:off x="456408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2" name="Google Shape;358;p59"/>
          <p:cNvSpPr/>
          <p:nvPr/>
        </p:nvSpPr>
        <p:spPr>
          <a:xfrm>
            <a:off x="50781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3" name="Google Shape;359;p59"/>
          <p:cNvSpPr/>
          <p:nvPr/>
        </p:nvSpPr>
        <p:spPr>
          <a:xfrm>
            <a:off x="6145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4" name="Google Shape;360;p59"/>
          <p:cNvSpPr/>
          <p:nvPr/>
        </p:nvSpPr>
        <p:spPr>
          <a:xfrm>
            <a:off x="5633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5" name="Google Shape;361;p59"/>
          <p:cNvSpPr/>
          <p:nvPr/>
        </p:nvSpPr>
        <p:spPr>
          <a:xfrm>
            <a:off x="67413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6" name="Google Shape;362;p59"/>
          <p:cNvSpPr/>
          <p:nvPr/>
        </p:nvSpPr>
        <p:spPr>
          <a:xfrm>
            <a:off x="730332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7" name="Google Shape;363;p59"/>
          <p:cNvSpPr/>
          <p:nvPr/>
        </p:nvSpPr>
        <p:spPr>
          <a:xfrm>
            <a:off x="7846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88" name="Google Shape;364;p59" descr=""/>
          <p:cNvPicPr/>
          <p:nvPr/>
        </p:nvPicPr>
        <p:blipFill>
          <a:blip r:embed="rId4"/>
          <a:stretch/>
        </p:blipFill>
        <p:spPr>
          <a:xfrm>
            <a:off x="384840" y="5823720"/>
            <a:ext cx="1071000" cy="76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12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120" cy="397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7">
    <p:bg>
      <p:bgPr>
        <a:solidFill>
          <a:srgbClr val="6238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431;p62"/>
          <p:cNvSpPr/>
          <p:nvPr/>
        </p:nvSpPr>
        <p:spPr>
          <a:xfrm>
            <a:off x="29865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2" name="Google Shape;432;p62"/>
          <p:cNvSpPr/>
          <p:nvPr/>
        </p:nvSpPr>
        <p:spPr>
          <a:xfrm>
            <a:off x="35420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3" name="Google Shape;433;p62"/>
          <p:cNvSpPr/>
          <p:nvPr/>
        </p:nvSpPr>
        <p:spPr>
          <a:xfrm>
            <a:off x="4049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4" name="Google Shape;434;p62"/>
          <p:cNvSpPr/>
          <p:nvPr/>
        </p:nvSpPr>
        <p:spPr>
          <a:xfrm>
            <a:off x="456408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5" name="Google Shape;435;p62"/>
          <p:cNvSpPr/>
          <p:nvPr/>
        </p:nvSpPr>
        <p:spPr>
          <a:xfrm>
            <a:off x="50781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6" name="Google Shape;436;p62"/>
          <p:cNvSpPr/>
          <p:nvPr/>
        </p:nvSpPr>
        <p:spPr>
          <a:xfrm>
            <a:off x="6145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7" name="Google Shape;437;p62"/>
          <p:cNvSpPr/>
          <p:nvPr/>
        </p:nvSpPr>
        <p:spPr>
          <a:xfrm>
            <a:off x="5633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8" name="Google Shape;438;p62"/>
          <p:cNvSpPr/>
          <p:nvPr/>
        </p:nvSpPr>
        <p:spPr>
          <a:xfrm>
            <a:off x="67413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9" name="Google Shape;439;p62"/>
          <p:cNvSpPr/>
          <p:nvPr/>
        </p:nvSpPr>
        <p:spPr>
          <a:xfrm>
            <a:off x="730332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0" name="Google Shape;440;p62"/>
          <p:cNvSpPr/>
          <p:nvPr/>
        </p:nvSpPr>
        <p:spPr>
          <a:xfrm>
            <a:off x="7846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1" name="Google Shape;441;p62"/>
          <p:cNvSpPr/>
          <p:nvPr/>
        </p:nvSpPr>
        <p:spPr>
          <a:xfrm>
            <a:off x="1655640" y="-227880"/>
            <a:ext cx="2054160" cy="8441640"/>
          </a:xfrm>
          <a:custGeom>
            <a:avLst/>
            <a:gdLst>
              <a:gd name="textAreaLeft" fmla="*/ 0 w 2054160"/>
              <a:gd name="textAreaRight" fmla="*/ 2058840 w 2054160"/>
              <a:gd name="textAreaTop" fmla="*/ 0 h 8441640"/>
              <a:gd name="textAreaBottom" fmla="*/ 8446320 h 8441640"/>
            </a:gdLst>
            <a:ahLst/>
            <a:cxnLst/>
            <a:rect l="textAreaLeft" t="textAreaTop" r="textAreaRight" b="textAreaBottom"/>
            <a:pathLst>
              <a:path w="2058819" h="8446418">
                <a:moveTo>
                  <a:pt x="2058819" y="8446419"/>
                </a:moveTo>
                <a:lnTo>
                  <a:pt x="2058819" y="5813710"/>
                </a:lnTo>
                <a:lnTo>
                  <a:pt x="1312182" y="5813710"/>
                </a:lnTo>
                <a:lnTo>
                  <a:pt x="1312182" y="4980980"/>
                </a:lnTo>
                <a:lnTo>
                  <a:pt x="1788424" y="4980980"/>
                </a:lnTo>
                <a:lnTo>
                  <a:pt x="1788424" y="4344867"/>
                </a:lnTo>
                <a:lnTo>
                  <a:pt x="1345921" y="4344867"/>
                </a:lnTo>
                <a:lnTo>
                  <a:pt x="1345921" y="2842245"/>
                </a:lnTo>
                <a:lnTo>
                  <a:pt x="0" y="2842245"/>
                </a:lnTo>
                <a:lnTo>
                  <a:pt x="0" y="0"/>
                </a:lnTo>
              </a:path>
            </a:pathLst>
          </a:custGeom>
          <a:noFill/>
          <a:ln w="20300">
            <a:solidFill>
              <a:srgbClr val="72e9a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2" name="Google Shape;442;p62"/>
          <p:cNvSpPr/>
          <p:nvPr/>
        </p:nvSpPr>
        <p:spPr>
          <a:xfrm>
            <a:off x="6176520" y="-1150200"/>
            <a:ext cx="1894320" cy="8689320"/>
          </a:xfrm>
          <a:custGeom>
            <a:avLst/>
            <a:gdLst>
              <a:gd name="textAreaLeft" fmla="*/ 0 w 1894320"/>
              <a:gd name="textAreaRight" fmla="*/ 1899000 w 1894320"/>
              <a:gd name="textAreaTop" fmla="*/ 0 h 8689320"/>
              <a:gd name="textAreaBottom" fmla="*/ 8694000 h 8689320"/>
            </a:gdLst>
            <a:ahLst/>
            <a:cxnLst/>
            <a:rect l="textAreaLeft" t="textAreaTop" r="textAreaRight" b="textAreaBottom"/>
            <a:pathLst>
              <a:path w="1899028" h="8693826">
                <a:moveTo>
                  <a:pt x="1899029" y="0"/>
                </a:moveTo>
                <a:lnTo>
                  <a:pt x="1899029" y="963034"/>
                </a:lnTo>
                <a:lnTo>
                  <a:pt x="887091" y="963034"/>
                </a:lnTo>
                <a:lnTo>
                  <a:pt x="887091" y="3322980"/>
                </a:lnTo>
                <a:lnTo>
                  <a:pt x="368725" y="3322980"/>
                </a:lnTo>
                <a:lnTo>
                  <a:pt x="368725" y="4595164"/>
                </a:lnTo>
                <a:lnTo>
                  <a:pt x="1133897" y="4595164"/>
                </a:lnTo>
                <a:lnTo>
                  <a:pt x="1133897" y="5517037"/>
                </a:lnTo>
                <a:lnTo>
                  <a:pt x="1511849" y="5517037"/>
                </a:lnTo>
                <a:lnTo>
                  <a:pt x="1511849" y="5959499"/>
                </a:lnTo>
                <a:lnTo>
                  <a:pt x="479371" y="5959499"/>
                </a:lnTo>
                <a:lnTo>
                  <a:pt x="479371" y="6604838"/>
                </a:lnTo>
                <a:lnTo>
                  <a:pt x="0" y="6604838"/>
                </a:lnTo>
                <a:lnTo>
                  <a:pt x="0" y="8693826"/>
                </a:lnTo>
              </a:path>
            </a:pathLst>
          </a:custGeom>
          <a:noFill/>
          <a:ln w="20300">
            <a:solidFill>
              <a:srgbClr val="72e9a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3" name="Google Shape;443;p62"/>
          <p:cNvSpPr/>
          <p:nvPr/>
        </p:nvSpPr>
        <p:spPr>
          <a:xfrm rot="10800000">
            <a:off x="10430640" y="-223200"/>
            <a:ext cx="1931040" cy="7081200"/>
          </a:xfrm>
          <a:custGeom>
            <a:avLst/>
            <a:gdLst>
              <a:gd name="textAreaLeft" fmla="*/ 0 w 1931040"/>
              <a:gd name="textAreaRight" fmla="*/ 1935720 w 1931040"/>
              <a:gd name="textAreaTop" fmla="*/ 0 h 7081200"/>
              <a:gd name="textAreaBottom" fmla="*/ 7085880 h 7081200"/>
            </a:gdLst>
            <a:ahLst/>
            <a:cxnLst/>
            <a:rect l="textAreaLeft" t="textAreaTop" r="textAreaRight" b="textAreaBottom"/>
            <a:pathLst>
              <a:path w="1935897" h="7085854">
                <a:moveTo>
                  <a:pt x="1253730" y="0"/>
                </a:moveTo>
                <a:lnTo>
                  <a:pt x="1253730" y="2127261"/>
                </a:lnTo>
                <a:lnTo>
                  <a:pt x="0" y="2127261"/>
                </a:lnTo>
                <a:lnTo>
                  <a:pt x="0" y="3307253"/>
                </a:lnTo>
                <a:lnTo>
                  <a:pt x="1106256" y="3307253"/>
                </a:lnTo>
                <a:lnTo>
                  <a:pt x="1106256" y="5816197"/>
                </a:lnTo>
                <a:lnTo>
                  <a:pt x="1935898" y="5816197"/>
                </a:lnTo>
                <a:lnTo>
                  <a:pt x="1935898" y="7085854"/>
                </a:lnTo>
              </a:path>
            </a:pathLst>
          </a:custGeom>
          <a:noFill/>
          <a:ln w="20300">
            <a:solidFill>
              <a:srgbClr val="72e9a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004" name="Google Shape;444;p62"/>
          <p:cNvGrpSpPr/>
          <p:nvPr/>
        </p:nvGrpSpPr>
        <p:grpSpPr>
          <a:xfrm>
            <a:off x="4374360" y="3701160"/>
            <a:ext cx="1622160" cy="1622160"/>
            <a:chOff x="4374360" y="3701160"/>
            <a:chExt cx="1622160" cy="1622160"/>
          </a:xfrm>
        </p:grpSpPr>
        <p:sp>
          <p:nvSpPr>
            <p:cNvPr id="1005" name="Google Shape;445;p62"/>
            <p:cNvSpPr/>
            <p:nvPr/>
          </p:nvSpPr>
          <p:spPr>
            <a:xfrm>
              <a:off x="5024880" y="3701160"/>
              <a:ext cx="320760" cy="320760"/>
            </a:xfrm>
            <a:custGeom>
              <a:avLst/>
              <a:gdLst>
                <a:gd name="textAreaLeft" fmla="*/ 0 w 320760"/>
                <a:gd name="textAreaRight" fmla="*/ 325440 w 320760"/>
                <a:gd name="textAreaTop" fmla="*/ 0 h 320760"/>
                <a:gd name="textAreaBottom" fmla="*/ 325440 h 3207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6" name="Google Shape;446;p62"/>
            <p:cNvSpPr/>
            <p:nvPr/>
          </p:nvSpPr>
          <p:spPr>
            <a:xfrm>
              <a:off x="4699800" y="3701160"/>
              <a:ext cx="320760" cy="320760"/>
            </a:xfrm>
            <a:custGeom>
              <a:avLst/>
              <a:gdLst>
                <a:gd name="textAreaLeft" fmla="*/ 0 w 320760"/>
                <a:gd name="textAreaRight" fmla="*/ 325440 w 320760"/>
                <a:gd name="textAreaTop" fmla="*/ 0 h 320760"/>
                <a:gd name="textAreaBottom" fmla="*/ 325440 h 3207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7" name="Google Shape;447;p62"/>
            <p:cNvSpPr/>
            <p:nvPr/>
          </p:nvSpPr>
          <p:spPr>
            <a:xfrm>
              <a:off x="4374360" y="4026600"/>
              <a:ext cx="320760" cy="320760"/>
            </a:xfrm>
            <a:custGeom>
              <a:avLst/>
              <a:gdLst>
                <a:gd name="textAreaLeft" fmla="*/ 0 w 320760"/>
                <a:gd name="textAreaRight" fmla="*/ 325440 w 320760"/>
                <a:gd name="textAreaTop" fmla="*/ 0 h 320760"/>
                <a:gd name="textAreaBottom" fmla="*/ 325440 h 3207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8" name="Google Shape;448;p62"/>
            <p:cNvSpPr/>
            <p:nvPr/>
          </p:nvSpPr>
          <p:spPr>
            <a:xfrm>
              <a:off x="4374360" y="4352040"/>
              <a:ext cx="320760" cy="320760"/>
            </a:xfrm>
            <a:custGeom>
              <a:avLst/>
              <a:gdLst>
                <a:gd name="textAreaLeft" fmla="*/ 0 w 320760"/>
                <a:gd name="textAreaRight" fmla="*/ 325440 w 320760"/>
                <a:gd name="textAreaTop" fmla="*/ 0 h 320760"/>
                <a:gd name="textAreaBottom" fmla="*/ 325440 h 3207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9" name="Google Shape;449;p62"/>
            <p:cNvSpPr/>
            <p:nvPr/>
          </p:nvSpPr>
          <p:spPr>
            <a:xfrm>
              <a:off x="4374360" y="4677120"/>
              <a:ext cx="320760" cy="320760"/>
            </a:xfrm>
            <a:custGeom>
              <a:avLst/>
              <a:gdLst>
                <a:gd name="textAreaLeft" fmla="*/ 0 w 320760"/>
                <a:gd name="textAreaRight" fmla="*/ 325440 w 320760"/>
                <a:gd name="textAreaTop" fmla="*/ 0 h 320760"/>
                <a:gd name="textAreaBottom" fmla="*/ 325440 h 3207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0" name="Google Shape;450;p62"/>
            <p:cNvSpPr/>
            <p:nvPr/>
          </p:nvSpPr>
          <p:spPr>
            <a:xfrm>
              <a:off x="4699800" y="5002560"/>
              <a:ext cx="320760" cy="320760"/>
            </a:xfrm>
            <a:custGeom>
              <a:avLst/>
              <a:gdLst>
                <a:gd name="textAreaLeft" fmla="*/ 0 w 320760"/>
                <a:gd name="textAreaRight" fmla="*/ 325440 w 320760"/>
                <a:gd name="textAreaTop" fmla="*/ 0 h 320760"/>
                <a:gd name="textAreaBottom" fmla="*/ 325440 h 3207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1" name="Google Shape;451;p62"/>
            <p:cNvSpPr/>
            <p:nvPr/>
          </p:nvSpPr>
          <p:spPr>
            <a:xfrm>
              <a:off x="5024880" y="5002560"/>
              <a:ext cx="320760" cy="320760"/>
            </a:xfrm>
            <a:custGeom>
              <a:avLst/>
              <a:gdLst>
                <a:gd name="textAreaLeft" fmla="*/ 0 w 320760"/>
                <a:gd name="textAreaRight" fmla="*/ 325440 w 320760"/>
                <a:gd name="textAreaTop" fmla="*/ 0 h 320760"/>
                <a:gd name="textAreaBottom" fmla="*/ 325440 h 3207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2" name="Google Shape;452;p62"/>
            <p:cNvSpPr/>
            <p:nvPr/>
          </p:nvSpPr>
          <p:spPr>
            <a:xfrm>
              <a:off x="5350320" y="5002560"/>
              <a:ext cx="320760" cy="320760"/>
            </a:xfrm>
            <a:custGeom>
              <a:avLst/>
              <a:gdLst>
                <a:gd name="textAreaLeft" fmla="*/ 0 w 320760"/>
                <a:gd name="textAreaRight" fmla="*/ 325440 w 320760"/>
                <a:gd name="textAreaTop" fmla="*/ 0 h 320760"/>
                <a:gd name="textAreaBottom" fmla="*/ 325440 h 3207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3" name="Google Shape;453;p62"/>
            <p:cNvSpPr/>
            <p:nvPr/>
          </p:nvSpPr>
          <p:spPr>
            <a:xfrm>
              <a:off x="5675760" y="4677120"/>
              <a:ext cx="320760" cy="320760"/>
            </a:xfrm>
            <a:custGeom>
              <a:avLst/>
              <a:gdLst>
                <a:gd name="textAreaLeft" fmla="*/ 0 w 320760"/>
                <a:gd name="textAreaRight" fmla="*/ 325440 w 320760"/>
                <a:gd name="textAreaTop" fmla="*/ 0 h 320760"/>
                <a:gd name="textAreaBottom" fmla="*/ 325440 h 3207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4" name="Google Shape;454;p62"/>
            <p:cNvSpPr/>
            <p:nvPr/>
          </p:nvSpPr>
          <p:spPr>
            <a:xfrm>
              <a:off x="5675760" y="4352040"/>
              <a:ext cx="320760" cy="320760"/>
            </a:xfrm>
            <a:custGeom>
              <a:avLst/>
              <a:gdLst>
                <a:gd name="textAreaLeft" fmla="*/ 0 w 320760"/>
                <a:gd name="textAreaRight" fmla="*/ 325440 w 320760"/>
                <a:gd name="textAreaTop" fmla="*/ 0 h 320760"/>
                <a:gd name="textAreaBottom" fmla="*/ 325440 h 3207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5" name="Google Shape;455;p62"/>
            <p:cNvSpPr/>
            <p:nvPr/>
          </p:nvSpPr>
          <p:spPr>
            <a:xfrm>
              <a:off x="5675760" y="4026600"/>
              <a:ext cx="320760" cy="320760"/>
            </a:xfrm>
            <a:custGeom>
              <a:avLst/>
              <a:gdLst>
                <a:gd name="textAreaLeft" fmla="*/ 0 w 320760"/>
                <a:gd name="textAreaRight" fmla="*/ 325440 w 320760"/>
                <a:gd name="textAreaTop" fmla="*/ 0 h 320760"/>
                <a:gd name="textAreaBottom" fmla="*/ 325440 h 3207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6" name="Google Shape;456;p62"/>
            <p:cNvSpPr/>
            <p:nvPr/>
          </p:nvSpPr>
          <p:spPr>
            <a:xfrm>
              <a:off x="5350320" y="3701160"/>
              <a:ext cx="320760" cy="320760"/>
            </a:xfrm>
            <a:custGeom>
              <a:avLst/>
              <a:gdLst>
                <a:gd name="textAreaLeft" fmla="*/ 0 w 320760"/>
                <a:gd name="textAreaRight" fmla="*/ 325440 w 320760"/>
                <a:gd name="textAreaTop" fmla="*/ 0 h 320760"/>
                <a:gd name="textAreaBottom" fmla="*/ 325440 h 3207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017" name="Google Shape;457;p62" descr=""/>
          <p:cNvPicPr/>
          <p:nvPr/>
        </p:nvPicPr>
        <p:blipFill>
          <a:blip r:embed="rId2"/>
          <a:stretch/>
        </p:blipFill>
        <p:spPr>
          <a:xfrm>
            <a:off x="384840" y="5823720"/>
            <a:ext cx="1071000" cy="76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8" name="Google Shape;458;p62"/>
          <p:cNvSpPr/>
          <p:nvPr/>
        </p:nvSpPr>
        <p:spPr>
          <a:xfrm>
            <a:off x="9837720" y="3995280"/>
            <a:ext cx="2862360" cy="285804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19" name="Google Shape;459;p62" descr=""/>
          <p:cNvPicPr/>
          <p:nvPr/>
        </p:nvPicPr>
        <p:blipFill>
          <a:blip r:embed="rId3"/>
          <a:stretch/>
        </p:blipFill>
        <p:spPr>
          <a:xfrm flipH="1">
            <a:off x="5356080" y="1794960"/>
            <a:ext cx="5712120" cy="3807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12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120" cy="397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_Curso_Cisco">
    <p:bg>
      <p:bgPr>
        <a:solidFill>
          <a:srgbClr val="1caf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2" name="Google Shape;1234;p82"/>
          <p:cNvGrpSpPr/>
          <p:nvPr/>
        </p:nvGrpSpPr>
        <p:grpSpPr>
          <a:xfrm>
            <a:off x="730800" y="3085920"/>
            <a:ext cx="7655040" cy="2461320"/>
            <a:chOff x="730800" y="3085920"/>
            <a:chExt cx="7655040" cy="2461320"/>
          </a:xfrm>
        </p:grpSpPr>
        <p:sp>
          <p:nvSpPr>
            <p:cNvPr id="1023" name="Google Shape;1235;p82"/>
            <p:cNvSpPr/>
            <p:nvPr/>
          </p:nvSpPr>
          <p:spPr>
            <a:xfrm>
              <a:off x="1363680" y="3299400"/>
              <a:ext cx="7022160" cy="154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_ADMINISTRAÇÃO</a:t>
              </a:r>
              <a:br>
                <a:rPr sz="5500"/>
              </a:b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DE REDES</a:t>
              </a:r>
              <a:endPara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4" name="Google Shape;1236;p82"/>
            <p:cNvSpPr/>
            <p:nvPr/>
          </p:nvSpPr>
          <p:spPr>
            <a:xfrm rot="16200000">
              <a:off x="-249120" y="4066200"/>
              <a:ext cx="2412360" cy="451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26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C U R S O</a:t>
              </a:r>
              <a:endParaRPr b="0" lang="pt-BR" sz="2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5" name="Google Shape;1237;p82"/>
            <p:cNvSpPr/>
            <p:nvPr/>
          </p:nvSpPr>
          <p:spPr>
            <a:xfrm>
              <a:off x="1363680" y="4781520"/>
              <a:ext cx="5213160" cy="765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32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_CISCO CCNA V7.0</a:t>
              </a:r>
              <a:endPara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26" name="Google Shape;1238;p82"/>
          <p:cNvGrpSpPr/>
          <p:nvPr/>
        </p:nvGrpSpPr>
        <p:grpSpPr>
          <a:xfrm>
            <a:off x="755280" y="2794320"/>
            <a:ext cx="688680" cy="688680"/>
            <a:chOff x="755280" y="2794320"/>
            <a:chExt cx="688680" cy="688680"/>
          </a:xfrm>
        </p:grpSpPr>
        <p:sp>
          <p:nvSpPr>
            <p:cNvPr id="1027" name="Google Shape;1239;p82"/>
            <p:cNvSpPr/>
            <p:nvPr/>
          </p:nvSpPr>
          <p:spPr>
            <a:xfrm>
              <a:off x="755280" y="3141000"/>
              <a:ext cx="342000" cy="34200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8" name="Google Shape;1240;p82"/>
            <p:cNvSpPr/>
            <p:nvPr/>
          </p:nvSpPr>
          <p:spPr>
            <a:xfrm>
              <a:off x="1101960" y="2794320"/>
              <a:ext cx="342000" cy="34200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29" name="Google Shape;1241;p82"/>
          <p:cNvGrpSpPr/>
          <p:nvPr/>
        </p:nvGrpSpPr>
        <p:grpSpPr>
          <a:xfrm>
            <a:off x="5260680" y="5098320"/>
            <a:ext cx="688680" cy="688680"/>
            <a:chOff x="5260680" y="5098320"/>
            <a:chExt cx="688680" cy="688680"/>
          </a:xfrm>
        </p:grpSpPr>
        <p:sp>
          <p:nvSpPr>
            <p:cNvPr id="1030" name="Google Shape;1242;p82"/>
            <p:cNvSpPr/>
            <p:nvPr/>
          </p:nvSpPr>
          <p:spPr>
            <a:xfrm>
              <a:off x="5260680" y="5445000"/>
              <a:ext cx="342000" cy="34200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1" name="Google Shape;1243;p82"/>
            <p:cNvSpPr/>
            <p:nvPr/>
          </p:nvSpPr>
          <p:spPr>
            <a:xfrm>
              <a:off x="5607360" y="5098320"/>
              <a:ext cx="342000" cy="34200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32" name="Google Shape;1244;p82"/>
          <p:cNvSpPr/>
          <p:nvPr/>
        </p:nvSpPr>
        <p:spPr>
          <a:xfrm>
            <a:off x="29865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3" name="Google Shape;1245;p82"/>
          <p:cNvSpPr/>
          <p:nvPr/>
        </p:nvSpPr>
        <p:spPr>
          <a:xfrm>
            <a:off x="35420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4" name="Google Shape;1246;p82"/>
          <p:cNvSpPr/>
          <p:nvPr/>
        </p:nvSpPr>
        <p:spPr>
          <a:xfrm>
            <a:off x="4049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5" name="Google Shape;1247;p82"/>
          <p:cNvSpPr/>
          <p:nvPr/>
        </p:nvSpPr>
        <p:spPr>
          <a:xfrm>
            <a:off x="456408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6" name="Google Shape;1248;p82"/>
          <p:cNvSpPr/>
          <p:nvPr/>
        </p:nvSpPr>
        <p:spPr>
          <a:xfrm>
            <a:off x="50781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7" name="Google Shape;1249;p82"/>
          <p:cNvSpPr/>
          <p:nvPr/>
        </p:nvSpPr>
        <p:spPr>
          <a:xfrm>
            <a:off x="6145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8" name="Google Shape;1250;p82"/>
          <p:cNvSpPr/>
          <p:nvPr/>
        </p:nvSpPr>
        <p:spPr>
          <a:xfrm>
            <a:off x="5633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9" name="Google Shape;1251;p82"/>
          <p:cNvSpPr/>
          <p:nvPr/>
        </p:nvSpPr>
        <p:spPr>
          <a:xfrm>
            <a:off x="67413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0" name="Google Shape;1252;p82"/>
          <p:cNvSpPr/>
          <p:nvPr/>
        </p:nvSpPr>
        <p:spPr>
          <a:xfrm>
            <a:off x="730332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1" name="Google Shape;1253;p82"/>
          <p:cNvSpPr/>
          <p:nvPr/>
        </p:nvSpPr>
        <p:spPr>
          <a:xfrm>
            <a:off x="7846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42" name="Google Shape;1254;p82" descr=""/>
          <p:cNvPicPr/>
          <p:nvPr/>
        </p:nvPicPr>
        <p:blipFill>
          <a:blip r:embed="rId2"/>
          <a:stretch/>
        </p:blipFill>
        <p:spPr>
          <a:xfrm>
            <a:off x="755280" y="593640"/>
            <a:ext cx="1125720" cy="5889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043" name="Google Shape;1255;p82"/>
          <p:cNvGrpSpPr/>
          <p:nvPr/>
        </p:nvGrpSpPr>
        <p:grpSpPr>
          <a:xfrm>
            <a:off x="10124640" y="1269360"/>
            <a:ext cx="1465560" cy="764280"/>
            <a:chOff x="10124640" y="1269360"/>
            <a:chExt cx="1465560" cy="764280"/>
          </a:xfrm>
        </p:grpSpPr>
        <p:grpSp>
          <p:nvGrpSpPr>
            <p:cNvPr id="1044" name="Google Shape;1256;p82"/>
            <p:cNvGrpSpPr/>
            <p:nvPr/>
          </p:nvGrpSpPr>
          <p:grpSpPr>
            <a:xfrm>
              <a:off x="10124640" y="1269360"/>
              <a:ext cx="1220040" cy="295200"/>
              <a:chOff x="10124640" y="1269360"/>
              <a:chExt cx="1220040" cy="295200"/>
            </a:xfrm>
          </p:grpSpPr>
          <p:sp>
            <p:nvSpPr>
              <p:cNvPr id="1045" name="Google Shape;1257;p82"/>
              <p:cNvSpPr/>
              <p:nvPr/>
            </p:nvSpPr>
            <p:spPr>
              <a:xfrm>
                <a:off x="10124640" y="1269360"/>
                <a:ext cx="145080" cy="293760"/>
              </a:xfrm>
              <a:custGeom>
                <a:avLst/>
                <a:gdLst>
                  <a:gd name="textAreaLeft" fmla="*/ 0 w 145080"/>
                  <a:gd name="textAreaRight" fmla="*/ 149760 w 145080"/>
                  <a:gd name="textAreaTop" fmla="*/ 0 h 293760"/>
                  <a:gd name="textAreaBottom" fmla="*/ 298440 h 293760"/>
                </a:gdLst>
                <a:ahLst/>
                <a:cxnLst/>
                <a:rect l="textAreaLeft" t="textAreaTop" r="textAreaRight" b="textAreaBottom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6" name="Google Shape;1258;p82"/>
              <p:cNvSpPr/>
              <p:nvPr/>
            </p:nvSpPr>
            <p:spPr>
              <a:xfrm>
                <a:off x="10305360" y="1324800"/>
                <a:ext cx="225360" cy="239400"/>
              </a:xfrm>
              <a:custGeom>
                <a:avLst/>
                <a:gdLst>
                  <a:gd name="textAreaLeft" fmla="*/ 0 w 225360"/>
                  <a:gd name="textAreaRight" fmla="*/ 230040 w 225360"/>
                  <a:gd name="textAreaTop" fmla="*/ 0 h 239400"/>
                  <a:gd name="textAreaBottom" fmla="*/ 244080 h 239400"/>
                </a:gdLst>
                <a:ahLst/>
                <a:cxnLst/>
                <a:rect l="textAreaLeft" t="textAreaTop" r="textAreaRight" b="textAreaBottom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7" name="Google Shape;1259;p82"/>
              <p:cNvSpPr/>
              <p:nvPr/>
            </p:nvSpPr>
            <p:spPr>
              <a:xfrm>
                <a:off x="10573560" y="1325160"/>
                <a:ext cx="213120" cy="239400"/>
              </a:xfrm>
              <a:custGeom>
                <a:avLst/>
                <a:gdLst>
                  <a:gd name="textAreaLeft" fmla="*/ 0 w 213120"/>
                  <a:gd name="textAreaRight" fmla="*/ 217800 w 213120"/>
                  <a:gd name="textAreaTop" fmla="*/ 0 h 239400"/>
                  <a:gd name="textAreaBottom" fmla="*/ 244080 h 239400"/>
                </a:gdLst>
                <a:ahLst/>
                <a:cxnLst/>
                <a:rect l="textAreaLeft" t="textAreaTop" r="textAreaRight" b="textAreaBottom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8" name="Google Shape;1260;p82"/>
              <p:cNvSpPr/>
              <p:nvPr/>
            </p:nvSpPr>
            <p:spPr>
              <a:xfrm>
                <a:off x="10834560" y="1325160"/>
                <a:ext cx="210240" cy="234000"/>
              </a:xfrm>
              <a:custGeom>
                <a:avLst/>
                <a:gdLst>
                  <a:gd name="textAreaLeft" fmla="*/ 0 w 210240"/>
                  <a:gd name="textAreaRight" fmla="*/ 214920 w 210240"/>
                  <a:gd name="textAreaTop" fmla="*/ 0 h 234000"/>
                  <a:gd name="textAreaBottom" fmla="*/ 238680 h 234000"/>
                </a:gdLst>
                <a:ahLst/>
                <a:cxnLst/>
                <a:rect l="textAreaLeft" t="textAreaTop" r="textAreaRight" b="textAreaBottom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9" name="Google Shape;1261;p82"/>
              <p:cNvSpPr/>
              <p:nvPr/>
            </p:nvSpPr>
            <p:spPr>
              <a:xfrm>
                <a:off x="11095560" y="1325160"/>
                <a:ext cx="249120" cy="239400"/>
              </a:xfrm>
              <a:custGeom>
                <a:avLst/>
                <a:gdLst>
                  <a:gd name="textAreaLeft" fmla="*/ 0 w 249120"/>
                  <a:gd name="textAreaRight" fmla="*/ 253800 w 249120"/>
                  <a:gd name="textAreaTop" fmla="*/ 0 h 239400"/>
                  <a:gd name="textAreaBottom" fmla="*/ 244080 h 239400"/>
                </a:gdLst>
                <a:ahLst/>
                <a:cxnLst/>
                <a:rect l="textAreaLeft" t="textAreaTop" r="textAreaRight" b="textAreaBottom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050" name="Google Shape;1262;p82"/>
            <p:cNvGrpSpPr/>
            <p:nvPr/>
          </p:nvGrpSpPr>
          <p:grpSpPr>
            <a:xfrm>
              <a:off x="10546560" y="1648080"/>
              <a:ext cx="1043640" cy="385560"/>
              <a:chOff x="10546560" y="1648080"/>
              <a:chExt cx="1043640" cy="385560"/>
            </a:xfrm>
          </p:grpSpPr>
          <p:sp>
            <p:nvSpPr>
              <p:cNvPr id="1051" name="Google Shape;1263;p82"/>
              <p:cNvSpPr/>
              <p:nvPr/>
            </p:nvSpPr>
            <p:spPr>
              <a:xfrm>
                <a:off x="10546560" y="1648080"/>
                <a:ext cx="61920" cy="314640"/>
              </a:xfrm>
              <a:custGeom>
                <a:avLst/>
                <a:gdLst>
                  <a:gd name="textAreaLeft" fmla="*/ 0 w 61920"/>
                  <a:gd name="textAreaRight" fmla="*/ 66600 w 61920"/>
                  <a:gd name="textAreaTop" fmla="*/ 0 h 314640"/>
                  <a:gd name="textAreaBottom" fmla="*/ 319320 h 314640"/>
                </a:gdLst>
                <a:ahLst/>
                <a:cxnLst/>
                <a:rect l="textAreaLeft" t="textAreaTop" r="textAreaRight" b="textAreaBottom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2" name="Google Shape;1264;p82"/>
              <p:cNvSpPr/>
              <p:nvPr/>
            </p:nvSpPr>
            <p:spPr>
              <a:xfrm>
                <a:off x="10664280" y="1728720"/>
                <a:ext cx="249120" cy="239400"/>
              </a:xfrm>
              <a:custGeom>
                <a:avLst/>
                <a:gdLst>
                  <a:gd name="textAreaLeft" fmla="*/ 0 w 249120"/>
                  <a:gd name="textAreaRight" fmla="*/ 253800 w 249120"/>
                  <a:gd name="textAreaTop" fmla="*/ 0 h 239400"/>
                  <a:gd name="textAreaBottom" fmla="*/ 244080 h 239400"/>
                </a:gdLst>
                <a:ahLst/>
                <a:cxnLst/>
                <a:rect l="textAreaLeft" t="textAreaTop" r="textAreaRight" b="textAreaBottom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3" name="Google Shape;1265;p82"/>
              <p:cNvSpPr/>
              <p:nvPr/>
            </p:nvSpPr>
            <p:spPr>
              <a:xfrm>
                <a:off x="10955160" y="1728720"/>
                <a:ext cx="241560" cy="304920"/>
              </a:xfrm>
              <a:custGeom>
                <a:avLst/>
                <a:gdLst>
                  <a:gd name="textAreaLeft" fmla="*/ 0 w 241560"/>
                  <a:gd name="textAreaRight" fmla="*/ 246240 w 241560"/>
                  <a:gd name="textAreaTop" fmla="*/ 0 h 304920"/>
                  <a:gd name="textAreaBottom" fmla="*/ 309600 h 304920"/>
                </a:gdLst>
                <a:ahLst/>
                <a:cxnLst/>
                <a:rect l="textAreaLeft" t="textAreaTop" r="textAreaRight" b="textAreaBottom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4" name="Google Shape;1266;p82"/>
              <p:cNvSpPr/>
              <p:nvPr/>
            </p:nvSpPr>
            <p:spPr>
              <a:xfrm>
                <a:off x="11262240" y="1648440"/>
                <a:ext cx="65520" cy="314640"/>
              </a:xfrm>
              <a:custGeom>
                <a:avLst/>
                <a:gdLst>
                  <a:gd name="textAreaLeft" fmla="*/ 0 w 65520"/>
                  <a:gd name="textAreaRight" fmla="*/ 70200 w 65520"/>
                  <a:gd name="textAreaTop" fmla="*/ 0 h 314640"/>
                  <a:gd name="textAreaBottom" fmla="*/ 319320 h 314640"/>
                </a:gdLst>
                <a:ahLst/>
                <a:cxnLst/>
                <a:rect l="textAreaLeft" t="textAreaTop" r="textAreaRight" b="textAreaBottom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5" name="Google Shape;1267;p82"/>
              <p:cNvSpPr/>
              <p:nvPr/>
            </p:nvSpPr>
            <p:spPr>
              <a:xfrm>
                <a:off x="11379240" y="1730520"/>
                <a:ext cx="210960" cy="236880"/>
              </a:xfrm>
              <a:custGeom>
                <a:avLst/>
                <a:gdLst>
                  <a:gd name="textAreaLeft" fmla="*/ 0 w 210960"/>
                  <a:gd name="textAreaRight" fmla="*/ 215640 w 210960"/>
                  <a:gd name="textAreaTop" fmla="*/ 0 h 236880"/>
                  <a:gd name="textAreaBottom" fmla="*/ 241560 h 236880"/>
                </a:gdLst>
                <a:ahLst/>
                <a:cxnLst/>
                <a:rect l="textAreaLeft" t="textAreaTop" r="textAreaRight" b="textAreaBottom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056" name="Google Shape;1268;p82"/>
          <p:cNvGrpSpPr/>
          <p:nvPr/>
        </p:nvGrpSpPr>
        <p:grpSpPr>
          <a:xfrm>
            <a:off x="10207440" y="873000"/>
            <a:ext cx="1172160" cy="294120"/>
            <a:chOff x="10207440" y="873000"/>
            <a:chExt cx="1172160" cy="294120"/>
          </a:xfrm>
        </p:grpSpPr>
        <p:sp>
          <p:nvSpPr>
            <p:cNvPr id="1057" name="Google Shape;1269;p82"/>
            <p:cNvSpPr/>
            <p:nvPr/>
          </p:nvSpPr>
          <p:spPr>
            <a:xfrm>
              <a:off x="10207440" y="878040"/>
              <a:ext cx="77040" cy="99360"/>
            </a:xfrm>
            <a:custGeom>
              <a:avLst/>
              <a:gdLst>
                <a:gd name="textAreaLeft" fmla="*/ 0 w 77040"/>
                <a:gd name="textAreaRight" fmla="*/ 81720 w 77040"/>
                <a:gd name="textAreaTop" fmla="*/ 0 h 99360"/>
                <a:gd name="textAreaBottom" fmla="*/ 104040 h 99360"/>
              </a:gdLst>
              <a:ahLst/>
              <a:cxnLst/>
              <a:rect l="textAreaLeft" t="textAreaTop" r="textAreaRight" b="textAreaBottom"/>
              <a:pathLst>
                <a:path w="95351" h="121240">
                  <a:moveTo>
                    <a:pt x="54608" y="121240"/>
                  </a:moveTo>
                  <a:lnTo>
                    <a:pt x="40744" y="121240"/>
                  </a:lnTo>
                  <a:lnTo>
                    <a:pt x="40744" y="12591"/>
                  </a:lnTo>
                  <a:lnTo>
                    <a:pt x="0" y="12591"/>
                  </a:lnTo>
                  <a:lnTo>
                    <a:pt x="0" y="0"/>
                  </a:lnTo>
                  <a:lnTo>
                    <a:pt x="95351" y="0"/>
                  </a:lnTo>
                  <a:lnTo>
                    <a:pt x="95351" y="12591"/>
                  </a:lnTo>
                  <a:lnTo>
                    <a:pt x="54608" y="12591"/>
                  </a:lnTo>
                  <a:lnTo>
                    <a:pt x="54608" y="1212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8" name="Google Shape;1270;p82"/>
            <p:cNvSpPr/>
            <p:nvPr/>
          </p:nvSpPr>
          <p:spPr>
            <a:xfrm>
              <a:off x="10285560" y="903600"/>
              <a:ext cx="75600" cy="75600"/>
            </a:xfrm>
            <a:custGeom>
              <a:avLst/>
              <a:gdLst>
                <a:gd name="textAreaLeft" fmla="*/ 0 w 75600"/>
                <a:gd name="textAreaRight" fmla="*/ 80280 w 75600"/>
                <a:gd name="textAreaTop" fmla="*/ 0 h 75600"/>
                <a:gd name="textAreaBottom" fmla="*/ 80280 h 75600"/>
              </a:gdLst>
              <a:ahLst/>
              <a:cxnLst/>
              <a:rect l="textAreaLeft" t="textAreaTop" r="textAreaRight" b="textAreaBottom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581" y="27304"/>
                    <a:pt x="13581" y="46685"/>
                  </a:cubicBezTo>
                  <a:cubicBezTo>
                    <a:pt x="13581" y="66067"/>
                    <a:pt x="27728" y="81629"/>
                    <a:pt x="46685" y="81629"/>
                  </a:cubicBezTo>
                  <a:cubicBezTo>
                    <a:pt x="65642" y="81629"/>
                    <a:pt x="79648" y="66208"/>
                    <a:pt x="79648" y="46968"/>
                  </a:cubicBezTo>
                  <a:cubicBezTo>
                    <a:pt x="79648" y="27728"/>
                    <a:pt x="65218" y="11742"/>
                    <a:pt x="46402" y="11742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9" name="Google Shape;1271;p82"/>
            <p:cNvSpPr/>
            <p:nvPr/>
          </p:nvSpPr>
          <p:spPr>
            <a:xfrm>
              <a:off x="10381680" y="873720"/>
              <a:ext cx="73080" cy="105480"/>
            </a:xfrm>
            <a:custGeom>
              <a:avLst/>
              <a:gdLst>
                <a:gd name="textAreaLeft" fmla="*/ 0 w 73080"/>
                <a:gd name="textAreaRight" fmla="*/ 77760 w 73080"/>
                <a:gd name="textAreaTop" fmla="*/ 0 h 105480"/>
                <a:gd name="textAreaBottom" fmla="*/ 110160 h 10548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0" name="Google Shape;1272;p82"/>
            <p:cNvSpPr/>
            <p:nvPr/>
          </p:nvSpPr>
          <p:spPr>
            <a:xfrm>
              <a:off x="10479240" y="903960"/>
              <a:ext cx="62640" cy="74880"/>
            </a:xfrm>
            <a:custGeom>
              <a:avLst/>
              <a:gdLst>
                <a:gd name="textAreaLeft" fmla="*/ 0 w 62640"/>
                <a:gd name="textAreaRight" fmla="*/ 67320 w 62640"/>
                <a:gd name="textAreaTop" fmla="*/ 0 h 74880"/>
                <a:gd name="textAreaBottom" fmla="*/ 79560 h 7488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1" name="Google Shape;1273;p82"/>
            <p:cNvSpPr/>
            <p:nvPr/>
          </p:nvSpPr>
          <p:spPr>
            <a:xfrm>
              <a:off x="10564560" y="903960"/>
              <a:ext cx="54720" cy="74880"/>
            </a:xfrm>
            <a:custGeom>
              <a:avLst/>
              <a:gdLst>
                <a:gd name="textAreaLeft" fmla="*/ 0 w 54720"/>
                <a:gd name="textAreaRight" fmla="*/ 59400 w 54720"/>
                <a:gd name="textAreaTop" fmla="*/ 0 h 74880"/>
                <a:gd name="textAreaBottom" fmla="*/ 79560 h 74880"/>
              </a:gdLst>
              <a:ahLst/>
              <a:cxnLst/>
              <a:rect l="textAreaLeft" t="textAreaTop" r="textAreaRight" b="textAreaBottom"/>
              <a:pathLst>
                <a:path w="69037" h="92804">
                  <a:moveTo>
                    <a:pt x="37065" y="92522"/>
                  </a:moveTo>
                  <a:cubicBezTo>
                    <a:pt x="24192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2" name="Google Shape;1274;p82"/>
            <p:cNvSpPr/>
            <p:nvPr/>
          </p:nvSpPr>
          <p:spPr>
            <a:xfrm>
              <a:off x="10683720" y="903960"/>
              <a:ext cx="62640" cy="74880"/>
            </a:xfrm>
            <a:custGeom>
              <a:avLst/>
              <a:gdLst>
                <a:gd name="textAreaLeft" fmla="*/ 0 w 62640"/>
                <a:gd name="textAreaRight" fmla="*/ 67320 w 62640"/>
                <a:gd name="textAreaTop" fmla="*/ 0 h 74880"/>
                <a:gd name="textAreaBottom" fmla="*/ 79560 h 7488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2025" y="18391"/>
                  </a:moveTo>
                  <a:lnTo>
                    <a:pt x="8064" y="7498"/>
                  </a:lnTo>
                  <a:cubicBezTo>
                    <a:pt x="17967" y="2971"/>
                    <a:pt x="27587" y="0"/>
                    <a:pt x="40602" y="0"/>
                  </a:cubicBezTo>
                  <a:cubicBezTo>
                    <a:pt x="65077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581" y="64086"/>
                  </a:moveTo>
                  <a:cubicBezTo>
                    <a:pt x="13581" y="75545"/>
                    <a:pt x="24050" y="82053"/>
                    <a:pt x="36075" y="82053"/>
                  </a:cubicBezTo>
                  <a:cubicBezTo>
                    <a:pt x="52486" y="82053"/>
                    <a:pt x="66067" y="72009"/>
                    <a:pt x="66067" y="57862"/>
                  </a:cubicBezTo>
                  <a:lnTo>
                    <a:pt x="66067" y="49232"/>
                  </a:lnTo>
                  <a:cubicBezTo>
                    <a:pt x="59418" y="47393"/>
                    <a:pt x="50647" y="45412"/>
                    <a:pt x="39753" y="45412"/>
                  </a:cubicBezTo>
                  <a:cubicBezTo>
                    <a:pt x="22918" y="45412"/>
                    <a:pt x="13581" y="52627"/>
                    <a:pt x="13581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3" name="Google Shape;1275;p82"/>
            <p:cNvSpPr/>
            <p:nvPr/>
          </p:nvSpPr>
          <p:spPr>
            <a:xfrm>
              <a:off x="10769400" y="903960"/>
              <a:ext cx="54720" cy="74880"/>
            </a:xfrm>
            <a:custGeom>
              <a:avLst/>
              <a:gdLst>
                <a:gd name="textAreaLeft" fmla="*/ 0 w 54720"/>
                <a:gd name="textAreaRight" fmla="*/ 59400 w 54720"/>
                <a:gd name="textAreaTop" fmla="*/ 0 h 74880"/>
                <a:gd name="textAreaBottom" fmla="*/ 79560 h 74880"/>
              </a:gdLst>
              <a:ahLst/>
              <a:cxnLst/>
              <a:rect l="textAreaLeft" t="textAreaTop" r="textAreaRight" b="textAreaBottom"/>
              <a:pathLst>
                <a:path w="69179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401" y="16835"/>
                    <a:pt x="17401" y="24333"/>
                  </a:cubicBezTo>
                  <a:lnTo>
                    <a:pt x="17401" y="24616"/>
                  </a:lnTo>
                  <a:cubicBezTo>
                    <a:pt x="17401" y="33104"/>
                    <a:pt x="28436" y="36358"/>
                    <a:pt x="40461" y="40036"/>
                  </a:cubicBezTo>
                  <a:cubicBezTo>
                    <a:pt x="54325" y="44139"/>
                    <a:pt x="69179" y="49515"/>
                    <a:pt x="69179" y="65642"/>
                  </a:cubicBezTo>
                  <a:lnTo>
                    <a:pt x="69179" y="65925"/>
                  </a:lnTo>
                  <a:cubicBezTo>
                    <a:pt x="69179" y="82902"/>
                    <a:pt x="55174" y="92805"/>
                    <a:pt x="37348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4" name="Google Shape;1276;p82"/>
            <p:cNvSpPr/>
            <p:nvPr/>
          </p:nvSpPr>
          <p:spPr>
            <a:xfrm>
              <a:off x="10888200" y="873000"/>
              <a:ext cx="41760" cy="104400"/>
            </a:xfrm>
            <a:custGeom>
              <a:avLst/>
              <a:gdLst>
                <a:gd name="textAreaLeft" fmla="*/ 0 w 41760"/>
                <a:gd name="textAreaRight" fmla="*/ 46440 w 41760"/>
                <a:gd name="textAreaTop" fmla="*/ 0 h 104400"/>
                <a:gd name="textAreaBottom" fmla="*/ 109080 h 104400"/>
              </a:gdLst>
              <a:ahLst/>
              <a:cxnLst/>
              <a:rect l="textAreaLeft" t="textAreaTop" r="textAreaRight" b="textAreaBottom"/>
              <a:pathLst>
                <a:path w="54041" h="127182">
                  <a:moveTo>
                    <a:pt x="53900" y="37914"/>
                  </a:moveTo>
                  <a:lnTo>
                    <a:pt x="53900" y="49373"/>
                  </a:lnTo>
                  <a:lnTo>
                    <a:pt x="25606" y="49373"/>
                  </a:lnTo>
                  <a:lnTo>
                    <a:pt x="25606" y="127182"/>
                  </a:lnTo>
                  <a:lnTo>
                    <a:pt x="12308" y="127182"/>
                  </a:lnTo>
                  <a:lnTo>
                    <a:pt x="12308" y="49373"/>
                  </a:lnTo>
                  <a:lnTo>
                    <a:pt x="0" y="49373"/>
                  </a:lnTo>
                  <a:lnTo>
                    <a:pt x="0" y="37773"/>
                  </a:lnTo>
                  <a:lnTo>
                    <a:pt x="12308" y="37773"/>
                  </a:lnTo>
                  <a:lnTo>
                    <a:pt x="12308" y="29992"/>
                  </a:lnTo>
                  <a:cubicBezTo>
                    <a:pt x="12308" y="10469"/>
                    <a:pt x="22211" y="0"/>
                    <a:pt x="39329" y="0"/>
                  </a:cubicBezTo>
                  <a:cubicBezTo>
                    <a:pt x="45554" y="0"/>
                    <a:pt x="49798" y="707"/>
                    <a:pt x="54042" y="2264"/>
                  </a:cubicBezTo>
                  <a:lnTo>
                    <a:pt x="54042" y="13864"/>
                  </a:lnTo>
                  <a:cubicBezTo>
                    <a:pt x="49232" y="12449"/>
                    <a:pt x="45554" y="11601"/>
                    <a:pt x="41027" y="11601"/>
                  </a:cubicBezTo>
                  <a:cubicBezTo>
                    <a:pt x="30558" y="11601"/>
                    <a:pt x="25465" y="17825"/>
                    <a:pt x="25465" y="30699"/>
                  </a:cubicBezTo>
                  <a:lnTo>
                    <a:pt x="25465" y="37914"/>
                  </a:lnTo>
                  <a:lnTo>
                    <a:pt x="53900" y="3791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5" name="Google Shape;1277;p82"/>
            <p:cNvSpPr/>
            <p:nvPr/>
          </p:nvSpPr>
          <p:spPr>
            <a:xfrm>
              <a:off x="10942920" y="903600"/>
              <a:ext cx="75600" cy="75600"/>
            </a:xfrm>
            <a:custGeom>
              <a:avLst/>
              <a:gdLst>
                <a:gd name="textAreaLeft" fmla="*/ 0 w 75600"/>
                <a:gd name="textAreaRight" fmla="*/ 80280 w 75600"/>
                <a:gd name="textAreaTop" fmla="*/ 0 h 75600"/>
                <a:gd name="textAreaBottom" fmla="*/ 80280 h 75600"/>
              </a:gdLst>
              <a:ahLst/>
              <a:cxnLst/>
              <a:rect l="textAreaLeft" t="textAreaTop" r="textAreaRight" b="textAreaBottom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723" y="27304"/>
                    <a:pt x="13723" y="46685"/>
                  </a:cubicBezTo>
                  <a:cubicBezTo>
                    <a:pt x="13723" y="66067"/>
                    <a:pt x="27870" y="81629"/>
                    <a:pt x="46827" y="81629"/>
                  </a:cubicBezTo>
                  <a:cubicBezTo>
                    <a:pt x="65784" y="81629"/>
                    <a:pt x="79790" y="66208"/>
                    <a:pt x="79790" y="46968"/>
                  </a:cubicBezTo>
                  <a:cubicBezTo>
                    <a:pt x="79790" y="27728"/>
                    <a:pt x="65360" y="11742"/>
                    <a:pt x="46544" y="11742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6" name="Google Shape;1278;p82"/>
            <p:cNvSpPr/>
            <p:nvPr/>
          </p:nvSpPr>
          <p:spPr>
            <a:xfrm>
              <a:off x="11043720" y="903960"/>
              <a:ext cx="38160" cy="73440"/>
            </a:xfrm>
            <a:custGeom>
              <a:avLst/>
              <a:gdLst>
                <a:gd name="textAreaLeft" fmla="*/ 0 w 38160"/>
                <a:gd name="textAreaRight" fmla="*/ 42840 w 38160"/>
                <a:gd name="textAreaTop" fmla="*/ 0 h 73440"/>
                <a:gd name="textAreaBottom" fmla="*/ 78120 h 7344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90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7" name="Google Shape;1279;p82"/>
            <p:cNvSpPr/>
            <p:nvPr/>
          </p:nvSpPr>
          <p:spPr>
            <a:xfrm>
              <a:off x="11103840" y="903600"/>
              <a:ext cx="111600" cy="73800"/>
            </a:xfrm>
            <a:custGeom>
              <a:avLst/>
              <a:gdLst>
                <a:gd name="textAreaLeft" fmla="*/ 0 w 111600"/>
                <a:gd name="textAreaRight" fmla="*/ 116280 w 111600"/>
                <a:gd name="textAreaTop" fmla="*/ 0 h 73800"/>
                <a:gd name="textAreaBottom" fmla="*/ 78480 h 73800"/>
              </a:gdLst>
              <a:ahLst/>
              <a:cxnLst/>
              <a:rect l="textAreaLeft" t="textAreaTop" r="textAreaRight" b="textAreaBottom"/>
              <a:pathLst>
                <a:path w="135670" h="91531">
                  <a:moveTo>
                    <a:pt x="102425" y="0"/>
                  </a:moveTo>
                  <a:cubicBezTo>
                    <a:pt x="123080" y="0"/>
                    <a:pt x="135670" y="13864"/>
                    <a:pt x="135670" y="36075"/>
                  </a:cubicBezTo>
                  <a:lnTo>
                    <a:pt x="135670" y="91532"/>
                  </a:lnTo>
                  <a:lnTo>
                    <a:pt x="122372" y="91532"/>
                  </a:lnTo>
                  <a:lnTo>
                    <a:pt x="122372" y="39187"/>
                  </a:lnTo>
                  <a:cubicBezTo>
                    <a:pt x="122372" y="21787"/>
                    <a:pt x="113743" y="12166"/>
                    <a:pt x="99171" y="12166"/>
                  </a:cubicBezTo>
                  <a:cubicBezTo>
                    <a:pt x="85590" y="12166"/>
                    <a:pt x="74414" y="22211"/>
                    <a:pt x="74414" y="39895"/>
                  </a:cubicBezTo>
                  <a:lnTo>
                    <a:pt x="74414" y="91532"/>
                  </a:lnTo>
                  <a:lnTo>
                    <a:pt x="61257" y="91532"/>
                  </a:lnTo>
                  <a:lnTo>
                    <a:pt x="61257" y="38904"/>
                  </a:lnTo>
                  <a:cubicBezTo>
                    <a:pt x="61257" y="22069"/>
                    <a:pt x="52486" y="12166"/>
                    <a:pt x="38197" y="12166"/>
                  </a:cubicBezTo>
                  <a:cubicBezTo>
                    <a:pt x="23908" y="12166"/>
                    <a:pt x="13298" y="23909"/>
                    <a:pt x="13298" y="40461"/>
                  </a:cubicBezTo>
                  <a:lnTo>
                    <a:pt x="13298" y="91532"/>
                  </a:ln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118"/>
                  </a:lnTo>
                  <a:cubicBezTo>
                    <a:pt x="19240" y="8347"/>
                    <a:pt x="27162" y="141"/>
                    <a:pt x="42300" y="141"/>
                  </a:cubicBezTo>
                  <a:cubicBezTo>
                    <a:pt x="57437" y="141"/>
                    <a:pt x="66208" y="7922"/>
                    <a:pt x="71018" y="17967"/>
                  </a:cubicBezTo>
                  <a:cubicBezTo>
                    <a:pt x="77384" y="8064"/>
                    <a:pt x="87004" y="141"/>
                    <a:pt x="102566" y="14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240" bIns="392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8" name="Google Shape;1280;p82"/>
            <p:cNvSpPr/>
            <p:nvPr/>
          </p:nvSpPr>
          <p:spPr>
            <a:xfrm>
              <a:off x="11239560" y="903960"/>
              <a:ext cx="62640" cy="74880"/>
            </a:xfrm>
            <a:custGeom>
              <a:avLst/>
              <a:gdLst>
                <a:gd name="textAreaLeft" fmla="*/ 0 w 62640"/>
                <a:gd name="textAreaRight" fmla="*/ 67320 w 62640"/>
                <a:gd name="textAreaTop" fmla="*/ 0 h 74880"/>
                <a:gd name="textAreaBottom" fmla="*/ 79560 h 7488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3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9" name="Google Shape;1281;p82"/>
            <p:cNvSpPr/>
            <p:nvPr/>
          </p:nvSpPr>
          <p:spPr>
            <a:xfrm>
              <a:off x="11324880" y="903960"/>
              <a:ext cx="54720" cy="74880"/>
            </a:xfrm>
            <a:custGeom>
              <a:avLst/>
              <a:gdLst>
                <a:gd name="textAreaLeft" fmla="*/ 0 w 54720"/>
                <a:gd name="textAreaRight" fmla="*/ 59400 w 54720"/>
                <a:gd name="textAreaTop" fmla="*/ 0 h 74880"/>
                <a:gd name="textAreaBottom" fmla="*/ 79560 h 74880"/>
              </a:gdLst>
              <a:ahLst/>
              <a:cxnLst/>
              <a:rect l="textAreaLeft" t="textAreaTop" r="textAreaRight" b="textAreaBottom"/>
              <a:pathLst>
                <a:path w="69037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1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0" name="Google Shape;1282;p82"/>
            <p:cNvSpPr/>
            <p:nvPr/>
          </p:nvSpPr>
          <p:spPr>
            <a:xfrm>
              <a:off x="10208160" y="1039680"/>
              <a:ext cx="73080" cy="105480"/>
            </a:xfrm>
            <a:custGeom>
              <a:avLst/>
              <a:gdLst>
                <a:gd name="textAreaLeft" fmla="*/ 0 w 73080"/>
                <a:gd name="textAreaRight" fmla="*/ 77760 w 73080"/>
                <a:gd name="textAreaTop" fmla="*/ 0 h 105480"/>
                <a:gd name="textAreaBottom" fmla="*/ 110160 h 10548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1" name="Google Shape;1283;p82"/>
            <p:cNvSpPr/>
            <p:nvPr/>
          </p:nvSpPr>
          <p:spPr>
            <a:xfrm>
              <a:off x="10306800" y="1069920"/>
              <a:ext cx="68040" cy="75600"/>
            </a:xfrm>
            <a:custGeom>
              <a:avLst/>
              <a:gdLst>
                <a:gd name="textAreaLeft" fmla="*/ 0 w 68040"/>
                <a:gd name="textAreaRight" fmla="*/ 72720 w 68040"/>
                <a:gd name="textAreaTop" fmla="*/ 0 h 75600"/>
                <a:gd name="textAreaBottom" fmla="*/ 80280 h 75600"/>
              </a:gdLst>
              <a:ahLst/>
              <a:cxnLst/>
              <a:rect l="textAreaLeft" t="textAreaTop" r="textAreaRight" b="textAreaBottom"/>
              <a:pathLst>
                <a:path w="84741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5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2" name="Google Shape;1284;p82"/>
            <p:cNvSpPr/>
            <p:nvPr/>
          </p:nvSpPr>
          <p:spPr>
            <a:xfrm>
              <a:off x="10438200" y="1070280"/>
              <a:ext cx="62640" cy="74880"/>
            </a:xfrm>
            <a:custGeom>
              <a:avLst/>
              <a:gdLst>
                <a:gd name="textAreaLeft" fmla="*/ 0 w 62640"/>
                <a:gd name="textAreaRight" fmla="*/ 67320 w 62640"/>
                <a:gd name="textAreaTop" fmla="*/ 0 h 74880"/>
                <a:gd name="textAreaBottom" fmla="*/ 79560 h 7488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6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767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3" name="Google Shape;1285;p82"/>
            <p:cNvSpPr/>
            <p:nvPr/>
          </p:nvSpPr>
          <p:spPr>
            <a:xfrm>
              <a:off x="10530360" y="1069560"/>
              <a:ext cx="73080" cy="97560"/>
            </a:xfrm>
            <a:custGeom>
              <a:avLst/>
              <a:gdLst>
                <a:gd name="textAreaLeft" fmla="*/ 0 w 73080"/>
                <a:gd name="textAreaRight" fmla="*/ 77760 w 73080"/>
                <a:gd name="textAreaTop" fmla="*/ 0 h 97560"/>
                <a:gd name="textAreaBottom" fmla="*/ 102240 h 97560"/>
              </a:gdLst>
              <a:ahLst/>
              <a:cxnLst/>
              <a:rect l="textAreaLeft" t="textAreaTop" r="textAreaRight" b="textAreaBottom"/>
              <a:pathLst>
                <a:path w="90541" h="119259">
                  <a:moveTo>
                    <a:pt x="47676" y="93512"/>
                  </a:moveTo>
                  <a:cubicBezTo>
                    <a:pt x="30982" y="93512"/>
                    <a:pt x="20230" y="84458"/>
                    <a:pt x="13298" y="74414"/>
                  </a:cubicBezTo>
                  <a:lnTo>
                    <a:pt x="13298" y="119260"/>
                  </a:lnTo>
                  <a:lnTo>
                    <a:pt x="0" y="119260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9947"/>
                  </a:lnTo>
                  <a:cubicBezTo>
                    <a:pt x="20513" y="9196"/>
                    <a:pt x="31124" y="0"/>
                    <a:pt x="47676" y="0"/>
                  </a:cubicBezTo>
                  <a:cubicBezTo>
                    <a:pt x="69179" y="0"/>
                    <a:pt x="90541" y="16977"/>
                    <a:pt x="90541" y="46685"/>
                  </a:cubicBezTo>
                  <a:cubicBezTo>
                    <a:pt x="90541" y="76394"/>
                    <a:pt x="69462" y="93512"/>
                    <a:pt x="47676" y="93512"/>
                  </a:cubicBezTo>
                  <a:close/>
                  <a:moveTo>
                    <a:pt x="45271" y="12025"/>
                  </a:moveTo>
                  <a:cubicBezTo>
                    <a:pt x="28577" y="12025"/>
                    <a:pt x="12874" y="25889"/>
                    <a:pt x="12874" y="46685"/>
                  </a:cubicBezTo>
                  <a:cubicBezTo>
                    <a:pt x="12874" y="67482"/>
                    <a:pt x="28577" y="81487"/>
                    <a:pt x="45271" y="81487"/>
                  </a:cubicBezTo>
                  <a:cubicBezTo>
                    <a:pt x="61964" y="81487"/>
                    <a:pt x="76819" y="68613"/>
                    <a:pt x="76819" y="46827"/>
                  </a:cubicBezTo>
                  <a:cubicBezTo>
                    <a:pt x="76819" y="25040"/>
                    <a:pt x="62247" y="12025"/>
                    <a:pt x="45271" y="1202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4" name="Google Shape;1286;p82"/>
            <p:cNvSpPr/>
            <p:nvPr/>
          </p:nvSpPr>
          <p:spPr>
            <a:xfrm>
              <a:off x="10629000" y="1069920"/>
              <a:ext cx="38160" cy="73440"/>
            </a:xfrm>
            <a:custGeom>
              <a:avLst/>
              <a:gdLst>
                <a:gd name="textAreaLeft" fmla="*/ 0 w 38160"/>
                <a:gd name="textAreaRight" fmla="*/ 42840 w 38160"/>
                <a:gd name="textAreaTop" fmla="*/ 0 h 73440"/>
                <a:gd name="textAreaBottom" fmla="*/ 78120 h 7344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5" name="Google Shape;1287;p82"/>
            <p:cNvSpPr/>
            <p:nvPr/>
          </p:nvSpPr>
          <p:spPr>
            <a:xfrm>
              <a:off x="10681200" y="1069920"/>
              <a:ext cx="68040" cy="75600"/>
            </a:xfrm>
            <a:custGeom>
              <a:avLst/>
              <a:gdLst>
                <a:gd name="textAreaLeft" fmla="*/ 0 w 68040"/>
                <a:gd name="textAreaRight" fmla="*/ 72720 w 68040"/>
                <a:gd name="textAreaTop" fmla="*/ 0 h 75600"/>
                <a:gd name="textAreaBottom" fmla="*/ 80280 h 75600"/>
              </a:gdLst>
              <a:ahLst/>
              <a:cxnLst/>
              <a:rect l="textAreaLeft" t="textAreaTop" r="textAreaRight" b="textAreaBottom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6" name="Google Shape;1288;p82"/>
            <p:cNvSpPr/>
            <p:nvPr/>
          </p:nvSpPr>
          <p:spPr>
            <a:xfrm>
              <a:off x="10774080" y="1069560"/>
              <a:ext cx="62640" cy="73800"/>
            </a:xfrm>
            <a:custGeom>
              <a:avLst/>
              <a:gdLst>
                <a:gd name="textAreaLeft" fmla="*/ 0 w 62640"/>
                <a:gd name="textAreaRight" fmla="*/ 67320 w 62640"/>
                <a:gd name="textAreaTop" fmla="*/ 0 h 73800"/>
                <a:gd name="textAreaBottom" fmla="*/ 78480 h 73800"/>
              </a:gdLst>
              <a:ahLst/>
              <a:cxnLst/>
              <a:rect l="textAreaLeft" t="textAreaTop" r="textAreaRight" b="textAreaBottom"/>
              <a:pathLst>
                <a:path w="78374" h="91531">
                  <a:moveTo>
                    <a:pt x="13298" y="91532"/>
                  </a:move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542"/>
                  </a:lnTo>
                  <a:cubicBezTo>
                    <a:pt x="19240" y="7781"/>
                    <a:pt x="28577" y="0"/>
                    <a:pt x="43997" y="0"/>
                  </a:cubicBezTo>
                  <a:cubicBezTo>
                    <a:pt x="65642" y="0"/>
                    <a:pt x="78375" y="14572"/>
                    <a:pt x="78375" y="35934"/>
                  </a:cubicBezTo>
                  <a:lnTo>
                    <a:pt x="78375" y="91532"/>
                  </a:lnTo>
                  <a:lnTo>
                    <a:pt x="65077" y="91532"/>
                  </a:lnTo>
                  <a:lnTo>
                    <a:pt x="65077" y="39187"/>
                  </a:lnTo>
                  <a:cubicBezTo>
                    <a:pt x="65077" y="22494"/>
                    <a:pt x="56022" y="12166"/>
                    <a:pt x="40319" y="12166"/>
                  </a:cubicBezTo>
                  <a:cubicBezTo>
                    <a:pt x="24616" y="12166"/>
                    <a:pt x="13440" y="23484"/>
                    <a:pt x="13440" y="40178"/>
                  </a:cubicBezTo>
                  <a:lnTo>
                    <a:pt x="13440" y="91532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240" bIns="392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7" name="Google Shape;1289;p82"/>
            <p:cNvSpPr/>
            <p:nvPr/>
          </p:nvSpPr>
          <p:spPr>
            <a:xfrm>
              <a:off x="10860840" y="1039680"/>
              <a:ext cx="73080" cy="105480"/>
            </a:xfrm>
            <a:custGeom>
              <a:avLst/>
              <a:gdLst>
                <a:gd name="textAreaLeft" fmla="*/ 0 w 73080"/>
                <a:gd name="textAreaRight" fmla="*/ 77760 w 73080"/>
                <a:gd name="textAreaTop" fmla="*/ 0 h 105480"/>
                <a:gd name="textAreaBottom" fmla="*/ 110160 h 10548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8" name="Google Shape;1290;p82"/>
            <p:cNvSpPr/>
            <p:nvPr/>
          </p:nvSpPr>
          <p:spPr>
            <a:xfrm>
              <a:off x="10959480" y="1069920"/>
              <a:ext cx="68040" cy="75600"/>
            </a:xfrm>
            <a:custGeom>
              <a:avLst/>
              <a:gdLst>
                <a:gd name="textAreaLeft" fmla="*/ 0 w 68040"/>
                <a:gd name="textAreaRight" fmla="*/ 72720 w 68040"/>
                <a:gd name="textAreaTop" fmla="*/ 0 h 75600"/>
                <a:gd name="textAreaBottom" fmla="*/ 80280 h 75600"/>
              </a:gdLst>
              <a:ahLst/>
              <a:cxnLst/>
              <a:rect l="textAreaLeft" t="textAreaTop" r="textAreaRight" b="textAreaBottom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599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9" name="Google Shape;1291;p82"/>
            <p:cNvSpPr/>
            <p:nvPr/>
          </p:nvSpPr>
          <p:spPr>
            <a:xfrm>
              <a:off x="11052360" y="1069920"/>
              <a:ext cx="38160" cy="73440"/>
            </a:xfrm>
            <a:custGeom>
              <a:avLst/>
              <a:gdLst>
                <a:gd name="textAreaLeft" fmla="*/ 0 w 38160"/>
                <a:gd name="textAreaRight" fmla="*/ 42840 w 38160"/>
                <a:gd name="textAreaTop" fmla="*/ 0 h 73440"/>
                <a:gd name="textAreaBottom" fmla="*/ 78120 h 7344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80" name="Google Shape;1292;p82"/>
          <p:cNvGrpSpPr/>
          <p:nvPr/>
        </p:nvGrpSpPr>
        <p:grpSpPr>
          <a:xfrm>
            <a:off x="10113480" y="597240"/>
            <a:ext cx="604800" cy="147960"/>
            <a:chOff x="10113480" y="597240"/>
            <a:chExt cx="604800" cy="147960"/>
          </a:xfrm>
        </p:grpSpPr>
        <p:sp>
          <p:nvSpPr>
            <p:cNvPr id="1081" name="Google Shape;1293;p82"/>
            <p:cNvSpPr/>
            <p:nvPr/>
          </p:nvSpPr>
          <p:spPr>
            <a:xfrm>
              <a:off x="10627560" y="603360"/>
              <a:ext cx="90720" cy="141120"/>
            </a:xfrm>
            <a:custGeom>
              <a:avLst/>
              <a:gdLst>
                <a:gd name="textAreaLeft" fmla="*/ 0 w 90720"/>
                <a:gd name="textAreaRight" fmla="*/ 95400 w 90720"/>
                <a:gd name="textAreaTop" fmla="*/ 0 h 141120"/>
                <a:gd name="textAreaBottom" fmla="*/ 145800 h 141120"/>
              </a:gdLst>
              <a:ahLst/>
              <a:cxnLst/>
              <a:rect l="textAreaLeft" t="textAreaTop" r="textAreaRight" b="textAreaBottom"/>
              <a:pathLst>
                <a:path w="111337" h="169906">
                  <a:moveTo>
                    <a:pt x="111338" y="135953"/>
                  </a:moveTo>
                  <a:cubicBezTo>
                    <a:pt x="110489" y="135953"/>
                    <a:pt x="109781" y="135953"/>
                    <a:pt x="108933" y="135953"/>
                  </a:cubicBezTo>
                  <a:cubicBezTo>
                    <a:pt x="75404" y="135953"/>
                    <a:pt x="51071" y="114450"/>
                    <a:pt x="51071" y="84882"/>
                  </a:cubicBezTo>
                  <a:lnTo>
                    <a:pt x="51071" y="84175"/>
                  </a:lnTo>
                  <a:cubicBezTo>
                    <a:pt x="51071" y="55881"/>
                    <a:pt x="75404" y="33670"/>
                    <a:pt x="106528" y="33670"/>
                  </a:cubicBezTo>
                  <a:cubicBezTo>
                    <a:pt x="108225" y="33670"/>
                    <a:pt x="109781" y="33670"/>
                    <a:pt x="111338" y="33812"/>
                  </a:cubicBezTo>
                  <a:lnTo>
                    <a:pt x="111338" y="0"/>
                  </a:lnTo>
                  <a:cubicBezTo>
                    <a:pt x="109923" y="0"/>
                    <a:pt x="108367" y="0"/>
                    <a:pt x="106952" y="0"/>
                  </a:cubicBezTo>
                  <a:cubicBezTo>
                    <a:pt x="45978" y="0"/>
                    <a:pt x="0" y="36499"/>
                    <a:pt x="0" y="85024"/>
                  </a:cubicBezTo>
                  <a:lnTo>
                    <a:pt x="0" y="85590"/>
                  </a:lnTo>
                  <a:cubicBezTo>
                    <a:pt x="0" y="132841"/>
                    <a:pt x="46685" y="169906"/>
                    <a:pt x="106103" y="169906"/>
                  </a:cubicBezTo>
                  <a:cubicBezTo>
                    <a:pt x="107942" y="169906"/>
                    <a:pt x="109640" y="169906"/>
                    <a:pt x="111338" y="169906"/>
                  </a:cubicBezTo>
                  <a:lnTo>
                    <a:pt x="111338" y="135953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2" name="Google Shape;1294;p82"/>
            <p:cNvSpPr/>
            <p:nvPr/>
          </p:nvSpPr>
          <p:spPr>
            <a:xfrm>
              <a:off x="10113480" y="597240"/>
              <a:ext cx="133200" cy="147960"/>
            </a:xfrm>
            <a:custGeom>
              <a:avLst/>
              <a:gdLst>
                <a:gd name="textAreaLeft" fmla="*/ 0 w 133200"/>
                <a:gd name="textAreaRight" fmla="*/ 137880 w 133200"/>
                <a:gd name="textAreaTop" fmla="*/ 0 h 147960"/>
                <a:gd name="textAreaBottom" fmla="*/ 152640 h 147960"/>
              </a:gdLst>
              <a:ahLst/>
              <a:cxnLst/>
              <a:rect l="textAreaLeft" t="textAreaTop" r="textAreaRight" b="textAreaBottom"/>
              <a:pathLst>
                <a:path w="160852" h="177970">
                  <a:moveTo>
                    <a:pt x="94785" y="71867"/>
                  </a:moveTo>
                  <a:cubicBezTo>
                    <a:pt x="58852" y="64228"/>
                    <a:pt x="53759" y="60549"/>
                    <a:pt x="53759" y="49090"/>
                  </a:cubicBezTo>
                  <a:lnTo>
                    <a:pt x="53759" y="48524"/>
                  </a:lnTo>
                  <a:cubicBezTo>
                    <a:pt x="53759" y="40178"/>
                    <a:pt x="62955" y="33529"/>
                    <a:pt x="80497" y="33529"/>
                  </a:cubicBezTo>
                  <a:cubicBezTo>
                    <a:pt x="89410" y="33529"/>
                    <a:pt x="101152" y="35934"/>
                    <a:pt x="109357" y="39046"/>
                  </a:cubicBezTo>
                  <a:lnTo>
                    <a:pt x="109357" y="2829"/>
                  </a:lnTo>
                  <a:cubicBezTo>
                    <a:pt x="101718" y="1556"/>
                    <a:pt x="90117" y="0"/>
                    <a:pt x="81204" y="0"/>
                  </a:cubicBezTo>
                  <a:cubicBezTo>
                    <a:pt x="38622" y="0"/>
                    <a:pt x="8347" y="20796"/>
                    <a:pt x="8347" y="52203"/>
                  </a:cubicBezTo>
                  <a:lnTo>
                    <a:pt x="8347" y="52627"/>
                  </a:lnTo>
                  <a:cubicBezTo>
                    <a:pt x="8347" y="87005"/>
                    <a:pt x="35368" y="96625"/>
                    <a:pt x="77243" y="105537"/>
                  </a:cubicBezTo>
                  <a:cubicBezTo>
                    <a:pt x="112045" y="112894"/>
                    <a:pt x="115299" y="117845"/>
                    <a:pt x="115299" y="127607"/>
                  </a:cubicBezTo>
                  <a:lnTo>
                    <a:pt x="115299" y="128031"/>
                  </a:lnTo>
                  <a:cubicBezTo>
                    <a:pt x="115299" y="138217"/>
                    <a:pt x="103981" y="144300"/>
                    <a:pt x="85307" y="144300"/>
                  </a:cubicBezTo>
                  <a:cubicBezTo>
                    <a:pt x="61540" y="144300"/>
                    <a:pt x="45837" y="136095"/>
                    <a:pt x="27021" y="123363"/>
                  </a:cubicBezTo>
                  <a:lnTo>
                    <a:pt x="0" y="150242"/>
                  </a:lnTo>
                  <a:cubicBezTo>
                    <a:pt x="24899" y="168775"/>
                    <a:pt x="52910" y="177970"/>
                    <a:pt x="84458" y="177970"/>
                  </a:cubicBezTo>
                  <a:cubicBezTo>
                    <a:pt x="129304" y="177970"/>
                    <a:pt x="160852" y="158730"/>
                    <a:pt x="160852" y="124353"/>
                  </a:cubicBezTo>
                  <a:lnTo>
                    <a:pt x="160852" y="123928"/>
                  </a:lnTo>
                  <a:cubicBezTo>
                    <a:pt x="160852" y="93795"/>
                    <a:pt x="137085" y="81204"/>
                    <a:pt x="94927" y="72009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3" name="Google Shape;1295;p82"/>
            <p:cNvSpPr/>
            <p:nvPr/>
          </p:nvSpPr>
          <p:spPr>
            <a:xfrm>
              <a:off x="10246320" y="618480"/>
              <a:ext cx="129600" cy="122040"/>
            </a:xfrm>
            <a:custGeom>
              <a:avLst/>
              <a:gdLst>
                <a:gd name="textAreaLeft" fmla="*/ 0 w 129600"/>
                <a:gd name="textAreaRight" fmla="*/ 134280 w 129600"/>
                <a:gd name="textAreaTop" fmla="*/ 0 h 122040"/>
                <a:gd name="textAreaBottom" fmla="*/ 126720 h 122040"/>
              </a:gdLst>
              <a:ahLst/>
              <a:cxnLst/>
              <a:rect l="textAreaLeft" t="textAreaTop" r="textAreaRight" b="textAreaBottom"/>
              <a:pathLst>
                <a:path w="156325" h="147695">
                  <a:moveTo>
                    <a:pt x="44563" y="62389"/>
                  </a:moveTo>
                  <a:cubicBezTo>
                    <a:pt x="48100" y="44139"/>
                    <a:pt x="60408" y="32255"/>
                    <a:pt x="79224" y="32255"/>
                  </a:cubicBezTo>
                  <a:cubicBezTo>
                    <a:pt x="98039" y="32255"/>
                    <a:pt x="110347" y="44422"/>
                    <a:pt x="113035" y="62389"/>
                  </a:cubicBezTo>
                  <a:lnTo>
                    <a:pt x="44563" y="62389"/>
                  </a:lnTo>
                  <a:close/>
                  <a:moveTo>
                    <a:pt x="79224" y="0"/>
                  </a:moveTo>
                  <a:cubicBezTo>
                    <a:pt x="32538" y="0"/>
                    <a:pt x="0" y="33387"/>
                    <a:pt x="0" y="73848"/>
                  </a:cubicBezTo>
                  <a:lnTo>
                    <a:pt x="0" y="74414"/>
                  </a:lnTo>
                  <a:cubicBezTo>
                    <a:pt x="0" y="117845"/>
                    <a:pt x="35651" y="147695"/>
                    <a:pt x="83751" y="147695"/>
                  </a:cubicBezTo>
                  <a:cubicBezTo>
                    <a:pt x="85165" y="147695"/>
                    <a:pt x="89551" y="147554"/>
                    <a:pt x="90966" y="147554"/>
                  </a:cubicBezTo>
                  <a:lnTo>
                    <a:pt x="90966" y="115157"/>
                  </a:lnTo>
                  <a:cubicBezTo>
                    <a:pt x="89834" y="115157"/>
                    <a:pt x="85448" y="115440"/>
                    <a:pt x="84317" y="115440"/>
                  </a:cubicBezTo>
                  <a:cubicBezTo>
                    <a:pt x="63945" y="115440"/>
                    <a:pt x="49656" y="105962"/>
                    <a:pt x="45129" y="87712"/>
                  </a:cubicBezTo>
                  <a:lnTo>
                    <a:pt x="155759" y="87712"/>
                  </a:lnTo>
                  <a:cubicBezTo>
                    <a:pt x="156042" y="84034"/>
                    <a:pt x="156325" y="81629"/>
                    <a:pt x="156325" y="77667"/>
                  </a:cubicBezTo>
                  <a:lnTo>
                    <a:pt x="156325" y="77102"/>
                  </a:lnTo>
                  <a:cubicBezTo>
                    <a:pt x="156325" y="36924"/>
                    <a:pt x="132841" y="141"/>
                    <a:pt x="79224" y="141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4" name="Google Shape;1296;p82"/>
            <p:cNvSpPr/>
            <p:nvPr/>
          </p:nvSpPr>
          <p:spPr>
            <a:xfrm>
              <a:off x="10378800" y="619920"/>
              <a:ext cx="120960" cy="118440"/>
            </a:xfrm>
            <a:custGeom>
              <a:avLst/>
              <a:gdLst>
                <a:gd name="textAreaLeft" fmla="*/ 0 w 120960"/>
                <a:gd name="textAreaRight" fmla="*/ 125640 w 120960"/>
                <a:gd name="textAreaTop" fmla="*/ 0 h 118440"/>
                <a:gd name="textAreaBottom" fmla="*/ 123120 h 118440"/>
              </a:gdLst>
              <a:ahLst/>
              <a:cxnLst/>
              <a:rect l="textAreaLeft" t="textAreaTop" r="textAreaRight" b="textAreaBottom"/>
              <a:pathLst>
                <a:path w="146280" h="143451">
                  <a:moveTo>
                    <a:pt x="146139" y="68330"/>
                  </a:moveTo>
                  <a:cubicBezTo>
                    <a:pt x="146139" y="29992"/>
                    <a:pt x="122655" y="0"/>
                    <a:pt x="73140" y="0"/>
                  </a:cubicBezTo>
                  <a:cubicBezTo>
                    <a:pt x="23626" y="0"/>
                    <a:pt x="0" y="29992"/>
                    <a:pt x="0" y="68330"/>
                  </a:cubicBezTo>
                  <a:lnTo>
                    <a:pt x="0" y="143451"/>
                  </a:lnTo>
                  <a:lnTo>
                    <a:pt x="45978" y="143451"/>
                  </a:lnTo>
                  <a:lnTo>
                    <a:pt x="45978" y="65642"/>
                  </a:lnTo>
                  <a:cubicBezTo>
                    <a:pt x="46827" y="51495"/>
                    <a:pt x="52344" y="34660"/>
                    <a:pt x="73140" y="34660"/>
                  </a:cubicBezTo>
                  <a:cubicBezTo>
                    <a:pt x="93937" y="34660"/>
                    <a:pt x="99878" y="51495"/>
                    <a:pt x="100727" y="65642"/>
                  </a:cubicBezTo>
                  <a:lnTo>
                    <a:pt x="100727" y="143451"/>
                  </a:lnTo>
                  <a:lnTo>
                    <a:pt x="146281" y="143451"/>
                  </a:lnTo>
                  <a:lnTo>
                    <a:pt x="146281" y="6833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5" name="Google Shape;1297;p82"/>
            <p:cNvSpPr/>
            <p:nvPr/>
          </p:nvSpPr>
          <p:spPr>
            <a:xfrm>
              <a:off x="10503000" y="619200"/>
              <a:ext cx="122040" cy="120600"/>
            </a:xfrm>
            <a:custGeom>
              <a:avLst/>
              <a:gdLst>
                <a:gd name="textAreaLeft" fmla="*/ 0 w 122040"/>
                <a:gd name="textAreaRight" fmla="*/ 126720 w 122040"/>
                <a:gd name="textAreaTop" fmla="*/ 0 h 120600"/>
                <a:gd name="textAreaBottom" fmla="*/ 125280 h 120600"/>
              </a:gdLst>
              <a:ahLst/>
              <a:cxnLst/>
              <a:rect l="textAreaLeft" t="textAreaTop" r="textAreaRight" b="textAreaBottom"/>
              <a:pathLst>
                <a:path w="147554" h="145856">
                  <a:moveTo>
                    <a:pt x="75970" y="0"/>
                  </a:moveTo>
                  <a:cubicBezTo>
                    <a:pt x="73989" y="0"/>
                    <a:pt x="67057" y="0"/>
                    <a:pt x="65077" y="0"/>
                  </a:cubicBezTo>
                  <a:lnTo>
                    <a:pt x="65077" y="34236"/>
                  </a:lnTo>
                  <a:cubicBezTo>
                    <a:pt x="73989" y="34236"/>
                    <a:pt x="86014" y="35792"/>
                    <a:pt x="91532" y="38622"/>
                  </a:cubicBezTo>
                  <a:cubicBezTo>
                    <a:pt x="99454" y="42866"/>
                    <a:pt x="103557" y="49798"/>
                    <a:pt x="103840" y="59418"/>
                  </a:cubicBezTo>
                  <a:cubicBezTo>
                    <a:pt x="92946" y="58144"/>
                    <a:pt x="80780" y="57296"/>
                    <a:pt x="70028" y="57013"/>
                  </a:cubicBezTo>
                  <a:cubicBezTo>
                    <a:pt x="26597" y="55881"/>
                    <a:pt x="5093" y="70311"/>
                    <a:pt x="849" y="93229"/>
                  </a:cubicBezTo>
                  <a:cubicBezTo>
                    <a:pt x="849" y="93654"/>
                    <a:pt x="707" y="94078"/>
                    <a:pt x="566" y="94502"/>
                  </a:cubicBezTo>
                  <a:cubicBezTo>
                    <a:pt x="566" y="94644"/>
                    <a:pt x="566" y="94785"/>
                    <a:pt x="566" y="94927"/>
                  </a:cubicBezTo>
                  <a:cubicBezTo>
                    <a:pt x="283" y="97049"/>
                    <a:pt x="0" y="99454"/>
                    <a:pt x="0" y="101859"/>
                  </a:cubicBezTo>
                  <a:lnTo>
                    <a:pt x="0" y="102425"/>
                  </a:lnTo>
                  <a:cubicBezTo>
                    <a:pt x="0" y="130578"/>
                    <a:pt x="24899" y="145856"/>
                    <a:pt x="55032" y="145856"/>
                  </a:cubicBezTo>
                  <a:cubicBezTo>
                    <a:pt x="77243" y="145856"/>
                    <a:pt x="92522" y="138641"/>
                    <a:pt x="103557" y="127890"/>
                  </a:cubicBezTo>
                  <a:lnTo>
                    <a:pt x="103557" y="144300"/>
                  </a:lnTo>
                  <a:lnTo>
                    <a:pt x="147554" y="144300"/>
                  </a:lnTo>
                  <a:lnTo>
                    <a:pt x="147554" y="61115"/>
                  </a:lnTo>
                  <a:cubicBezTo>
                    <a:pt x="147554" y="22777"/>
                    <a:pt x="125768" y="0"/>
                    <a:pt x="76111" y="0"/>
                  </a:cubicBezTo>
                  <a:moveTo>
                    <a:pt x="103981" y="93654"/>
                  </a:moveTo>
                  <a:cubicBezTo>
                    <a:pt x="100020" y="114450"/>
                    <a:pt x="78658" y="117421"/>
                    <a:pt x="73848" y="117704"/>
                  </a:cubicBezTo>
                  <a:cubicBezTo>
                    <a:pt x="39187" y="119543"/>
                    <a:pt x="38056" y="95917"/>
                    <a:pt x="49656" y="88702"/>
                  </a:cubicBezTo>
                  <a:cubicBezTo>
                    <a:pt x="65218" y="79082"/>
                    <a:pt x="104264" y="84458"/>
                    <a:pt x="104264" y="84458"/>
                  </a:cubicBezTo>
                  <a:cubicBezTo>
                    <a:pt x="104264" y="85873"/>
                    <a:pt x="104688" y="89410"/>
                    <a:pt x="104264" y="93654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086" name="Google Shape;1298;p82" descr=""/>
          <p:cNvPicPr/>
          <p:nvPr/>
        </p:nvPicPr>
        <p:blipFill>
          <a:blip r:embed="rId3"/>
          <a:stretch/>
        </p:blipFill>
        <p:spPr>
          <a:xfrm>
            <a:off x="10082880" y="3805200"/>
            <a:ext cx="1479600" cy="155196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Hora de beber água">
    <p:bg>
      <p:bgPr>
        <a:solidFill>
          <a:srgbClr val="1caf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585;p66"/>
          <p:cNvSpPr/>
          <p:nvPr/>
        </p:nvSpPr>
        <p:spPr>
          <a:xfrm>
            <a:off x="29865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8" name="Google Shape;586;p66"/>
          <p:cNvSpPr/>
          <p:nvPr/>
        </p:nvSpPr>
        <p:spPr>
          <a:xfrm>
            <a:off x="35420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9" name="Google Shape;587;p66"/>
          <p:cNvSpPr/>
          <p:nvPr/>
        </p:nvSpPr>
        <p:spPr>
          <a:xfrm>
            <a:off x="4049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0" name="Google Shape;588;p66"/>
          <p:cNvSpPr/>
          <p:nvPr/>
        </p:nvSpPr>
        <p:spPr>
          <a:xfrm>
            <a:off x="456408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1" name="Google Shape;589;p66"/>
          <p:cNvSpPr/>
          <p:nvPr/>
        </p:nvSpPr>
        <p:spPr>
          <a:xfrm>
            <a:off x="50781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2" name="Google Shape;590;p66"/>
          <p:cNvSpPr/>
          <p:nvPr/>
        </p:nvSpPr>
        <p:spPr>
          <a:xfrm>
            <a:off x="6145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3" name="Google Shape;591;p66"/>
          <p:cNvSpPr/>
          <p:nvPr/>
        </p:nvSpPr>
        <p:spPr>
          <a:xfrm>
            <a:off x="5633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4" name="Google Shape;592;p66"/>
          <p:cNvSpPr/>
          <p:nvPr/>
        </p:nvSpPr>
        <p:spPr>
          <a:xfrm>
            <a:off x="67413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5" name="Google Shape;593;p66"/>
          <p:cNvSpPr/>
          <p:nvPr/>
        </p:nvSpPr>
        <p:spPr>
          <a:xfrm>
            <a:off x="730332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6" name="Google Shape;594;p66"/>
          <p:cNvSpPr/>
          <p:nvPr/>
        </p:nvSpPr>
        <p:spPr>
          <a:xfrm>
            <a:off x="7846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7" name="Google Shape;595;p66"/>
          <p:cNvSpPr/>
          <p:nvPr/>
        </p:nvSpPr>
        <p:spPr>
          <a:xfrm rot="10800000">
            <a:off x="-86040" y="12240"/>
            <a:ext cx="605520" cy="6921000"/>
          </a:xfrm>
          <a:custGeom>
            <a:avLst/>
            <a:gdLst>
              <a:gd name="textAreaLeft" fmla="*/ 0 w 605520"/>
              <a:gd name="textAreaRight" fmla="*/ 610200 w 605520"/>
              <a:gd name="textAreaTop" fmla="*/ 0 h 6921000"/>
              <a:gd name="textAreaBottom" fmla="*/ 6925680 h 6921000"/>
            </a:gdLst>
            <a:ahLst/>
            <a:cxnLst/>
            <a:rect l="textAreaLeft" t="textAreaTop" r="textAreaRight" b="textAreaBottom"/>
            <a:pathLst>
              <a:path w="610292" h="6925680">
                <a:moveTo>
                  <a:pt x="0" y="0"/>
                </a:moveTo>
                <a:lnTo>
                  <a:pt x="610292" y="0"/>
                </a:lnTo>
                <a:lnTo>
                  <a:pt x="610292" y="6925681"/>
                </a:lnTo>
                <a:lnTo>
                  <a:pt x="0" y="692568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98" name="Google Shape;596;p66" descr=""/>
          <p:cNvPicPr/>
          <p:nvPr/>
        </p:nvPicPr>
        <p:blipFill>
          <a:blip r:embed="rId2"/>
          <a:stretch/>
        </p:blipFill>
        <p:spPr>
          <a:xfrm>
            <a:off x="6908760" y="556200"/>
            <a:ext cx="1867680" cy="2889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99" name="Google Shape;597;p66" descr=""/>
          <p:cNvPicPr/>
          <p:nvPr/>
        </p:nvPicPr>
        <p:blipFill>
          <a:blip r:embed="rId3"/>
          <a:stretch/>
        </p:blipFill>
        <p:spPr>
          <a:xfrm>
            <a:off x="10104480" y="1477080"/>
            <a:ext cx="1428480" cy="2210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00" name="Google Shape;598;p66" descr=""/>
          <p:cNvPicPr/>
          <p:nvPr/>
        </p:nvPicPr>
        <p:blipFill>
          <a:blip r:embed="rId4"/>
          <a:stretch/>
        </p:blipFill>
        <p:spPr>
          <a:xfrm>
            <a:off x="8155800" y="2957040"/>
            <a:ext cx="2120760" cy="32799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101" name="Google Shape;599;p66"/>
          <p:cNvGrpSpPr/>
          <p:nvPr/>
        </p:nvGrpSpPr>
        <p:grpSpPr>
          <a:xfrm>
            <a:off x="875880" y="5823720"/>
            <a:ext cx="1071360" cy="760680"/>
            <a:chOff x="875880" y="5823720"/>
            <a:chExt cx="1071360" cy="760680"/>
          </a:xfrm>
        </p:grpSpPr>
        <p:grpSp>
          <p:nvGrpSpPr>
            <p:cNvPr id="1102" name="Google Shape;600;p66"/>
            <p:cNvGrpSpPr/>
            <p:nvPr/>
          </p:nvGrpSpPr>
          <p:grpSpPr>
            <a:xfrm>
              <a:off x="875880" y="6026040"/>
              <a:ext cx="892080" cy="214560"/>
              <a:chOff x="875880" y="6026040"/>
              <a:chExt cx="892080" cy="214560"/>
            </a:xfrm>
          </p:grpSpPr>
          <p:sp>
            <p:nvSpPr>
              <p:cNvPr id="1103" name="Google Shape;601;p66"/>
              <p:cNvSpPr/>
              <p:nvPr/>
            </p:nvSpPr>
            <p:spPr>
              <a:xfrm>
                <a:off x="875880" y="6026040"/>
                <a:ext cx="104760" cy="213840"/>
              </a:xfrm>
              <a:custGeom>
                <a:avLst/>
                <a:gdLst>
                  <a:gd name="textAreaLeft" fmla="*/ 0 w 104760"/>
                  <a:gd name="textAreaRight" fmla="*/ 109440 w 104760"/>
                  <a:gd name="textAreaTop" fmla="*/ 0 h 213840"/>
                  <a:gd name="textAreaBottom" fmla="*/ 218520 h 213840"/>
                </a:gdLst>
                <a:ahLst/>
                <a:cxnLst/>
                <a:rect l="textAreaLeft" t="textAreaTop" r="textAreaRight" b="textAreaBottom"/>
                <a:pathLst>
                  <a:path w="109498" h="218356">
                    <a:moveTo>
                      <a:pt x="70438" y="218357"/>
                    </a:moveTo>
                    <a:cubicBezTo>
                      <a:pt x="40662" y="218357"/>
                      <a:pt x="20491" y="206511"/>
                      <a:pt x="20491" y="166809"/>
                    </a:cubicBezTo>
                    <a:lnTo>
                      <a:pt x="20491" y="85486"/>
                    </a:lnTo>
                    <a:lnTo>
                      <a:pt x="0" y="85486"/>
                    </a:lnTo>
                    <a:lnTo>
                      <a:pt x="0" y="43864"/>
                    </a:lnTo>
                    <a:lnTo>
                      <a:pt x="20491" y="43864"/>
                    </a:lnTo>
                    <a:lnTo>
                      <a:pt x="20491" y="0"/>
                    </a:lnTo>
                    <a:lnTo>
                      <a:pt x="69157" y="0"/>
                    </a:lnTo>
                    <a:lnTo>
                      <a:pt x="69157" y="43864"/>
                    </a:lnTo>
                    <a:lnTo>
                      <a:pt x="109499" y="43864"/>
                    </a:lnTo>
                    <a:lnTo>
                      <a:pt x="109499" y="85486"/>
                    </a:lnTo>
                    <a:lnTo>
                      <a:pt x="69157" y="85486"/>
                    </a:lnTo>
                    <a:lnTo>
                      <a:pt x="69157" y="158805"/>
                    </a:lnTo>
                    <a:cubicBezTo>
                      <a:pt x="69157" y="170011"/>
                      <a:pt x="73960" y="175454"/>
                      <a:pt x="84845" y="175454"/>
                    </a:cubicBezTo>
                    <a:cubicBezTo>
                      <a:pt x="93810" y="175454"/>
                      <a:pt x="101815" y="173213"/>
                      <a:pt x="108858" y="169371"/>
                    </a:cubicBezTo>
                    <a:lnTo>
                      <a:pt x="108858" y="208432"/>
                    </a:lnTo>
                    <a:cubicBezTo>
                      <a:pt x="98613" y="214515"/>
                      <a:pt x="86766" y="218357"/>
                      <a:pt x="70438" y="218357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4" name="Google Shape;602;p66"/>
              <p:cNvSpPr/>
              <p:nvPr/>
            </p:nvSpPr>
            <p:spPr>
              <a:xfrm>
                <a:off x="1008000" y="6066720"/>
                <a:ext cx="163800" cy="173880"/>
              </a:xfrm>
              <a:custGeom>
                <a:avLst/>
                <a:gdLst>
                  <a:gd name="textAreaLeft" fmla="*/ 0 w 163800"/>
                  <a:gd name="textAreaRight" fmla="*/ 168480 w 163800"/>
                  <a:gd name="textAreaTop" fmla="*/ 0 h 173880"/>
                  <a:gd name="textAreaBottom" fmla="*/ 178560 h 173880"/>
                </a:gdLst>
                <a:ahLst/>
                <a:cxnLst/>
                <a:rect l="textAreaLeft" t="textAreaTop" r="textAreaRight" b="textAreaBottom"/>
                <a:pathLst>
                  <a:path w="168410" h="178655">
                    <a:moveTo>
                      <a:pt x="167770" y="105977"/>
                    </a:moveTo>
                    <a:lnTo>
                      <a:pt x="48346" y="105977"/>
                    </a:lnTo>
                    <a:cubicBezTo>
                      <a:pt x="53148" y="128069"/>
                      <a:pt x="68517" y="139595"/>
                      <a:pt x="90288" y="139595"/>
                    </a:cubicBezTo>
                    <a:cubicBezTo>
                      <a:pt x="106617" y="139595"/>
                      <a:pt x="118463" y="134472"/>
                      <a:pt x="131911" y="121985"/>
                    </a:cubicBezTo>
                    <a:lnTo>
                      <a:pt x="159766" y="146639"/>
                    </a:lnTo>
                    <a:cubicBezTo>
                      <a:pt x="143757" y="166489"/>
                      <a:pt x="120705" y="178656"/>
                      <a:pt x="89648" y="178656"/>
                    </a:cubicBezTo>
                    <a:cubicBezTo>
                      <a:pt x="38100" y="178656"/>
                      <a:pt x="0" y="142476"/>
                      <a:pt x="0" y="89968"/>
                    </a:cubicBezTo>
                    <a:lnTo>
                      <a:pt x="0" y="89328"/>
                    </a:lnTo>
                    <a:cubicBezTo>
                      <a:pt x="0" y="40342"/>
                      <a:pt x="34899" y="0"/>
                      <a:pt x="84845" y="0"/>
                    </a:cubicBezTo>
                    <a:cubicBezTo>
                      <a:pt x="142156" y="0"/>
                      <a:pt x="168410" y="44504"/>
                      <a:pt x="168410" y="93170"/>
                    </a:cubicBezTo>
                    <a:lnTo>
                      <a:pt x="168410" y="93810"/>
                    </a:lnTo>
                    <a:cubicBezTo>
                      <a:pt x="168410" y="98613"/>
                      <a:pt x="168090" y="101494"/>
                      <a:pt x="167770" y="105977"/>
                    </a:cubicBezTo>
                    <a:close/>
                    <a:moveTo>
                      <a:pt x="84845" y="39061"/>
                    </a:moveTo>
                    <a:cubicBezTo>
                      <a:pt x="64675" y="39061"/>
                      <a:pt x="51548" y="53469"/>
                      <a:pt x="47706" y="75560"/>
                    </a:cubicBezTo>
                    <a:lnTo>
                      <a:pt x="121025" y="75560"/>
                    </a:lnTo>
                    <a:cubicBezTo>
                      <a:pt x="118143" y="53789"/>
                      <a:pt x="105336" y="39061"/>
                      <a:pt x="84845" y="39061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5" name="Google Shape;603;p66"/>
              <p:cNvSpPr/>
              <p:nvPr/>
            </p:nvSpPr>
            <p:spPr>
              <a:xfrm>
                <a:off x="1204560" y="6066720"/>
                <a:ext cx="154800" cy="173880"/>
              </a:xfrm>
              <a:custGeom>
                <a:avLst/>
                <a:gdLst>
                  <a:gd name="textAreaLeft" fmla="*/ 0 w 154800"/>
                  <a:gd name="textAreaRight" fmla="*/ 159480 w 154800"/>
                  <a:gd name="textAreaTop" fmla="*/ 0 h 173880"/>
                  <a:gd name="textAreaBottom" fmla="*/ 178560 h 173880"/>
                </a:gdLst>
                <a:ahLst/>
                <a:cxnLst/>
                <a:rect l="textAreaLeft" t="textAreaTop" r="textAreaRight" b="textAreaBottom"/>
                <a:pathLst>
                  <a:path w="159445" h="178655">
                    <a:moveTo>
                      <a:pt x="89328" y="178656"/>
                    </a:moveTo>
                    <a:cubicBezTo>
                      <a:pt x="37780" y="178656"/>
                      <a:pt x="0" y="138954"/>
                      <a:pt x="0" y="89968"/>
                    </a:cubicBezTo>
                    <a:lnTo>
                      <a:pt x="0" y="89328"/>
                    </a:lnTo>
                    <a:cubicBezTo>
                      <a:pt x="0" y="40342"/>
                      <a:pt x="37460" y="0"/>
                      <a:pt x="89968" y="0"/>
                    </a:cubicBezTo>
                    <a:cubicBezTo>
                      <a:pt x="122306" y="0"/>
                      <a:pt x="142476" y="10886"/>
                      <a:pt x="158485" y="28815"/>
                    </a:cubicBezTo>
                    <a:lnTo>
                      <a:pt x="128709" y="60833"/>
                    </a:lnTo>
                    <a:cubicBezTo>
                      <a:pt x="117823" y="49306"/>
                      <a:pt x="106937" y="41942"/>
                      <a:pt x="89648" y="41942"/>
                    </a:cubicBezTo>
                    <a:cubicBezTo>
                      <a:pt x="65315" y="41942"/>
                      <a:pt x="48026" y="63394"/>
                      <a:pt x="48026" y="88688"/>
                    </a:cubicBezTo>
                    <a:lnTo>
                      <a:pt x="48026" y="89328"/>
                    </a:lnTo>
                    <a:cubicBezTo>
                      <a:pt x="48026" y="115582"/>
                      <a:pt x="64995" y="136713"/>
                      <a:pt x="91569" y="136713"/>
                    </a:cubicBezTo>
                    <a:cubicBezTo>
                      <a:pt x="107898" y="136713"/>
                      <a:pt x="119104" y="129669"/>
                      <a:pt x="130950" y="118463"/>
                    </a:cubicBezTo>
                    <a:lnTo>
                      <a:pt x="159445" y="147279"/>
                    </a:lnTo>
                    <a:cubicBezTo>
                      <a:pt x="142796" y="165529"/>
                      <a:pt x="123586" y="178656"/>
                      <a:pt x="89328" y="17865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6" name="Google Shape;604;p66"/>
              <p:cNvSpPr/>
              <p:nvPr/>
            </p:nvSpPr>
            <p:spPr>
              <a:xfrm>
                <a:off x="1395720" y="6066720"/>
                <a:ext cx="152640" cy="170280"/>
              </a:xfrm>
              <a:custGeom>
                <a:avLst/>
                <a:gdLst>
                  <a:gd name="textAreaLeft" fmla="*/ 0 w 152640"/>
                  <a:gd name="textAreaRight" fmla="*/ 157320 w 152640"/>
                  <a:gd name="textAreaTop" fmla="*/ 0 h 170280"/>
                  <a:gd name="textAreaBottom" fmla="*/ 174960 h 170280"/>
                </a:gdLst>
                <a:ahLst/>
                <a:cxnLst/>
                <a:rect l="textAreaLeft" t="textAreaTop" r="textAreaRight" b="textAreaBottom"/>
                <a:pathLst>
                  <a:path w="157204" h="174813">
                    <a:moveTo>
                      <a:pt x="108538" y="174814"/>
                    </a:moveTo>
                    <a:lnTo>
                      <a:pt x="108538" y="79082"/>
                    </a:lnTo>
                    <a:cubicBezTo>
                      <a:pt x="108538" y="56030"/>
                      <a:pt x="97652" y="44184"/>
                      <a:pt x="79082" y="44184"/>
                    </a:cubicBezTo>
                    <a:cubicBezTo>
                      <a:pt x="60512" y="44184"/>
                      <a:pt x="48666" y="56030"/>
                      <a:pt x="48666" y="79082"/>
                    </a:cubicBezTo>
                    <a:lnTo>
                      <a:pt x="48666" y="174814"/>
                    </a:lnTo>
                    <a:lnTo>
                      <a:pt x="0" y="174814"/>
                    </a:lnTo>
                    <a:lnTo>
                      <a:pt x="0" y="3202"/>
                    </a:lnTo>
                    <a:lnTo>
                      <a:pt x="48666" y="3202"/>
                    </a:lnTo>
                    <a:lnTo>
                      <a:pt x="48666" y="27535"/>
                    </a:lnTo>
                    <a:cubicBezTo>
                      <a:pt x="59872" y="13127"/>
                      <a:pt x="74280" y="0"/>
                      <a:pt x="98933" y="0"/>
                    </a:cubicBezTo>
                    <a:cubicBezTo>
                      <a:pt x="135753" y="0"/>
                      <a:pt x="157204" y="24333"/>
                      <a:pt x="157204" y="63714"/>
                    </a:cubicBezTo>
                    <a:lnTo>
                      <a:pt x="157204" y="174814"/>
                    </a:lnTo>
                    <a:lnTo>
                      <a:pt x="108538" y="17481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7" name="Google Shape;605;p66"/>
              <p:cNvSpPr/>
              <p:nvPr/>
            </p:nvSpPr>
            <p:spPr>
              <a:xfrm>
                <a:off x="1586880" y="6066720"/>
                <a:ext cx="181080" cy="173880"/>
              </a:xfrm>
              <a:custGeom>
                <a:avLst/>
                <a:gdLst>
                  <a:gd name="textAreaLeft" fmla="*/ 0 w 181080"/>
                  <a:gd name="textAreaRight" fmla="*/ 185760 w 181080"/>
                  <a:gd name="textAreaTop" fmla="*/ 0 h 173880"/>
                  <a:gd name="textAreaBottom" fmla="*/ 178560 h 173880"/>
                </a:gdLst>
                <a:ahLst/>
                <a:cxnLst/>
                <a:rect l="textAreaLeft" t="textAreaTop" r="textAreaRight" b="textAreaBottom"/>
                <a:pathLst>
                  <a:path w="185699" h="178655">
                    <a:moveTo>
                      <a:pt x="92530" y="178656"/>
                    </a:moveTo>
                    <a:cubicBezTo>
                      <a:pt x="39381" y="178656"/>
                      <a:pt x="0" y="139275"/>
                      <a:pt x="0" y="89968"/>
                    </a:cubicBezTo>
                    <a:lnTo>
                      <a:pt x="0" y="89328"/>
                    </a:lnTo>
                    <a:cubicBezTo>
                      <a:pt x="0" y="40021"/>
                      <a:pt x="39701" y="0"/>
                      <a:pt x="93170" y="0"/>
                    </a:cubicBezTo>
                    <a:cubicBezTo>
                      <a:pt x="146638" y="0"/>
                      <a:pt x="185699" y="39381"/>
                      <a:pt x="185699" y="88688"/>
                    </a:cubicBezTo>
                    <a:lnTo>
                      <a:pt x="185699" y="89328"/>
                    </a:lnTo>
                    <a:cubicBezTo>
                      <a:pt x="185699" y="138634"/>
                      <a:pt x="145998" y="178656"/>
                      <a:pt x="92530" y="178656"/>
                    </a:cubicBezTo>
                    <a:close/>
                    <a:moveTo>
                      <a:pt x="137674" y="89328"/>
                    </a:moveTo>
                    <a:cubicBezTo>
                      <a:pt x="137674" y="64034"/>
                      <a:pt x="119424" y="41942"/>
                      <a:pt x="92530" y="41942"/>
                    </a:cubicBezTo>
                    <a:cubicBezTo>
                      <a:pt x="65635" y="41942"/>
                      <a:pt x="48026" y="63394"/>
                      <a:pt x="48026" y="88688"/>
                    </a:cubicBezTo>
                    <a:lnTo>
                      <a:pt x="48026" y="89328"/>
                    </a:lnTo>
                    <a:cubicBezTo>
                      <a:pt x="48026" y="114621"/>
                      <a:pt x="66275" y="136713"/>
                      <a:pt x="93170" y="136713"/>
                    </a:cubicBezTo>
                    <a:cubicBezTo>
                      <a:pt x="120064" y="136713"/>
                      <a:pt x="137674" y="115262"/>
                      <a:pt x="137674" y="89968"/>
                    </a:cubicBezTo>
                    <a:lnTo>
                      <a:pt x="137674" y="89328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108" name="Google Shape;606;p66"/>
            <p:cNvGrpSpPr/>
            <p:nvPr/>
          </p:nvGrpSpPr>
          <p:grpSpPr>
            <a:xfrm>
              <a:off x="1184760" y="6303600"/>
              <a:ext cx="762480" cy="280800"/>
              <a:chOff x="1184760" y="6303600"/>
              <a:chExt cx="762480" cy="280800"/>
            </a:xfrm>
          </p:grpSpPr>
          <p:sp>
            <p:nvSpPr>
              <p:cNvPr id="1109" name="Google Shape;607;p66"/>
              <p:cNvSpPr/>
              <p:nvPr/>
            </p:nvSpPr>
            <p:spPr>
              <a:xfrm>
                <a:off x="1184760" y="6303600"/>
                <a:ext cx="43920" cy="228960"/>
              </a:xfrm>
              <a:custGeom>
                <a:avLst/>
                <a:gdLst>
                  <a:gd name="textAreaLeft" fmla="*/ 0 w 43920"/>
                  <a:gd name="textAreaRight" fmla="*/ 48600 w 43920"/>
                  <a:gd name="textAreaTop" fmla="*/ 0 h 228960"/>
                  <a:gd name="textAreaBottom" fmla="*/ 233640 h 228960"/>
                </a:gdLst>
                <a:ahLst/>
                <a:cxnLst/>
                <a:rect l="textAreaLeft" t="textAreaTop" r="textAreaRight" b="textAreaBottom"/>
                <a:pathLst>
                  <a:path w="48666" h="233725">
                    <a:moveTo>
                      <a:pt x="0" y="233725"/>
                    </a:moveTo>
                    <a:lnTo>
                      <a:pt x="0" y="0"/>
                    </a:lnTo>
                    <a:lnTo>
                      <a:pt x="48666" y="0"/>
                    </a:lnTo>
                    <a:lnTo>
                      <a:pt x="48666" y="233725"/>
                    </a:lnTo>
                    <a:lnTo>
                      <a:pt x="0" y="233725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0" name="Google Shape;608;p66"/>
              <p:cNvSpPr/>
              <p:nvPr/>
            </p:nvSpPr>
            <p:spPr>
              <a:xfrm>
                <a:off x="1270800" y="6362280"/>
                <a:ext cx="181080" cy="173880"/>
              </a:xfrm>
              <a:custGeom>
                <a:avLst/>
                <a:gdLst>
                  <a:gd name="textAreaLeft" fmla="*/ 0 w 181080"/>
                  <a:gd name="textAreaRight" fmla="*/ 185760 w 181080"/>
                  <a:gd name="textAreaTop" fmla="*/ 0 h 173880"/>
                  <a:gd name="textAreaBottom" fmla="*/ 178560 h 173880"/>
                </a:gdLst>
                <a:ahLst/>
                <a:cxnLst/>
                <a:rect l="textAreaLeft" t="textAreaTop" r="textAreaRight" b="textAreaBottom"/>
                <a:pathLst>
                  <a:path w="185699" h="178655">
                    <a:moveTo>
                      <a:pt x="92530" y="178656"/>
                    </a:moveTo>
                    <a:cubicBezTo>
                      <a:pt x="39381" y="178656"/>
                      <a:pt x="0" y="139275"/>
                      <a:pt x="0" y="89968"/>
                    </a:cubicBezTo>
                    <a:lnTo>
                      <a:pt x="0" y="89328"/>
                    </a:lnTo>
                    <a:cubicBezTo>
                      <a:pt x="0" y="40021"/>
                      <a:pt x="39701" y="0"/>
                      <a:pt x="93170" y="0"/>
                    </a:cubicBezTo>
                    <a:cubicBezTo>
                      <a:pt x="146639" y="0"/>
                      <a:pt x="185699" y="39381"/>
                      <a:pt x="185699" y="88688"/>
                    </a:cubicBezTo>
                    <a:lnTo>
                      <a:pt x="185699" y="89328"/>
                    </a:lnTo>
                    <a:cubicBezTo>
                      <a:pt x="185699" y="138634"/>
                      <a:pt x="145998" y="178656"/>
                      <a:pt x="92530" y="178656"/>
                    </a:cubicBezTo>
                    <a:close/>
                    <a:moveTo>
                      <a:pt x="137674" y="89328"/>
                    </a:moveTo>
                    <a:cubicBezTo>
                      <a:pt x="137674" y="64034"/>
                      <a:pt x="119424" y="41942"/>
                      <a:pt x="92530" y="41942"/>
                    </a:cubicBezTo>
                    <a:cubicBezTo>
                      <a:pt x="65635" y="41942"/>
                      <a:pt x="48026" y="63394"/>
                      <a:pt x="48026" y="88688"/>
                    </a:cubicBezTo>
                    <a:lnTo>
                      <a:pt x="48026" y="89328"/>
                    </a:lnTo>
                    <a:cubicBezTo>
                      <a:pt x="48026" y="114621"/>
                      <a:pt x="66275" y="136713"/>
                      <a:pt x="93170" y="136713"/>
                    </a:cubicBezTo>
                    <a:cubicBezTo>
                      <a:pt x="120064" y="136713"/>
                      <a:pt x="137674" y="115262"/>
                      <a:pt x="137674" y="89968"/>
                    </a:cubicBezTo>
                    <a:lnTo>
                      <a:pt x="137674" y="89328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1" name="Google Shape;609;p66"/>
              <p:cNvSpPr/>
              <p:nvPr/>
            </p:nvSpPr>
            <p:spPr>
              <a:xfrm>
                <a:off x="1484280" y="6362280"/>
                <a:ext cx="175680" cy="222120"/>
              </a:xfrm>
              <a:custGeom>
                <a:avLst/>
                <a:gdLst>
                  <a:gd name="textAreaLeft" fmla="*/ 0 w 175680"/>
                  <a:gd name="textAreaRight" fmla="*/ 180360 w 175680"/>
                  <a:gd name="textAreaTop" fmla="*/ 0 h 222120"/>
                  <a:gd name="textAreaBottom" fmla="*/ 226800 h 222120"/>
                </a:gdLst>
                <a:ahLst/>
                <a:cxnLst/>
                <a:rect l="textAreaLeft" t="textAreaTop" r="textAreaRight" b="textAreaBottom"/>
                <a:pathLst>
                  <a:path w="180256" h="226681">
                    <a:moveTo>
                      <a:pt x="84525" y="226681"/>
                    </a:moveTo>
                    <a:cubicBezTo>
                      <a:pt x="56670" y="226681"/>
                      <a:pt x="30416" y="220278"/>
                      <a:pt x="8645" y="208752"/>
                    </a:cubicBezTo>
                    <a:lnTo>
                      <a:pt x="25294" y="172252"/>
                    </a:lnTo>
                    <a:cubicBezTo>
                      <a:pt x="42903" y="182178"/>
                      <a:pt x="60512" y="187941"/>
                      <a:pt x="83245" y="187941"/>
                    </a:cubicBezTo>
                    <a:cubicBezTo>
                      <a:pt x="116542" y="187941"/>
                      <a:pt x="132231" y="171932"/>
                      <a:pt x="132231" y="141196"/>
                    </a:cubicBezTo>
                    <a:lnTo>
                      <a:pt x="132231" y="132871"/>
                    </a:lnTo>
                    <a:cubicBezTo>
                      <a:pt x="117823" y="150160"/>
                      <a:pt x="102135" y="160726"/>
                      <a:pt x="76201" y="160726"/>
                    </a:cubicBezTo>
                    <a:cubicBezTo>
                      <a:pt x="36179" y="160726"/>
                      <a:pt x="0" y="131591"/>
                      <a:pt x="0" y="80683"/>
                    </a:cubicBezTo>
                    <a:lnTo>
                      <a:pt x="0" y="80043"/>
                    </a:lnTo>
                    <a:cubicBezTo>
                      <a:pt x="0" y="28815"/>
                      <a:pt x="36820" y="0"/>
                      <a:pt x="76201" y="0"/>
                    </a:cubicBezTo>
                    <a:cubicBezTo>
                      <a:pt x="102775" y="0"/>
                      <a:pt x="118463" y="11206"/>
                      <a:pt x="131590" y="25614"/>
                    </a:cubicBezTo>
                    <a:lnTo>
                      <a:pt x="131590" y="3202"/>
                    </a:lnTo>
                    <a:lnTo>
                      <a:pt x="180256" y="3202"/>
                    </a:lnTo>
                    <a:lnTo>
                      <a:pt x="180256" y="136073"/>
                    </a:lnTo>
                    <a:cubicBezTo>
                      <a:pt x="180256" y="200748"/>
                      <a:pt x="148239" y="226681"/>
                      <a:pt x="84525" y="226681"/>
                    </a:cubicBezTo>
                    <a:close/>
                    <a:moveTo>
                      <a:pt x="132231" y="80043"/>
                    </a:moveTo>
                    <a:cubicBezTo>
                      <a:pt x="132231" y="56670"/>
                      <a:pt x="113981" y="40342"/>
                      <a:pt x="90288" y="40342"/>
                    </a:cubicBezTo>
                    <a:cubicBezTo>
                      <a:pt x="66596" y="40342"/>
                      <a:pt x="48666" y="56670"/>
                      <a:pt x="48666" y="80043"/>
                    </a:cubicBezTo>
                    <a:lnTo>
                      <a:pt x="48666" y="80683"/>
                    </a:lnTo>
                    <a:cubicBezTo>
                      <a:pt x="48666" y="104376"/>
                      <a:pt x="66596" y="120385"/>
                      <a:pt x="90288" y="120385"/>
                    </a:cubicBezTo>
                    <a:cubicBezTo>
                      <a:pt x="113981" y="120385"/>
                      <a:pt x="132231" y="104056"/>
                      <a:pt x="132231" y="80683"/>
                    </a:cubicBezTo>
                    <a:lnTo>
                      <a:pt x="132231" y="80043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2" name="Google Shape;610;p66"/>
              <p:cNvSpPr/>
              <p:nvPr/>
            </p:nvSpPr>
            <p:spPr>
              <a:xfrm>
                <a:off x="1708920" y="6303600"/>
                <a:ext cx="46440" cy="228960"/>
              </a:xfrm>
              <a:custGeom>
                <a:avLst/>
                <a:gdLst>
                  <a:gd name="textAreaLeft" fmla="*/ 0 w 46440"/>
                  <a:gd name="textAreaRight" fmla="*/ 51120 w 46440"/>
                  <a:gd name="textAreaTop" fmla="*/ 0 h 228960"/>
                  <a:gd name="textAreaBottom" fmla="*/ 233640 h 228960"/>
                </a:gdLst>
                <a:ahLst/>
                <a:cxnLst/>
                <a:rect l="textAreaLeft" t="textAreaTop" r="textAreaRight" b="textAreaBottom"/>
                <a:pathLst>
                  <a:path w="51227" h="233725">
                    <a:moveTo>
                      <a:pt x="0" y="43223"/>
                    </a:moveTo>
                    <a:lnTo>
                      <a:pt x="0" y="0"/>
                    </a:lnTo>
                    <a:lnTo>
                      <a:pt x="51227" y="0"/>
                    </a:lnTo>
                    <a:lnTo>
                      <a:pt x="51227" y="43223"/>
                    </a:lnTo>
                    <a:lnTo>
                      <a:pt x="0" y="43223"/>
                    </a:lnTo>
                    <a:close/>
                    <a:moveTo>
                      <a:pt x="1281" y="233725"/>
                    </a:moveTo>
                    <a:lnTo>
                      <a:pt x="1281" y="62113"/>
                    </a:lnTo>
                    <a:lnTo>
                      <a:pt x="49947" y="62113"/>
                    </a:lnTo>
                    <a:lnTo>
                      <a:pt x="49947" y="233725"/>
                    </a:lnTo>
                    <a:lnTo>
                      <a:pt x="1281" y="233725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3" name="Google Shape;611;p66"/>
              <p:cNvSpPr/>
              <p:nvPr/>
            </p:nvSpPr>
            <p:spPr>
              <a:xfrm>
                <a:off x="1794240" y="6363720"/>
                <a:ext cx="153000" cy="172080"/>
              </a:xfrm>
              <a:custGeom>
                <a:avLst/>
                <a:gdLst>
                  <a:gd name="textAreaLeft" fmla="*/ 0 w 153000"/>
                  <a:gd name="textAreaRight" fmla="*/ 157680 w 153000"/>
                  <a:gd name="textAreaTop" fmla="*/ 0 h 172080"/>
                  <a:gd name="textAreaBottom" fmla="*/ 176760 h 172080"/>
                </a:gdLst>
                <a:ahLst/>
                <a:cxnLst/>
                <a:rect l="textAreaLeft" t="textAreaTop" r="textAreaRight" b="textAreaBottom"/>
                <a:pathLst>
                  <a:path w="157844" h="176734">
                    <a:moveTo>
                      <a:pt x="110779" y="173533"/>
                    </a:moveTo>
                    <a:lnTo>
                      <a:pt x="110779" y="154963"/>
                    </a:lnTo>
                    <a:cubicBezTo>
                      <a:pt x="98933" y="168090"/>
                      <a:pt x="82604" y="176735"/>
                      <a:pt x="58912" y="176735"/>
                    </a:cubicBezTo>
                    <a:cubicBezTo>
                      <a:pt x="26574" y="176735"/>
                      <a:pt x="0" y="158165"/>
                      <a:pt x="0" y="124227"/>
                    </a:cubicBezTo>
                    <a:lnTo>
                      <a:pt x="0" y="123586"/>
                    </a:lnTo>
                    <a:cubicBezTo>
                      <a:pt x="0" y="86126"/>
                      <a:pt x="28495" y="68837"/>
                      <a:pt x="69157" y="68837"/>
                    </a:cubicBezTo>
                    <a:cubicBezTo>
                      <a:pt x="86446" y="68837"/>
                      <a:pt x="98933" y="71718"/>
                      <a:pt x="111100" y="75881"/>
                    </a:cubicBezTo>
                    <a:lnTo>
                      <a:pt x="111100" y="72999"/>
                    </a:lnTo>
                    <a:cubicBezTo>
                      <a:pt x="111100" y="52828"/>
                      <a:pt x="98613" y="41622"/>
                      <a:pt x="74280" y="41622"/>
                    </a:cubicBezTo>
                    <a:cubicBezTo>
                      <a:pt x="55710" y="41622"/>
                      <a:pt x="42583" y="45144"/>
                      <a:pt x="26894" y="50907"/>
                    </a:cubicBezTo>
                    <a:lnTo>
                      <a:pt x="14728" y="13767"/>
                    </a:lnTo>
                    <a:cubicBezTo>
                      <a:pt x="33618" y="5443"/>
                      <a:pt x="52188" y="0"/>
                      <a:pt x="81324" y="0"/>
                    </a:cubicBezTo>
                    <a:cubicBezTo>
                      <a:pt x="134472" y="0"/>
                      <a:pt x="157845" y="27535"/>
                      <a:pt x="157845" y="73960"/>
                    </a:cubicBezTo>
                    <a:lnTo>
                      <a:pt x="157845" y="173533"/>
                    </a:lnTo>
                    <a:lnTo>
                      <a:pt x="110779" y="173533"/>
                    </a:lnTo>
                    <a:close/>
                    <a:moveTo>
                      <a:pt x="111740" y="104376"/>
                    </a:moveTo>
                    <a:cubicBezTo>
                      <a:pt x="103415" y="100534"/>
                      <a:pt x="92530" y="97972"/>
                      <a:pt x="80683" y="97972"/>
                    </a:cubicBezTo>
                    <a:cubicBezTo>
                      <a:pt x="59872" y="97972"/>
                      <a:pt x="47065" y="106297"/>
                      <a:pt x="47065" y="121665"/>
                    </a:cubicBezTo>
                    <a:lnTo>
                      <a:pt x="47065" y="122306"/>
                    </a:lnTo>
                    <a:cubicBezTo>
                      <a:pt x="47065" y="135433"/>
                      <a:pt x="57951" y="143117"/>
                      <a:pt x="73639" y="143117"/>
                    </a:cubicBezTo>
                    <a:cubicBezTo>
                      <a:pt x="96372" y="143117"/>
                      <a:pt x="111740" y="130630"/>
                      <a:pt x="111740" y="113021"/>
                    </a:cubicBezTo>
                    <a:lnTo>
                      <a:pt x="111740" y="104376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114" name="Google Shape;612;p66"/>
            <p:cNvGrpSpPr/>
            <p:nvPr/>
          </p:nvGrpSpPr>
          <p:grpSpPr>
            <a:xfrm>
              <a:off x="939600" y="5823720"/>
              <a:ext cx="441720" cy="106920"/>
              <a:chOff x="939600" y="5823720"/>
              <a:chExt cx="441720" cy="106920"/>
            </a:xfrm>
          </p:grpSpPr>
          <p:sp>
            <p:nvSpPr>
              <p:cNvPr id="1115" name="Google Shape;613;p66"/>
              <p:cNvSpPr/>
              <p:nvPr/>
            </p:nvSpPr>
            <p:spPr>
              <a:xfrm>
                <a:off x="1316160" y="5828040"/>
                <a:ext cx="65160" cy="102240"/>
              </a:xfrm>
              <a:custGeom>
                <a:avLst/>
                <a:gdLst>
                  <a:gd name="textAreaLeft" fmla="*/ 0 w 65160"/>
                  <a:gd name="textAreaRight" fmla="*/ 69840 w 65160"/>
                  <a:gd name="textAreaTop" fmla="*/ 0 h 102240"/>
                  <a:gd name="textAreaBottom" fmla="*/ 106920 h 102240"/>
                </a:gdLst>
                <a:ahLst/>
                <a:cxnLst/>
                <a:rect l="textAreaLeft" t="textAreaTop" r="textAreaRight" b="textAreaBottom"/>
                <a:pathLst>
                  <a:path w="69957" h="106777">
                    <a:moveTo>
                      <a:pt x="69957" y="85454"/>
                    </a:moveTo>
                    <a:cubicBezTo>
                      <a:pt x="69445" y="85454"/>
                      <a:pt x="68933" y="85454"/>
                      <a:pt x="68421" y="85454"/>
                    </a:cubicBezTo>
                    <a:cubicBezTo>
                      <a:pt x="47353" y="85454"/>
                      <a:pt x="32081" y="71975"/>
                      <a:pt x="32081" y="53373"/>
                    </a:cubicBezTo>
                    <a:lnTo>
                      <a:pt x="32081" y="52956"/>
                    </a:lnTo>
                    <a:cubicBezTo>
                      <a:pt x="32081" y="35187"/>
                      <a:pt x="47385" y="21259"/>
                      <a:pt x="66916" y="21259"/>
                    </a:cubicBezTo>
                    <a:cubicBezTo>
                      <a:pt x="67972" y="21259"/>
                      <a:pt x="68965" y="21291"/>
                      <a:pt x="69957" y="21355"/>
                    </a:cubicBezTo>
                    <a:lnTo>
                      <a:pt x="69957" y="32"/>
                    </a:lnTo>
                    <a:cubicBezTo>
                      <a:pt x="69061" y="0"/>
                      <a:pt x="68132" y="0"/>
                      <a:pt x="67172" y="0"/>
                    </a:cubicBezTo>
                    <a:cubicBezTo>
                      <a:pt x="28911" y="0"/>
                      <a:pt x="0" y="22924"/>
                      <a:pt x="0" y="53405"/>
                    </a:cubicBezTo>
                    <a:lnTo>
                      <a:pt x="0" y="53789"/>
                    </a:lnTo>
                    <a:cubicBezTo>
                      <a:pt x="0" y="83501"/>
                      <a:pt x="29296" y="106777"/>
                      <a:pt x="66660" y="106777"/>
                    </a:cubicBezTo>
                    <a:cubicBezTo>
                      <a:pt x="67812" y="106777"/>
                      <a:pt x="68837" y="106777"/>
                      <a:pt x="69925" y="106713"/>
                    </a:cubicBezTo>
                    <a:lnTo>
                      <a:pt x="69925" y="85422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6" name="Google Shape;614;p66"/>
              <p:cNvSpPr/>
              <p:nvPr/>
            </p:nvSpPr>
            <p:spPr>
              <a:xfrm>
                <a:off x="939600" y="5823720"/>
                <a:ext cx="96480" cy="106920"/>
              </a:xfrm>
              <a:custGeom>
                <a:avLst/>
                <a:gdLst>
                  <a:gd name="textAreaLeft" fmla="*/ 0 w 96480"/>
                  <a:gd name="textAreaRight" fmla="*/ 101160 w 96480"/>
                  <a:gd name="textAreaTop" fmla="*/ 0 h 106920"/>
                  <a:gd name="textAreaBottom" fmla="*/ 111600 h 106920"/>
                </a:gdLst>
                <a:ahLst/>
                <a:cxnLst/>
                <a:rect l="textAreaLeft" t="textAreaTop" r="textAreaRight" b="textAreaBottom"/>
                <a:pathLst>
                  <a:path w="100982" h="111739">
                    <a:moveTo>
                      <a:pt x="59552" y="45144"/>
                    </a:moveTo>
                    <a:cubicBezTo>
                      <a:pt x="36980" y="40342"/>
                      <a:pt x="33778" y="38004"/>
                      <a:pt x="33778" y="30865"/>
                    </a:cubicBezTo>
                    <a:lnTo>
                      <a:pt x="33778" y="30544"/>
                    </a:lnTo>
                    <a:cubicBezTo>
                      <a:pt x="33778" y="25294"/>
                      <a:pt x="39573" y="21099"/>
                      <a:pt x="50587" y="21099"/>
                    </a:cubicBezTo>
                    <a:cubicBezTo>
                      <a:pt x="56190" y="21099"/>
                      <a:pt x="63522" y="22636"/>
                      <a:pt x="68677" y="24525"/>
                    </a:cubicBezTo>
                    <a:lnTo>
                      <a:pt x="68677" y="1793"/>
                    </a:lnTo>
                    <a:cubicBezTo>
                      <a:pt x="63906" y="961"/>
                      <a:pt x="56542" y="0"/>
                      <a:pt x="50971" y="0"/>
                    </a:cubicBezTo>
                    <a:cubicBezTo>
                      <a:pt x="24269" y="0"/>
                      <a:pt x="5251" y="13031"/>
                      <a:pt x="5251" y="32754"/>
                    </a:cubicBezTo>
                    <a:lnTo>
                      <a:pt x="5251" y="33042"/>
                    </a:lnTo>
                    <a:cubicBezTo>
                      <a:pt x="5251" y="54621"/>
                      <a:pt x="22220" y="60640"/>
                      <a:pt x="48538" y="66243"/>
                    </a:cubicBezTo>
                    <a:cubicBezTo>
                      <a:pt x="70374" y="70918"/>
                      <a:pt x="72423" y="73992"/>
                      <a:pt x="72423" y="80075"/>
                    </a:cubicBezTo>
                    <a:lnTo>
                      <a:pt x="72423" y="80395"/>
                    </a:lnTo>
                    <a:cubicBezTo>
                      <a:pt x="72423" y="86766"/>
                      <a:pt x="65315" y="90641"/>
                      <a:pt x="53565" y="90641"/>
                    </a:cubicBezTo>
                    <a:cubicBezTo>
                      <a:pt x="38645" y="90641"/>
                      <a:pt x="28751" y="85518"/>
                      <a:pt x="17001" y="77450"/>
                    </a:cubicBezTo>
                    <a:lnTo>
                      <a:pt x="0" y="94355"/>
                    </a:lnTo>
                    <a:cubicBezTo>
                      <a:pt x="15688" y="105977"/>
                      <a:pt x="33234" y="111740"/>
                      <a:pt x="53020" y="111740"/>
                    </a:cubicBezTo>
                    <a:cubicBezTo>
                      <a:pt x="81195" y="111740"/>
                      <a:pt x="100982" y="99637"/>
                      <a:pt x="100982" y="78058"/>
                    </a:cubicBezTo>
                    <a:lnTo>
                      <a:pt x="100982" y="77738"/>
                    </a:lnTo>
                    <a:cubicBezTo>
                      <a:pt x="100982" y="58816"/>
                      <a:pt x="86030" y="50875"/>
                      <a:pt x="59552" y="45144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7" name="Google Shape;615;p66"/>
              <p:cNvSpPr/>
              <p:nvPr/>
            </p:nvSpPr>
            <p:spPr>
              <a:xfrm>
                <a:off x="1037160" y="5839200"/>
                <a:ext cx="93600" cy="88200"/>
              </a:xfrm>
              <a:custGeom>
                <a:avLst/>
                <a:gdLst>
                  <a:gd name="textAreaLeft" fmla="*/ 0 w 93600"/>
                  <a:gd name="textAreaRight" fmla="*/ 98280 w 93600"/>
                  <a:gd name="textAreaTop" fmla="*/ 0 h 88200"/>
                  <a:gd name="textAreaBottom" fmla="*/ 92880 h 88200"/>
                </a:gdLst>
                <a:ahLst/>
                <a:cxnLst/>
                <a:rect l="textAreaLeft" t="textAreaTop" r="textAreaRight" b="textAreaBottom"/>
                <a:pathLst>
                  <a:path w="98164" h="92721">
                    <a:moveTo>
                      <a:pt x="27983" y="39253"/>
                    </a:moveTo>
                    <a:cubicBezTo>
                      <a:pt x="30224" y="27791"/>
                      <a:pt x="37940" y="20299"/>
                      <a:pt x="49787" y="20299"/>
                    </a:cubicBezTo>
                    <a:cubicBezTo>
                      <a:pt x="61633" y="20299"/>
                      <a:pt x="69317" y="27951"/>
                      <a:pt x="71014" y="39253"/>
                    </a:cubicBezTo>
                    <a:lnTo>
                      <a:pt x="27983" y="39253"/>
                    </a:lnTo>
                    <a:close/>
                    <a:moveTo>
                      <a:pt x="49787" y="32"/>
                    </a:moveTo>
                    <a:cubicBezTo>
                      <a:pt x="20459" y="32"/>
                      <a:pt x="0" y="20971"/>
                      <a:pt x="0" y="46393"/>
                    </a:cubicBezTo>
                    <a:lnTo>
                      <a:pt x="0" y="46713"/>
                    </a:lnTo>
                    <a:cubicBezTo>
                      <a:pt x="0" y="73960"/>
                      <a:pt x="22348" y="92722"/>
                      <a:pt x="52604" y="92722"/>
                    </a:cubicBezTo>
                    <a:cubicBezTo>
                      <a:pt x="53469" y="92722"/>
                      <a:pt x="56286" y="92594"/>
                      <a:pt x="57151" y="92594"/>
                    </a:cubicBezTo>
                    <a:lnTo>
                      <a:pt x="57151" y="72295"/>
                    </a:lnTo>
                    <a:cubicBezTo>
                      <a:pt x="56446" y="72295"/>
                      <a:pt x="53725" y="72455"/>
                      <a:pt x="52956" y="72455"/>
                    </a:cubicBezTo>
                    <a:cubicBezTo>
                      <a:pt x="40182" y="72455"/>
                      <a:pt x="31185" y="66500"/>
                      <a:pt x="28335" y="55005"/>
                    </a:cubicBezTo>
                    <a:lnTo>
                      <a:pt x="97812" y="55005"/>
                    </a:lnTo>
                    <a:cubicBezTo>
                      <a:pt x="97972" y="52668"/>
                      <a:pt x="98165" y="51163"/>
                      <a:pt x="98165" y="48666"/>
                    </a:cubicBezTo>
                    <a:lnTo>
                      <a:pt x="98165" y="48346"/>
                    </a:lnTo>
                    <a:cubicBezTo>
                      <a:pt x="98165" y="23084"/>
                      <a:pt x="83373" y="0"/>
                      <a:pt x="49755" y="0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8" name="Google Shape;616;p66"/>
              <p:cNvSpPr/>
              <p:nvPr/>
            </p:nvSpPr>
            <p:spPr>
              <a:xfrm>
                <a:off x="1134000" y="5840280"/>
                <a:ext cx="87120" cy="85320"/>
              </a:xfrm>
              <a:custGeom>
                <a:avLst/>
                <a:gdLst>
                  <a:gd name="textAreaLeft" fmla="*/ 0 w 87120"/>
                  <a:gd name="textAreaRight" fmla="*/ 91800 w 87120"/>
                  <a:gd name="textAreaTop" fmla="*/ 0 h 85320"/>
                  <a:gd name="textAreaBottom" fmla="*/ 90000 h 85320"/>
                </a:gdLst>
                <a:ahLst/>
                <a:cxnLst/>
                <a:rect l="textAreaLeft" t="textAreaTop" r="textAreaRight" b="textAreaBottom"/>
                <a:pathLst>
                  <a:path w="91825" h="90064">
                    <a:moveTo>
                      <a:pt x="91825" y="42903"/>
                    </a:moveTo>
                    <a:cubicBezTo>
                      <a:pt x="91825" y="18826"/>
                      <a:pt x="77097" y="0"/>
                      <a:pt x="45945" y="0"/>
                    </a:cubicBezTo>
                    <a:cubicBezTo>
                      <a:pt x="14792" y="0"/>
                      <a:pt x="0" y="18794"/>
                      <a:pt x="0" y="42903"/>
                    </a:cubicBezTo>
                    <a:lnTo>
                      <a:pt x="0" y="90064"/>
                    </a:lnTo>
                    <a:lnTo>
                      <a:pt x="28879" y="90064"/>
                    </a:lnTo>
                    <a:lnTo>
                      <a:pt x="28879" y="41174"/>
                    </a:lnTo>
                    <a:cubicBezTo>
                      <a:pt x="29392" y="32273"/>
                      <a:pt x="32914" y="21740"/>
                      <a:pt x="45945" y="21740"/>
                    </a:cubicBezTo>
                    <a:cubicBezTo>
                      <a:pt x="58976" y="21740"/>
                      <a:pt x="62722" y="32273"/>
                      <a:pt x="63234" y="41174"/>
                    </a:cubicBezTo>
                    <a:lnTo>
                      <a:pt x="63234" y="90064"/>
                    </a:lnTo>
                    <a:lnTo>
                      <a:pt x="91825" y="90064"/>
                    </a:lnTo>
                    <a:lnTo>
                      <a:pt x="91825" y="42903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9" name="Google Shape;617;p66"/>
              <p:cNvSpPr/>
              <p:nvPr/>
            </p:nvSpPr>
            <p:spPr>
              <a:xfrm>
                <a:off x="1225080" y="5839560"/>
                <a:ext cx="87840" cy="87120"/>
              </a:xfrm>
              <a:custGeom>
                <a:avLst/>
                <a:gdLst>
                  <a:gd name="textAreaLeft" fmla="*/ 0 w 87840"/>
                  <a:gd name="textAreaRight" fmla="*/ 92520 w 87840"/>
                  <a:gd name="textAreaTop" fmla="*/ 0 h 87120"/>
                  <a:gd name="textAreaBottom" fmla="*/ 91800 h 87120"/>
                </a:gdLst>
                <a:ahLst/>
                <a:cxnLst/>
                <a:rect l="textAreaLeft" t="textAreaTop" r="textAreaRight" b="textAreaBottom"/>
                <a:pathLst>
                  <a:path w="92625" h="91729">
                    <a:moveTo>
                      <a:pt x="47738" y="0"/>
                    </a:moveTo>
                    <a:cubicBezTo>
                      <a:pt x="46457" y="0"/>
                      <a:pt x="42103" y="0"/>
                      <a:pt x="40918" y="64"/>
                    </a:cubicBezTo>
                    <a:lnTo>
                      <a:pt x="40918" y="21612"/>
                    </a:lnTo>
                    <a:cubicBezTo>
                      <a:pt x="46489" y="21676"/>
                      <a:pt x="54109" y="22604"/>
                      <a:pt x="57503" y="24397"/>
                    </a:cubicBezTo>
                    <a:cubicBezTo>
                      <a:pt x="62497" y="27022"/>
                      <a:pt x="65091" y="31441"/>
                      <a:pt x="65187" y="37428"/>
                    </a:cubicBezTo>
                    <a:cubicBezTo>
                      <a:pt x="58367" y="36628"/>
                      <a:pt x="50683" y="36083"/>
                      <a:pt x="43992" y="35923"/>
                    </a:cubicBezTo>
                    <a:cubicBezTo>
                      <a:pt x="16745" y="35219"/>
                      <a:pt x="3234" y="44248"/>
                      <a:pt x="544" y="58655"/>
                    </a:cubicBezTo>
                    <a:cubicBezTo>
                      <a:pt x="480" y="58912"/>
                      <a:pt x="448" y="59200"/>
                      <a:pt x="384" y="59488"/>
                    </a:cubicBezTo>
                    <a:cubicBezTo>
                      <a:pt x="384" y="59584"/>
                      <a:pt x="384" y="59680"/>
                      <a:pt x="352" y="59776"/>
                    </a:cubicBezTo>
                    <a:cubicBezTo>
                      <a:pt x="128" y="61153"/>
                      <a:pt x="0" y="62594"/>
                      <a:pt x="0" y="64130"/>
                    </a:cubicBezTo>
                    <a:lnTo>
                      <a:pt x="0" y="64451"/>
                    </a:lnTo>
                    <a:cubicBezTo>
                      <a:pt x="0" y="82092"/>
                      <a:pt x="15592" y="91729"/>
                      <a:pt x="34547" y="91729"/>
                    </a:cubicBezTo>
                    <a:cubicBezTo>
                      <a:pt x="48474" y="91729"/>
                      <a:pt x="58047" y="87215"/>
                      <a:pt x="64995" y="80427"/>
                    </a:cubicBezTo>
                    <a:lnTo>
                      <a:pt x="64995" y="90705"/>
                    </a:lnTo>
                    <a:lnTo>
                      <a:pt x="92626" y="90705"/>
                    </a:lnTo>
                    <a:lnTo>
                      <a:pt x="92626" y="38421"/>
                    </a:lnTo>
                    <a:cubicBezTo>
                      <a:pt x="92626" y="14312"/>
                      <a:pt x="78922" y="64"/>
                      <a:pt x="47738" y="64"/>
                    </a:cubicBezTo>
                    <a:moveTo>
                      <a:pt x="65283" y="58944"/>
                    </a:moveTo>
                    <a:cubicBezTo>
                      <a:pt x="62818" y="71975"/>
                      <a:pt x="49370" y="73896"/>
                      <a:pt x="46297" y="74088"/>
                    </a:cubicBezTo>
                    <a:cubicBezTo>
                      <a:pt x="24557" y="75240"/>
                      <a:pt x="23789" y="60384"/>
                      <a:pt x="31089" y="55838"/>
                    </a:cubicBezTo>
                    <a:cubicBezTo>
                      <a:pt x="40918" y="49755"/>
                      <a:pt x="65347" y="53180"/>
                      <a:pt x="65347" y="53180"/>
                    </a:cubicBezTo>
                    <a:cubicBezTo>
                      <a:pt x="65347" y="54045"/>
                      <a:pt x="65571" y="56286"/>
                      <a:pt x="65251" y="58944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1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12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120" cy="397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ide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2" name="Google Shape;619;p67"/>
          <p:cNvGrpSpPr/>
          <p:nvPr/>
        </p:nvGrpSpPr>
        <p:grpSpPr>
          <a:xfrm>
            <a:off x="6381360" y="1503720"/>
            <a:ext cx="4285440" cy="3570480"/>
            <a:chOff x="6381360" y="1503720"/>
            <a:chExt cx="4285440" cy="3570480"/>
          </a:xfrm>
        </p:grpSpPr>
        <p:sp>
          <p:nvSpPr>
            <p:cNvPr id="1123" name="Google Shape;620;p67"/>
            <p:cNvSpPr/>
            <p:nvPr/>
          </p:nvSpPr>
          <p:spPr>
            <a:xfrm>
              <a:off x="6738840" y="4721400"/>
              <a:ext cx="3570120" cy="352800"/>
            </a:xfrm>
            <a:custGeom>
              <a:avLst/>
              <a:gdLst>
                <a:gd name="textAreaLeft" fmla="*/ 0 w 3570120"/>
                <a:gd name="textAreaRight" fmla="*/ 3574800 w 3570120"/>
                <a:gd name="textAreaTop" fmla="*/ 0 h 352800"/>
                <a:gd name="textAreaBottom" fmla="*/ 357480 h 352800"/>
              </a:gdLst>
              <a:ahLst/>
              <a:cxnLst/>
              <a:rect l="textAreaLeft" t="textAreaTop" r="textAreaRight" b="textAreaBottom"/>
              <a:pathLst>
                <a:path w="3574916" h="357491">
                  <a:moveTo>
                    <a:pt x="2859933" y="0"/>
                  </a:moveTo>
                  <a:lnTo>
                    <a:pt x="2502442" y="0"/>
                  </a:lnTo>
                  <a:lnTo>
                    <a:pt x="2144950" y="0"/>
                  </a:lnTo>
                  <a:lnTo>
                    <a:pt x="1787458" y="0"/>
                  </a:lnTo>
                  <a:lnTo>
                    <a:pt x="1429967" y="0"/>
                  </a:lnTo>
                  <a:lnTo>
                    <a:pt x="1072475" y="0"/>
                  </a:lnTo>
                  <a:lnTo>
                    <a:pt x="714983" y="0"/>
                  </a:lnTo>
                  <a:lnTo>
                    <a:pt x="357492" y="0"/>
                  </a:lnTo>
                  <a:lnTo>
                    <a:pt x="0" y="0"/>
                  </a:lnTo>
                  <a:lnTo>
                    <a:pt x="0" y="357492"/>
                  </a:lnTo>
                  <a:lnTo>
                    <a:pt x="357492" y="357492"/>
                  </a:lnTo>
                  <a:lnTo>
                    <a:pt x="714983" y="357492"/>
                  </a:lnTo>
                  <a:lnTo>
                    <a:pt x="1072475" y="357492"/>
                  </a:lnTo>
                  <a:lnTo>
                    <a:pt x="1429967" y="357492"/>
                  </a:lnTo>
                  <a:lnTo>
                    <a:pt x="1787458" y="357492"/>
                  </a:lnTo>
                  <a:lnTo>
                    <a:pt x="2144950" y="357492"/>
                  </a:lnTo>
                  <a:lnTo>
                    <a:pt x="2502442" y="357492"/>
                  </a:lnTo>
                  <a:lnTo>
                    <a:pt x="2859933" y="357492"/>
                  </a:lnTo>
                  <a:lnTo>
                    <a:pt x="3217425" y="357492"/>
                  </a:lnTo>
                  <a:lnTo>
                    <a:pt x="3574917" y="357492"/>
                  </a:lnTo>
                  <a:lnTo>
                    <a:pt x="3574917" y="0"/>
                  </a:lnTo>
                  <a:lnTo>
                    <a:pt x="3217425" y="0"/>
                  </a:lnTo>
                  <a:lnTo>
                    <a:pt x="2859933" y="0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4" name="Google Shape;621;p67"/>
            <p:cNvSpPr/>
            <p:nvPr/>
          </p:nvSpPr>
          <p:spPr>
            <a:xfrm>
              <a:off x="10314000" y="2933640"/>
              <a:ext cx="352800" cy="1782720"/>
            </a:xfrm>
            <a:custGeom>
              <a:avLst/>
              <a:gdLst>
                <a:gd name="textAreaLeft" fmla="*/ 0 w 352800"/>
                <a:gd name="textAreaRight" fmla="*/ 357480 w 352800"/>
                <a:gd name="textAreaTop" fmla="*/ 0 h 1782720"/>
                <a:gd name="textAreaBottom" fmla="*/ 1787400 h 1782720"/>
              </a:gdLst>
              <a:ahLst/>
              <a:cxnLst/>
              <a:rect l="textAreaLeft" t="textAreaTop" r="textAreaRight" b="textAreaBottom"/>
              <a:pathLst>
                <a:path w="357491" h="1787458">
                  <a:moveTo>
                    <a:pt x="0" y="0"/>
                  </a:moveTo>
                  <a:lnTo>
                    <a:pt x="0" y="357492"/>
                  </a:lnTo>
                  <a:lnTo>
                    <a:pt x="0" y="714983"/>
                  </a:lnTo>
                  <a:lnTo>
                    <a:pt x="0" y="1072475"/>
                  </a:lnTo>
                  <a:lnTo>
                    <a:pt x="0" y="1429967"/>
                  </a:lnTo>
                  <a:lnTo>
                    <a:pt x="0" y="1787459"/>
                  </a:lnTo>
                  <a:lnTo>
                    <a:pt x="357492" y="1787459"/>
                  </a:lnTo>
                  <a:lnTo>
                    <a:pt x="357492" y="1429967"/>
                  </a:lnTo>
                  <a:lnTo>
                    <a:pt x="357492" y="1072475"/>
                  </a:lnTo>
                  <a:lnTo>
                    <a:pt x="357492" y="714983"/>
                  </a:lnTo>
                  <a:lnTo>
                    <a:pt x="357492" y="357492"/>
                  </a:lnTo>
                  <a:lnTo>
                    <a:pt x="35749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5" name="Google Shape;622;p67"/>
            <p:cNvSpPr/>
            <p:nvPr/>
          </p:nvSpPr>
          <p:spPr>
            <a:xfrm>
              <a:off x="8168760" y="3291120"/>
              <a:ext cx="889200" cy="1067760"/>
            </a:xfrm>
            <a:custGeom>
              <a:avLst/>
              <a:gdLst>
                <a:gd name="textAreaLeft" fmla="*/ 0 w 889200"/>
                <a:gd name="textAreaRight" fmla="*/ 893880 w 889200"/>
                <a:gd name="textAreaTop" fmla="*/ 0 h 1067760"/>
                <a:gd name="textAreaBottom" fmla="*/ 1072440 h 1067760"/>
              </a:gdLst>
              <a:ahLst/>
              <a:cxnLst/>
              <a:rect l="textAreaLeft" t="textAreaTop" r="textAreaRight" b="textAreaBottom"/>
              <a:pathLst>
                <a:path w="893729" h="1072475">
                  <a:moveTo>
                    <a:pt x="714983" y="357492"/>
                  </a:moveTo>
                  <a:lnTo>
                    <a:pt x="536238" y="357492"/>
                  </a:lnTo>
                  <a:lnTo>
                    <a:pt x="536238" y="178746"/>
                  </a:lnTo>
                  <a:lnTo>
                    <a:pt x="357492" y="178746"/>
                  </a:lnTo>
                  <a:lnTo>
                    <a:pt x="357492" y="0"/>
                  </a:lnTo>
                  <a:lnTo>
                    <a:pt x="178746" y="0"/>
                  </a:lnTo>
                  <a:lnTo>
                    <a:pt x="0" y="0"/>
                  </a:lnTo>
                  <a:lnTo>
                    <a:pt x="0" y="178746"/>
                  </a:lnTo>
                  <a:lnTo>
                    <a:pt x="0" y="357492"/>
                  </a:lnTo>
                  <a:lnTo>
                    <a:pt x="0" y="536238"/>
                  </a:lnTo>
                  <a:lnTo>
                    <a:pt x="0" y="714983"/>
                  </a:lnTo>
                  <a:lnTo>
                    <a:pt x="0" y="893729"/>
                  </a:lnTo>
                  <a:lnTo>
                    <a:pt x="0" y="1072475"/>
                  </a:lnTo>
                  <a:lnTo>
                    <a:pt x="178746" y="1072475"/>
                  </a:lnTo>
                  <a:lnTo>
                    <a:pt x="357492" y="1072475"/>
                  </a:lnTo>
                  <a:lnTo>
                    <a:pt x="357492" y="893729"/>
                  </a:lnTo>
                  <a:lnTo>
                    <a:pt x="536238" y="893729"/>
                  </a:lnTo>
                  <a:lnTo>
                    <a:pt x="536238" y="714983"/>
                  </a:lnTo>
                  <a:lnTo>
                    <a:pt x="714983" y="714983"/>
                  </a:lnTo>
                  <a:lnTo>
                    <a:pt x="714983" y="625611"/>
                  </a:lnTo>
                  <a:lnTo>
                    <a:pt x="893729" y="625611"/>
                  </a:lnTo>
                  <a:lnTo>
                    <a:pt x="893729" y="446865"/>
                  </a:lnTo>
                  <a:lnTo>
                    <a:pt x="714983" y="446865"/>
                  </a:lnTo>
                  <a:lnTo>
                    <a:pt x="714983" y="357492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6" name="Google Shape;623;p67"/>
            <p:cNvSpPr/>
            <p:nvPr/>
          </p:nvSpPr>
          <p:spPr>
            <a:xfrm>
              <a:off x="8883720" y="1861200"/>
              <a:ext cx="352800" cy="352800"/>
            </a:xfrm>
            <a:custGeom>
              <a:avLst/>
              <a:gdLst>
                <a:gd name="textAreaLeft" fmla="*/ 0 w 352800"/>
                <a:gd name="textAreaRight" fmla="*/ 357480 w 352800"/>
                <a:gd name="textAreaTop" fmla="*/ 0 h 352800"/>
                <a:gd name="textAreaBottom" fmla="*/ 357480 h 352800"/>
              </a:gdLst>
              <a:ahLst/>
              <a:cxnLst/>
              <a:rect l="textAreaLeft" t="textAreaTop" r="textAreaRight" b="textAreaBottom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7" name="Google Shape;624;p67"/>
            <p:cNvSpPr/>
            <p:nvPr/>
          </p:nvSpPr>
          <p:spPr>
            <a:xfrm>
              <a:off x="9241200" y="1503720"/>
              <a:ext cx="352800" cy="352800"/>
            </a:xfrm>
            <a:custGeom>
              <a:avLst/>
              <a:gdLst>
                <a:gd name="textAreaLeft" fmla="*/ 0 w 352800"/>
                <a:gd name="textAreaRight" fmla="*/ 357480 w 352800"/>
                <a:gd name="textAreaTop" fmla="*/ 0 h 352800"/>
                <a:gd name="textAreaBottom" fmla="*/ 357480 h 352800"/>
              </a:gdLst>
              <a:ahLst/>
              <a:cxnLst/>
              <a:rect l="textAreaLeft" t="textAreaTop" r="textAreaRight" b="textAreaBottom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8" name="Google Shape;625;p67"/>
            <p:cNvSpPr/>
            <p:nvPr/>
          </p:nvSpPr>
          <p:spPr>
            <a:xfrm>
              <a:off x="6381360" y="2933640"/>
              <a:ext cx="352800" cy="1782720"/>
            </a:xfrm>
            <a:custGeom>
              <a:avLst/>
              <a:gdLst>
                <a:gd name="textAreaLeft" fmla="*/ 0 w 352800"/>
                <a:gd name="textAreaRight" fmla="*/ 357480 w 352800"/>
                <a:gd name="textAreaTop" fmla="*/ 0 h 1782720"/>
                <a:gd name="textAreaBottom" fmla="*/ 1787400 h 1782720"/>
              </a:gdLst>
              <a:ahLst/>
              <a:cxnLst/>
              <a:rect l="textAreaLeft" t="textAreaTop" r="textAreaRight" b="textAreaBottom"/>
              <a:pathLst>
                <a:path w="357491" h="1787458">
                  <a:moveTo>
                    <a:pt x="357492" y="1072475"/>
                  </a:moveTo>
                  <a:lnTo>
                    <a:pt x="357492" y="714983"/>
                  </a:lnTo>
                  <a:lnTo>
                    <a:pt x="357492" y="357492"/>
                  </a:lnTo>
                  <a:lnTo>
                    <a:pt x="357492" y="0"/>
                  </a:lnTo>
                  <a:lnTo>
                    <a:pt x="0" y="0"/>
                  </a:lnTo>
                  <a:lnTo>
                    <a:pt x="0" y="357492"/>
                  </a:lnTo>
                  <a:lnTo>
                    <a:pt x="0" y="714983"/>
                  </a:lnTo>
                  <a:lnTo>
                    <a:pt x="0" y="1072475"/>
                  </a:lnTo>
                  <a:lnTo>
                    <a:pt x="0" y="1429967"/>
                  </a:lnTo>
                  <a:lnTo>
                    <a:pt x="0" y="1787459"/>
                  </a:lnTo>
                  <a:lnTo>
                    <a:pt x="357492" y="1787459"/>
                  </a:lnTo>
                  <a:lnTo>
                    <a:pt x="357492" y="1429967"/>
                  </a:lnTo>
                  <a:lnTo>
                    <a:pt x="357492" y="1072475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9" name="Google Shape;626;p67"/>
            <p:cNvSpPr/>
            <p:nvPr/>
          </p:nvSpPr>
          <p:spPr>
            <a:xfrm>
              <a:off x="6738840" y="2218680"/>
              <a:ext cx="3570120" cy="710280"/>
            </a:xfrm>
            <a:custGeom>
              <a:avLst/>
              <a:gdLst>
                <a:gd name="textAreaLeft" fmla="*/ 0 w 3570120"/>
                <a:gd name="textAreaRight" fmla="*/ 3574800 w 3570120"/>
                <a:gd name="textAreaTop" fmla="*/ 0 h 710280"/>
                <a:gd name="textAreaBottom" fmla="*/ 714960 h 710280"/>
              </a:gdLst>
              <a:ahLst/>
              <a:cxnLst/>
              <a:rect l="textAreaLeft" t="textAreaTop" r="textAreaRight" b="textAreaBottom"/>
              <a:pathLst>
                <a:path w="3574916" h="714983">
                  <a:moveTo>
                    <a:pt x="714983" y="714983"/>
                  </a:moveTo>
                  <a:lnTo>
                    <a:pt x="1072475" y="714983"/>
                  </a:lnTo>
                  <a:lnTo>
                    <a:pt x="1429967" y="714983"/>
                  </a:lnTo>
                  <a:lnTo>
                    <a:pt x="1787458" y="714983"/>
                  </a:lnTo>
                  <a:lnTo>
                    <a:pt x="2144950" y="714983"/>
                  </a:lnTo>
                  <a:lnTo>
                    <a:pt x="2502442" y="714983"/>
                  </a:lnTo>
                  <a:lnTo>
                    <a:pt x="2859933" y="714983"/>
                  </a:lnTo>
                  <a:lnTo>
                    <a:pt x="3217425" y="714983"/>
                  </a:lnTo>
                  <a:lnTo>
                    <a:pt x="3574917" y="714983"/>
                  </a:lnTo>
                  <a:lnTo>
                    <a:pt x="3574917" y="357492"/>
                  </a:lnTo>
                  <a:lnTo>
                    <a:pt x="3217425" y="357492"/>
                  </a:lnTo>
                  <a:lnTo>
                    <a:pt x="2859933" y="357492"/>
                  </a:lnTo>
                  <a:lnTo>
                    <a:pt x="2502442" y="357492"/>
                  </a:lnTo>
                  <a:lnTo>
                    <a:pt x="2144950" y="357492"/>
                  </a:lnTo>
                  <a:lnTo>
                    <a:pt x="2144950" y="0"/>
                  </a:lnTo>
                  <a:lnTo>
                    <a:pt x="1787458" y="0"/>
                  </a:lnTo>
                  <a:lnTo>
                    <a:pt x="1429967" y="0"/>
                  </a:lnTo>
                  <a:lnTo>
                    <a:pt x="1429967" y="357492"/>
                  </a:lnTo>
                  <a:lnTo>
                    <a:pt x="1072475" y="357492"/>
                  </a:lnTo>
                  <a:lnTo>
                    <a:pt x="714983" y="357492"/>
                  </a:lnTo>
                  <a:lnTo>
                    <a:pt x="357492" y="357492"/>
                  </a:lnTo>
                  <a:lnTo>
                    <a:pt x="0" y="357492"/>
                  </a:lnTo>
                  <a:lnTo>
                    <a:pt x="0" y="714983"/>
                  </a:lnTo>
                  <a:lnTo>
                    <a:pt x="357492" y="714983"/>
                  </a:lnTo>
                  <a:lnTo>
                    <a:pt x="714983" y="714983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0" name="Google Shape;627;p67"/>
            <p:cNvSpPr/>
            <p:nvPr/>
          </p:nvSpPr>
          <p:spPr>
            <a:xfrm>
              <a:off x="7811280" y="1861200"/>
              <a:ext cx="352800" cy="352800"/>
            </a:xfrm>
            <a:custGeom>
              <a:avLst/>
              <a:gdLst>
                <a:gd name="textAreaLeft" fmla="*/ 0 w 352800"/>
                <a:gd name="textAreaRight" fmla="*/ 357480 w 352800"/>
                <a:gd name="textAreaTop" fmla="*/ 0 h 352800"/>
                <a:gd name="textAreaBottom" fmla="*/ 357480 h 352800"/>
              </a:gdLst>
              <a:ahLst/>
              <a:cxnLst/>
              <a:rect l="textAreaLeft" t="textAreaTop" r="textAreaRight" b="textAreaBottom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1" name="Google Shape;628;p67"/>
            <p:cNvSpPr/>
            <p:nvPr/>
          </p:nvSpPr>
          <p:spPr>
            <a:xfrm>
              <a:off x="7453800" y="1503720"/>
              <a:ext cx="352800" cy="352800"/>
            </a:xfrm>
            <a:custGeom>
              <a:avLst/>
              <a:gdLst>
                <a:gd name="textAreaLeft" fmla="*/ 0 w 352800"/>
                <a:gd name="textAreaRight" fmla="*/ 357480 w 352800"/>
                <a:gd name="textAreaTop" fmla="*/ 0 h 352800"/>
                <a:gd name="textAreaBottom" fmla="*/ 357480 h 352800"/>
              </a:gdLst>
              <a:ahLst/>
              <a:cxnLst/>
              <a:rect l="textAreaLeft" t="textAreaTop" r="textAreaRight" b="textAreaBottom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32" name="Google Shape;629;p67"/>
          <p:cNvSpPr/>
          <p:nvPr/>
        </p:nvSpPr>
        <p:spPr>
          <a:xfrm>
            <a:off x="824400" y="5846760"/>
            <a:ext cx="1283760" cy="7851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3" name="Google Shape;630;p67"/>
          <p:cNvSpPr/>
          <p:nvPr/>
        </p:nvSpPr>
        <p:spPr>
          <a:xfrm>
            <a:off x="12072960" y="-628560"/>
            <a:ext cx="352800" cy="780588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4" name="Google Shape;631;p67"/>
          <p:cNvSpPr/>
          <p:nvPr/>
        </p:nvSpPr>
        <p:spPr>
          <a:xfrm>
            <a:off x="-91080" y="-476280"/>
            <a:ext cx="776520" cy="780588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5" name="Google Shape;632;p67"/>
          <p:cNvSpPr/>
          <p:nvPr/>
        </p:nvSpPr>
        <p:spPr>
          <a:xfrm>
            <a:off x="29865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6" name="Google Shape;633;p67"/>
          <p:cNvSpPr/>
          <p:nvPr/>
        </p:nvSpPr>
        <p:spPr>
          <a:xfrm>
            <a:off x="35420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7" name="Google Shape;634;p67"/>
          <p:cNvSpPr/>
          <p:nvPr/>
        </p:nvSpPr>
        <p:spPr>
          <a:xfrm>
            <a:off x="4049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8" name="Google Shape;635;p67"/>
          <p:cNvSpPr/>
          <p:nvPr/>
        </p:nvSpPr>
        <p:spPr>
          <a:xfrm>
            <a:off x="456408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9" name="Google Shape;636;p67"/>
          <p:cNvSpPr/>
          <p:nvPr/>
        </p:nvSpPr>
        <p:spPr>
          <a:xfrm>
            <a:off x="50781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0" name="Google Shape;637;p67"/>
          <p:cNvSpPr/>
          <p:nvPr/>
        </p:nvSpPr>
        <p:spPr>
          <a:xfrm>
            <a:off x="6145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1" name="Google Shape;638;p67"/>
          <p:cNvSpPr/>
          <p:nvPr/>
        </p:nvSpPr>
        <p:spPr>
          <a:xfrm>
            <a:off x="5633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2" name="Google Shape;639;p67"/>
          <p:cNvSpPr/>
          <p:nvPr/>
        </p:nvSpPr>
        <p:spPr>
          <a:xfrm>
            <a:off x="67413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3" name="Google Shape;640;p67"/>
          <p:cNvSpPr/>
          <p:nvPr/>
        </p:nvSpPr>
        <p:spPr>
          <a:xfrm>
            <a:off x="730332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4" name="Google Shape;641;p67"/>
          <p:cNvSpPr/>
          <p:nvPr/>
        </p:nvSpPr>
        <p:spPr>
          <a:xfrm>
            <a:off x="7846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145" name="Google Shape;642;p67"/>
          <p:cNvGrpSpPr/>
          <p:nvPr/>
        </p:nvGrpSpPr>
        <p:grpSpPr>
          <a:xfrm>
            <a:off x="991080" y="5682960"/>
            <a:ext cx="1148760" cy="815760"/>
            <a:chOff x="991080" y="5682960"/>
            <a:chExt cx="1148760" cy="815760"/>
          </a:xfrm>
        </p:grpSpPr>
        <p:grpSp>
          <p:nvGrpSpPr>
            <p:cNvPr id="1146" name="Google Shape;643;p67"/>
            <p:cNvGrpSpPr/>
            <p:nvPr/>
          </p:nvGrpSpPr>
          <p:grpSpPr>
            <a:xfrm>
              <a:off x="991080" y="5900040"/>
              <a:ext cx="956160" cy="230400"/>
              <a:chOff x="991080" y="5900040"/>
              <a:chExt cx="956160" cy="230400"/>
            </a:xfrm>
          </p:grpSpPr>
          <p:sp>
            <p:nvSpPr>
              <p:cNvPr id="1147" name="Google Shape;644;p67"/>
              <p:cNvSpPr/>
              <p:nvPr/>
            </p:nvSpPr>
            <p:spPr>
              <a:xfrm>
                <a:off x="991080" y="5900040"/>
                <a:ext cx="112680" cy="229320"/>
              </a:xfrm>
              <a:custGeom>
                <a:avLst/>
                <a:gdLst>
                  <a:gd name="textAreaLeft" fmla="*/ 0 w 112680"/>
                  <a:gd name="textAreaRight" fmla="*/ 117360 w 112680"/>
                  <a:gd name="textAreaTop" fmla="*/ 0 h 229320"/>
                  <a:gd name="textAreaBottom" fmla="*/ 234000 h 229320"/>
                </a:gdLst>
                <a:ahLst/>
                <a:cxnLst/>
                <a:rect l="textAreaLeft" t="textAreaTop" r="textAreaRight" b="textAreaBottom"/>
                <a:pathLst>
                  <a:path w="117443" h="234124">
                    <a:moveTo>
                      <a:pt x="22003" y="178784"/>
                    </a:moveTo>
                    <a:lnTo>
                      <a:pt x="22003" y="91630"/>
                    </a:lnTo>
                    <a:lnTo>
                      <a:pt x="0" y="91630"/>
                    </a:lnTo>
                    <a:lnTo>
                      <a:pt x="0" y="47054"/>
                    </a:lnTo>
                    <a:lnTo>
                      <a:pt x="22003" y="47054"/>
                    </a:lnTo>
                    <a:lnTo>
                      <a:pt x="22003" y="0"/>
                    </a:lnTo>
                    <a:lnTo>
                      <a:pt x="74200" y="0"/>
                    </a:lnTo>
                    <a:lnTo>
                      <a:pt x="74200" y="47054"/>
                    </a:lnTo>
                    <a:lnTo>
                      <a:pt x="117443" y="47054"/>
                    </a:lnTo>
                    <a:lnTo>
                      <a:pt x="117443" y="91630"/>
                    </a:lnTo>
                    <a:lnTo>
                      <a:pt x="74200" y="91630"/>
                    </a:lnTo>
                    <a:lnTo>
                      <a:pt x="74200" y="170212"/>
                    </a:lnTo>
                    <a:cubicBezTo>
                      <a:pt x="74200" y="182213"/>
                      <a:pt x="79724" y="188024"/>
                      <a:pt x="91059" y="188024"/>
                    </a:cubicBezTo>
                    <a:cubicBezTo>
                      <a:pt x="100298" y="188024"/>
                      <a:pt x="108871" y="185928"/>
                      <a:pt x="116777" y="181547"/>
                    </a:cubicBezTo>
                    <a:lnTo>
                      <a:pt x="116777" y="223456"/>
                    </a:lnTo>
                    <a:cubicBezTo>
                      <a:pt x="105823" y="229934"/>
                      <a:pt x="93059" y="234125"/>
                      <a:pt x="75629" y="234125"/>
                    </a:cubicBezTo>
                    <a:cubicBezTo>
                      <a:pt x="44006" y="234125"/>
                      <a:pt x="22098" y="221456"/>
                      <a:pt x="22098" y="178880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8" name="Google Shape;645;p67"/>
              <p:cNvSpPr/>
              <p:nvPr/>
            </p:nvSpPr>
            <p:spPr>
              <a:xfrm>
                <a:off x="1132560" y="5943600"/>
                <a:ext cx="176040" cy="186840"/>
              </a:xfrm>
              <a:custGeom>
                <a:avLst/>
                <a:gdLst>
                  <a:gd name="textAreaLeft" fmla="*/ 0 w 176040"/>
                  <a:gd name="textAreaRight" fmla="*/ 180720 w 176040"/>
                  <a:gd name="textAreaTop" fmla="*/ 0 h 186840"/>
                  <a:gd name="textAreaBottom" fmla="*/ 191520 h 186840"/>
                </a:gdLst>
                <a:ahLst/>
                <a:cxnLst/>
                <a:rect l="textAreaLeft" t="textAreaTop" r="textAreaRight" b="textAreaBottom"/>
                <a:pathLst>
                  <a:path w="180594" h="191452">
                    <a:moveTo>
                      <a:pt x="95" y="96393"/>
                    </a:moveTo>
                    <a:lnTo>
                      <a:pt x="95" y="95726"/>
                    </a:lnTo>
                    <a:cubicBezTo>
                      <a:pt x="95" y="43244"/>
                      <a:pt x="37528" y="0"/>
                      <a:pt x="91059" y="0"/>
                    </a:cubicBezTo>
                    <a:cubicBezTo>
                      <a:pt x="152495" y="0"/>
                      <a:pt x="180594" y="47720"/>
                      <a:pt x="180594" y="99917"/>
                    </a:cubicBezTo>
                    <a:cubicBezTo>
                      <a:pt x="180594" y="104013"/>
                      <a:pt x="180213" y="108490"/>
                      <a:pt x="179927" y="113633"/>
                    </a:cubicBezTo>
                    <a:lnTo>
                      <a:pt x="51911" y="113633"/>
                    </a:lnTo>
                    <a:cubicBezTo>
                      <a:pt x="57055" y="137351"/>
                      <a:pt x="73533" y="149638"/>
                      <a:pt x="96869" y="149638"/>
                    </a:cubicBezTo>
                    <a:cubicBezTo>
                      <a:pt x="114395" y="149638"/>
                      <a:pt x="126778" y="144113"/>
                      <a:pt x="141446" y="130778"/>
                    </a:cubicBezTo>
                    <a:lnTo>
                      <a:pt x="171259" y="157163"/>
                    </a:lnTo>
                    <a:cubicBezTo>
                      <a:pt x="153734" y="178784"/>
                      <a:pt x="129350" y="191453"/>
                      <a:pt x="96107" y="191453"/>
                    </a:cubicBezTo>
                    <a:cubicBezTo>
                      <a:pt x="40862" y="191453"/>
                      <a:pt x="0" y="152686"/>
                      <a:pt x="0" y="96393"/>
                    </a:cubicBezTo>
                    <a:close/>
                    <a:moveTo>
                      <a:pt x="129826" y="80963"/>
                    </a:moveTo>
                    <a:cubicBezTo>
                      <a:pt x="126778" y="57626"/>
                      <a:pt x="112967" y="41815"/>
                      <a:pt x="91059" y="41815"/>
                    </a:cubicBezTo>
                    <a:cubicBezTo>
                      <a:pt x="69151" y="41815"/>
                      <a:pt x="55340" y="57245"/>
                      <a:pt x="51245" y="80963"/>
                    </a:cubicBezTo>
                    <a:lnTo>
                      <a:pt x="129826" y="80963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9" name="Google Shape;646;p67"/>
              <p:cNvSpPr/>
              <p:nvPr/>
            </p:nvSpPr>
            <p:spPr>
              <a:xfrm>
                <a:off x="1343160" y="5943600"/>
                <a:ext cx="166320" cy="186840"/>
              </a:xfrm>
              <a:custGeom>
                <a:avLst/>
                <a:gdLst>
                  <a:gd name="textAreaLeft" fmla="*/ 0 w 166320"/>
                  <a:gd name="textAreaRight" fmla="*/ 171000 w 166320"/>
                  <a:gd name="textAreaTop" fmla="*/ 0 h 186840"/>
                  <a:gd name="textAreaBottom" fmla="*/ 191520 h 186840"/>
                </a:gdLst>
                <a:ahLst/>
                <a:cxnLst/>
                <a:rect l="textAreaLeft" t="textAreaTop" r="textAreaRight" b="textAreaBottom"/>
                <a:pathLst>
                  <a:path w="170973" h="191357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3244"/>
                      <a:pt x="40195" y="0"/>
                      <a:pt x="96488" y="0"/>
                    </a:cubicBezTo>
                    <a:cubicBezTo>
                      <a:pt x="131159" y="0"/>
                      <a:pt x="152400" y="11716"/>
                      <a:pt x="169926" y="30861"/>
                    </a:cubicBezTo>
                    <a:lnTo>
                      <a:pt x="138017" y="65151"/>
                    </a:lnTo>
                    <a:cubicBezTo>
                      <a:pt x="126016" y="52768"/>
                      <a:pt x="115062" y="44863"/>
                      <a:pt x="96107" y="44863"/>
                    </a:cubicBezTo>
                    <a:cubicBezTo>
                      <a:pt x="70009" y="44863"/>
                      <a:pt x="51530" y="67532"/>
                      <a:pt x="51530" y="94964"/>
                    </a:cubicBezTo>
                    <a:lnTo>
                      <a:pt x="51530" y="95631"/>
                    </a:lnTo>
                    <a:cubicBezTo>
                      <a:pt x="51530" y="124111"/>
                      <a:pt x="69723" y="146399"/>
                      <a:pt x="98203" y="146399"/>
                    </a:cubicBezTo>
                    <a:cubicBezTo>
                      <a:pt x="115729" y="146399"/>
                      <a:pt x="127730" y="138875"/>
                      <a:pt x="140398" y="126873"/>
                    </a:cubicBezTo>
                    <a:lnTo>
                      <a:pt x="170974" y="157734"/>
                    </a:lnTo>
                    <a:cubicBezTo>
                      <a:pt x="153162" y="177260"/>
                      <a:pt x="132493" y="191357"/>
                      <a:pt x="95821" y="191357"/>
                    </a:cubicBezTo>
                    <a:cubicBezTo>
                      <a:pt x="40576" y="191357"/>
                      <a:pt x="95" y="148495"/>
                      <a:pt x="95" y="96298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0" name="Google Shape;647;p67"/>
              <p:cNvSpPr/>
              <p:nvPr/>
            </p:nvSpPr>
            <p:spPr>
              <a:xfrm>
                <a:off x="1548000" y="5943600"/>
                <a:ext cx="163800" cy="182520"/>
              </a:xfrm>
              <a:custGeom>
                <a:avLst/>
                <a:gdLst>
                  <a:gd name="textAreaLeft" fmla="*/ 0 w 163800"/>
                  <a:gd name="textAreaRight" fmla="*/ 168480 w 163800"/>
                  <a:gd name="textAreaTop" fmla="*/ 0 h 182520"/>
                  <a:gd name="textAreaBottom" fmla="*/ 187200 h 182520"/>
                </a:gdLst>
                <a:ahLst/>
                <a:cxnLst/>
                <a:rect l="textAreaLeft" t="textAreaTop" r="textAreaRight" b="textAreaBottom"/>
                <a:pathLst>
                  <a:path w="168592" h="187356">
                    <a:moveTo>
                      <a:pt x="0" y="3429"/>
                    </a:moveTo>
                    <a:lnTo>
                      <a:pt x="52197" y="3429"/>
                    </a:lnTo>
                    <a:lnTo>
                      <a:pt x="52197" y="29527"/>
                    </a:lnTo>
                    <a:cubicBezTo>
                      <a:pt x="64199" y="14097"/>
                      <a:pt x="80010" y="0"/>
                      <a:pt x="106109" y="0"/>
                    </a:cubicBezTo>
                    <a:cubicBezTo>
                      <a:pt x="145923" y="0"/>
                      <a:pt x="168593" y="25717"/>
                      <a:pt x="168593" y="68294"/>
                    </a:cubicBezTo>
                    <a:lnTo>
                      <a:pt x="168593" y="187357"/>
                    </a:lnTo>
                    <a:lnTo>
                      <a:pt x="116395" y="187357"/>
                    </a:lnTo>
                    <a:lnTo>
                      <a:pt x="116395" y="84773"/>
                    </a:lnTo>
                    <a:cubicBezTo>
                      <a:pt x="116395" y="60103"/>
                      <a:pt x="105061" y="47339"/>
                      <a:pt x="84772" y="47339"/>
                    </a:cubicBezTo>
                    <a:cubicBezTo>
                      <a:pt x="64484" y="47339"/>
                      <a:pt x="52197" y="60007"/>
                      <a:pt x="52197" y="84773"/>
                    </a:cubicBezTo>
                    <a:lnTo>
                      <a:pt x="52197" y="187357"/>
                    </a:lnTo>
                    <a:lnTo>
                      <a:pt x="0" y="187357"/>
                    </a:lnTo>
                    <a:lnTo>
                      <a:pt x="0" y="3429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1" name="Google Shape;648;p67"/>
              <p:cNvSpPr/>
              <p:nvPr/>
            </p:nvSpPr>
            <p:spPr>
              <a:xfrm>
                <a:off x="1752840" y="5943600"/>
                <a:ext cx="194400" cy="186840"/>
              </a:xfrm>
              <a:custGeom>
                <a:avLst/>
                <a:gdLst>
                  <a:gd name="textAreaLeft" fmla="*/ 0 w 194400"/>
                  <a:gd name="textAreaRight" fmla="*/ 199080 w 194400"/>
                  <a:gd name="textAreaTop" fmla="*/ 0 h 186840"/>
                  <a:gd name="textAreaBottom" fmla="*/ 191520 h 186840"/>
                </a:gdLst>
                <a:ahLst/>
                <a:cxnLst/>
                <a:rect l="textAreaLeft" t="textAreaTop" r="textAreaRight" b="textAreaBottom"/>
                <a:pathLst>
                  <a:path w="199072" h="191452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2863"/>
                      <a:pt x="42577" y="0"/>
                      <a:pt x="99917" y="0"/>
                    </a:cubicBezTo>
                    <a:cubicBezTo>
                      <a:pt x="157258" y="0"/>
                      <a:pt x="199073" y="41910"/>
                      <a:pt x="199073" y="95060"/>
                    </a:cubicBezTo>
                    <a:lnTo>
                      <a:pt x="199073" y="95726"/>
                    </a:lnTo>
                    <a:cubicBezTo>
                      <a:pt x="199073" y="148590"/>
                      <a:pt x="156496" y="191453"/>
                      <a:pt x="99155" y="191453"/>
                    </a:cubicBezTo>
                    <a:cubicBezTo>
                      <a:pt x="41815" y="191453"/>
                      <a:pt x="0" y="149543"/>
                      <a:pt x="0" y="96393"/>
                    </a:cubicBezTo>
                    <a:close/>
                    <a:moveTo>
                      <a:pt x="147542" y="96393"/>
                    </a:moveTo>
                    <a:lnTo>
                      <a:pt x="147542" y="95726"/>
                    </a:lnTo>
                    <a:cubicBezTo>
                      <a:pt x="147542" y="68580"/>
                      <a:pt x="128016" y="44958"/>
                      <a:pt x="99155" y="44958"/>
                    </a:cubicBezTo>
                    <a:cubicBezTo>
                      <a:pt x="70295" y="44958"/>
                      <a:pt x="51435" y="67628"/>
                      <a:pt x="51435" y="95060"/>
                    </a:cubicBezTo>
                    <a:lnTo>
                      <a:pt x="51435" y="95726"/>
                    </a:lnTo>
                    <a:cubicBezTo>
                      <a:pt x="51435" y="122873"/>
                      <a:pt x="70961" y="146494"/>
                      <a:pt x="99822" y="146494"/>
                    </a:cubicBezTo>
                    <a:cubicBezTo>
                      <a:pt x="128683" y="146494"/>
                      <a:pt x="147542" y="123825"/>
                      <a:pt x="147542" y="96393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152" name="Google Shape;649;p67"/>
            <p:cNvGrpSpPr/>
            <p:nvPr/>
          </p:nvGrpSpPr>
          <p:grpSpPr>
            <a:xfrm>
              <a:off x="1321920" y="6197400"/>
              <a:ext cx="817920" cy="301320"/>
              <a:chOff x="1321920" y="6197400"/>
              <a:chExt cx="817920" cy="301320"/>
            </a:xfrm>
          </p:grpSpPr>
          <p:sp>
            <p:nvSpPr>
              <p:cNvPr id="1153" name="Google Shape;650;p67"/>
              <p:cNvSpPr/>
              <p:nvPr/>
            </p:nvSpPr>
            <p:spPr>
              <a:xfrm>
                <a:off x="1321920" y="6197400"/>
                <a:ext cx="47520" cy="245880"/>
              </a:xfrm>
              <a:custGeom>
                <a:avLst/>
                <a:gdLst>
                  <a:gd name="textAreaLeft" fmla="*/ 0 w 47520"/>
                  <a:gd name="textAreaRight" fmla="*/ 52200 w 47520"/>
                  <a:gd name="textAreaTop" fmla="*/ 0 h 245880"/>
                  <a:gd name="textAreaBottom" fmla="*/ 250560 h 245880"/>
                </a:gdLst>
                <a:ahLst/>
                <a:cxnLst/>
                <a:rect l="textAreaLeft" t="textAreaTop" r="textAreaRight" b="textAreaBottom"/>
                <a:pathLst>
                  <a:path w="52197" h="250602">
                    <a:moveTo>
                      <a:pt x="0" y="0"/>
                    </a:moveTo>
                    <a:lnTo>
                      <a:pt x="52197" y="0"/>
                    </a:lnTo>
                    <a:lnTo>
                      <a:pt x="52197" y="250603"/>
                    </a:lnTo>
                    <a:lnTo>
                      <a:pt x="0" y="25060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4" name="Google Shape;651;p67"/>
              <p:cNvSpPr/>
              <p:nvPr/>
            </p:nvSpPr>
            <p:spPr>
              <a:xfrm>
                <a:off x="1414440" y="6260760"/>
                <a:ext cx="194400" cy="186840"/>
              </a:xfrm>
              <a:custGeom>
                <a:avLst/>
                <a:gdLst>
                  <a:gd name="textAreaLeft" fmla="*/ 0 w 194400"/>
                  <a:gd name="textAreaRight" fmla="*/ 199080 w 194400"/>
                  <a:gd name="textAreaTop" fmla="*/ 0 h 186840"/>
                  <a:gd name="textAreaBottom" fmla="*/ 191520 h 186840"/>
                </a:gdLst>
                <a:ahLst/>
                <a:cxnLst/>
                <a:rect l="textAreaLeft" t="textAreaTop" r="textAreaRight" b="textAreaBottom"/>
                <a:pathLst>
                  <a:path w="199072" h="191452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2863"/>
                      <a:pt x="42577" y="0"/>
                      <a:pt x="99917" y="0"/>
                    </a:cubicBezTo>
                    <a:cubicBezTo>
                      <a:pt x="157258" y="0"/>
                      <a:pt x="199072" y="41910"/>
                      <a:pt x="199072" y="95059"/>
                    </a:cubicBezTo>
                    <a:lnTo>
                      <a:pt x="199072" y="95726"/>
                    </a:lnTo>
                    <a:cubicBezTo>
                      <a:pt x="199072" y="148590"/>
                      <a:pt x="156496" y="191452"/>
                      <a:pt x="99155" y="191452"/>
                    </a:cubicBezTo>
                    <a:cubicBezTo>
                      <a:pt x="41815" y="191452"/>
                      <a:pt x="0" y="149542"/>
                      <a:pt x="0" y="96393"/>
                    </a:cubicBezTo>
                    <a:close/>
                    <a:moveTo>
                      <a:pt x="147542" y="96393"/>
                    </a:moveTo>
                    <a:lnTo>
                      <a:pt x="147542" y="95726"/>
                    </a:lnTo>
                    <a:cubicBezTo>
                      <a:pt x="147542" y="68580"/>
                      <a:pt x="128016" y="44958"/>
                      <a:pt x="99155" y="44958"/>
                    </a:cubicBezTo>
                    <a:cubicBezTo>
                      <a:pt x="70295" y="44958"/>
                      <a:pt x="51435" y="67627"/>
                      <a:pt x="51435" y="95059"/>
                    </a:cubicBezTo>
                    <a:lnTo>
                      <a:pt x="51435" y="95726"/>
                    </a:lnTo>
                    <a:cubicBezTo>
                      <a:pt x="51435" y="122873"/>
                      <a:pt x="70961" y="146494"/>
                      <a:pt x="99822" y="146494"/>
                    </a:cubicBezTo>
                    <a:cubicBezTo>
                      <a:pt x="128683" y="146494"/>
                      <a:pt x="147542" y="123825"/>
                      <a:pt x="147542" y="96393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5" name="Google Shape;652;p67"/>
              <p:cNvSpPr/>
              <p:nvPr/>
            </p:nvSpPr>
            <p:spPr>
              <a:xfrm>
                <a:off x="1642680" y="6260400"/>
                <a:ext cx="188640" cy="238320"/>
              </a:xfrm>
              <a:custGeom>
                <a:avLst/>
                <a:gdLst>
                  <a:gd name="textAreaLeft" fmla="*/ 0 w 188640"/>
                  <a:gd name="textAreaRight" fmla="*/ 193320 w 188640"/>
                  <a:gd name="textAreaTop" fmla="*/ 0 h 238320"/>
                  <a:gd name="textAreaBottom" fmla="*/ 243000 h 238320"/>
                </a:gdLst>
                <a:ahLst/>
                <a:cxnLst/>
                <a:rect l="textAreaLeft" t="textAreaTop" r="textAreaRight" b="textAreaBottom"/>
                <a:pathLst>
                  <a:path w="193262" h="242887">
                    <a:moveTo>
                      <a:pt x="9430" y="223838"/>
                    </a:moveTo>
                    <a:lnTo>
                      <a:pt x="27242" y="184690"/>
                    </a:lnTo>
                    <a:cubicBezTo>
                      <a:pt x="46482" y="195358"/>
                      <a:pt x="64675" y="201549"/>
                      <a:pt x="89344" y="201549"/>
                    </a:cubicBezTo>
                    <a:cubicBezTo>
                      <a:pt x="125063" y="201549"/>
                      <a:pt x="141827" y="184404"/>
                      <a:pt x="141827" y="151448"/>
                    </a:cubicBezTo>
                    <a:lnTo>
                      <a:pt x="141827" y="142494"/>
                    </a:lnTo>
                    <a:cubicBezTo>
                      <a:pt x="126397" y="161354"/>
                      <a:pt x="109538" y="172307"/>
                      <a:pt x="81725" y="172307"/>
                    </a:cubicBezTo>
                    <a:cubicBezTo>
                      <a:pt x="38862" y="172307"/>
                      <a:pt x="0" y="141446"/>
                      <a:pt x="0" y="86487"/>
                    </a:cubicBezTo>
                    <a:lnTo>
                      <a:pt x="0" y="85820"/>
                    </a:lnTo>
                    <a:cubicBezTo>
                      <a:pt x="0" y="30861"/>
                      <a:pt x="39433" y="0"/>
                      <a:pt x="81725" y="0"/>
                    </a:cubicBezTo>
                    <a:cubicBezTo>
                      <a:pt x="110204" y="0"/>
                      <a:pt x="127063" y="12002"/>
                      <a:pt x="141065" y="27432"/>
                    </a:cubicBezTo>
                    <a:lnTo>
                      <a:pt x="141065" y="3429"/>
                    </a:lnTo>
                    <a:lnTo>
                      <a:pt x="193262" y="3429"/>
                    </a:lnTo>
                    <a:lnTo>
                      <a:pt x="193262" y="145828"/>
                    </a:lnTo>
                    <a:cubicBezTo>
                      <a:pt x="193262" y="178403"/>
                      <a:pt x="185356" y="202787"/>
                      <a:pt x="169926" y="218218"/>
                    </a:cubicBezTo>
                    <a:cubicBezTo>
                      <a:pt x="152400" y="235744"/>
                      <a:pt x="126302" y="242888"/>
                      <a:pt x="90678" y="242888"/>
                    </a:cubicBezTo>
                    <a:cubicBezTo>
                      <a:pt x="60484" y="242888"/>
                      <a:pt x="32671" y="236029"/>
                      <a:pt x="9335" y="223647"/>
                    </a:cubicBezTo>
                    <a:close/>
                    <a:moveTo>
                      <a:pt x="141923" y="86582"/>
                    </a:moveTo>
                    <a:lnTo>
                      <a:pt x="141923" y="85916"/>
                    </a:lnTo>
                    <a:cubicBezTo>
                      <a:pt x="141923" y="60865"/>
                      <a:pt x="122682" y="43339"/>
                      <a:pt x="96965" y="43339"/>
                    </a:cubicBezTo>
                    <a:cubicBezTo>
                      <a:pt x="71247" y="43339"/>
                      <a:pt x="52388" y="60865"/>
                      <a:pt x="52388" y="85916"/>
                    </a:cubicBezTo>
                    <a:lnTo>
                      <a:pt x="52388" y="86582"/>
                    </a:lnTo>
                    <a:cubicBezTo>
                      <a:pt x="52388" y="112300"/>
                      <a:pt x="71247" y="129159"/>
                      <a:pt x="96965" y="129159"/>
                    </a:cubicBezTo>
                    <a:cubicBezTo>
                      <a:pt x="122682" y="129159"/>
                      <a:pt x="141923" y="111633"/>
                      <a:pt x="141923" y="86582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6" name="Google Shape;653;p67"/>
              <p:cNvSpPr/>
              <p:nvPr/>
            </p:nvSpPr>
            <p:spPr>
              <a:xfrm>
                <a:off x="1883880" y="6197400"/>
                <a:ext cx="50400" cy="245880"/>
              </a:xfrm>
              <a:custGeom>
                <a:avLst/>
                <a:gdLst>
                  <a:gd name="textAreaLeft" fmla="*/ 0 w 50400"/>
                  <a:gd name="textAreaRight" fmla="*/ 55080 w 50400"/>
                  <a:gd name="textAreaTop" fmla="*/ 0 h 245880"/>
                  <a:gd name="textAreaBottom" fmla="*/ 250560 h 245880"/>
                </a:gdLst>
                <a:ahLst/>
                <a:cxnLst/>
                <a:rect l="textAreaLeft" t="textAreaTop" r="textAreaRight" b="textAreaBottom"/>
                <a:pathLst>
                  <a:path w="54959" h="250507">
                    <a:moveTo>
                      <a:pt x="0" y="0"/>
                    </a:moveTo>
                    <a:lnTo>
                      <a:pt x="54959" y="0"/>
                    </a:lnTo>
                    <a:lnTo>
                      <a:pt x="54959" y="46292"/>
                    </a:lnTo>
                    <a:lnTo>
                      <a:pt x="0" y="46292"/>
                    </a:lnTo>
                    <a:lnTo>
                      <a:pt x="0" y="0"/>
                    </a:lnTo>
                    <a:close/>
                    <a:moveTo>
                      <a:pt x="1333" y="66580"/>
                    </a:moveTo>
                    <a:lnTo>
                      <a:pt x="53531" y="66580"/>
                    </a:lnTo>
                    <a:lnTo>
                      <a:pt x="53531" y="250508"/>
                    </a:lnTo>
                    <a:lnTo>
                      <a:pt x="1333" y="250508"/>
                    </a:lnTo>
                    <a:lnTo>
                      <a:pt x="1333" y="66580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7" name="Google Shape;654;p67"/>
              <p:cNvSpPr/>
              <p:nvPr/>
            </p:nvSpPr>
            <p:spPr>
              <a:xfrm>
                <a:off x="1975320" y="6261840"/>
                <a:ext cx="164520" cy="184680"/>
              </a:xfrm>
              <a:custGeom>
                <a:avLst/>
                <a:gdLst>
                  <a:gd name="textAreaLeft" fmla="*/ 0 w 164520"/>
                  <a:gd name="textAreaRight" fmla="*/ 169200 w 164520"/>
                  <a:gd name="textAreaTop" fmla="*/ 0 h 184680"/>
                  <a:gd name="textAreaBottom" fmla="*/ 189360 h 184680"/>
                </a:gdLst>
                <a:ahLst/>
                <a:cxnLst/>
                <a:rect l="textAreaLeft" t="textAreaTop" r="textAreaRight" b="textAreaBottom"/>
                <a:pathLst>
                  <a:path w="169259" h="189452">
                    <a:moveTo>
                      <a:pt x="95" y="133159"/>
                    </a:moveTo>
                    <a:lnTo>
                      <a:pt x="95" y="132493"/>
                    </a:lnTo>
                    <a:cubicBezTo>
                      <a:pt x="95" y="92678"/>
                      <a:pt x="30671" y="73819"/>
                      <a:pt x="74200" y="73819"/>
                    </a:cubicBezTo>
                    <a:cubicBezTo>
                      <a:pt x="93059" y="73819"/>
                      <a:pt x="105823" y="76867"/>
                      <a:pt x="119158" y="81344"/>
                    </a:cubicBezTo>
                    <a:lnTo>
                      <a:pt x="119158" y="78296"/>
                    </a:lnTo>
                    <a:cubicBezTo>
                      <a:pt x="119158" y="56293"/>
                      <a:pt x="105727" y="44672"/>
                      <a:pt x="79724" y="44672"/>
                    </a:cubicBezTo>
                    <a:cubicBezTo>
                      <a:pt x="59436" y="44672"/>
                      <a:pt x="45720" y="48101"/>
                      <a:pt x="28956" y="54578"/>
                    </a:cubicBezTo>
                    <a:lnTo>
                      <a:pt x="15907" y="14764"/>
                    </a:lnTo>
                    <a:cubicBezTo>
                      <a:pt x="36195" y="6191"/>
                      <a:pt x="56102" y="0"/>
                      <a:pt x="87249" y="0"/>
                    </a:cubicBezTo>
                    <a:cubicBezTo>
                      <a:pt x="116110" y="0"/>
                      <a:pt x="136017" y="7239"/>
                      <a:pt x="149352" y="20574"/>
                    </a:cubicBezTo>
                    <a:cubicBezTo>
                      <a:pt x="162687" y="33909"/>
                      <a:pt x="169259" y="54578"/>
                      <a:pt x="169259" y="79248"/>
                    </a:cubicBezTo>
                    <a:lnTo>
                      <a:pt x="169259" y="186023"/>
                    </a:lnTo>
                    <a:lnTo>
                      <a:pt x="118777" y="186023"/>
                    </a:lnTo>
                    <a:lnTo>
                      <a:pt x="118777" y="166116"/>
                    </a:lnTo>
                    <a:cubicBezTo>
                      <a:pt x="106108" y="180213"/>
                      <a:pt x="88868" y="189452"/>
                      <a:pt x="63151" y="189452"/>
                    </a:cubicBezTo>
                    <a:cubicBezTo>
                      <a:pt x="28480" y="189452"/>
                      <a:pt x="0" y="169926"/>
                      <a:pt x="0" y="133159"/>
                    </a:cubicBezTo>
                    <a:close/>
                    <a:moveTo>
                      <a:pt x="119920" y="121158"/>
                    </a:moveTo>
                    <a:lnTo>
                      <a:pt x="119920" y="111919"/>
                    </a:lnTo>
                    <a:cubicBezTo>
                      <a:pt x="110681" y="107823"/>
                      <a:pt x="99346" y="105061"/>
                      <a:pt x="86582" y="105061"/>
                    </a:cubicBezTo>
                    <a:cubicBezTo>
                      <a:pt x="64294" y="105061"/>
                      <a:pt x="50578" y="114014"/>
                      <a:pt x="50578" y="130492"/>
                    </a:cubicBezTo>
                    <a:lnTo>
                      <a:pt x="50578" y="131159"/>
                    </a:lnTo>
                    <a:cubicBezTo>
                      <a:pt x="50578" y="145256"/>
                      <a:pt x="62294" y="153448"/>
                      <a:pt x="79058" y="153448"/>
                    </a:cubicBezTo>
                    <a:cubicBezTo>
                      <a:pt x="103727" y="153448"/>
                      <a:pt x="119920" y="140398"/>
                      <a:pt x="119920" y="121158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158" name="Google Shape;655;p67"/>
            <p:cNvGrpSpPr/>
            <p:nvPr/>
          </p:nvGrpSpPr>
          <p:grpSpPr>
            <a:xfrm>
              <a:off x="1059120" y="5682960"/>
              <a:ext cx="474120" cy="115200"/>
              <a:chOff x="1059120" y="5682960"/>
              <a:chExt cx="474120" cy="115200"/>
            </a:xfrm>
          </p:grpSpPr>
          <p:sp>
            <p:nvSpPr>
              <p:cNvPr id="1159" name="Google Shape;656;p67"/>
              <p:cNvSpPr/>
              <p:nvPr/>
            </p:nvSpPr>
            <p:spPr>
              <a:xfrm>
                <a:off x="1463040" y="5688000"/>
                <a:ext cx="70200" cy="109800"/>
              </a:xfrm>
              <a:custGeom>
                <a:avLst/>
                <a:gdLst>
                  <a:gd name="textAreaLeft" fmla="*/ 0 w 70200"/>
                  <a:gd name="textAreaRight" fmla="*/ 74880 w 70200"/>
                  <a:gd name="textAreaTop" fmla="*/ 0 h 109800"/>
                  <a:gd name="textAreaBottom" fmla="*/ 114480 h 109800"/>
                </a:gdLst>
                <a:ahLst/>
                <a:cxnLst/>
                <a:rect l="textAreaLeft" t="textAreaTop" r="textAreaRight" b="textAreaBottom"/>
                <a:pathLst>
                  <a:path w="74961" h="114395">
                    <a:moveTo>
                      <a:pt x="74962" y="91535"/>
                    </a:moveTo>
                    <a:cubicBezTo>
                      <a:pt x="74390" y="91535"/>
                      <a:pt x="73914" y="91535"/>
                      <a:pt x="73343" y="91535"/>
                    </a:cubicBezTo>
                    <a:cubicBezTo>
                      <a:pt x="50768" y="91535"/>
                      <a:pt x="34385" y="77057"/>
                      <a:pt x="34385" y="57150"/>
                    </a:cubicBezTo>
                    <a:lnTo>
                      <a:pt x="34385" y="56674"/>
                    </a:lnTo>
                    <a:cubicBezTo>
                      <a:pt x="34385" y="37624"/>
                      <a:pt x="50768" y="22670"/>
                      <a:pt x="71723" y="22670"/>
                    </a:cubicBezTo>
                    <a:cubicBezTo>
                      <a:pt x="72866" y="22670"/>
                      <a:pt x="73914" y="22670"/>
                      <a:pt x="74962" y="22765"/>
                    </a:cubicBezTo>
                    <a:lnTo>
                      <a:pt x="74962" y="0"/>
                    </a:lnTo>
                    <a:cubicBezTo>
                      <a:pt x="74009" y="0"/>
                      <a:pt x="72962" y="0"/>
                      <a:pt x="72009" y="0"/>
                    </a:cubicBezTo>
                    <a:cubicBezTo>
                      <a:pt x="30956" y="0"/>
                      <a:pt x="0" y="24575"/>
                      <a:pt x="0" y="57245"/>
                    </a:cubicBezTo>
                    <a:lnTo>
                      <a:pt x="0" y="57626"/>
                    </a:lnTo>
                    <a:cubicBezTo>
                      <a:pt x="0" y="89440"/>
                      <a:pt x="31432" y="114395"/>
                      <a:pt x="71438" y="114395"/>
                    </a:cubicBezTo>
                    <a:cubicBezTo>
                      <a:pt x="72676" y="114395"/>
                      <a:pt x="73819" y="114395"/>
                      <a:pt x="74962" y="114395"/>
                    </a:cubicBezTo>
                    <a:lnTo>
                      <a:pt x="74962" y="91535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0" name="Google Shape;657;p67"/>
              <p:cNvSpPr/>
              <p:nvPr/>
            </p:nvSpPr>
            <p:spPr>
              <a:xfrm>
                <a:off x="1059120" y="5682960"/>
                <a:ext cx="103680" cy="115200"/>
              </a:xfrm>
              <a:custGeom>
                <a:avLst/>
                <a:gdLst>
                  <a:gd name="textAreaLeft" fmla="*/ 0 w 103680"/>
                  <a:gd name="textAreaRight" fmla="*/ 108360 w 103680"/>
                  <a:gd name="textAreaTop" fmla="*/ 0 h 115200"/>
                  <a:gd name="textAreaBottom" fmla="*/ 119880 h 115200"/>
                </a:gdLst>
                <a:ahLst/>
                <a:cxnLst/>
                <a:rect l="textAreaLeft" t="textAreaTop" r="textAreaRight" b="textAreaBottom"/>
                <a:pathLst>
                  <a:path w="108299" h="119824">
                    <a:moveTo>
                      <a:pt x="63818" y="48387"/>
                    </a:moveTo>
                    <a:cubicBezTo>
                      <a:pt x="39624" y="43244"/>
                      <a:pt x="36195" y="40767"/>
                      <a:pt x="36195" y="33052"/>
                    </a:cubicBezTo>
                    <a:lnTo>
                      <a:pt x="36195" y="32671"/>
                    </a:lnTo>
                    <a:cubicBezTo>
                      <a:pt x="36195" y="27051"/>
                      <a:pt x="42386" y="22574"/>
                      <a:pt x="54197" y="22574"/>
                    </a:cubicBezTo>
                    <a:cubicBezTo>
                      <a:pt x="60198" y="22574"/>
                      <a:pt x="68104" y="24194"/>
                      <a:pt x="73628" y="26289"/>
                    </a:cubicBezTo>
                    <a:lnTo>
                      <a:pt x="73628" y="1905"/>
                    </a:lnTo>
                    <a:cubicBezTo>
                      <a:pt x="68485" y="1048"/>
                      <a:pt x="60674" y="0"/>
                      <a:pt x="54673" y="0"/>
                    </a:cubicBezTo>
                    <a:cubicBezTo>
                      <a:pt x="26003" y="0"/>
                      <a:pt x="5620" y="14002"/>
                      <a:pt x="5620" y="35147"/>
                    </a:cubicBezTo>
                    <a:lnTo>
                      <a:pt x="5620" y="35433"/>
                    </a:lnTo>
                    <a:cubicBezTo>
                      <a:pt x="5620" y="58579"/>
                      <a:pt x="23813" y="65056"/>
                      <a:pt x="52007" y="71057"/>
                    </a:cubicBezTo>
                    <a:cubicBezTo>
                      <a:pt x="75438" y="76010"/>
                      <a:pt x="77629" y="79343"/>
                      <a:pt x="77629" y="85916"/>
                    </a:cubicBezTo>
                    <a:lnTo>
                      <a:pt x="77629" y="86201"/>
                    </a:lnTo>
                    <a:cubicBezTo>
                      <a:pt x="77629" y="93059"/>
                      <a:pt x="70009" y="97155"/>
                      <a:pt x="57436" y="97155"/>
                    </a:cubicBezTo>
                    <a:cubicBezTo>
                      <a:pt x="41434" y="97155"/>
                      <a:pt x="30861" y="91631"/>
                      <a:pt x="18193" y="83058"/>
                    </a:cubicBezTo>
                    <a:lnTo>
                      <a:pt x="0" y="101156"/>
                    </a:lnTo>
                    <a:cubicBezTo>
                      <a:pt x="16764" y="113633"/>
                      <a:pt x="35623" y="119825"/>
                      <a:pt x="56864" y="119825"/>
                    </a:cubicBezTo>
                    <a:cubicBezTo>
                      <a:pt x="87058" y="119825"/>
                      <a:pt x="108299" y="106871"/>
                      <a:pt x="108299" y="83725"/>
                    </a:cubicBezTo>
                    <a:lnTo>
                      <a:pt x="108299" y="83439"/>
                    </a:lnTo>
                    <a:cubicBezTo>
                      <a:pt x="108299" y="63151"/>
                      <a:pt x="92297" y="54673"/>
                      <a:pt x="63913" y="48482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1" name="Google Shape;658;p67"/>
              <p:cNvSpPr/>
              <p:nvPr/>
            </p:nvSpPr>
            <p:spPr>
              <a:xfrm>
                <a:off x="1163520" y="5699520"/>
                <a:ext cx="100440" cy="94680"/>
              </a:xfrm>
              <a:custGeom>
                <a:avLst/>
                <a:gdLst>
                  <a:gd name="textAreaLeft" fmla="*/ 0 w 100440"/>
                  <a:gd name="textAreaRight" fmla="*/ 105120 w 100440"/>
                  <a:gd name="textAreaTop" fmla="*/ 0 h 94680"/>
                  <a:gd name="textAreaBottom" fmla="*/ 99360 h 94680"/>
                </a:gdLst>
                <a:ahLst/>
                <a:cxnLst/>
                <a:rect l="textAreaLeft" t="textAreaTop" r="textAreaRight" b="textAreaBottom"/>
                <a:pathLst>
                  <a:path w="105251" h="99440">
                    <a:moveTo>
                      <a:pt x="30004" y="42005"/>
                    </a:moveTo>
                    <a:cubicBezTo>
                      <a:pt x="32385" y="29718"/>
                      <a:pt x="40672" y="21717"/>
                      <a:pt x="53340" y="21717"/>
                    </a:cubicBezTo>
                    <a:cubicBezTo>
                      <a:pt x="66008" y="21717"/>
                      <a:pt x="74295" y="29908"/>
                      <a:pt x="76105" y="42005"/>
                    </a:cubicBezTo>
                    <a:lnTo>
                      <a:pt x="30004" y="42005"/>
                    </a:lnTo>
                    <a:close/>
                    <a:moveTo>
                      <a:pt x="53340" y="0"/>
                    </a:moveTo>
                    <a:cubicBezTo>
                      <a:pt x="21908" y="0"/>
                      <a:pt x="0" y="22479"/>
                      <a:pt x="0" y="49720"/>
                    </a:cubicBezTo>
                    <a:lnTo>
                      <a:pt x="0" y="50102"/>
                    </a:lnTo>
                    <a:cubicBezTo>
                      <a:pt x="0" y="79343"/>
                      <a:pt x="24003" y="99441"/>
                      <a:pt x="56388" y="99441"/>
                    </a:cubicBezTo>
                    <a:cubicBezTo>
                      <a:pt x="57341" y="99441"/>
                      <a:pt x="60293" y="99346"/>
                      <a:pt x="61246" y="99346"/>
                    </a:cubicBezTo>
                    <a:lnTo>
                      <a:pt x="61246" y="77534"/>
                    </a:lnTo>
                    <a:cubicBezTo>
                      <a:pt x="60484" y="77534"/>
                      <a:pt x="57531" y="77724"/>
                      <a:pt x="56769" y="77724"/>
                    </a:cubicBezTo>
                    <a:cubicBezTo>
                      <a:pt x="43053" y="77724"/>
                      <a:pt x="33433" y="71342"/>
                      <a:pt x="30385" y="59055"/>
                    </a:cubicBezTo>
                    <a:lnTo>
                      <a:pt x="104870" y="59055"/>
                    </a:lnTo>
                    <a:cubicBezTo>
                      <a:pt x="105061" y="56579"/>
                      <a:pt x="105251" y="54959"/>
                      <a:pt x="105251" y="52292"/>
                    </a:cubicBezTo>
                    <a:lnTo>
                      <a:pt x="105251" y="51911"/>
                    </a:lnTo>
                    <a:cubicBezTo>
                      <a:pt x="105251" y="24860"/>
                      <a:pt x="89440" y="95"/>
                      <a:pt x="53340" y="95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2" name="Google Shape;659;p67"/>
              <p:cNvSpPr/>
              <p:nvPr/>
            </p:nvSpPr>
            <p:spPr>
              <a:xfrm>
                <a:off x="1267560" y="5700600"/>
                <a:ext cx="93960" cy="91800"/>
              </a:xfrm>
              <a:custGeom>
                <a:avLst/>
                <a:gdLst>
                  <a:gd name="textAreaLeft" fmla="*/ 0 w 93960"/>
                  <a:gd name="textAreaRight" fmla="*/ 98640 w 93960"/>
                  <a:gd name="textAreaTop" fmla="*/ 0 h 91800"/>
                  <a:gd name="textAreaBottom" fmla="*/ 96480 h 91800"/>
                </a:gdLst>
                <a:ahLst/>
                <a:cxnLst/>
                <a:rect l="textAreaLeft" t="textAreaTop" r="textAreaRight" b="textAreaBottom"/>
                <a:pathLst>
                  <a:path w="98488" h="96583">
                    <a:moveTo>
                      <a:pt x="98393" y="46006"/>
                    </a:moveTo>
                    <a:cubicBezTo>
                      <a:pt x="98393" y="20193"/>
                      <a:pt x="82582" y="0"/>
                      <a:pt x="49244" y="0"/>
                    </a:cubicBezTo>
                    <a:cubicBezTo>
                      <a:pt x="15907" y="0"/>
                      <a:pt x="0" y="20193"/>
                      <a:pt x="0" y="46006"/>
                    </a:cubicBezTo>
                    <a:lnTo>
                      <a:pt x="0" y="96584"/>
                    </a:lnTo>
                    <a:lnTo>
                      <a:pt x="30956" y="96584"/>
                    </a:lnTo>
                    <a:lnTo>
                      <a:pt x="30956" y="44196"/>
                    </a:lnTo>
                    <a:cubicBezTo>
                      <a:pt x="31528" y="34671"/>
                      <a:pt x="35243" y="23336"/>
                      <a:pt x="49244" y="23336"/>
                    </a:cubicBezTo>
                    <a:cubicBezTo>
                      <a:pt x="63246" y="23336"/>
                      <a:pt x="67247" y="34671"/>
                      <a:pt x="67818" y="44196"/>
                    </a:cubicBezTo>
                    <a:lnTo>
                      <a:pt x="67818" y="96584"/>
                    </a:lnTo>
                    <a:lnTo>
                      <a:pt x="98489" y="96584"/>
                    </a:lnTo>
                    <a:lnTo>
                      <a:pt x="98489" y="46006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3" name="Google Shape;660;p67"/>
              <p:cNvSpPr/>
              <p:nvPr/>
            </p:nvSpPr>
            <p:spPr>
              <a:xfrm>
                <a:off x="1365120" y="5700240"/>
                <a:ext cx="94680" cy="93600"/>
              </a:xfrm>
              <a:custGeom>
                <a:avLst/>
                <a:gdLst>
                  <a:gd name="textAreaLeft" fmla="*/ 0 w 94680"/>
                  <a:gd name="textAreaRight" fmla="*/ 99360 w 94680"/>
                  <a:gd name="textAreaTop" fmla="*/ 0 h 93600"/>
                  <a:gd name="textAreaBottom" fmla="*/ 98280 h 93600"/>
                </a:gdLst>
                <a:ahLst/>
                <a:cxnLst/>
                <a:rect l="textAreaLeft" t="textAreaTop" r="textAreaRight" b="textAreaBottom"/>
                <a:pathLst>
                  <a:path w="99345" h="98202">
                    <a:moveTo>
                      <a:pt x="51149" y="0"/>
                    </a:moveTo>
                    <a:cubicBezTo>
                      <a:pt x="49816" y="0"/>
                      <a:pt x="45148" y="0"/>
                      <a:pt x="43815" y="0"/>
                    </a:cubicBezTo>
                    <a:lnTo>
                      <a:pt x="43815" y="23051"/>
                    </a:lnTo>
                    <a:cubicBezTo>
                      <a:pt x="49816" y="23051"/>
                      <a:pt x="57912" y="24098"/>
                      <a:pt x="61627" y="26003"/>
                    </a:cubicBezTo>
                    <a:cubicBezTo>
                      <a:pt x="66961" y="28861"/>
                      <a:pt x="69723" y="33528"/>
                      <a:pt x="69914" y="40005"/>
                    </a:cubicBezTo>
                    <a:cubicBezTo>
                      <a:pt x="62579" y="39148"/>
                      <a:pt x="54388" y="38576"/>
                      <a:pt x="47149" y="38386"/>
                    </a:cubicBezTo>
                    <a:cubicBezTo>
                      <a:pt x="17907" y="37624"/>
                      <a:pt x="3429" y="47339"/>
                      <a:pt x="571" y="62770"/>
                    </a:cubicBezTo>
                    <a:cubicBezTo>
                      <a:pt x="571" y="63056"/>
                      <a:pt x="476" y="63341"/>
                      <a:pt x="381" y="63627"/>
                    </a:cubicBezTo>
                    <a:cubicBezTo>
                      <a:pt x="381" y="63722"/>
                      <a:pt x="381" y="63818"/>
                      <a:pt x="381" y="63913"/>
                    </a:cubicBezTo>
                    <a:cubicBezTo>
                      <a:pt x="191" y="65342"/>
                      <a:pt x="0" y="66961"/>
                      <a:pt x="0" y="68580"/>
                    </a:cubicBezTo>
                    <a:lnTo>
                      <a:pt x="0" y="68961"/>
                    </a:lnTo>
                    <a:cubicBezTo>
                      <a:pt x="0" y="87916"/>
                      <a:pt x="16764" y="98203"/>
                      <a:pt x="37052" y="98203"/>
                    </a:cubicBezTo>
                    <a:cubicBezTo>
                      <a:pt x="52006" y="98203"/>
                      <a:pt x="62294" y="93345"/>
                      <a:pt x="69723" y="86106"/>
                    </a:cubicBezTo>
                    <a:lnTo>
                      <a:pt x="69723" y="97155"/>
                    </a:lnTo>
                    <a:lnTo>
                      <a:pt x="99346" y="97155"/>
                    </a:lnTo>
                    <a:lnTo>
                      <a:pt x="99346" y="41148"/>
                    </a:lnTo>
                    <a:cubicBezTo>
                      <a:pt x="99346" y="15335"/>
                      <a:pt x="84677" y="0"/>
                      <a:pt x="51244" y="0"/>
                    </a:cubicBezTo>
                    <a:moveTo>
                      <a:pt x="70009" y="63056"/>
                    </a:moveTo>
                    <a:cubicBezTo>
                      <a:pt x="67342" y="77057"/>
                      <a:pt x="52959" y="79058"/>
                      <a:pt x="49720" y="79248"/>
                    </a:cubicBezTo>
                    <a:cubicBezTo>
                      <a:pt x="26384" y="80486"/>
                      <a:pt x="25622" y="64580"/>
                      <a:pt x="33433" y="59722"/>
                    </a:cubicBezTo>
                    <a:cubicBezTo>
                      <a:pt x="43910" y="53245"/>
                      <a:pt x="70199" y="56864"/>
                      <a:pt x="70199" y="56864"/>
                    </a:cubicBezTo>
                    <a:cubicBezTo>
                      <a:pt x="70199" y="57817"/>
                      <a:pt x="70485" y="60198"/>
                      <a:pt x="70199" y="63056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164" name="Google Shape;661;p67"/>
          <p:cNvGrpSpPr/>
          <p:nvPr/>
        </p:nvGrpSpPr>
        <p:grpSpPr>
          <a:xfrm>
            <a:off x="8526240" y="1503720"/>
            <a:ext cx="2140560" cy="3570480"/>
            <a:chOff x="8526240" y="1503720"/>
            <a:chExt cx="2140560" cy="3570480"/>
          </a:xfrm>
        </p:grpSpPr>
        <p:sp>
          <p:nvSpPr>
            <p:cNvPr id="1165" name="Google Shape;662;p67"/>
            <p:cNvSpPr/>
            <p:nvPr/>
          </p:nvSpPr>
          <p:spPr>
            <a:xfrm>
              <a:off x="8526240" y="4721400"/>
              <a:ext cx="1782720" cy="352800"/>
            </a:xfrm>
            <a:custGeom>
              <a:avLst/>
              <a:gdLst>
                <a:gd name="textAreaLeft" fmla="*/ 0 w 1782720"/>
                <a:gd name="textAreaRight" fmla="*/ 1787400 w 1782720"/>
                <a:gd name="textAreaTop" fmla="*/ 0 h 352800"/>
                <a:gd name="textAreaBottom" fmla="*/ 357480 h 352800"/>
              </a:gdLst>
              <a:ahLst/>
              <a:cxnLst/>
              <a:rect l="textAreaLeft" t="textAreaTop" r="textAreaRight" b="textAreaBottom"/>
              <a:pathLst>
                <a:path w="1787458" h="357491">
                  <a:moveTo>
                    <a:pt x="1072475" y="0"/>
                  </a:moveTo>
                  <a:lnTo>
                    <a:pt x="714983" y="0"/>
                  </a:lnTo>
                  <a:lnTo>
                    <a:pt x="357492" y="0"/>
                  </a:lnTo>
                  <a:lnTo>
                    <a:pt x="0" y="0"/>
                  </a:lnTo>
                  <a:lnTo>
                    <a:pt x="0" y="357492"/>
                  </a:lnTo>
                  <a:lnTo>
                    <a:pt x="357492" y="357492"/>
                  </a:lnTo>
                  <a:lnTo>
                    <a:pt x="714983" y="357492"/>
                  </a:lnTo>
                  <a:lnTo>
                    <a:pt x="1072475" y="357492"/>
                  </a:lnTo>
                  <a:lnTo>
                    <a:pt x="1429967" y="357492"/>
                  </a:lnTo>
                  <a:lnTo>
                    <a:pt x="1787458" y="357492"/>
                  </a:lnTo>
                  <a:lnTo>
                    <a:pt x="1787458" y="0"/>
                  </a:lnTo>
                  <a:lnTo>
                    <a:pt x="1429967" y="0"/>
                  </a:lnTo>
                  <a:lnTo>
                    <a:pt x="1072475" y="0"/>
                  </a:lnTo>
                  <a:close/>
                </a:path>
              </a:pathLst>
            </a:cu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6" name="Google Shape;663;p67"/>
            <p:cNvSpPr/>
            <p:nvPr/>
          </p:nvSpPr>
          <p:spPr>
            <a:xfrm>
              <a:off x="10314000" y="2933640"/>
              <a:ext cx="352800" cy="1782720"/>
            </a:xfrm>
            <a:custGeom>
              <a:avLst/>
              <a:gdLst>
                <a:gd name="textAreaLeft" fmla="*/ 0 w 352800"/>
                <a:gd name="textAreaRight" fmla="*/ 357480 w 352800"/>
                <a:gd name="textAreaTop" fmla="*/ 0 h 1782720"/>
                <a:gd name="textAreaBottom" fmla="*/ 1787400 h 1782720"/>
              </a:gdLst>
              <a:ahLst/>
              <a:cxnLst/>
              <a:rect l="textAreaLeft" t="textAreaTop" r="textAreaRight" b="textAreaBottom"/>
              <a:pathLst>
                <a:path w="357491" h="1787458">
                  <a:moveTo>
                    <a:pt x="0" y="0"/>
                  </a:moveTo>
                  <a:lnTo>
                    <a:pt x="0" y="357492"/>
                  </a:lnTo>
                  <a:lnTo>
                    <a:pt x="0" y="714983"/>
                  </a:lnTo>
                  <a:lnTo>
                    <a:pt x="0" y="1072475"/>
                  </a:lnTo>
                  <a:lnTo>
                    <a:pt x="0" y="1429967"/>
                  </a:lnTo>
                  <a:lnTo>
                    <a:pt x="0" y="1787459"/>
                  </a:lnTo>
                  <a:lnTo>
                    <a:pt x="357492" y="1787459"/>
                  </a:lnTo>
                  <a:lnTo>
                    <a:pt x="357492" y="1429967"/>
                  </a:lnTo>
                  <a:lnTo>
                    <a:pt x="357492" y="1072475"/>
                  </a:lnTo>
                  <a:lnTo>
                    <a:pt x="357492" y="714983"/>
                  </a:lnTo>
                  <a:lnTo>
                    <a:pt x="357492" y="357492"/>
                  </a:lnTo>
                  <a:lnTo>
                    <a:pt x="35749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7" name="Google Shape;664;p67"/>
            <p:cNvSpPr/>
            <p:nvPr/>
          </p:nvSpPr>
          <p:spPr>
            <a:xfrm>
              <a:off x="8526240" y="2218680"/>
              <a:ext cx="1782720" cy="710280"/>
            </a:xfrm>
            <a:custGeom>
              <a:avLst/>
              <a:gdLst>
                <a:gd name="textAreaLeft" fmla="*/ 0 w 1782720"/>
                <a:gd name="textAreaRight" fmla="*/ 1787400 w 1782720"/>
                <a:gd name="textAreaTop" fmla="*/ 0 h 710280"/>
                <a:gd name="textAreaBottom" fmla="*/ 714960 h 710280"/>
              </a:gdLst>
              <a:ahLst/>
              <a:cxnLst/>
              <a:rect l="textAreaLeft" t="textAreaTop" r="textAreaRight" b="textAreaBottom"/>
              <a:pathLst>
                <a:path w="1787458" h="714983">
                  <a:moveTo>
                    <a:pt x="1429967" y="357492"/>
                  </a:moveTo>
                  <a:lnTo>
                    <a:pt x="1072475" y="357492"/>
                  </a:lnTo>
                  <a:lnTo>
                    <a:pt x="714983" y="357492"/>
                  </a:lnTo>
                  <a:lnTo>
                    <a:pt x="357492" y="357492"/>
                  </a:lnTo>
                  <a:lnTo>
                    <a:pt x="357492" y="0"/>
                  </a:lnTo>
                  <a:lnTo>
                    <a:pt x="0" y="0"/>
                  </a:lnTo>
                  <a:lnTo>
                    <a:pt x="0" y="357492"/>
                  </a:lnTo>
                  <a:lnTo>
                    <a:pt x="0" y="714983"/>
                  </a:lnTo>
                  <a:lnTo>
                    <a:pt x="357492" y="714983"/>
                  </a:lnTo>
                  <a:lnTo>
                    <a:pt x="714983" y="714983"/>
                  </a:lnTo>
                  <a:lnTo>
                    <a:pt x="1072475" y="714983"/>
                  </a:lnTo>
                  <a:lnTo>
                    <a:pt x="1429967" y="714983"/>
                  </a:lnTo>
                  <a:lnTo>
                    <a:pt x="1787458" y="714983"/>
                  </a:lnTo>
                  <a:lnTo>
                    <a:pt x="1787458" y="357492"/>
                  </a:lnTo>
                  <a:lnTo>
                    <a:pt x="1429967" y="357492"/>
                  </a:lnTo>
                  <a:close/>
                </a:path>
              </a:pathLst>
            </a:cu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8" name="Google Shape;665;p67"/>
            <p:cNvSpPr/>
            <p:nvPr/>
          </p:nvSpPr>
          <p:spPr>
            <a:xfrm>
              <a:off x="8526240" y="3470040"/>
              <a:ext cx="531720" cy="710280"/>
            </a:xfrm>
            <a:custGeom>
              <a:avLst/>
              <a:gdLst>
                <a:gd name="textAreaLeft" fmla="*/ 0 w 531720"/>
                <a:gd name="textAreaRight" fmla="*/ 536400 w 531720"/>
                <a:gd name="textAreaTop" fmla="*/ 0 h 710280"/>
                <a:gd name="textAreaBottom" fmla="*/ 714960 h 710280"/>
              </a:gdLst>
              <a:ahLst/>
              <a:cxnLst/>
              <a:rect l="textAreaLeft" t="textAreaTop" r="textAreaRight" b="textAreaBottom"/>
              <a:pathLst>
                <a:path w="536237" h="714983">
                  <a:moveTo>
                    <a:pt x="178746" y="536238"/>
                  </a:moveTo>
                  <a:lnTo>
                    <a:pt x="357492" y="536238"/>
                  </a:lnTo>
                  <a:lnTo>
                    <a:pt x="357492" y="446865"/>
                  </a:lnTo>
                  <a:lnTo>
                    <a:pt x="536238" y="446865"/>
                  </a:lnTo>
                  <a:lnTo>
                    <a:pt x="536238" y="268119"/>
                  </a:lnTo>
                  <a:lnTo>
                    <a:pt x="357492" y="268119"/>
                  </a:lnTo>
                  <a:lnTo>
                    <a:pt x="357492" y="178746"/>
                  </a:lnTo>
                  <a:lnTo>
                    <a:pt x="178746" y="178746"/>
                  </a:lnTo>
                  <a:lnTo>
                    <a:pt x="178746" y="0"/>
                  </a:lnTo>
                  <a:lnTo>
                    <a:pt x="0" y="0"/>
                  </a:lnTo>
                  <a:lnTo>
                    <a:pt x="0" y="178746"/>
                  </a:lnTo>
                  <a:lnTo>
                    <a:pt x="0" y="357492"/>
                  </a:lnTo>
                  <a:lnTo>
                    <a:pt x="0" y="536238"/>
                  </a:lnTo>
                  <a:lnTo>
                    <a:pt x="0" y="714983"/>
                  </a:lnTo>
                  <a:lnTo>
                    <a:pt x="178746" y="714983"/>
                  </a:lnTo>
                  <a:lnTo>
                    <a:pt x="178746" y="536238"/>
                  </a:lnTo>
                  <a:close/>
                </a:path>
              </a:pathLst>
            </a:cu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9" name="Google Shape;666;p67"/>
            <p:cNvSpPr/>
            <p:nvPr/>
          </p:nvSpPr>
          <p:spPr>
            <a:xfrm>
              <a:off x="8883720" y="1861200"/>
              <a:ext cx="352800" cy="352800"/>
            </a:xfrm>
            <a:custGeom>
              <a:avLst/>
              <a:gdLst>
                <a:gd name="textAreaLeft" fmla="*/ 0 w 352800"/>
                <a:gd name="textAreaRight" fmla="*/ 357480 w 352800"/>
                <a:gd name="textAreaTop" fmla="*/ 0 h 352800"/>
                <a:gd name="textAreaBottom" fmla="*/ 357480 h 352800"/>
              </a:gdLst>
              <a:ahLst/>
              <a:cxnLst/>
              <a:rect l="textAreaLeft" t="textAreaTop" r="textAreaRight" b="textAreaBottom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0" name="Google Shape;667;p67"/>
            <p:cNvSpPr/>
            <p:nvPr/>
          </p:nvSpPr>
          <p:spPr>
            <a:xfrm>
              <a:off x="9241200" y="1503720"/>
              <a:ext cx="352800" cy="352800"/>
            </a:xfrm>
            <a:custGeom>
              <a:avLst/>
              <a:gdLst>
                <a:gd name="textAreaLeft" fmla="*/ 0 w 352800"/>
                <a:gd name="textAreaRight" fmla="*/ 357480 w 352800"/>
                <a:gd name="textAreaTop" fmla="*/ 0 h 352800"/>
                <a:gd name="textAreaBottom" fmla="*/ 357480 h 352800"/>
              </a:gdLst>
              <a:ahLst/>
              <a:cxnLst/>
              <a:rect l="textAreaLeft" t="textAreaTop" r="textAreaRight" b="textAreaBottom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7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12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120" cy="397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476;p64"/>
          <p:cNvSpPr/>
          <p:nvPr/>
        </p:nvSpPr>
        <p:spPr>
          <a:xfrm>
            <a:off x="3542040" y="706104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4" name="Google Shape;477;p64"/>
          <p:cNvSpPr/>
          <p:nvPr/>
        </p:nvSpPr>
        <p:spPr>
          <a:xfrm>
            <a:off x="4097160" y="706104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5" name="Google Shape;478;p64"/>
          <p:cNvSpPr/>
          <p:nvPr/>
        </p:nvSpPr>
        <p:spPr>
          <a:xfrm>
            <a:off x="4604760" y="706104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6" name="Google Shape;479;p64"/>
          <p:cNvSpPr/>
          <p:nvPr/>
        </p:nvSpPr>
        <p:spPr>
          <a:xfrm>
            <a:off x="5119200" y="706104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7" name="Google Shape;480;p64"/>
          <p:cNvSpPr/>
          <p:nvPr/>
        </p:nvSpPr>
        <p:spPr>
          <a:xfrm>
            <a:off x="5633640" y="706104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8" name="Google Shape;481;p64"/>
          <p:cNvSpPr/>
          <p:nvPr/>
        </p:nvSpPr>
        <p:spPr>
          <a:xfrm>
            <a:off x="6700320" y="706104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9" name="Google Shape;482;p64"/>
          <p:cNvSpPr/>
          <p:nvPr/>
        </p:nvSpPr>
        <p:spPr>
          <a:xfrm>
            <a:off x="6189120" y="706104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0" name="Google Shape;483;p64"/>
          <p:cNvSpPr/>
          <p:nvPr/>
        </p:nvSpPr>
        <p:spPr>
          <a:xfrm>
            <a:off x="7296840" y="706104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1" name="Google Shape;484;p64"/>
          <p:cNvSpPr/>
          <p:nvPr/>
        </p:nvSpPr>
        <p:spPr>
          <a:xfrm>
            <a:off x="7858800" y="706104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2" name="Google Shape;485;p64"/>
          <p:cNvSpPr/>
          <p:nvPr/>
        </p:nvSpPr>
        <p:spPr>
          <a:xfrm>
            <a:off x="8401680" y="706104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183" name="Google Shape;486;p64"/>
          <p:cNvGrpSpPr/>
          <p:nvPr/>
        </p:nvGrpSpPr>
        <p:grpSpPr>
          <a:xfrm>
            <a:off x="384840" y="6026040"/>
            <a:ext cx="891720" cy="214560"/>
            <a:chOff x="384840" y="6026040"/>
            <a:chExt cx="891720" cy="214560"/>
          </a:xfrm>
        </p:grpSpPr>
        <p:sp>
          <p:nvSpPr>
            <p:cNvPr id="1184" name="Google Shape;487;p64"/>
            <p:cNvSpPr/>
            <p:nvPr/>
          </p:nvSpPr>
          <p:spPr>
            <a:xfrm>
              <a:off x="384840" y="6026040"/>
              <a:ext cx="104760" cy="213840"/>
            </a:xfrm>
            <a:custGeom>
              <a:avLst/>
              <a:gdLst>
                <a:gd name="textAreaLeft" fmla="*/ 0 w 104760"/>
                <a:gd name="textAreaRight" fmla="*/ 109440 w 104760"/>
                <a:gd name="textAreaTop" fmla="*/ 0 h 213840"/>
                <a:gd name="textAreaBottom" fmla="*/ 218520 h 213840"/>
              </a:gdLst>
              <a:ahLst/>
              <a:cxnLst/>
              <a:rect l="textAreaLeft" t="textAreaTop" r="textAreaRight" b="textAreaBottom"/>
              <a:pathLst>
                <a:path w="109498" h="218356">
                  <a:moveTo>
                    <a:pt x="70438" y="218357"/>
                  </a:moveTo>
                  <a:cubicBezTo>
                    <a:pt x="40662" y="218357"/>
                    <a:pt x="20491" y="206511"/>
                    <a:pt x="20491" y="166809"/>
                  </a:cubicBezTo>
                  <a:lnTo>
                    <a:pt x="20491" y="85486"/>
                  </a:lnTo>
                  <a:lnTo>
                    <a:pt x="0" y="85486"/>
                  </a:lnTo>
                  <a:lnTo>
                    <a:pt x="0" y="43864"/>
                  </a:lnTo>
                  <a:lnTo>
                    <a:pt x="20491" y="43864"/>
                  </a:lnTo>
                  <a:lnTo>
                    <a:pt x="20491" y="0"/>
                  </a:lnTo>
                  <a:lnTo>
                    <a:pt x="69157" y="0"/>
                  </a:lnTo>
                  <a:lnTo>
                    <a:pt x="69157" y="43864"/>
                  </a:lnTo>
                  <a:lnTo>
                    <a:pt x="109499" y="43864"/>
                  </a:lnTo>
                  <a:lnTo>
                    <a:pt x="109499" y="85486"/>
                  </a:lnTo>
                  <a:lnTo>
                    <a:pt x="69157" y="85486"/>
                  </a:lnTo>
                  <a:lnTo>
                    <a:pt x="69157" y="158805"/>
                  </a:lnTo>
                  <a:cubicBezTo>
                    <a:pt x="69157" y="170011"/>
                    <a:pt x="73960" y="175454"/>
                    <a:pt x="84845" y="175454"/>
                  </a:cubicBezTo>
                  <a:cubicBezTo>
                    <a:pt x="93810" y="175454"/>
                    <a:pt x="101815" y="173213"/>
                    <a:pt x="108858" y="169371"/>
                  </a:cubicBezTo>
                  <a:lnTo>
                    <a:pt x="108858" y="208432"/>
                  </a:lnTo>
                  <a:cubicBezTo>
                    <a:pt x="98613" y="214515"/>
                    <a:pt x="86766" y="218357"/>
                    <a:pt x="70438" y="218357"/>
                  </a:cubicBez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5" name="Google Shape;488;p64"/>
            <p:cNvSpPr/>
            <p:nvPr/>
          </p:nvSpPr>
          <p:spPr>
            <a:xfrm>
              <a:off x="516960" y="6066720"/>
              <a:ext cx="163800" cy="173880"/>
            </a:xfrm>
            <a:custGeom>
              <a:avLst/>
              <a:gdLst>
                <a:gd name="textAreaLeft" fmla="*/ 0 w 163800"/>
                <a:gd name="textAreaRight" fmla="*/ 168480 w 163800"/>
                <a:gd name="textAreaTop" fmla="*/ 0 h 173880"/>
                <a:gd name="textAreaBottom" fmla="*/ 178560 h 173880"/>
              </a:gdLst>
              <a:ahLst/>
              <a:cxnLst/>
              <a:rect l="textAreaLeft" t="textAreaTop" r="textAreaRight" b="textAreaBottom"/>
              <a:pathLst>
                <a:path w="168410" h="178655">
                  <a:moveTo>
                    <a:pt x="167770" y="105977"/>
                  </a:moveTo>
                  <a:lnTo>
                    <a:pt x="48346" y="105977"/>
                  </a:lnTo>
                  <a:cubicBezTo>
                    <a:pt x="53148" y="128069"/>
                    <a:pt x="68517" y="139595"/>
                    <a:pt x="90288" y="139595"/>
                  </a:cubicBezTo>
                  <a:cubicBezTo>
                    <a:pt x="106617" y="139595"/>
                    <a:pt x="118463" y="134472"/>
                    <a:pt x="131911" y="121985"/>
                  </a:cubicBezTo>
                  <a:lnTo>
                    <a:pt x="159766" y="146639"/>
                  </a:lnTo>
                  <a:cubicBezTo>
                    <a:pt x="143757" y="166489"/>
                    <a:pt x="120705" y="178656"/>
                    <a:pt x="89648" y="178656"/>
                  </a:cubicBezTo>
                  <a:cubicBezTo>
                    <a:pt x="38100" y="178656"/>
                    <a:pt x="0" y="142476"/>
                    <a:pt x="0" y="89968"/>
                  </a:cubicBezTo>
                  <a:lnTo>
                    <a:pt x="0" y="89328"/>
                  </a:lnTo>
                  <a:cubicBezTo>
                    <a:pt x="0" y="40342"/>
                    <a:pt x="34899" y="0"/>
                    <a:pt x="84845" y="0"/>
                  </a:cubicBezTo>
                  <a:cubicBezTo>
                    <a:pt x="142156" y="0"/>
                    <a:pt x="168410" y="44504"/>
                    <a:pt x="168410" y="93170"/>
                  </a:cubicBezTo>
                  <a:lnTo>
                    <a:pt x="168410" y="93810"/>
                  </a:lnTo>
                  <a:cubicBezTo>
                    <a:pt x="168410" y="98613"/>
                    <a:pt x="168090" y="101494"/>
                    <a:pt x="167770" y="105977"/>
                  </a:cubicBezTo>
                  <a:close/>
                  <a:moveTo>
                    <a:pt x="84845" y="39061"/>
                  </a:moveTo>
                  <a:cubicBezTo>
                    <a:pt x="64675" y="39061"/>
                    <a:pt x="51548" y="53469"/>
                    <a:pt x="47706" y="75560"/>
                  </a:cubicBezTo>
                  <a:lnTo>
                    <a:pt x="121025" y="75560"/>
                  </a:lnTo>
                  <a:cubicBezTo>
                    <a:pt x="118143" y="53789"/>
                    <a:pt x="105336" y="39061"/>
                    <a:pt x="84845" y="39061"/>
                  </a:cubicBez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6" name="Google Shape;489;p64"/>
            <p:cNvSpPr/>
            <p:nvPr/>
          </p:nvSpPr>
          <p:spPr>
            <a:xfrm>
              <a:off x="713160" y="6066720"/>
              <a:ext cx="154800" cy="173880"/>
            </a:xfrm>
            <a:custGeom>
              <a:avLst/>
              <a:gdLst>
                <a:gd name="textAreaLeft" fmla="*/ 0 w 154800"/>
                <a:gd name="textAreaRight" fmla="*/ 159480 w 154800"/>
                <a:gd name="textAreaTop" fmla="*/ 0 h 173880"/>
                <a:gd name="textAreaBottom" fmla="*/ 178560 h 173880"/>
              </a:gdLst>
              <a:ahLst/>
              <a:cxnLst/>
              <a:rect l="textAreaLeft" t="textAreaTop" r="textAreaRight" b="textAreaBottom"/>
              <a:pathLst>
                <a:path w="159445" h="178655">
                  <a:moveTo>
                    <a:pt x="89328" y="178656"/>
                  </a:moveTo>
                  <a:cubicBezTo>
                    <a:pt x="37780" y="178656"/>
                    <a:pt x="0" y="138954"/>
                    <a:pt x="0" y="89968"/>
                  </a:cubicBezTo>
                  <a:lnTo>
                    <a:pt x="0" y="89328"/>
                  </a:lnTo>
                  <a:cubicBezTo>
                    <a:pt x="0" y="40342"/>
                    <a:pt x="37460" y="0"/>
                    <a:pt x="89968" y="0"/>
                  </a:cubicBezTo>
                  <a:cubicBezTo>
                    <a:pt x="122306" y="0"/>
                    <a:pt x="142476" y="10886"/>
                    <a:pt x="158485" y="28815"/>
                  </a:cubicBezTo>
                  <a:lnTo>
                    <a:pt x="128709" y="60833"/>
                  </a:lnTo>
                  <a:cubicBezTo>
                    <a:pt x="117823" y="49306"/>
                    <a:pt x="106937" y="41942"/>
                    <a:pt x="89648" y="41942"/>
                  </a:cubicBezTo>
                  <a:cubicBezTo>
                    <a:pt x="65315" y="41942"/>
                    <a:pt x="48026" y="63394"/>
                    <a:pt x="48026" y="88688"/>
                  </a:cubicBezTo>
                  <a:lnTo>
                    <a:pt x="48026" y="89328"/>
                  </a:lnTo>
                  <a:cubicBezTo>
                    <a:pt x="48026" y="115582"/>
                    <a:pt x="64995" y="136713"/>
                    <a:pt x="91569" y="136713"/>
                  </a:cubicBezTo>
                  <a:cubicBezTo>
                    <a:pt x="107898" y="136713"/>
                    <a:pt x="119104" y="129669"/>
                    <a:pt x="130950" y="118463"/>
                  </a:cubicBezTo>
                  <a:lnTo>
                    <a:pt x="159445" y="147279"/>
                  </a:lnTo>
                  <a:cubicBezTo>
                    <a:pt x="142796" y="165529"/>
                    <a:pt x="123586" y="178656"/>
                    <a:pt x="89328" y="178656"/>
                  </a:cubicBez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7" name="Google Shape;490;p64"/>
            <p:cNvSpPr/>
            <p:nvPr/>
          </p:nvSpPr>
          <p:spPr>
            <a:xfrm>
              <a:off x="904320" y="6066720"/>
              <a:ext cx="152640" cy="170280"/>
            </a:xfrm>
            <a:custGeom>
              <a:avLst/>
              <a:gdLst>
                <a:gd name="textAreaLeft" fmla="*/ 0 w 152640"/>
                <a:gd name="textAreaRight" fmla="*/ 157320 w 152640"/>
                <a:gd name="textAreaTop" fmla="*/ 0 h 170280"/>
                <a:gd name="textAreaBottom" fmla="*/ 174960 h 170280"/>
              </a:gdLst>
              <a:ahLst/>
              <a:cxnLst/>
              <a:rect l="textAreaLeft" t="textAreaTop" r="textAreaRight" b="textAreaBottom"/>
              <a:pathLst>
                <a:path w="157204" h="174813">
                  <a:moveTo>
                    <a:pt x="108538" y="174814"/>
                  </a:moveTo>
                  <a:lnTo>
                    <a:pt x="108538" y="79082"/>
                  </a:lnTo>
                  <a:cubicBezTo>
                    <a:pt x="108538" y="56030"/>
                    <a:pt x="97652" y="44184"/>
                    <a:pt x="79082" y="44184"/>
                  </a:cubicBezTo>
                  <a:cubicBezTo>
                    <a:pt x="60512" y="44184"/>
                    <a:pt x="48666" y="56030"/>
                    <a:pt x="48666" y="79082"/>
                  </a:cubicBezTo>
                  <a:lnTo>
                    <a:pt x="48666" y="174814"/>
                  </a:lnTo>
                  <a:lnTo>
                    <a:pt x="0" y="174814"/>
                  </a:lnTo>
                  <a:lnTo>
                    <a:pt x="0" y="3202"/>
                  </a:lnTo>
                  <a:lnTo>
                    <a:pt x="48666" y="3202"/>
                  </a:lnTo>
                  <a:lnTo>
                    <a:pt x="48666" y="27535"/>
                  </a:lnTo>
                  <a:cubicBezTo>
                    <a:pt x="59872" y="13127"/>
                    <a:pt x="74280" y="0"/>
                    <a:pt x="98933" y="0"/>
                  </a:cubicBezTo>
                  <a:cubicBezTo>
                    <a:pt x="135753" y="0"/>
                    <a:pt x="157204" y="24333"/>
                    <a:pt x="157204" y="63714"/>
                  </a:cubicBezTo>
                  <a:lnTo>
                    <a:pt x="157204" y="174814"/>
                  </a:lnTo>
                  <a:lnTo>
                    <a:pt x="108538" y="174814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8" name="Google Shape;491;p64"/>
            <p:cNvSpPr/>
            <p:nvPr/>
          </p:nvSpPr>
          <p:spPr>
            <a:xfrm>
              <a:off x="1095480" y="6066720"/>
              <a:ext cx="181080" cy="173880"/>
            </a:xfrm>
            <a:custGeom>
              <a:avLst/>
              <a:gdLst>
                <a:gd name="textAreaLeft" fmla="*/ 0 w 181080"/>
                <a:gd name="textAreaRight" fmla="*/ 185760 w 181080"/>
                <a:gd name="textAreaTop" fmla="*/ 0 h 173880"/>
                <a:gd name="textAreaBottom" fmla="*/ 178560 h 173880"/>
              </a:gdLst>
              <a:ahLst/>
              <a:cxnLst/>
              <a:rect l="textAreaLeft" t="textAreaTop" r="textAreaRight" b="textAreaBottom"/>
              <a:pathLst>
                <a:path w="185699" h="178655">
                  <a:moveTo>
                    <a:pt x="92530" y="178656"/>
                  </a:moveTo>
                  <a:cubicBezTo>
                    <a:pt x="39381" y="178656"/>
                    <a:pt x="0" y="139275"/>
                    <a:pt x="0" y="89968"/>
                  </a:cubicBezTo>
                  <a:lnTo>
                    <a:pt x="0" y="89328"/>
                  </a:lnTo>
                  <a:cubicBezTo>
                    <a:pt x="0" y="40021"/>
                    <a:pt x="39701" y="0"/>
                    <a:pt x="93170" y="0"/>
                  </a:cubicBezTo>
                  <a:cubicBezTo>
                    <a:pt x="146638" y="0"/>
                    <a:pt x="185699" y="39381"/>
                    <a:pt x="185699" y="88688"/>
                  </a:cubicBezTo>
                  <a:lnTo>
                    <a:pt x="185699" y="89328"/>
                  </a:lnTo>
                  <a:cubicBezTo>
                    <a:pt x="185699" y="138634"/>
                    <a:pt x="145998" y="178656"/>
                    <a:pt x="92530" y="178656"/>
                  </a:cubicBezTo>
                  <a:close/>
                  <a:moveTo>
                    <a:pt x="137674" y="89328"/>
                  </a:moveTo>
                  <a:cubicBezTo>
                    <a:pt x="137674" y="64034"/>
                    <a:pt x="119424" y="41942"/>
                    <a:pt x="92530" y="41942"/>
                  </a:cubicBezTo>
                  <a:cubicBezTo>
                    <a:pt x="65635" y="41942"/>
                    <a:pt x="48026" y="63394"/>
                    <a:pt x="48026" y="88688"/>
                  </a:cubicBezTo>
                  <a:lnTo>
                    <a:pt x="48026" y="89328"/>
                  </a:lnTo>
                  <a:cubicBezTo>
                    <a:pt x="48026" y="114621"/>
                    <a:pt x="66275" y="136713"/>
                    <a:pt x="93170" y="136713"/>
                  </a:cubicBezTo>
                  <a:cubicBezTo>
                    <a:pt x="120064" y="136713"/>
                    <a:pt x="137674" y="115262"/>
                    <a:pt x="137674" y="89968"/>
                  </a:cubicBezTo>
                  <a:lnTo>
                    <a:pt x="137674" y="89328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89" name="Google Shape;492;p64"/>
          <p:cNvGrpSpPr/>
          <p:nvPr/>
        </p:nvGrpSpPr>
        <p:grpSpPr>
          <a:xfrm>
            <a:off x="693720" y="6303600"/>
            <a:ext cx="762480" cy="280800"/>
            <a:chOff x="693720" y="6303600"/>
            <a:chExt cx="762480" cy="280800"/>
          </a:xfrm>
        </p:grpSpPr>
        <p:sp>
          <p:nvSpPr>
            <p:cNvPr id="1190" name="Google Shape;493;p64"/>
            <p:cNvSpPr/>
            <p:nvPr/>
          </p:nvSpPr>
          <p:spPr>
            <a:xfrm>
              <a:off x="693720" y="6303600"/>
              <a:ext cx="43920" cy="228960"/>
            </a:xfrm>
            <a:custGeom>
              <a:avLst/>
              <a:gdLst>
                <a:gd name="textAreaLeft" fmla="*/ 0 w 43920"/>
                <a:gd name="textAreaRight" fmla="*/ 48600 w 43920"/>
                <a:gd name="textAreaTop" fmla="*/ 0 h 228960"/>
                <a:gd name="textAreaBottom" fmla="*/ 233640 h 228960"/>
              </a:gdLst>
              <a:ahLst/>
              <a:cxnLst/>
              <a:rect l="textAreaLeft" t="textAreaTop" r="textAreaRight" b="textAreaBottom"/>
              <a:pathLst>
                <a:path w="48666" h="233725">
                  <a:moveTo>
                    <a:pt x="0" y="233725"/>
                  </a:moveTo>
                  <a:lnTo>
                    <a:pt x="0" y="0"/>
                  </a:lnTo>
                  <a:lnTo>
                    <a:pt x="48666" y="0"/>
                  </a:lnTo>
                  <a:lnTo>
                    <a:pt x="48666" y="233725"/>
                  </a:lnTo>
                  <a:lnTo>
                    <a:pt x="0" y="233725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1" name="Google Shape;494;p64"/>
            <p:cNvSpPr/>
            <p:nvPr/>
          </p:nvSpPr>
          <p:spPr>
            <a:xfrm>
              <a:off x="779760" y="6362280"/>
              <a:ext cx="181080" cy="173880"/>
            </a:xfrm>
            <a:custGeom>
              <a:avLst/>
              <a:gdLst>
                <a:gd name="textAreaLeft" fmla="*/ 0 w 181080"/>
                <a:gd name="textAreaRight" fmla="*/ 185760 w 181080"/>
                <a:gd name="textAreaTop" fmla="*/ 0 h 173880"/>
                <a:gd name="textAreaBottom" fmla="*/ 178560 h 173880"/>
              </a:gdLst>
              <a:ahLst/>
              <a:cxnLst/>
              <a:rect l="textAreaLeft" t="textAreaTop" r="textAreaRight" b="textAreaBottom"/>
              <a:pathLst>
                <a:path w="185699" h="178655">
                  <a:moveTo>
                    <a:pt x="92530" y="178656"/>
                  </a:moveTo>
                  <a:cubicBezTo>
                    <a:pt x="39381" y="178656"/>
                    <a:pt x="0" y="139275"/>
                    <a:pt x="0" y="89968"/>
                  </a:cubicBezTo>
                  <a:lnTo>
                    <a:pt x="0" y="89328"/>
                  </a:lnTo>
                  <a:cubicBezTo>
                    <a:pt x="0" y="40021"/>
                    <a:pt x="39701" y="0"/>
                    <a:pt x="93170" y="0"/>
                  </a:cubicBezTo>
                  <a:cubicBezTo>
                    <a:pt x="146639" y="0"/>
                    <a:pt x="185699" y="39381"/>
                    <a:pt x="185699" y="88688"/>
                  </a:cubicBezTo>
                  <a:lnTo>
                    <a:pt x="185699" y="89328"/>
                  </a:lnTo>
                  <a:cubicBezTo>
                    <a:pt x="185699" y="138634"/>
                    <a:pt x="145998" y="178656"/>
                    <a:pt x="92530" y="178656"/>
                  </a:cubicBezTo>
                  <a:close/>
                  <a:moveTo>
                    <a:pt x="137674" y="89328"/>
                  </a:moveTo>
                  <a:cubicBezTo>
                    <a:pt x="137674" y="64034"/>
                    <a:pt x="119424" y="41942"/>
                    <a:pt x="92530" y="41942"/>
                  </a:cubicBezTo>
                  <a:cubicBezTo>
                    <a:pt x="65635" y="41942"/>
                    <a:pt x="48026" y="63394"/>
                    <a:pt x="48026" y="88688"/>
                  </a:cubicBezTo>
                  <a:lnTo>
                    <a:pt x="48026" y="89328"/>
                  </a:lnTo>
                  <a:cubicBezTo>
                    <a:pt x="48026" y="114621"/>
                    <a:pt x="66275" y="136713"/>
                    <a:pt x="93170" y="136713"/>
                  </a:cubicBezTo>
                  <a:cubicBezTo>
                    <a:pt x="120064" y="136713"/>
                    <a:pt x="137674" y="115262"/>
                    <a:pt x="137674" y="89968"/>
                  </a:cubicBezTo>
                  <a:lnTo>
                    <a:pt x="137674" y="89328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2" name="Google Shape;495;p64"/>
            <p:cNvSpPr/>
            <p:nvPr/>
          </p:nvSpPr>
          <p:spPr>
            <a:xfrm>
              <a:off x="992880" y="6362280"/>
              <a:ext cx="175680" cy="222120"/>
            </a:xfrm>
            <a:custGeom>
              <a:avLst/>
              <a:gdLst>
                <a:gd name="textAreaLeft" fmla="*/ 0 w 175680"/>
                <a:gd name="textAreaRight" fmla="*/ 180360 w 175680"/>
                <a:gd name="textAreaTop" fmla="*/ 0 h 222120"/>
                <a:gd name="textAreaBottom" fmla="*/ 226800 h 222120"/>
              </a:gdLst>
              <a:ahLst/>
              <a:cxnLst/>
              <a:rect l="textAreaLeft" t="textAreaTop" r="textAreaRight" b="textAreaBottom"/>
              <a:pathLst>
                <a:path w="180256" h="226681">
                  <a:moveTo>
                    <a:pt x="84525" y="226681"/>
                  </a:moveTo>
                  <a:cubicBezTo>
                    <a:pt x="56670" y="226681"/>
                    <a:pt x="30416" y="220278"/>
                    <a:pt x="8645" y="208752"/>
                  </a:cubicBezTo>
                  <a:lnTo>
                    <a:pt x="25294" y="172252"/>
                  </a:lnTo>
                  <a:cubicBezTo>
                    <a:pt x="42903" y="182178"/>
                    <a:pt x="60512" y="187941"/>
                    <a:pt x="83245" y="187941"/>
                  </a:cubicBezTo>
                  <a:cubicBezTo>
                    <a:pt x="116542" y="187941"/>
                    <a:pt x="132231" y="171932"/>
                    <a:pt x="132231" y="141196"/>
                  </a:cubicBezTo>
                  <a:lnTo>
                    <a:pt x="132231" y="132871"/>
                  </a:lnTo>
                  <a:cubicBezTo>
                    <a:pt x="117823" y="150160"/>
                    <a:pt x="102135" y="160726"/>
                    <a:pt x="76201" y="160726"/>
                  </a:cubicBezTo>
                  <a:cubicBezTo>
                    <a:pt x="36179" y="160726"/>
                    <a:pt x="0" y="131591"/>
                    <a:pt x="0" y="80683"/>
                  </a:cubicBezTo>
                  <a:lnTo>
                    <a:pt x="0" y="80043"/>
                  </a:lnTo>
                  <a:cubicBezTo>
                    <a:pt x="0" y="28815"/>
                    <a:pt x="36820" y="0"/>
                    <a:pt x="76201" y="0"/>
                  </a:cubicBezTo>
                  <a:cubicBezTo>
                    <a:pt x="102775" y="0"/>
                    <a:pt x="118463" y="11206"/>
                    <a:pt x="131590" y="25614"/>
                  </a:cubicBezTo>
                  <a:lnTo>
                    <a:pt x="131590" y="3202"/>
                  </a:lnTo>
                  <a:lnTo>
                    <a:pt x="180256" y="3202"/>
                  </a:lnTo>
                  <a:lnTo>
                    <a:pt x="180256" y="136073"/>
                  </a:lnTo>
                  <a:cubicBezTo>
                    <a:pt x="180256" y="200748"/>
                    <a:pt x="148239" y="226681"/>
                    <a:pt x="84525" y="226681"/>
                  </a:cubicBezTo>
                  <a:close/>
                  <a:moveTo>
                    <a:pt x="132231" y="80043"/>
                  </a:moveTo>
                  <a:cubicBezTo>
                    <a:pt x="132231" y="56670"/>
                    <a:pt x="113981" y="40342"/>
                    <a:pt x="90288" y="40342"/>
                  </a:cubicBezTo>
                  <a:cubicBezTo>
                    <a:pt x="66596" y="40342"/>
                    <a:pt x="48666" y="56670"/>
                    <a:pt x="48666" y="80043"/>
                  </a:cubicBezTo>
                  <a:lnTo>
                    <a:pt x="48666" y="80683"/>
                  </a:lnTo>
                  <a:cubicBezTo>
                    <a:pt x="48666" y="104376"/>
                    <a:pt x="66596" y="120385"/>
                    <a:pt x="90288" y="120385"/>
                  </a:cubicBezTo>
                  <a:cubicBezTo>
                    <a:pt x="113981" y="120385"/>
                    <a:pt x="132231" y="104056"/>
                    <a:pt x="132231" y="80683"/>
                  </a:cubicBezTo>
                  <a:lnTo>
                    <a:pt x="132231" y="80043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3" name="Google Shape;496;p64"/>
            <p:cNvSpPr/>
            <p:nvPr/>
          </p:nvSpPr>
          <p:spPr>
            <a:xfrm>
              <a:off x="1217520" y="6303600"/>
              <a:ext cx="46440" cy="228960"/>
            </a:xfrm>
            <a:custGeom>
              <a:avLst/>
              <a:gdLst>
                <a:gd name="textAreaLeft" fmla="*/ 0 w 46440"/>
                <a:gd name="textAreaRight" fmla="*/ 51120 w 46440"/>
                <a:gd name="textAreaTop" fmla="*/ 0 h 228960"/>
                <a:gd name="textAreaBottom" fmla="*/ 233640 h 228960"/>
              </a:gdLst>
              <a:ahLst/>
              <a:cxnLst/>
              <a:rect l="textAreaLeft" t="textAreaTop" r="textAreaRight" b="textAreaBottom"/>
              <a:pathLst>
                <a:path w="51227" h="233725">
                  <a:moveTo>
                    <a:pt x="0" y="43223"/>
                  </a:moveTo>
                  <a:lnTo>
                    <a:pt x="0" y="0"/>
                  </a:lnTo>
                  <a:lnTo>
                    <a:pt x="51227" y="0"/>
                  </a:lnTo>
                  <a:lnTo>
                    <a:pt x="51227" y="43223"/>
                  </a:lnTo>
                  <a:lnTo>
                    <a:pt x="0" y="43223"/>
                  </a:lnTo>
                  <a:close/>
                  <a:moveTo>
                    <a:pt x="1281" y="233725"/>
                  </a:moveTo>
                  <a:lnTo>
                    <a:pt x="1281" y="62113"/>
                  </a:lnTo>
                  <a:lnTo>
                    <a:pt x="49947" y="62113"/>
                  </a:lnTo>
                  <a:lnTo>
                    <a:pt x="49947" y="233725"/>
                  </a:lnTo>
                  <a:lnTo>
                    <a:pt x="1281" y="233725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4" name="Google Shape;497;p64"/>
            <p:cNvSpPr/>
            <p:nvPr/>
          </p:nvSpPr>
          <p:spPr>
            <a:xfrm>
              <a:off x="1303200" y="6363720"/>
              <a:ext cx="153000" cy="172080"/>
            </a:xfrm>
            <a:custGeom>
              <a:avLst/>
              <a:gdLst>
                <a:gd name="textAreaLeft" fmla="*/ 0 w 153000"/>
                <a:gd name="textAreaRight" fmla="*/ 157680 w 153000"/>
                <a:gd name="textAreaTop" fmla="*/ 0 h 172080"/>
                <a:gd name="textAreaBottom" fmla="*/ 176760 h 172080"/>
              </a:gdLst>
              <a:ahLst/>
              <a:cxnLst/>
              <a:rect l="textAreaLeft" t="textAreaTop" r="textAreaRight" b="textAreaBottom"/>
              <a:pathLst>
                <a:path w="157844" h="176734">
                  <a:moveTo>
                    <a:pt x="110779" y="173533"/>
                  </a:moveTo>
                  <a:lnTo>
                    <a:pt x="110779" y="154963"/>
                  </a:lnTo>
                  <a:cubicBezTo>
                    <a:pt x="98933" y="168090"/>
                    <a:pt x="82604" y="176735"/>
                    <a:pt x="58912" y="176735"/>
                  </a:cubicBezTo>
                  <a:cubicBezTo>
                    <a:pt x="26574" y="176735"/>
                    <a:pt x="0" y="158165"/>
                    <a:pt x="0" y="124227"/>
                  </a:cubicBezTo>
                  <a:lnTo>
                    <a:pt x="0" y="123586"/>
                  </a:lnTo>
                  <a:cubicBezTo>
                    <a:pt x="0" y="86126"/>
                    <a:pt x="28495" y="68837"/>
                    <a:pt x="69157" y="68837"/>
                  </a:cubicBezTo>
                  <a:cubicBezTo>
                    <a:pt x="86446" y="68837"/>
                    <a:pt x="98933" y="71718"/>
                    <a:pt x="111100" y="75881"/>
                  </a:cubicBezTo>
                  <a:lnTo>
                    <a:pt x="111100" y="72999"/>
                  </a:lnTo>
                  <a:cubicBezTo>
                    <a:pt x="111100" y="52828"/>
                    <a:pt x="98613" y="41622"/>
                    <a:pt x="74280" y="41622"/>
                  </a:cubicBezTo>
                  <a:cubicBezTo>
                    <a:pt x="55710" y="41622"/>
                    <a:pt x="42583" y="45144"/>
                    <a:pt x="26894" y="50907"/>
                  </a:cubicBezTo>
                  <a:lnTo>
                    <a:pt x="14728" y="13767"/>
                  </a:lnTo>
                  <a:cubicBezTo>
                    <a:pt x="33618" y="5443"/>
                    <a:pt x="52188" y="0"/>
                    <a:pt x="81324" y="0"/>
                  </a:cubicBezTo>
                  <a:cubicBezTo>
                    <a:pt x="134472" y="0"/>
                    <a:pt x="157845" y="27535"/>
                    <a:pt x="157845" y="73960"/>
                  </a:cubicBezTo>
                  <a:lnTo>
                    <a:pt x="157845" y="173533"/>
                  </a:lnTo>
                  <a:lnTo>
                    <a:pt x="110779" y="173533"/>
                  </a:lnTo>
                  <a:close/>
                  <a:moveTo>
                    <a:pt x="111740" y="104376"/>
                  </a:moveTo>
                  <a:cubicBezTo>
                    <a:pt x="103415" y="100534"/>
                    <a:pt x="92530" y="97972"/>
                    <a:pt x="80683" y="97972"/>
                  </a:cubicBezTo>
                  <a:cubicBezTo>
                    <a:pt x="59872" y="97972"/>
                    <a:pt x="47065" y="106297"/>
                    <a:pt x="47065" y="121665"/>
                  </a:cubicBezTo>
                  <a:lnTo>
                    <a:pt x="47065" y="122306"/>
                  </a:lnTo>
                  <a:cubicBezTo>
                    <a:pt x="47065" y="135433"/>
                    <a:pt x="57951" y="143117"/>
                    <a:pt x="73639" y="143117"/>
                  </a:cubicBezTo>
                  <a:cubicBezTo>
                    <a:pt x="96372" y="143117"/>
                    <a:pt x="111740" y="130630"/>
                    <a:pt x="111740" y="113021"/>
                  </a:cubicBezTo>
                  <a:lnTo>
                    <a:pt x="111740" y="104376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95" name="Google Shape;498;p64"/>
          <p:cNvGrpSpPr/>
          <p:nvPr/>
        </p:nvGrpSpPr>
        <p:grpSpPr>
          <a:xfrm>
            <a:off x="448560" y="5823720"/>
            <a:ext cx="441720" cy="106920"/>
            <a:chOff x="448560" y="5823720"/>
            <a:chExt cx="441720" cy="106920"/>
          </a:xfrm>
        </p:grpSpPr>
        <p:sp>
          <p:nvSpPr>
            <p:cNvPr id="1196" name="Google Shape;499;p64"/>
            <p:cNvSpPr/>
            <p:nvPr/>
          </p:nvSpPr>
          <p:spPr>
            <a:xfrm>
              <a:off x="825120" y="5828040"/>
              <a:ext cx="65160" cy="102240"/>
            </a:xfrm>
            <a:custGeom>
              <a:avLst/>
              <a:gdLst>
                <a:gd name="textAreaLeft" fmla="*/ 0 w 65160"/>
                <a:gd name="textAreaRight" fmla="*/ 69840 w 65160"/>
                <a:gd name="textAreaTop" fmla="*/ 0 h 102240"/>
                <a:gd name="textAreaBottom" fmla="*/ 106920 h 102240"/>
              </a:gdLst>
              <a:ahLst/>
              <a:cxnLst/>
              <a:rect l="textAreaLeft" t="textAreaTop" r="textAreaRight" b="textAreaBottom"/>
              <a:pathLst>
                <a:path w="69957" h="106777">
                  <a:moveTo>
                    <a:pt x="69957" y="85454"/>
                  </a:moveTo>
                  <a:cubicBezTo>
                    <a:pt x="69445" y="85454"/>
                    <a:pt x="68933" y="85454"/>
                    <a:pt x="68421" y="85454"/>
                  </a:cubicBezTo>
                  <a:cubicBezTo>
                    <a:pt x="47353" y="85454"/>
                    <a:pt x="32081" y="71975"/>
                    <a:pt x="32081" y="53373"/>
                  </a:cubicBezTo>
                  <a:lnTo>
                    <a:pt x="32081" y="52956"/>
                  </a:lnTo>
                  <a:cubicBezTo>
                    <a:pt x="32081" y="35187"/>
                    <a:pt x="47385" y="21259"/>
                    <a:pt x="66916" y="21259"/>
                  </a:cubicBezTo>
                  <a:cubicBezTo>
                    <a:pt x="67972" y="21259"/>
                    <a:pt x="68965" y="21291"/>
                    <a:pt x="69957" y="21355"/>
                  </a:cubicBezTo>
                  <a:lnTo>
                    <a:pt x="69957" y="32"/>
                  </a:lnTo>
                  <a:cubicBezTo>
                    <a:pt x="69061" y="0"/>
                    <a:pt x="68132" y="0"/>
                    <a:pt x="67172" y="0"/>
                  </a:cubicBezTo>
                  <a:cubicBezTo>
                    <a:pt x="28911" y="0"/>
                    <a:pt x="0" y="22924"/>
                    <a:pt x="0" y="53405"/>
                  </a:cubicBezTo>
                  <a:lnTo>
                    <a:pt x="0" y="53789"/>
                  </a:lnTo>
                  <a:cubicBezTo>
                    <a:pt x="0" y="83501"/>
                    <a:pt x="29296" y="106777"/>
                    <a:pt x="66660" y="106777"/>
                  </a:cubicBezTo>
                  <a:cubicBezTo>
                    <a:pt x="67812" y="106777"/>
                    <a:pt x="68837" y="106777"/>
                    <a:pt x="69925" y="106713"/>
                  </a:cubicBezTo>
                  <a:lnTo>
                    <a:pt x="69925" y="85422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7" name="Google Shape;500;p64"/>
            <p:cNvSpPr/>
            <p:nvPr/>
          </p:nvSpPr>
          <p:spPr>
            <a:xfrm>
              <a:off x="448560" y="5823720"/>
              <a:ext cx="96480" cy="106920"/>
            </a:xfrm>
            <a:custGeom>
              <a:avLst/>
              <a:gdLst>
                <a:gd name="textAreaLeft" fmla="*/ 0 w 96480"/>
                <a:gd name="textAreaRight" fmla="*/ 101160 w 96480"/>
                <a:gd name="textAreaTop" fmla="*/ 0 h 106920"/>
                <a:gd name="textAreaBottom" fmla="*/ 111600 h 106920"/>
              </a:gdLst>
              <a:ahLst/>
              <a:cxnLst/>
              <a:rect l="textAreaLeft" t="textAreaTop" r="textAreaRight" b="textAreaBottom"/>
              <a:pathLst>
                <a:path w="100982" h="111739">
                  <a:moveTo>
                    <a:pt x="59552" y="45144"/>
                  </a:moveTo>
                  <a:cubicBezTo>
                    <a:pt x="36980" y="40342"/>
                    <a:pt x="33778" y="38004"/>
                    <a:pt x="33778" y="30865"/>
                  </a:cubicBezTo>
                  <a:lnTo>
                    <a:pt x="33778" y="30544"/>
                  </a:lnTo>
                  <a:cubicBezTo>
                    <a:pt x="33778" y="25294"/>
                    <a:pt x="39573" y="21099"/>
                    <a:pt x="50587" y="21099"/>
                  </a:cubicBezTo>
                  <a:cubicBezTo>
                    <a:pt x="56190" y="21099"/>
                    <a:pt x="63522" y="22636"/>
                    <a:pt x="68677" y="24525"/>
                  </a:cubicBezTo>
                  <a:lnTo>
                    <a:pt x="68677" y="1793"/>
                  </a:lnTo>
                  <a:cubicBezTo>
                    <a:pt x="63906" y="961"/>
                    <a:pt x="56542" y="0"/>
                    <a:pt x="50971" y="0"/>
                  </a:cubicBezTo>
                  <a:cubicBezTo>
                    <a:pt x="24269" y="0"/>
                    <a:pt x="5251" y="13031"/>
                    <a:pt x="5251" y="32754"/>
                  </a:cubicBezTo>
                  <a:lnTo>
                    <a:pt x="5251" y="33042"/>
                  </a:lnTo>
                  <a:cubicBezTo>
                    <a:pt x="5251" y="54621"/>
                    <a:pt x="22220" y="60640"/>
                    <a:pt x="48538" y="66243"/>
                  </a:cubicBezTo>
                  <a:cubicBezTo>
                    <a:pt x="70374" y="70918"/>
                    <a:pt x="72423" y="73992"/>
                    <a:pt x="72423" y="80075"/>
                  </a:cubicBezTo>
                  <a:lnTo>
                    <a:pt x="72423" y="80395"/>
                  </a:lnTo>
                  <a:cubicBezTo>
                    <a:pt x="72423" y="86766"/>
                    <a:pt x="65315" y="90641"/>
                    <a:pt x="53565" y="90641"/>
                  </a:cubicBezTo>
                  <a:cubicBezTo>
                    <a:pt x="38645" y="90641"/>
                    <a:pt x="28751" y="85518"/>
                    <a:pt x="17001" y="77450"/>
                  </a:cubicBezTo>
                  <a:lnTo>
                    <a:pt x="0" y="94355"/>
                  </a:lnTo>
                  <a:cubicBezTo>
                    <a:pt x="15688" y="105977"/>
                    <a:pt x="33234" y="111740"/>
                    <a:pt x="53020" y="111740"/>
                  </a:cubicBezTo>
                  <a:cubicBezTo>
                    <a:pt x="81195" y="111740"/>
                    <a:pt x="100982" y="99637"/>
                    <a:pt x="100982" y="78058"/>
                  </a:cubicBezTo>
                  <a:lnTo>
                    <a:pt x="100982" y="77738"/>
                  </a:lnTo>
                  <a:cubicBezTo>
                    <a:pt x="100982" y="58816"/>
                    <a:pt x="86030" y="50875"/>
                    <a:pt x="59552" y="45144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8" name="Google Shape;501;p64"/>
            <p:cNvSpPr/>
            <p:nvPr/>
          </p:nvSpPr>
          <p:spPr>
            <a:xfrm>
              <a:off x="545760" y="5839200"/>
              <a:ext cx="93600" cy="88200"/>
            </a:xfrm>
            <a:custGeom>
              <a:avLst/>
              <a:gdLst>
                <a:gd name="textAreaLeft" fmla="*/ 0 w 93600"/>
                <a:gd name="textAreaRight" fmla="*/ 98280 w 93600"/>
                <a:gd name="textAreaTop" fmla="*/ 0 h 88200"/>
                <a:gd name="textAreaBottom" fmla="*/ 92880 h 88200"/>
              </a:gdLst>
              <a:ahLst/>
              <a:cxnLst/>
              <a:rect l="textAreaLeft" t="textAreaTop" r="textAreaRight" b="textAreaBottom"/>
              <a:pathLst>
                <a:path w="98164" h="92721">
                  <a:moveTo>
                    <a:pt x="27983" y="39253"/>
                  </a:moveTo>
                  <a:cubicBezTo>
                    <a:pt x="30224" y="27791"/>
                    <a:pt x="37940" y="20299"/>
                    <a:pt x="49787" y="20299"/>
                  </a:cubicBezTo>
                  <a:cubicBezTo>
                    <a:pt x="61633" y="20299"/>
                    <a:pt x="69317" y="27951"/>
                    <a:pt x="71014" y="39253"/>
                  </a:cubicBezTo>
                  <a:lnTo>
                    <a:pt x="27983" y="39253"/>
                  </a:lnTo>
                  <a:close/>
                  <a:moveTo>
                    <a:pt x="49787" y="32"/>
                  </a:moveTo>
                  <a:cubicBezTo>
                    <a:pt x="20459" y="32"/>
                    <a:pt x="0" y="20971"/>
                    <a:pt x="0" y="46393"/>
                  </a:cubicBezTo>
                  <a:lnTo>
                    <a:pt x="0" y="46713"/>
                  </a:lnTo>
                  <a:cubicBezTo>
                    <a:pt x="0" y="73960"/>
                    <a:pt x="22348" y="92722"/>
                    <a:pt x="52604" y="92722"/>
                  </a:cubicBezTo>
                  <a:cubicBezTo>
                    <a:pt x="53469" y="92722"/>
                    <a:pt x="56286" y="92594"/>
                    <a:pt x="57151" y="92594"/>
                  </a:cubicBezTo>
                  <a:lnTo>
                    <a:pt x="57151" y="72295"/>
                  </a:lnTo>
                  <a:cubicBezTo>
                    <a:pt x="56446" y="72295"/>
                    <a:pt x="53725" y="72455"/>
                    <a:pt x="52956" y="72455"/>
                  </a:cubicBezTo>
                  <a:cubicBezTo>
                    <a:pt x="40182" y="72455"/>
                    <a:pt x="31185" y="66500"/>
                    <a:pt x="28335" y="55005"/>
                  </a:cubicBezTo>
                  <a:lnTo>
                    <a:pt x="97812" y="55005"/>
                  </a:lnTo>
                  <a:cubicBezTo>
                    <a:pt x="97972" y="52668"/>
                    <a:pt x="98165" y="51163"/>
                    <a:pt x="98165" y="48666"/>
                  </a:cubicBezTo>
                  <a:lnTo>
                    <a:pt x="98165" y="48346"/>
                  </a:lnTo>
                  <a:cubicBezTo>
                    <a:pt x="98165" y="23084"/>
                    <a:pt x="83373" y="0"/>
                    <a:pt x="49755" y="0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9" name="Google Shape;502;p64"/>
            <p:cNvSpPr/>
            <p:nvPr/>
          </p:nvSpPr>
          <p:spPr>
            <a:xfrm>
              <a:off x="642960" y="5840280"/>
              <a:ext cx="87120" cy="85320"/>
            </a:xfrm>
            <a:custGeom>
              <a:avLst/>
              <a:gdLst>
                <a:gd name="textAreaLeft" fmla="*/ 0 w 87120"/>
                <a:gd name="textAreaRight" fmla="*/ 91800 w 87120"/>
                <a:gd name="textAreaTop" fmla="*/ 0 h 85320"/>
                <a:gd name="textAreaBottom" fmla="*/ 90000 h 85320"/>
              </a:gdLst>
              <a:ahLst/>
              <a:cxnLst/>
              <a:rect l="textAreaLeft" t="textAreaTop" r="textAreaRight" b="textAreaBottom"/>
              <a:pathLst>
                <a:path w="91825" h="90064">
                  <a:moveTo>
                    <a:pt x="91825" y="42903"/>
                  </a:moveTo>
                  <a:cubicBezTo>
                    <a:pt x="91825" y="18826"/>
                    <a:pt x="77097" y="0"/>
                    <a:pt x="45945" y="0"/>
                  </a:cubicBezTo>
                  <a:cubicBezTo>
                    <a:pt x="14792" y="0"/>
                    <a:pt x="0" y="18794"/>
                    <a:pt x="0" y="42903"/>
                  </a:cubicBezTo>
                  <a:lnTo>
                    <a:pt x="0" y="90064"/>
                  </a:lnTo>
                  <a:lnTo>
                    <a:pt x="28879" y="90064"/>
                  </a:lnTo>
                  <a:lnTo>
                    <a:pt x="28879" y="41174"/>
                  </a:lnTo>
                  <a:cubicBezTo>
                    <a:pt x="29392" y="32273"/>
                    <a:pt x="32914" y="21740"/>
                    <a:pt x="45945" y="21740"/>
                  </a:cubicBezTo>
                  <a:cubicBezTo>
                    <a:pt x="58976" y="21740"/>
                    <a:pt x="62722" y="32273"/>
                    <a:pt x="63234" y="41174"/>
                  </a:cubicBezTo>
                  <a:lnTo>
                    <a:pt x="63234" y="90064"/>
                  </a:lnTo>
                  <a:lnTo>
                    <a:pt x="91825" y="90064"/>
                  </a:lnTo>
                  <a:lnTo>
                    <a:pt x="91825" y="42903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0" name="Google Shape;503;p64"/>
            <p:cNvSpPr/>
            <p:nvPr/>
          </p:nvSpPr>
          <p:spPr>
            <a:xfrm>
              <a:off x="733680" y="5839560"/>
              <a:ext cx="87840" cy="87120"/>
            </a:xfrm>
            <a:custGeom>
              <a:avLst/>
              <a:gdLst>
                <a:gd name="textAreaLeft" fmla="*/ 0 w 87840"/>
                <a:gd name="textAreaRight" fmla="*/ 92520 w 87840"/>
                <a:gd name="textAreaTop" fmla="*/ 0 h 87120"/>
                <a:gd name="textAreaBottom" fmla="*/ 91800 h 87120"/>
              </a:gdLst>
              <a:ahLst/>
              <a:cxnLst/>
              <a:rect l="textAreaLeft" t="textAreaTop" r="textAreaRight" b="textAreaBottom"/>
              <a:pathLst>
                <a:path w="92625" h="91729">
                  <a:moveTo>
                    <a:pt x="47738" y="0"/>
                  </a:moveTo>
                  <a:cubicBezTo>
                    <a:pt x="46457" y="0"/>
                    <a:pt x="42103" y="0"/>
                    <a:pt x="40918" y="64"/>
                  </a:cubicBezTo>
                  <a:lnTo>
                    <a:pt x="40918" y="21612"/>
                  </a:lnTo>
                  <a:cubicBezTo>
                    <a:pt x="46489" y="21676"/>
                    <a:pt x="54109" y="22604"/>
                    <a:pt x="57503" y="24397"/>
                  </a:cubicBezTo>
                  <a:cubicBezTo>
                    <a:pt x="62497" y="27022"/>
                    <a:pt x="65091" y="31441"/>
                    <a:pt x="65187" y="37428"/>
                  </a:cubicBezTo>
                  <a:cubicBezTo>
                    <a:pt x="58367" y="36628"/>
                    <a:pt x="50683" y="36083"/>
                    <a:pt x="43992" y="35923"/>
                  </a:cubicBezTo>
                  <a:cubicBezTo>
                    <a:pt x="16745" y="35219"/>
                    <a:pt x="3234" y="44248"/>
                    <a:pt x="544" y="58655"/>
                  </a:cubicBezTo>
                  <a:cubicBezTo>
                    <a:pt x="480" y="58912"/>
                    <a:pt x="448" y="59200"/>
                    <a:pt x="384" y="59488"/>
                  </a:cubicBezTo>
                  <a:cubicBezTo>
                    <a:pt x="384" y="59584"/>
                    <a:pt x="384" y="59680"/>
                    <a:pt x="352" y="59776"/>
                  </a:cubicBezTo>
                  <a:cubicBezTo>
                    <a:pt x="128" y="61153"/>
                    <a:pt x="0" y="62594"/>
                    <a:pt x="0" y="64130"/>
                  </a:cubicBezTo>
                  <a:lnTo>
                    <a:pt x="0" y="64451"/>
                  </a:lnTo>
                  <a:cubicBezTo>
                    <a:pt x="0" y="82092"/>
                    <a:pt x="15592" y="91729"/>
                    <a:pt x="34547" y="91729"/>
                  </a:cubicBezTo>
                  <a:cubicBezTo>
                    <a:pt x="48474" y="91729"/>
                    <a:pt x="58047" y="87215"/>
                    <a:pt x="64995" y="80427"/>
                  </a:cubicBezTo>
                  <a:lnTo>
                    <a:pt x="64995" y="90705"/>
                  </a:lnTo>
                  <a:lnTo>
                    <a:pt x="92626" y="90705"/>
                  </a:lnTo>
                  <a:lnTo>
                    <a:pt x="92626" y="38421"/>
                  </a:lnTo>
                  <a:cubicBezTo>
                    <a:pt x="92626" y="14312"/>
                    <a:pt x="78922" y="64"/>
                    <a:pt x="47738" y="64"/>
                  </a:cubicBezTo>
                  <a:moveTo>
                    <a:pt x="65283" y="58944"/>
                  </a:moveTo>
                  <a:cubicBezTo>
                    <a:pt x="62818" y="71975"/>
                    <a:pt x="49370" y="73896"/>
                    <a:pt x="46297" y="74088"/>
                  </a:cubicBezTo>
                  <a:cubicBezTo>
                    <a:pt x="24557" y="75240"/>
                    <a:pt x="23789" y="60384"/>
                    <a:pt x="31089" y="55838"/>
                  </a:cubicBezTo>
                  <a:cubicBezTo>
                    <a:pt x="40918" y="49755"/>
                    <a:pt x="65347" y="53180"/>
                    <a:pt x="65347" y="53180"/>
                  </a:cubicBezTo>
                  <a:cubicBezTo>
                    <a:pt x="65347" y="54045"/>
                    <a:pt x="65571" y="56286"/>
                    <a:pt x="65251" y="58944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01" name="Google Shape;504;p64"/>
          <p:cNvSpPr/>
          <p:nvPr/>
        </p:nvSpPr>
        <p:spPr>
          <a:xfrm>
            <a:off x="-254160" y="6756120"/>
            <a:ext cx="12936600" cy="45288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202" name="Google Shape;505;p64"/>
          <p:cNvGrpSpPr/>
          <p:nvPr/>
        </p:nvGrpSpPr>
        <p:grpSpPr>
          <a:xfrm>
            <a:off x="4680" y="0"/>
            <a:ext cx="12391920" cy="4205880"/>
            <a:chOff x="4680" y="0"/>
            <a:chExt cx="12391920" cy="4205880"/>
          </a:xfrm>
        </p:grpSpPr>
        <p:pic>
          <p:nvPicPr>
            <p:cNvPr id="1203" name="Google Shape;506;p64" descr=""/>
            <p:cNvPicPr/>
            <p:nvPr/>
          </p:nvPicPr>
          <p:blipFill>
            <a:blip r:embed="rId2"/>
            <a:stretch/>
          </p:blipFill>
          <p:spPr>
            <a:xfrm rot="10800000">
              <a:off x="4680" y="4680"/>
              <a:ext cx="4481640" cy="420120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1204" name="Google Shape;507;p64"/>
            <p:cNvGrpSpPr/>
            <p:nvPr/>
          </p:nvGrpSpPr>
          <p:grpSpPr>
            <a:xfrm>
              <a:off x="2914560" y="0"/>
              <a:ext cx="9482040" cy="2852640"/>
              <a:chOff x="2914560" y="0"/>
              <a:chExt cx="9482040" cy="2852640"/>
            </a:xfrm>
          </p:grpSpPr>
          <p:sp>
            <p:nvSpPr>
              <p:cNvPr id="1205" name="Google Shape;508;p64"/>
              <p:cNvSpPr/>
              <p:nvPr/>
            </p:nvSpPr>
            <p:spPr>
              <a:xfrm>
                <a:off x="3538440" y="0"/>
                <a:ext cx="8858160" cy="588960"/>
              </a:xfrm>
              <a:prstGeom prst="rect">
                <a:avLst/>
              </a:pr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6" name="Google Shape;509;p64"/>
              <p:cNvSpPr/>
              <p:nvPr/>
            </p:nvSpPr>
            <p:spPr>
              <a:xfrm>
                <a:off x="2914560" y="152280"/>
                <a:ext cx="1567080" cy="2700360"/>
              </a:xfrm>
              <a:prstGeom prst="rect">
                <a:avLst/>
              </a:pr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207" name="Google Shape;510;p64"/>
          <p:cNvSpPr/>
          <p:nvPr/>
        </p:nvSpPr>
        <p:spPr>
          <a:xfrm>
            <a:off x="-254160" y="-12600"/>
            <a:ext cx="12936600" cy="63324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12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120" cy="397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presentaçã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0" name="Google Shape;70;p49" descr=""/>
          <p:cNvPicPr/>
          <p:nvPr/>
        </p:nvPicPr>
        <p:blipFill>
          <a:blip r:embed="rId2"/>
          <a:stretch/>
        </p:blipFill>
        <p:spPr>
          <a:xfrm>
            <a:off x="0" y="0"/>
            <a:ext cx="12187440" cy="685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1" name="Google Shape;71;p49"/>
          <p:cNvSpPr/>
          <p:nvPr/>
        </p:nvSpPr>
        <p:spPr>
          <a:xfrm>
            <a:off x="29865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2" name="Google Shape;72;p49"/>
          <p:cNvSpPr/>
          <p:nvPr/>
        </p:nvSpPr>
        <p:spPr>
          <a:xfrm>
            <a:off x="35420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3" name="Google Shape;73;p49"/>
          <p:cNvSpPr/>
          <p:nvPr/>
        </p:nvSpPr>
        <p:spPr>
          <a:xfrm>
            <a:off x="4049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4" name="Google Shape;74;p49"/>
          <p:cNvSpPr/>
          <p:nvPr/>
        </p:nvSpPr>
        <p:spPr>
          <a:xfrm>
            <a:off x="456408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5" name="Google Shape;75;p49"/>
          <p:cNvSpPr/>
          <p:nvPr/>
        </p:nvSpPr>
        <p:spPr>
          <a:xfrm>
            <a:off x="50781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6" name="Google Shape;76;p49"/>
          <p:cNvSpPr/>
          <p:nvPr/>
        </p:nvSpPr>
        <p:spPr>
          <a:xfrm>
            <a:off x="6145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7" name="Google Shape;77;p49"/>
          <p:cNvSpPr/>
          <p:nvPr/>
        </p:nvSpPr>
        <p:spPr>
          <a:xfrm>
            <a:off x="5633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8" name="Google Shape;78;p49"/>
          <p:cNvSpPr/>
          <p:nvPr/>
        </p:nvSpPr>
        <p:spPr>
          <a:xfrm>
            <a:off x="67413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9" name="Google Shape;79;p49"/>
          <p:cNvSpPr/>
          <p:nvPr/>
        </p:nvSpPr>
        <p:spPr>
          <a:xfrm>
            <a:off x="730332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0" name="Google Shape;80;p49"/>
          <p:cNvSpPr/>
          <p:nvPr/>
        </p:nvSpPr>
        <p:spPr>
          <a:xfrm>
            <a:off x="7846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12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120" cy="397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669;p68"/>
          <p:cNvSpPr/>
          <p:nvPr/>
        </p:nvSpPr>
        <p:spPr>
          <a:xfrm>
            <a:off x="9374760" y="0"/>
            <a:ext cx="3023280" cy="685332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4" name="Google Shape;670;p68"/>
          <p:cNvSpPr/>
          <p:nvPr/>
        </p:nvSpPr>
        <p:spPr>
          <a:xfrm>
            <a:off x="9374760" y="3882960"/>
            <a:ext cx="3023280" cy="297036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5" name="Google Shape;671;p68"/>
          <p:cNvSpPr/>
          <p:nvPr/>
        </p:nvSpPr>
        <p:spPr>
          <a:xfrm>
            <a:off x="-41400" y="0"/>
            <a:ext cx="3023280" cy="685332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6" name="Google Shape;672;p68"/>
          <p:cNvSpPr/>
          <p:nvPr/>
        </p:nvSpPr>
        <p:spPr>
          <a:xfrm>
            <a:off x="-41400" y="0"/>
            <a:ext cx="3023280" cy="297036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7" name="Google Shape;673;p68"/>
          <p:cNvSpPr/>
          <p:nvPr/>
        </p:nvSpPr>
        <p:spPr>
          <a:xfrm>
            <a:off x="29865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8" name="Google Shape;674;p68"/>
          <p:cNvSpPr/>
          <p:nvPr/>
        </p:nvSpPr>
        <p:spPr>
          <a:xfrm>
            <a:off x="35420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9" name="Google Shape;675;p68"/>
          <p:cNvSpPr/>
          <p:nvPr/>
        </p:nvSpPr>
        <p:spPr>
          <a:xfrm>
            <a:off x="4049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0" name="Google Shape;676;p68"/>
          <p:cNvSpPr/>
          <p:nvPr/>
        </p:nvSpPr>
        <p:spPr>
          <a:xfrm>
            <a:off x="456408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1" name="Google Shape;677;p68"/>
          <p:cNvSpPr/>
          <p:nvPr/>
        </p:nvSpPr>
        <p:spPr>
          <a:xfrm>
            <a:off x="50781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2" name="Google Shape;678;p68"/>
          <p:cNvSpPr/>
          <p:nvPr/>
        </p:nvSpPr>
        <p:spPr>
          <a:xfrm>
            <a:off x="6145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3" name="Google Shape;679;p68"/>
          <p:cNvSpPr/>
          <p:nvPr/>
        </p:nvSpPr>
        <p:spPr>
          <a:xfrm>
            <a:off x="5633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4" name="Google Shape;680;p68"/>
          <p:cNvSpPr/>
          <p:nvPr/>
        </p:nvSpPr>
        <p:spPr>
          <a:xfrm>
            <a:off x="67413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5" name="Google Shape;681;p68"/>
          <p:cNvSpPr/>
          <p:nvPr/>
        </p:nvSpPr>
        <p:spPr>
          <a:xfrm>
            <a:off x="730332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6" name="Google Shape;682;p68"/>
          <p:cNvSpPr/>
          <p:nvPr/>
        </p:nvSpPr>
        <p:spPr>
          <a:xfrm>
            <a:off x="7846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37" name="Google Shape;683;p68" descr=""/>
          <p:cNvPicPr/>
          <p:nvPr/>
        </p:nvPicPr>
        <p:blipFill>
          <a:blip r:embed="rId2"/>
          <a:stretch/>
        </p:blipFill>
        <p:spPr>
          <a:xfrm>
            <a:off x="384840" y="5823720"/>
            <a:ext cx="1071000" cy="76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8" name="Google Shape;684;p68"/>
          <p:cNvSpPr/>
          <p:nvPr/>
        </p:nvSpPr>
        <p:spPr>
          <a:xfrm>
            <a:off x="2666880" y="0"/>
            <a:ext cx="6853320" cy="685332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239" name="Google Shape;685;p68"/>
          <p:cNvGrpSpPr/>
          <p:nvPr/>
        </p:nvGrpSpPr>
        <p:grpSpPr>
          <a:xfrm>
            <a:off x="10058040" y="1268640"/>
            <a:ext cx="1800720" cy="1800720"/>
            <a:chOff x="10058040" y="1268640"/>
            <a:chExt cx="1800720" cy="1800720"/>
          </a:xfrm>
        </p:grpSpPr>
        <p:sp>
          <p:nvSpPr>
            <p:cNvPr id="1240" name="Google Shape;686;p68"/>
            <p:cNvSpPr/>
            <p:nvPr/>
          </p:nvSpPr>
          <p:spPr>
            <a:xfrm>
              <a:off x="11261520" y="1268640"/>
              <a:ext cx="195840" cy="195840"/>
            </a:xfrm>
            <a:custGeom>
              <a:avLst/>
              <a:gdLst>
                <a:gd name="textAreaLeft" fmla="*/ 0 w 195840"/>
                <a:gd name="textAreaRight" fmla="*/ 200520 w 195840"/>
                <a:gd name="textAreaTop" fmla="*/ 0 h 195840"/>
                <a:gd name="textAreaBottom" fmla="*/ 200520 h 1958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1" name="Google Shape;687;p68"/>
            <p:cNvSpPr/>
            <p:nvPr/>
          </p:nvSpPr>
          <p:spPr>
            <a:xfrm>
              <a:off x="11061000" y="1268640"/>
              <a:ext cx="195840" cy="195840"/>
            </a:xfrm>
            <a:custGeom>
              <a:avLst/>
              <a:gdLst>
                <a:gd name="textAreaLeft" fmla="*/ 0 w 195840"/>
                <a:gd name="textAreaRight" fmla="*/ 200520 w 195840"/>
                <a:gd name="textAreaTop" fmla="*/ 0 h 195840"/>
                <a:gd name="textAreaBottom" fmla="*/ 200520 h 1958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2" name="Google Shape;688;p68"/>
            <p:cNvSpPr/>
            <p:nvPr/>
          </p:nvSpPr>
          <p:spPr>
            <a:xfrm>
              <a:off x="10860480" y="1268640"/>
              <a:ext cx="195840" cy="195840"/>
            </a:xfrm>
            <a:custGeom>
              <a:avLst/>
              <a:gdLst>
                <a:gd name="textAreaLeft" fmla="*/ 0 w 195840"/>
                <a:gd name="textAreaRight" fmla="*/ 200520 w 195840"/>
                <a:gd name="textAreaTop" fmla="*/ 0 h 195840"/>
                <a:gd name="textAreaBottom" fmla="*/ 200520 h 1958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1" y="0"/>
                  </a:lnTo>
                  <a:lnTo>
                    <a:pt x="200591" y="200591"/>
                  </a:lnTo>
                  <a:lnTo>
                    <a:pt x="1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3" name="Google Shape;689;p68"/>
            <p:cNvSpPr/>
            <p:nvPr/>
          </p:nvSpPr>
          <p:spPr>
            <a:xfrm>
              <a:off x="10659960" y="1268640"/>
              <a:ext cx="195840" cy="195840"/>
            </a:xfrm>
            <a:custGeom>
              <a:avLst/>
              <a:gdLst>
                <a:gd name="textAreaLeft" fmla="*/ 0 w 195840"/>
                <a:gd name="textAreaRight" fmla="*/ 200520 w 195840"/>
                <a:gd name="textAreaTop" fmla="*/ 0 h 195840"/>
                <a:gd name="textAreaBottom" fmla="*/ 200520 h 1958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4" name="Google Shape;690;p68"/>
            <p:cNvSpPr/>
            <p:nvPr/>
          </p:nvSpPr>
          <p:spPr>
            <a:xfrm>
              <a:off x="10459440" y="1268640"/>
              <a:ext cx="195840" cy="195840"/>
            </a:xfrm>
            <a:custGeom>
              <a:avLst/>
              <a:gdLst>
                <a:gd name="textAreaLeft" fmla="*/ 0 w 195840"/>
                <a:gd name="textAreaRight" fmla="*/ 200520 w 195840"/>
                <a:gd name="textAreaTop" fmla="*/ 0 h 195840"/>
                <a:gd name="textAreaBottom" fmla="*/ 200520 h 1958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5" name="Google Shape;691;p68"/>
            <p:cNvSpPr/>
            <p:nvPr/>
          </p:nvSpPr>
          <p:spPr>
            <a:xfrm>
              <a:off x="10258560" y="1469520"/>
              <a:ext cx="195840" cy="195840"/>
            </a:xfrm>
            <a:custGeom>
              <a:avLst/>
              <a:gdLst>
                <a:gd name="textAreaLeft" fmla="*/ 0 w 195840"/>
                <a:gd name="textAreaRight" fmla="*/ 200520 w 195840"/>
                <a:gd name="textAreaTop" fmla="*/ 0 h 195840"/>
                <a:gd name="textAreaBottom" fmla="*/ 200520 h 1958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6" name="Google Shape;692;p68"/>
            <p:cNvSpPr/>
            <p:nvPr/>
          </p:nvSpPr>
          <p:spPr>
            <a:xfrm>
              <a:off x="10058040" y="1670040"/>
              <a:ext cx="195840" cy="195840"/>
            </a:xfrm>
            <a:custGeom>
              <a:avLst/>
              <a:gdLst>
                <a:gd name="textAreaLeft" fmla="*/ 0 w 195840"/>
                <a:gd name="textAreaRight" fmla="*/ 200520 w 195840"/>
                <a:gd name="textAreaTop" fmla="*/ 0 h 195840"/>
                <a:gd name="textAreaBottom" fmla="*/ 200520 h 1958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7" name="Google Shape;693;p68"/>
            <p:cNvSpPr/>
            <p:nvPr/>
          </p:nvSpPr>
          <p:spPr>
            <a:xfrm>
              <a:off x="10058040" y="1870560"/>
              <a:ext cx="195840" cy="195840"/>
            </a:xfrm>
            <a:custGeom>
              <a:avLst/>
              <a:gdLst>
                <a:gd name="textAreaLeft" fmla="*/ 0 w 195840"/>
                <a:gd name="textAreaRight" fmla="*/ 200520 w 195840"/>
                <a:gd name="textAreaTop" fmla="*/ 0 h 195840"/>
                <a:gd name="textAreaBottom" fmla="*/ 200520 h 1958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8" name="Google Shape;694;p68"/>
            <p:cNvSpPr/>
            <p:nvPr/>
          </p:nvSpPr>
          <p:spPr>
            <a:xfrm>
              <a:off x="10058040" y="2071080"/>
              <a:ext cx="195840" cy="195840"/>
            </a:xfrm>
            <a:custGeom>
              <a:avLst/>
              <a:gdLst>
                <a:gd name="textAreaLeft" fmla="*/ 0 w 195840"/>
                <a:gd name="textAreaRight" fmla="*/ 200520 w 195840"/>
                <a:gd name="textAreaTop" fmla="*/ 0 h 195840"/>
                <a:gd name="textAreaBottom" fmla="*/ 200520 h 1958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9" name="Google Shape;695;p68"/>
            <p:cNvSpPr/>
            <p:nvPr/>
          </p:nvSpPr>
          <p:spPr>
            <a:xfrm>
              <a:off x="10058040" y="2271600"/>
              <a:ext cx="195840" cy="195840"/>
            </a:xfrm>
            <a:custGeom>
              <a:avLst/>
              <a:gdLst>
                <a:gd name="textAreaLeft" fmla="*/ 0 w 195840"/>
                <a:gd name="textAreaRight" fmla="*/ 200520 w 195840"/>
                <a:gd name="textAreaTop" fmla="*/ 0 h 195840"/>
                <a:gd name="textAreaBottom" fmla="*/ 200520 h 1958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0" name="Google Shape;696;p68"/>
            <p:cNvSpPr/>
            <p:nvPr/>
          </p:nvSpPr>
          <p:spPr>
            <a:xfrm>
              <a:off x="10058040" y="2472120"/>
              <a:ext cx="195840" cy="195840"/>
            </a:xfrm>
            <a:custGeom>
              <a:avLst/>
              <a:gdLst>
                <a:gd name="textAreaLeft" fmla="*/ 0 w 195840"/>
                <a:gd name="textAreaRight" fmla="*/ 200520 w 195840"/>
                <a:gd name="textAreaTop" fmla="*/ 0 h 195840"/>
                <a:gd name="textAreaBottom" fmla="*/ 200520 h 1958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1" name="Google Shape;697;p68"/>
            <p:cNvSpPr/>
            <p:nvPr/>
          </p:nvSpPr>
          <p:spPr>
            <a:xfrm>
              <a:off x="10258560" y="2673000"/>
              <a:ext cx="195840" cy="195840"/>
            </a:xfrm>
            <a:custGeom>
              <a:avLst/>
              <a:gdLst>
                <a:gd name="textAreaLeft" fmla="*/ 0 w 195840"/>
                <a:gd name="textAreaRight" fmla="*/ 200520 w 195840"/>
                <a:gd name="textAreaTop" fmla="*/ 0 h 195840"/>
                <a:gd name="textAreaBottom" fmla="*/ 200520 h 1958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2" name="Google Shape;698;p68"/>
            <p:cNvSpPr/>
            <p:nvPr/>
          </p:nvSpPr>
          <p:spPr>
            <a:xfrm>
              <a:off x="10459440" y="2873520"/>
              <a:ext cx="195840" cy="195840"/>
            </a:xfrm>
            <a:custGeom>
              <a:avLst/>
              <a:gdLst>
                <a:gd name="textAreaLeft" fmla="*/ 0 w 195840"/>
                <a:gd name="textAreaRight" fmla="*/ 200520 w 195840"/>
                <a:gd name="textAreaTop" fmla="*/ 0 h 195840"/>
                <a:gd name="textAreaBottom" fmla="*/ 200520 h 1958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3" name="Google Shape;699;p68"/>
            <p:cNvSpPr/>
            <p:nvPr/>
          </p:nvSpPr>
          <p:spPr>
            <a:xfrm>
              <a:off x="10659960" y="2873520"/>
              <a:ext cx="195840" cy="195840"/>
            </a:xfrm>
            <a:custGeom>
              <a:avLst/>
              <a:gdLst>
                <a:gd name="textAreaLeft" fmla="*/ 0 w 195840"/>
                <a:gd name="textAreaRight" fmla="*/ 200520 w 195840"/>
                <a:gd name="textAreaTop" fmla="*/ 0 h 195840"/>
                <a:gd name="textAreaBottom" fmla="*/ 200520 h 1958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4" name="Google Shape;700;p68"/>
            <p:cNvSpPr/>
            <p:nvPr/>
          </p:nvSpPr>
          <p:spPr>
            <a:xfrm>
              <a:off x="10860480" y="2873520"/>
              <a:ext cx="195840" cy="195840"/>
            </a:xfrm>
            <a:custGeom>
              <a:avLst/>
              <a:gdLst>
                <a:gd name="textAreaLeft" fmla="*/ 0 w 195840"/>
                <a:gd name="textAreaRight" fmla="*/ 200520 w 195840"/>
                <a:gd name="textAreaTop" fmla="*/ 0 h 195840"/>
                <a:gd name="textAreaBottom" fmla="*/ 200520 h 1958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1" y="0"/>
                  </a:lnTo>
                  <a:lnTo>
                    <a:pt x="200591" y="200591"/>
                  </a:lnTo>
                  <a:lnTo>
                    <a:pt x="1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5" name="Google Shape;701;p68"/>
            <p:cNvSpPr/>
            <p:nvPr/>
          </p:nvSpPr>
          <p:spPr>
            <a:xfrm>
              <a:off x="11061000" y="2873520"/>
              <a:ext cx="195840" cy="195840"/>
            </a:xfrm>
            <a:custGeom>
              <a:avLst/>
              <a:gdLst>
                <a:gd name="textAreaLeft" fmla="*/ 0 w 195840"/>
                <a:gd name="textAreaRight" fmla="*/ 200520 w 195840"/>
                <a:gd name="textAreaTop" fmla="*/ 0 h 195840"/>
                <a:gd name="textAreaBottom" fmla="*/ 200520 h 1958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6" name="Google Shape;702;p68"/>
            <p:cNvSpPr/>
            <p:nvPr/>
          </p:nvSpPr>
          <p:spPr>
            <a:xfrm>
              <a:off x="11261520" y="2873520"/>
              <a:ext cx="195840" cy="195840"/>
            </a:xfrm>
            <a:custGeom>
              <a:avLst/>
              <a:gdLst>
                <a:gd name="textAreaLeft" fmla="*/ 0 w 195840"/>
                <a:gd name="textAreaRight" fmla="*/ 200520 w 195840"/>
                <a:gd name="textAreaTop" fmla="*/ 0 h 195840"/>
                <a:gd name="textAreaBottom" fmla="*/ 200520 h 1958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7" name="Google Shape;703;p68"/>
            <p:cNvSpPr/>
            <p:nvPr/>
          </p:nvSpPr>
          <p:spPr>
            <a:xfrm>
              <a:off x="11462400" y="2673000"/>
              <a:ext cx="195840" cy="195840"/>
            </a:xfrm>
            <a:custGeom>
              <a:avLst/>
              <a:gdLst>
                <a:gd name="textAreaLeft" fmla="*/ 0 w 195840"/>
                <a:gd name="textAreaRight" fmla="*/ 200520 w 195840"/>
                <a:gd name="textAreaTop" fmla="*/ 0 h 195840"/>
                <a:gd name="textAreaBottom" fmla="*/ 200520 h 1958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8" name="Google Shape;704;p68"/>
            <p:cNvSpPr/>
            <p:nvPr/>
          </p:nvSpPr>
          <p:spPr>
            <a:xfrm>
              <a:off x="11662920" y="2472120"/>
              <a:ext cx="195840" cy="195840"/>
            </a:xfrm>
            <a:custGeom>
              <a:avLst/>
              <a:gdLst>
                <a:gd name="textAreaLeft" fmla="*/ 0 w 195840"/>
                <a:gd name="textAreaRight" fmla="*/ 200520 w 195840"/>
                <a:gd name="textAreaTop" fmla="*/ 0 h 195840"/>
                <a:gd name="textAreaBottom" fmla="*/ 200520 h 1958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9" name="Google Shape;705;p68"/>
            <p:cNvSpPr/>
            <p:nvPr/>
          </p:nvSpPr>
          <p:spPr>
            <a:xfrm>
              <a:off x="11662920" y="2271600"/>
              <a:ext cx="195840" cy="195840"/>
            </a:xfrm>
            <a:custGeom>
              <a:avLst/>
              <a:gdLst>
                <a:gd name="textAreaLeft" fmla="*/ 0 w 195840"/>
                <a:gd name="textAreaRight" fmla="*/ 200520 w 195840"/>
                <a:gd name="textAreaTop" fmla="*/ 0 h 195840"/>
                <a:gd name="textAreaBottom" fmla="*/ 200520 h 1958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0" name="Google Shape;706;p68"/>
            <p:cNvSpPr/>
            <p:nvPr/>
          </p:nvSpPr>
          <p:spPr>
            <a:xfrm>
              <a:off x="11662920" y="2071080"/>
              <a:ext cx="195840" cy="195840"/>
            </a:xfrm>
            <a:custGeom>
              <a:avLst/>
              <a:gdLst>
                <a:gd name="textAreaLeft" fmla="*/ 0 w 195840"/>
                <a:gd name="textAreaRight" fmla="*/ 200520 w 195840"/>
                <a:gd name="textAreaTop" fmla="*/ 0 h 195840"/>
                <a:gd name="textAreaBottom" fmla="*/ 200520 h 1958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1" name="Google Shape;707;p68"/>
            <p:cNvSpPr/>
            <p:nvPr/>
          </p:nvSpPr>
          <p:spPr>
            <a:xfrm>
              <a:off x="11662920" y="1870560"/>
              <a:ext cx="195840" cy="195840"/>
            </a:xfrm>
            <a:custGeom>
              <a:avLst/>
              <a:gdLst>
                <a:gd name="textAreaLeft" fmla="*/ 0 w 195840"/>
                <a:gd name="textAreaRight" fmla="*/ 200520 w 195840"/>
                <a:gd name="textAreaTop" fmla="*/ 0 h 195840"/>
                <a:gd name="textAreaBottom" fmla="*/ 200520 h 1958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2" name="Google Shape;708;p68"/>
            <p:cNvSpPr/>
            <p:nvPr/>
          </p:nvSpPr>
          <p:spPr>
            <a:xfrm>
              <a:off x="11662920" y="1670040"/>
              <a:ext cx="195840" cy="195840"/>
            </a:xfrm>
            <a:custGeom>
              <a:avLst/>
              <a:gdLst>
                <a:gd name="textAreaLeft" fmla="*/ 0 w 195840"/>
                <a:gd name="textAreaRight" fmla="*/ 200520 w 195840"/>
                <a:gd name="textAreaTop" fmla="*/ 0 h 195840"/>
                <a:gd name="textAreaBottom" fmla="*/ 200520 h 1958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3" name="Google Shape;709;p68"/>
            <p:cNvSpPr/>
            <p:nvPr/>
          </p:nvSpPr>
          <p:spPr>
            <a:xfrm>
              <a:off x="11462400" y="1469520"/>
              <a:ext cx="195840" cy="195840"/>
            </a:xfrm>
            <a:custGeom>
              <a:avLst/>
              <a:gdLst>
                <a:gd name="textAreaLeft" fmla="*/ 0 w 195840"/>
                <a:gd name="textAreaRight" fmla="*/ 200520 w 195840"/>
                <a:gd name="textAreaTop" fmla="*/ 0 h 195840"/>
                <a:gd name="textAreaBottom" fmla="*/ 200520 h 1958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64" name="Google Shape;710;p68"/>
          <p:cNvSpPr/>
          <p:nvPr/>
        </p:nvSpPr>
        <p:spPr>
          <a:xfrm>
            <a:off x="492120" y="-227880"/>
            <a:ext cx="2054160" cy="8441640"/>
          </a:xfrm>
          <a:custGeom>
            <a:avLst/>
            <a:gdLst>
              <a:gd name="textAreaLeft" fmla="*/ 0 w 2054160"/>
              <a:gd name="textAreaRight" fmla="*/ 2058840 w 2054160"/>
              <a:gd name="textAreaTop" fmla="*/ 0 h 8441640"/>
              <a:gd name="textAreaBottom" fmla="*/ 8446320 h 8441640"/>
            </a:gdLst>
            <a:ahLst/>
            <a:cxnLst/>
            <a:rect l="textAreaLeft" t="textAreaTop" r="textAreaRight" b="textAreaBottom"/>
            <a:pathLst>
              <a:path w="2058819" h="8446418">
                <a:moveTo>
                  <a:pt x="2058819" y="8446419"/>
                </a:moveTo>
                <a:lnTo>
                  <a:pt x="2058819" y="5813710"/>
                </a:lnTo>
                <a:lnTo>
                  <a:pt x="1312182" y="5813710"/>
                </a:lnTo>
                <a:lnTo>
                  <a:pt x="1312182" y="4980980"/>
                </a:lnTo>
                <a:lnTo>
                  <a:pt x="1788424" y="4980980"/>
                </a:lnTo>
                <a:lnTo>
                  <a:pt x="1788424" y="4344867"/>
                </a:lnTo>
                <a:lnTo>
                  <a:pt x="1345921" y="4344867"/>
                </a:lnTo>
                <a:lnTo>
                  <a:pt x="1345921" y="2842245"/>
                </a:lnTo>
                <a:lnTo>
                  <a:pt x="0" y="2842245"/>
                </a:lnTo>
                <a:lnTo>
                  <a:pt x="0" y="0"/>
                </a:lnTo>
              </a:path>
            </a:pathLst>
          </a:custGeom>
          <a:noFill/>
          <a:ln w="20300">
            <a:solidFill>
              <a:srgbClr val="29245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5" name="Google Shape;711;p68"/>
          <p:cNvSpPr/>
          <p:nvPr/>
        </p:nvSpPr>
        <p:spPr>
          <a:xfrm>
            <a:off x="3367800" y="-960480"/>
            <a:ext cx="1894320" cy="8689320"/>
          </a:xfrm>
          <a:custGeom>
            <a:avLst/>
            <a:gdLst>
              <a:gd name="textAreaLeft" fmla="*/ 0 w 1894320"/>
              <a:gd name="textAreaRight" fmla="*/ 1899000 w 1894320"/>
              <a:gd name="textAreaTop" fmla="*/ 0 h 8689320"/>
              <a:gd name="textAreaBottom" fmla="*/ 8694000 h 8689320"/>
            </a:gdLst>
            <a:ahLst/>
            <a:cxnLst/>
            <a:rect l="textAreaLeft" t="textAreaTop" r="textAreaRight" b="textAreaBottom"/>
            <a:pathLst>
              <a:path w="1899028" h="8693826">
                <a:moveTo>
                  <a:pt x="1899029" y="0"/>
                </a:moveTo>
                <a:lnTo>
                  <a:pt x="1899029" y="963034"/>
                </a:lnTo>
                <a:lnTo>
                  <a:pt x="887091" y="963034"/>
                </a:lnTo>
                <a:lnTo>
                  <a:pt x="887091" y="3322980"/>
                </a:lnTo>
                <a:lnTo>
                  <a:pt x="368725" y="3322980"/>
                </a:lnTo>
                <a:lnTo>
                  <a:pt x="368725" y="4595164"/>
                </a:lnTo>
                <a:lnTo>
                  <a:pt x="1133897" y="4595164"/>
                </a:lnTo>
                <a:lnTo>
                  <a:pt x="1133897" y="5517037"/>
                </a:lnTo>
                <a:lnTo>
                  <a:pt x="1511849" y="5517037"/>
                </a:lnTo>
                <a:lnTo>
                  <a:pt x="1511849" y="5959499"/>
                </a:lnTo>
                <a:lnTo>
                  <a:pt x="479371" y="5959499"/>
                </a:lnTo>
                <a:lnTo>
                  <a:pt x="479371" y="6604838"/>
                </a:lnTo>
                <a:lnTo>
                  <a:pt x="0" y="6604838"/>
                </a:lnTo>
                <a:lnTo>
                  <a:pt x="0" y="8693826"/>
                </a:lnTo>
              </a:path>
            </a:pathLst>
          </a:custGeom>
          <a:noFill/>
          <a:ln w="20300">
            <a:solidFill>
              <a:srgbClr val="29245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6" name="Google Shape;712;p68"/>
          <p:cNvSpPr/>
          <p:nvPr/>
        </p:nvSpPr>
        <p:spPr>
          <a:xfrm>
            <a:off x="7389360" y="-113760"/>
            <a:ext cx="1931040" cy="7081200"/>
          </a:xfrm>
          <a:custGeom>
            <a:avLst/>
            <a:gdLst>
              <a:gd name="textAreaLeft" fmla="*/ 0 w 1931040"/>
              <a:gd name="textAreaRight" fmla="*/ 1935720 w 1931040"/>
              <a:gd name="textAreaTop" fmla="*/ 0 h 7081200"/>
              <a:gd name="textAreaBottom" fmla="*/ 7085880 h 7081200"/>
            </a:gdLst>
            <a:ahLst/>
            <a:cxnLst/>
            <a:rect l="textAreaLeft" t="textAreaTop" r="textAreaRight" b="textAreaBottom"/>
            <a:pathLst>
              <a:path w="1935897" h="7085854">
                <a:moveTo>
                  <a:pt x="1253730" y="0"/>
                </a:moveTo>
                <a:lnTo>
                  <a:pt x="1253730" y="2127261"/>
                </a:lnTo>
                <a:lnTo>
                  <a:pt x="0" y="2127261"/>
                </a:lnTo>
                <a:lnTo>
                  <a:pt x="0" y="3307253"/>
                </a:lnTo>
                <a:lnTo>
                  <a:pt x="1106256" y="3307253"/>
                </a:lnTo>
                <a:lnTo>
                  <a:pt x="1106256" y="5816197"/>
                </a:lnTo>
                <a:lnTo>
                  <a:pt x="1935898" y="5816197"/>
                </a:lnTo>
                <a:lnTo>
                  <a:pt x="1935898" y="7085854"/>
                </a:lnTo>
              </a:path>
            </a:pathLst>
          </a:custGeom>
          <a:noFill/>
          <a:ln w="20300">
            <a:solidFill>
              <a:srgbClr val="29245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12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120" cy="397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té a próxima aula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9" name="Google Shape;714;p69" descr=""/>
          <p:cNvPicPr/>
          <p:nvPr/>
        </p:nvPicPr>
        <p:blipFill>
          <a:blip r:embed="rId2"/>
          <a:stretch/>
        </p:blipFill>
        <p:spPr>
          <a:xfrm rot="10800000">
            <a:off x="4680" y="0"/>
            <a:ext cx="12187440" cy="685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70" name="Google Shape;715;p69" descr=""/>
          <p:cNvPicPr/>
          <p:nvPr/>
        </p:nvPicPr>
        <p:blipFill>
          <a:blip r:embed="rId3"/>
          <a:stretch/>
        </p:blipFill>
        <p:spPr>
          <a:xfrm>
            <a:off x="384840" y="5823720"/>
            <a:ext cx="1071000" cy="76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1" name="Google Shape;716;p69"/>
          <p:cNvSpPr/>
          <p:nvPr/>
        </p:nvSpPr>
        <p:spPr>
          <a:xfrm>
            <a:off x="29865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2" name="Google Shape;717;p69"/>
          <p:cNvSpPr/>
          <p:nvPr/>
        </p:nvSpPr>
        <p:spPr>
          <a:xfrm>
            <a:off x="35420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3" name="Google Shape;718;p69"/>
          <p:cNvSpPr/>
          <p:nvPr/>
        </p:nvSpPr>
        <p:spPr>
          <a:xfrm>
            <a:off x="4049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4" name="Google Shape;719;p69"/>
          <p:cNvSpPr/>
          <p:nvPr/>
        </p:nvSpPr>
        <p:spPr>
          <a:xfrm>
            <a:off x="456408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5" name="Google Shape;720;p69"/>
          <p:cNvSpPr/>
          <p:nvPr/>
        </p:nvSpPr>
        <p:spPr>
          <a:xfrm>
            <a:off x="50781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6" name="Google Shape;721;p69"/>
          <p:cNvSpPr/>
          <p:nvPr/>
        </p:nvSpPr>
        <p:spPr>
          <a:xfrm>
            <a:off x="6145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7" name="Google Shape;722;p69"/>
          <p:cNvSpPr/>
          <p:nvPr/>
        </p:nvSpPr>
        <p:spPr>
          <a:xfrm>
            <a:off x="5633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8" name="Google Shape;723;p69"/>
          <p:cNvSpPr/>
          <p:nvPr/>
        </p:nvSpPr>
        <p:spPr>
          <a:xfrm>
            <a:off x="67413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9" name="Google Shape;724;p69"/>
          <p:cNvSpPr/>
          <p:nvPr/>
        </p:nvSpPr>
        <p:spPr>
          <a:xfrm>
            <a:off x="730332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0" name="Google Shape;725;p69"/>
          <p:cNvSpPr/>
          <p:nvPr/>
        </p:nvSpPr>
        <p:spPr>
          <a:xfrm>
            <a:off x="7846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12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120" cy="397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alão_de_texto_">
    <p:bg>
      <p:bgPr>
        <a:solidFill>
          <a:srgbClr val="dfd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3" name="Google Shape;727;p70" descr=""/>
          <p:cNvPicPr/>
          <p:nvPr/>
        </p:nvPicPr>
        <p:blipFill>
          <a:blip r:embed="rId2"/>
          <a:stretch/>
        </p:blipFill>
        <p:spPr>
          <a:xfrm>
            <a:off x="5816160" y="-2890440"/>
            <a:ext cx="6036840" cy="10186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84" name="Google Shape;728;p70" descr=""/>
          <p:cNvPicPr/>
          <p:nvPr/>
        </p:nvPicPr>
        <p:blipFill>
          <a:blip r:embed="rId3"/>
          <a:stretch/>
        </p:blipFill>
        <p:spPr>
          <a:xfrm flipH="1">
            <a:off x="506160" y="1314000"/>
            <a:ext cx="6076440" cy="4783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5" name="Google Shape;729;p70"/>
          <p:cNvSpPr/>
          <p:nvPr/>
        </p:nvSpPr>
        <p:spPr>
          <a:xfrm>
            <a:off x="29865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6" name="Google Shape;730;p70"/>
          <p:cNvSpPr/>
          <p:nvPr/>
        </p:nvSpPr>
        <p:spPr>
          <a:xfrm>
            <a:off x="35420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7" name="Google Shape;731;p70"/>
          <p:cNvSpPr/>
          <p:nvPr/>
        </p:nvSpPr>
        <p:spPr>
          <a:xfrm>
            <a:off x="4049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8" name="Google Shape;732;p70"/>
          <p:cNvSpPr/>
          <p:nvPr/>
        </p:nvSpPr>
        <p:spPr>
          <a:xfrm>
            <a:off x="456408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9" name="Google Shape;733;p70"/>
          <p:cNvSpPr/>
          <p:nvPr/>
        </p:nvSpPr>
        <p:spPr>
          <a:xfrm>
            <a:off x="50781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0" name="Google Shape;734;p70"/>
          <p:cNvSpPr/>
          <p:nvPr/>
        </p:nvSpPr>
        <p:spPr>
          <a:xfrm>
            <a:off x="6145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1" name="Google Shape;735;p70"/>
          <p:cNvSpPr/>
          <p:nvPr/>
        </p:nvSpPr>
        <p:spPr>
          <a:xfrm>
            <a:off x="5633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2" name="Google Shape;736;p70"/>
          <p:cNvSpPr/>
          <p:nvPr/>
        </p:nvSpPr>
        <p:spPr>
          <a:xfrm>
            <a:off x="67413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3" name="Google Shape;737;p70"/>
          <p:cNvSpPr/>
          <p:nvPr/>
        </p:nvSpPr>
        <p:spPr>
          <a:xfrm>
            <a:off x="730332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4" name="Google Shape;738;p70"/>
          <p:cNvSpPr/>
          <p:nvPr/>
        </p:nvSpPr>
        <p:spPr>
          <a:xfrm>
            <a:off x="7846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12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120" cy="397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amos nos conhec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7" name="Google Shape;82;p50" descr=""/>
          <p:cNvPicPr/>
          <p:nvPr/>
        </p:nvPicPr>
        <p:blipFill>
          <a:blip r:embed="rId2"/>
          <a:stretch/>
        </p:blipFill>
        <p:spPr>
          <a:xfrm>
            <a:off x="0" y="0"/>
            <a:ext cx="12187440" cy="685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8" name="Google Shape;83;p50"/>
          <p:cNvSpPr/>
          <p:nvPr/>
        </p:nvSpPr>
        <p:spPr>
          <a:xfrm>
            <a:off x="29865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9" name="Google Shape;84;p50"/>
          <p:cNvSpPr/>
          <p:nvPr/>
        </p:nvSpPr>
        <p:spPr>
          <a:xfrm>
            <a:off x="35420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0" name="Google Shape;85;p50"/>
          <p:cNvSpPr/>
          <p:nvPr/>
        </p:nvSpPr>
        <p:spPr>
          <a:xfrm>
            <a:off x="4049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1" name="Google Shape;86;p50"/>
          <p:cNvSpPr/>
          <p:nvPr/>
        </p:nvSpPr>
        <p:spPr>
          <a:xfrm>
            <a:off x="456408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2" name="Google Shape;87;p50"/>
          <p:cNvSpPr/>
          <p:nvPr/>
        </p:nvSpPr>
        <p:spPr>
          <a:xfrm>
            <a:off x="50781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3" name="Google Shape;88;p50"/>
          <p:cNvSpPr/>
          <p:nvPr/>
        </p:nvSpPr>
        <p:spPr>
          <a:xfrm>
            <a:off x="6145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4" name="Google Shape;89;p50"/>
          <p:cNvSpPr/>
          <p:nvPr/>
        </p:nvSpPr>
        <p:spPr>
          <a:xfrm>
            <a:off x="5633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5" name="Google Shape;90;p50"/>
          <p:cNvSpPr/>
          <p:nvPr/>
        </p:nvSpPr>
        <p:spPr>
          <a:xfrm>
            <a:off x="67413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6" name="Google Shape;91;p50"/>
          <p:cNvSpPr/>
          <p:nvPr/>
        </p:nvSpPr>
        <p:spPr>
          <a:xfrm>
            <a:off x="730332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7" name="Google Shape;92;p50"/>
          <p:cNvSpPr/>
          <p:nvPr/>
        </p:nvSpPr>
        <p:spPr>
          <a:xfrm>
            <a:off x="7846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08" name="Google Shape;93;p50" descr=""/>
          <p:cNvPicPr/>
          <p:nvPr/>
        </p:nvPicPr>
        <p:blipFill>
          <a:blip r:embed="rId3"/>
          <a:stretch/>
        </p:blipFill>
        <p:spPr>
          <a:xfrm>
            <a:off x="384840" y="5823720"/>
            <a:ext cx="1071000" cy="76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09" name="Google Shape;94;p50"/>
          <p:cNvSpPr/>
          <p:nvPr/>
        </p:nvSpPr>
        <p:spPr>
          <a:xfrm>
            <a:off x="9651960" y="2103120"/>
            <a:ext cx="2283840" cy="473004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V</a:t>
            </a: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10" name="Google Shape;95;p50" descr=""/>
          <p:cNvPicPr/>
          <p:nvPr/>
        </p:nvPicPr>
        <p:blipFill>
          <a:blip r:embed="rId4"/>
          <a:stretch/>
        </p:blipFill>
        <p:spPr>
          <a:xfrm>
            <a:off x="6178320" y="1251720"/>
            <a:ext cx="5336640" cy="4730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11" name="Google Shape;96;p50"/>
          <p:cNvSpPr/>
          <p:nvPr/>
        </p:nvSpPr>
        <p:spPr>
          <a:xfrm>
            <a:off x="6783120" y="2185200"/>
            <a:ext cx="454788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4800" strike="noStrike" u="none">
                <a:solidFill>
                  <a:srgbClr val="472b80"/>
                </a:solidFill>
                <a:effectLst/>
                <a:uFillTx/>
                <a:latin typeface="Arial"/>
                <a:ea typeface="Arial"/>
              </a:rPr>
              <a:t>VAMOS NOS</a:t>
            </a:r>
            <a:br>
              <a:rPr sz="4800"/>
            </a:br>
            <a:r>
              <a:rPr b="0" lang="pt-BR" sz="4800" strike="noStrike" u="none">
                <a:solidFill>
                  <a:srgbClr val="472b80"/>
                </a:solidFill>
                <a:effectLst/>
                <a:uFillTx/>
                <a:latin typeface="Arial"/>
                <a:ea typeface="Arial"/>
              </a:rPr>
              <a:t>CONHECER?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12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120" cy="397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3_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Google Shape;669;p68"/>
          <p:cNvSpPr/>
          <p:nvPr/>
        </p:nvSpPr>
        <p:spPr>
          <a:xfrm>
            <a:off x="9374760" y="0"/>
            <a:ext cx="3023280" cy="685332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5" name="Google Shape;670;p68"/>
          <p:cNvSpPr/>
          <p:nvPr/>
        </p:nvSpPr>
        <p:spPr>
          <a:xfrm>
            <a:off x="9374760" y="3882960"/>
            <a:ext cx="3023280" cy="297036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6" name="Google Shape;671;p68"/>
          <p:cNvSpPr/>
          <p:nvPr/>
        </p:nvSpPr>
        <p:spPr>
          <a:xfrm>
            <a:off x="-41400" y="0"/>
            <a:ext cx="3023280" cy="685332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7" name="Google Shape;672;p68"/>
          <p:cNvSpPr/>
          <p:nvPr/>
        </p:nvSpPr>
        <p:spPr>
          <a:xfrm>
            <a:off x="-41400" y="0"/>
            <a:ext cx="3023280" cy="297036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8" name="Google Shape;673;p68"/>
          <p:cNvSpPr/>
          <p:nvPr/>
        </p:nvSpPr>
        <p:spPr>
          <a:xfrm>
            <a:off x="29865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9" name="Google Shape;674;p68"/>
          <p:cNvSpPr/>
          <p:nvPr/>
        </p:nvSpPr>
        <p:spPr>
          <a:xfrm>
            <a:off x="35420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0" name="Google Shape;675;p68"/>
          <p:cNvSpPr/>
          <p:nvPr/>
        </p:nvSpPr>
        <p:spPr>
          <a:xfrm>
            <a:off x="4049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1" name="Google Shape;676;p68"/>
          <p:cNvSpPr/>
          <p:nvPr/>
        </p:nvSpPr>
        <p:spPr>
          <a:xfrm>
            <a:off x="456408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2" name="Google Shape;677;p68"/>
          <p:cNvSpPr/>
          <p:nvPr/>
        </p:nvSpPr>
        <p:spPr>
          <a:xfrm>
            <a:off x="50781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3" name="Google Shape;678;p68"/>
          <p:cNvSpPr/>
          <p:nvPr/>
        </p:nvSpPr>
        <p:spPr>
          <a:xfrm>
            <a:off x="6145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4" name="Google Shape;679;p68"/>
          <p:cNvSpPr/>
          <p:nvPr/>
        </p:nvSpPr>
        <p:spPr>
          <a:xfrm>
            <a:off x="5633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5" name="Google Shape;680;p68"/>
          <p:cNvSpPr/>
          <p:nvPr/>
        </p:nvSpPr>
        <p:spPr>
          <a:xfrm>
            <a:off x="67413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6" name="Google Shape;681;p68"/>
          <p:cNvSpPr/>
          <p:nvPr/>
        </p:nvSpPr>
        <p:spPr>
          <a:xfrm>
            <a:off x="730332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7" name="Google Shape;682;p68"/>
          <p:cNvSpPr/>
          <p:nvPr/>
        </p:nvSpPr>
        <p:spPr>
          <a:xfrm>
            <a:off x="7846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28" name="Google Shape;683;p68" descr=""/>
          <p:cNvPicPr/>
          <p:nvPr/>
        </p:nvPicPr>
        <p:blipFill>
          <a:blip r:embed="rId2"/>
          <a:stretch/>
        </p:blipFill>
        <p:spPr>
          <a:xfrm>
            <a:off x="384840" y="5823720"/>
            <a:ext cx="1071000" cy="76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29" name="Google Shape;684;p68"/>
          <p:cNvSpPr/>
          <p:nvPr/>
        </p:nvSpPr>
        <p:spPr>
          <a:xfrm>
            <a:off x="2666880" y="0"/>
            <a:ext cx="6853320" cy="685332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330" name="Google Shape;685;p68"/>
          <p:cNvGrpSpPr/>
          <p:nvPr/>
        </p:nvGrpSpPr>
        <p:grpSpPr>
          <a:xfrm>
            <a:off x="10058040" y="1268640"/>
            <a:ext cx="1800720" cy="1800720"/>
            <a:chOff x="10058040" y="1268640"/>
            <a:chExt cx="1800720" cy="1800720"/>
          </a:xfrm>
        </p:grpSpPr>
        <p:sp>
          <p:nvSpPr>
            <p:cNvPr id="1331" name="Google Shape;686;p68"/>
            <p:cNvSpPr/>
            <p:nvPr/>
          </p:nvSpPr>
          <p:spPr>
            <a:xfrm>
              <a:off x="11261520" y="1268640"/>
              <a:ext cx="195840" cy="195840"/>
            </a:xfrm>
            <a:custGeom>
              <a:avLst/>
              <a:gdLst>
                <a:gd name="textAreaLeft" fmla="*/ 0 w 195840"/>
                <a:gd name="textAreaRight" fmla="*/ 200520 w 195840"/>
                <a:gd name="textAreaTop" fmla="*/ 0 h 195840"/>
                <a:gd name="textAreaBottom" fmla="*/ 200520 h 1958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2" name="Google Shape;687;p68"/>
            <p:cNvSpPr/>
            <p:nvPr/>
          </p:nvSpPr>
          <p:spPr>
            <a:xfrm>
              <a:off x="11061000" y="1268640"/>
              <a:ext cx="195840" cy="195840"/>
            </a:xfrm>
            <a:custGeom>
              <a:avLst/>
              <a:gdLst>
                <a:gd name="textAreaLeft" fmla="*/ 0 w 195840"/>
                <a:gd name="textAreaRight" fmla="*/ 200520 w 195840"/>
                <a:gd name="textAreaTop" fmla="*/ 0 h 195840"/>
                <a:gd name="textAreaBottom" fmla="*/ 200520 h 1958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3" name="Google Shape;688;p68"/>
            <p:cNvSpPr/>
            <p:nvPr/>
          </p:nvSpPr>
          <p:spPr>
            <a:xfrm>
              <a:off x="10860480" y="1268640"/>
              <a:ext cx="195840" cy="195840"/>
            </a:xfrm>
            <a:custGeom>
              <a:avLst/>
              <a:gdLst>
                <a:gd name="textAreaLeft" fmla="*/ 0 w 195840"/>
                <a:gd name="textAreaRight" fmla="*/ 200520 w 195840"/>
                <a:gd name="textAreaTop" fmla="*/ 0 h 195840"/>
                <a:gd name="textAreaBottom" fmla="*/ 200520 h 1958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1" y="0"/>
                  </a:lnTo>
                  <a:lnTo>
                    <a:pt x="200591" y="200591"/>
                  </a:lnTo>
                  <a:lnTo>
                    <a:pt x="1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4" name="Google Shape;689;p68"/>
            <p:cNvSpPr/>
            <p:nvPr/>
          </p:nvSpPr>
          <p:spPr>
            <a:xfrm>
              <a:off x="10659960" y="1268640"/>
              <a:ext cx="195840" cy="195840"/>
            </a:xfrm>
            <a:custGeom>
              <a:avLst/>
              <a:gdLst>
                <a:gd name="textAreaLeft" fmla="*/ 0 w 195840"/>
                <a:gd name="textAreaRight" fmla="*/ 200520 w 195840"/>
                <a:gd name="textAreaTop" fmla="*/ 0 h 195840"/>
                <a:gd name="textAreaBottom" fmla="*/ 200520 h 1958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5" name="Google Shape;690;p68"/>
            <p:cNvSpPr/>
            <p:nvPr/>
          </p:nvSpPr>
          <p:spPr>
            <a:xfrm>
              <a:off x="10459440" y="1268640"/>
              <a:ext cx="195840" cy="195840"/>
            </a:xfrm>
            <a:custGeom>
              <a:avLst/>
              <a:gdLst>
                <a:gd name="textAreaLeft" fmla="*/ 0 w 195840"/>
                <a:gd name="textAreaRight" fmla="*/ 200520 w 195840"/>
                <a:gd name="textAreaTop" fmla="*/ 0 h 195840"/>
                <a:gd name="textAreaBottom" fmla="*/ 200520 h 1958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6" name="Google Shape;691;p68"/>
            <p:cNvSpPr/>
            <p:nvPr/>
          </p:nvSpPr>
          <p:spPr>
            <a:xfrm>
              <a:off x="10258560" y="1469520"/>
              <a:ext cx="195840" cy="195840"/>
            </a:xfrm>
            <a:custGeom>
              <a:avLst/>
              <a:gdLst>
                <a:gd name="textAreaLeft" fmla="*/ 0 w 195840"/>
                <a:gd name="textAreaRight" fmla="*/ 200520 w 195840"/>
                <a:gd name="textAreaTop" fmla="*/ 0 h 195840"/>
                <a:gd name="textAreaBottom" fmla="*/ 200520 h 1958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7" name="Google Shape;692;p68"/>
            <p:cNvSpPr/>
            <p:nvPr/>
          </p:nvSpPr>
          <p:spPr>
            <a:xfrm>
              <a:off x="10058040" y="1670040"/>
              <a:ext cx="195840" cy="195840"/>
            </a:xfrm>
            <a:custGeom>
              <a:avLst/>
              <a:gdLst>
                <a:gd name="textAreaLeft" fmla="*/ 0 w 195840"/>
                <a:gd name="textAreaRight" fmla="*/ 200520 w 195840"/>
                <a:gd name="textAreaTop" fmla="*/ 0 h 195840"/>
                <a:gd name="textAreaBottom" fmla="*/ 200520 h 1958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8" name="Google Shape;693;p68"/>
            <p:cNvSpPr/>
            <p:nvPr/>
          </p:nvSpPr>
          <p:spPr>
            <a:xfrm>
              <a:off x="10058040" y="1870560"/>
              <a:ext cx="195840" cy="195840"/>
            </a:xfrm>
            <a:custGeom>
              <a:avLst/>
              <a:gdLst>
                <a:gd name="textAreaLeft" fmla="*/ 0 w 195840"/>
                <a:gd name="textAreaRight" fmla="*/ 200520 w 195840"/>
                <a:gd name="textAreaTop" fmla="*/ 0 h 195840"/>
                <a:gd name="textAreaBottom" fmla="*/ 200520 h 1958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9" name="Google Shape;694;p68"/>
            <p:cNvSpPr/>
            <p:nvPr/>
          </p:nvSpPr>
          <p:spPr>
            <a:xfrm>
              <a:off x="10058040" y="2071080"/>
              <a:ext cx="195840" cy="195840"/>
            </a:xfrm>
            <a:custGeom>
              <a:avLst/>
              <a:gdLst>
                <a:gd name="textAreaLeft" fmla="*/ 0 w 195840"/>
                <a:gd name="textAreaRight" fmla="*/ 200520 w 195840"/>
                <a:gd name="textAreaTop" fmla="*/ 0 h 195840"/>
                <a:gd name="textAreaBottom" fmla="*/ 200520 h 1958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0" name="Google Shape;695;p68"/>
            <p:cNvSpPr/>
            <p:nvPr/>
          </p:nvSpPr>
          <p:spPr>
            <a:xfrm>
              <a:off x="10058040" y="2271600"/>
              <a:ext cx="195840" cy="195840"/>
            </a:xfrm>
            <a:custGeom>
              <a:avLst/>
              <a:gdLst>
                <a:gd name="textAreaLeft" fmla="*/ 0 w 195840"/>
                <a:gd name="textAreaRight" fmla="*/ 200520 w 195840"/>
                <a:gd name="textAreaTop" fmla="*/ 0 h 195840"/>
                <a:gd name="textAreaBottom" fmla="*/ 200520 h 1958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1" name="Google Shape;696;p68"/>
            <p:cNvSpPr/>
            <p:nvPr/>
          </p:nvSpPr>
          <p:spPr>
            <a:xfrm>
              <a:off x="10058040" y="2472120"/>
              <a:ext cx="195840" cy="195840"/>
            </a:xfrm>
            <a:custGeom>
              <a:avLst/>
              <a:gdLst>
                <a:gd name="textAreaLeft" fmla="*/ 0 w 195840"/>
                <a:gd name="textAreaRight" fmla="*/ 200520 w 195840"/>
                <a:gd name="textAreaTop" fmla="*/ 0 h 195840"/>
                <a:gd name="textAreaBottom" fmla="*/ 200520 h 1958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2" name="Google Shape;697;p68"/>
            <p:cNvSpPr/>
            <p:nvPr/>
          </p:nvSpPr>
          <p:spPr>
            <a:xfrm>
              <a:off x="10258560" y="2673000"/>
              <a:ext cx="195840" cy="195840"/>
            </a:xfrm>
            <a:custGeom>
              <a:avLst/>
              <a:gdLst>
                <a:gd name="textAreaLeft" fmla="*/ 0 w 195840"/>
                <a:gd name="textAreaRight" fmla="*/ 200520 w 195840"/>
                <a:gd name="textAreaTop" fmla="*/ 0 h 195840"/>
                <a:gd name="textAreaBottom" fmla="*/ 200520 h 1958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3" name="Google Shape;698;p68"/>
            <p:cNvSpPr/>
            <p:nvPr/>
          </p:nvSpPr>
          <p:spPr>
            <a:xfrm>
              <a:off x="10459440" y="2873520"/>
              <a:ext cx="195840" cy="195840"/>
            </a:xfrm>
            <a:custGeom>
              <a:avLst/>
              <a:gdLst>
                <a:gd name="textAreaLeft" fmla="*/ 0 w 195840"/>
                <a:gd name="textAreaRight" fmla="*/ 200520 w 195840"/>
                <a:gd name="textAreaTop" fmla="*/ 0 h 195840"/>
                <a:gd name="textAreaBottom" fmla="*/ 200520 h 1958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4" name="Google Shape;699;p68"/>
            <p:cNvSpPr/>
            <p:nvPr/>
          </p:nvSpPr>
          <p:spPr>
            <a:xfrm>
              <a:off x="10659960" y="2873520"/>
              <a:ext cx="195840" cy="195840"/>
            </a:xfrm>
            <a:custGeom>
              <a:avLst/>
              <a:gdLst>
                <a:gd name="textAreaLeft" fmla="*/ 0 w 195840"/>
                <a:gd name="textAreaRight" fmla="*/ 200520 w 195840"/>
                <a:gd name="textAreaTop" fmla="*/ 0 h 195840"/>
                <a:gd name="textAreaBottom" fmla="*/ 200520 h 1958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5" name="Google Shape;700;p68"/>
            <p:cNvSpPr/>
            <p:nvPr/>
          </p:nvSpPr>
          <p:spPr>
            <a:xfrm>
              <a:off x="10860480" y="2873520"/>
              <a:ext cx="195840" cy="195840"/>
            </a:xfrm>
            <a:custGeom>
              <a:avLst/>
              <a:gdLst>
                <a:gd name="textAreaLeft" fmla="*/ 0 w 195840"/>
                <a:gd name="textAreaRight" fmla="*/ 200520 w 195840"/>
                <a:gd name="textAreaTop" fmla="*/ 0 h 195840"/>
                <a:gd name="textAreaBottom" fmla="*/ 200520 h 1958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1" y="0"/>
                  </a:lnTo>
                  <a:lnTo>
                    <a:pt x="200591" y="200591"/>
                  </a:lnTo>
                  <a:lnTo>
                    <a:pt x="1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6" name="Google Shape;701;p68"/>
            <p:cNvSpPr/>
            <p:nvPr/>
          </p:nvSpPr>
          <p:spPr>
            <a:xfrm>
              <a:off x="11061000" y="2873520"/>
              <a:ext cx="195840" cy="195840"/>
            </a:xfrm>
            <a:custGeom>
              <a:avLst/>
              <a:gdLst>
                <a:gd name="textAreaLeft" fmla="*/ 0 w 195840"/>
                <a:gd name="textAreaRight" fmla="*/ 200520 w 195840"/>
                <a:gd name="textAreaTop" fmla="*/ 0 h 195840"/>
                <a:gd name="textAreaBottom" fmla="*/ 200520 h 1958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7" name="Google Shape;702;p68"/>
            <p:cNvSpPr/>
            <p:nvPr/>
          </p:nvSpPr>
          <p:spPr>
            <a:xfrm>
              <a:off x="11261520" y="2873520"/>
              <a:ext cx="195840" cy="195840"/>
            </a:xfrm>
            <a:custGeom>
              <a:avLst/>
              <a:gdLst>
                <a:gd name="textAreaLeft" fmla="*/ 0 w 195840"/>
                <a:gd name="textAreaRight" fmla="*/ 200520 w 195840"/>
                <a:gd name="textAreaTop" fmla="*/ 0 h 195840"/>
                <a:gd name="textAreaBottom" fmla="*/ 200520 h 1958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8" name="Google Shape;703;p68"/>
            <p:cNvSpPr/>
            <p:nvPr/>
          </p:nvSpPr>
          <p:spPr>
            <a:xfrm>
              <a:off x="11462400" y="2673000"/>
              <a:ext cx="195840" cy="195840"/>
            </a:xfrm>
            <a:custGeom>
              <a:avLst/>
              <a:gdLst>
                <a:gd name="textAreaLeft" fmla="*/ 0 w 195840"/>
                <a:gd name="textAreaRight" fmla="*/ 200520 w 195840"/>
                <a:gd name="textAreaTop" fmla="*/ 0 h 195840"/>
                <a:gd name="textAreaBottom" fmla="*/ 200520 h 1958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9" name="Google Shape;704;p68"/>
            <p:cNvSpPr/>
            <p:nvPr/>
          </p:nvSpPr>
          <p:spPr>
            <a:xfrm>
              <a:off x="11662920" y="2472120"/>
              <a:ext cx="195840" cy="195840"/>
            </a:xfrm>
            <a:custGeom>
              <a:avLst/>
              <a:gdLst>
                <a:gd name="textAreaLeft" fmla="*/ 0 w 195840"/>
                <a:gd name="textAreaRight" fmla="*/ 200520 w 195840"/>
                <a:gd name="textAreaTop" fmla="*/ 0 h 195840"/>
                <a:gd name="textAreaBottom" fmla="*/ 200520 h 1958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0" name="Google Shape;705;p68"/>
            <p:cNvSpPr/>
            <p:nvPr/>
          </p:nvSpPr>
          <p:spPr>
            <a:xfrm>
              <a:off x="11662920" y="2271600"/>
              <a:ext cx="195840" cy="195840"/>
            </a:xfrm>
            <a:custGeom>
              <a:avLst/>
              <a:gdLst>
                <a:gd name="textAreaLeft" fmla="*/ 0 w 195840"/>
                <a:gd name="textAreaRight" fmla="*/ 200520 w 195840"/>
                <a:gd name="textAreaTop" fmla="*/ 0 h 195840"/>
                <a:gd name="textAreaBottom" fmla="*/ 200520 h 1958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1" name="Google Shape;706;p68"/>
            <p:cNvSpPr/>
            <p:nvPr/>
          </p:nvSpPr>
          <p:spPr>
            <a:xfrm>
              <a:off x="11662920" y="2071080"/>
              <a:ext cx="195840" cy="195840"/>
            </a:xfrm>
            <a:custGeom>
              <a:avLst/>
              <a:gdLst>
                <a:gd name="textAreaLeft" fmla="*/ 0 w 195840"/>
                <a:gd name="textAreaRight" fmla="*/ 200520 w 195840"/>
                <a:gd name="textAreaTop" fmla="*/ 0 h 195840"/>
                <a:gd name="textAreaBottom" fmla="*/ 200520 h 1958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2" name="Google Shape;707;p68"/>
            <p:cNvSpPr/>
            <p:nvPr/>
          </p:nvSpPr>
          <p:spPr>
            <a:xfrm>
              <a:off x="11662920" y="1870560"/>
              <a:ext cx="195840" cy="195840"/>
            </a:xfrm>
            <a:custGeom>
              <a:avLst/>
              <a:gdLst>
                <a:gd name="textAreaLeft" fmla="*/ 0 w 195840"/>
                <a:gd name="textAreaRight" fmla="*/ 200520 w 195840"/>
                <a:gd name="textAreaTop" fmla="*/ 0 h 195840"/>
                <a:gd name="textAreaBottom" fmla="*/ 200520 h 1958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3" name="Google Shape;708;p68"/>
            <p:cNvSpPr/>
            <p:nvPr/>
          </p:nvSpPr>
          <p:spPr>
            <a:xfrm>
              <a:off x="11662920" y="1670040"/>
              <a:ext cx="195840" cy="195840"/>
            </a:xfrm>
            <a:custGeom>
              <a:avLst/>
              <a:gdLst>
                <a:gd name="textAreaLeft" fmla="*/ 0 w 195840"/>
                <a:gd name="textAreaRight" fmla="*/ 200520 w 195840"/>
                <a:gd name="textAreaTop" fmla="*/ 0 h 195840"/>
                <a:gd name="textAreaBottom" fmla="*/ 200520 h 1958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4" name="Google Shape;709;p68"/>
            <p:cNvSpPr/>
            <p:nvPr/>
          </p:nvSpPr>
          <p:spPr>
            <a:xfrm>
              <a:off x="11462400" y="1469520"/>
              <a:ext cx="195840" cy="195840"/>
            </a:xfrm>
            <a:custGeom>
              <a:avLst/>
              <a:gdLst>
                <a:gd name="textAreaLeft" fmla="*/ 0 w 195840"/>
                <a:gd name="textAreaRight" fmla="*/ 200520 w 195840"/>
                <a:gd name="textAreaTop" fmla="*/ 0 h 195840"/>
                <a:gd name="textAreaBottom" fmla="*/ 200520 h 19584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55" name="Google Shape;710;p68"/>
          <p:cNvSpPr/>
          <p:nvPr/>
        </p:nvSpPr>
        <p:spPr>
          <a:xfrm>
            <a:off x="492120" y="-227880"/>
            <a:ext cx="2054160" cy="8441640"/>
          </a:xfrm>
          <a:custGeom>
            <a:avLst/>
            <a:gdLst>
              <a:gd name="textAreaLeft" fmla="*/ 0 w 2054160"/>
              <a:gd name="textAreaRight" fmla="*/ 2058840 w 2054160"/>
              <a:gd name="textAreaTop" fmla="*/ 0 h 8441640"/>
              <a:gd name="textAreaBottom" fmla="*/ 8446320 h 8441640"/>
            </a:gdLst>
            <a:ahLst/>
            <a:cxnLst/>
            <a:rect l="textAreaLeft" t="textAreaTop" r="textAreaRight" b="textAreaBottom"/>
            <a:pathLst>
              <a:path w="2058819" h="8446418">
                <a:moveTo>
                  <a:pt x="2058819" y="8446419"/>
                </a:moveTo>
                <a:lnTo>
                  <a:pt x="2058819" y="5813710"/>
                </a:lnTo>
                <a:lnTo>
                  <a:pt x="1312182" y="5813710"/>
                </a:lnTo>
                <a:lnTo>
                  <a:pt x="1312182" y="4980980"/>
                </a:lnTo>
                <a:lnTo>
                  <a:pt x="1788424" y="4980980"/>
                </a:lnTo>
                <a:lnTo>
                  <a:pt x="1788424" y="4344867"/>
                </a:lnTo>
                <a:lnTo>
                  <a:pt x="1345921" y="4344867"/>
                </a:lnTo>
                <a:lnTo>
                  <a:pt x="1345921" y="2842245"/>
                </a:lnTo>
                <a:lnTo>
                  <a:pt x="0" y="2842245"/>
                </a:lnTo>
                <a:lnTo>
                  <a:pt x="0" y="0"/>
                </a:lnTo>
              </a:path>
            </a:pathLst>
          </a:custGeom>
          <a:noFill/>
          <a:ln w="20300">
            <a:solidFill>
              <a:srgbClr val="29245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6" name="Google Shape;711;p68"/>
          <p:cNvSpPr/>
          <p:nvPr/>
        </p:nvSpPr>
        <p:spPr>
          <a:xfrm>
            <a:off x="3367800" y="-960480"/>
            <a:ext cx="1894320" cy="8689320"/>
          </a:xfrm>
          <a:custGeom>
            <a:avLst/>
            <a:gdLst>
              <a:gd name="textAreaLeft" fmla="*/ 0 w 1894320"/>
              <a:gd name="textAreaRight" fmla="*/ 1899000 w 1894320"/>
              <a:gd name="textAreaTop" fmla="*/ 0 h 8689320"/>
              <a:gd name="textAreaBottom" fmla="*/ 8694000 h 8689320"/>
            </a:gdLst>
            <a:ahLst/>
            <a:cxnLst/>
            <a:rect l="textAreaLeft" t="textAreaTop" r="textAreaRight" b="textAreaBottom"/>
            <a:pathLst>
              <a:path w="1899028" h="8693826">
                <a:moveTo>
                  <a:pt x="1899029" y="0"/>
                </a:moveTo>
                <a:lnTo>
                  <a:pt x="1899029" y="963034"/>
                </a:lnTo>
                <a:lnTo>
                  <a:pt x="887091" y="963034"/>
                </a:lnTo>
                <a:lnTo>
                  <a:pt x="887091" y="3322980"/>
                </a:lnTo>
                <a:lnTo>
                  <a:pt x="368725" y="3322980"/>
                </a:lnTo>
                <a:lnTo>
                  <a:pt x="368725" y="4595164"/>
                </a:lnTo>
                <a:lnTo>
                  <a:pt x="1133897" y="4595164"/>
                </a:lnTo>
                <a:lnTo>
                  <a:pt x="1133897" y="5517037"/>
                </a:lnTo>
                <a:lnTo>
                  <a:pt x="1511849" y="5517037"/>
                </a:lnTo>
                <a:lnTo>
                  <a:pt x="1511849" y="5959499"/>
                </a:lnTo>
                <a:lnTo>
                  <a:pt x="479371" y="5959499"/>
                </a:lnTo>
                <a:lnTo>
                  <a:pt x="479371" y="6604838"/>
                </a:lnTo>
                <a:lnTo>
                  <a:pt x="0" y="6604838"/>
                </a:lnTo>
                <a:lnTo>
                  <a:pt x="0" y="8693826"/>
                </a:lnTo>
              </a:path>
            </a:pathLst>
          </a:custGeom>
          <a:noFill/>
          <a:ln w="20300">
            <a:solidFill>
              <a:srgbClr val="29245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7" name="Google Shape;712;p68"/>
          <p:cNvSpPr/>
          <p:nvPr/>
        </p:nvSpPr>
        <p:spPr>
          <a:xfrm>
            <a:off x="7389360" y="-113760"/>
            <a:ext cx="1931040" cy="7081200"/>
          </a:xfrm>
          <a:custGeom>
            <a:avLst/>
            <a:gdLst>
              <a:gd name="textAreaLeft" fmla="*/ 0 w 1931040"/>
              <a:gd name="textAreaRight" fmla="*/ 1935720 w 1931040"/>
              <a:gd name="textAreaTop" fmla="*/ 0 h 7081200"/>
              <a:gd name="textAreaBottom" fmla="*/ 7085880 h 7081200"/>
            </a:gdLst>
            <a:ahLst/>
            <a:cxnLst/>
            <a:rect l="textAreaLeft" t="textAreaTop" r="textAreaRight" b="textAreaBottom"/>
            <a:pathLst>
              <a:path w="1935897" h="7085854">
                <a:moveTo>
                  <a:pt x="1253730" y="0"/>
                </a:moveTo>
                <a:lnTo>
                  <a:pt x="1253730" y="2127261"/>
                </a:lnTo>
                <a:lnTo>
                  <a:pt x="0" y="2127261"/>
                </a:lnTo>
                <a:lnTo>
                  <a:pt x="0" y="3307253"/>
                </a:lnTo>
                <a:lnTo>
                  <a:pt x="1106256" y="3307253"/>
                </a:lnTo>
                <a:lnTo>
                  <a:pt x="1106256" y="5816197"/>
                </a:lnTo>
                <a:lnTo>
                  <a:pt x="1935898" y="5816197"/>
                </a:lnTo>
                <a:lnTo>
                  <a:pt x="1935898" y="7085854"/>
                </a:lnTo>
              </a:path>
            </a:pathLst>
          </a:custGeom>
          <a:noFill/>
          <a:ln w="20300">
            <a:solidFill>
              <a:srgbClr val="29245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12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120" cy="397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erramento_Curso_Prog_mobile">
    <p:bg>
      <p:bgPr>
        <a:solidFill>
          <a:srgbClr val="472b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0" name="Google Shape;1866;p91"/>
          <p:cNvSpPr/>
          <p:nvPr/>
        </p:nvSpPr>
        <p:spPr>
          <a:xfrm>
            <a:off x="8377920" y="13320"/>
            <a:ext cx="3607200" cy="3607200"/>
          </a:xfrm>
          <a:custGeom>
            <a:avLst/>
            <a:gdLst>
              <a:gd name="textAreaLeft" fmla="*/ 0 w 3607200"/>
              <a:gd name="textAreaRight" fmla="*/ 3611880 w 3607200"/>
              <a:gd name="textAreaTop" fmla="*/ 0 h 3607200"/>
              <a:gd name="textAreaBottom" fmla="*/ 3611880 h 3607200"/>
            </a:gdLst>
            <a:ahLst/>
            <a:cxnLst/>
            <a:rect l="textAreaLeft" t="textAreaTop" r="textAreaRight" b="textAreaBottom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292454">
              <a:alpha val="4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1" name="Google Shape;1867;p91"/>
          <p:cNvSpPr/>
          <p:nvPr/>
        </p:nvSpPr>
        <p:spPr>
          <a:xfrm>
            <a:off x="29865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2" name="Google Shape;1868;p91"/>
          <p:cNvSpPr/>
          <p:nvPr/>
        </p:nvSpPr>
        <p:spPr>
          <a:xfrm>
            <a:off x="35420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3" name="Google Shape;1869;p91"/>
          <p:cNvSpPr/>
          <p:nvPr/>
        </p:nvSpPr>
        <p:spPr>
          <a:xfrm>
            <a:off x="4049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4" name="Google Shape;1870;p91"/>
          <p:cNvSpPr/>
          <p:nvPr/>
        </p:nvSpPr>
        <p:spPr>
          <a:xfrm>
            <a:off x="456408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5" name="Google Shape;1871;p91"/>
          <p:cNvSpPr/>
          <p:nvPr/>
        </p:nvSpPr>
        <p:spPr>
          <a:xfrm>
            <a:off x="50781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6" name="Google Shape;1872;p91"/>
          <p:cNvSpPr/>
          <p:nvPr/>
        </p:nvSpPr>
        <p:spPr>
          <a:xfrm>
            <a:off x="6145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7" name="Google Shape;1873;p91"/>
          <p:cNvSpPr/>
          <p:nvPr/>
        </p:nvSpPr>
        <p:spPr>
          <a:xfrm>
            <a:off x="5633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8" name="Google Shape;1874;p91"/>
          <p:cNvSpPr/>
          <p:nvPr/>
        </p:nvSpPr>
        <p:spPr>
          <a:xfrm>
            <a:off x="67413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9" name="Google Shape;1875;p91"/>
          <p:cNvSpPr/>
          <p:nvPr/>
        </p:nvSpPr>
        <p:spPr>
          <a:xfrm>
            <a:off x="730332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0" name="Google Shape;1876;p91"/>
          <p:cNvSpPr/>
          <p:nvPr/>
        </p:nvSpPr>
        <p:spPr>
          <a:xfrm>
            <a:off x="7846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71" name="Google Shape;1877;p91" descr=""/>
          <p:cNvPicPr/>
          <p:nvPr/>
        </p:nvPicPr>
        <p:blipFill>
          <a:blip r:embed="rId2"/>
          <a:stretch/>
        </p:blipFill>
        <p:spPr>
          <a:xfrm>
            <a:off x="9120600" y="1470600"/>
            <a:ext cx="2139840" cy="5583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372" name="Google Shape;1878;p91"/>
          <p:cNvGrpSpPr/>
          <p:nvPr/>
        </p:nvGrpSpPr>
        <p:grpSpPr>
          <a:xfrm>
            <a:off x="1684080" y="792720"/>
            <a:ext cx="1365480" cy="1091520"/>
            <a:chOff x="1684080" y="792720"/>
            <a:chExt cx="1365480" cy="1091520"/>
          </a:xfrm>
        </p:grpSpPr>
        <p:sp>
          <p:nvSpPr>
            <p:cNvPr id="1373" name="Google Shape;1879;p91"/>
            <p:cNvSpPr/>
            <p:nvPr/>
          </p:nvSpPr>
          <p:spPr>
            <a:xfrm>
              <a:off x="2232000" y="792720"/>
              <a:ext cx="269280" cy="269280"/>
            </a:xfrm>
            <a:custGeom>
              <a:avLst/>
              <a:gdLst>
                <a:gd name="textAreaLeft" fmla="*/ 0 w 269280"/>
                <a:gd name="textAreaRight" fmla="*/ 273960 w 269280"/>
                <a:gd name="textAreaTop" fmla="*/ 0 h 269280"/>
                <a:gd name="textAreaBottom" fmla="*/ 273960 h 2692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4" name="Google Shape;1880;p91"/>
            <p:cNvSpPr/>
            <p:nvPr/>
          </p:nvSpPr>
          <p:spPr>
            <a:xfrm>
              <a:off x="1958040" y="1066680"/>
              <a:ext cx="269280" cy="269280"/>
            </a:xfrm>
            <a:custGeom>
              <a:avLst/>
              <a:gdLst>
                <a:gd name="textAreaLeft" fmla="*/ 0 w 269280"/>
                <a:gd name="textAreaRight" fmla="*/ 273960 w 269280"/>
                <a:gd name="textAreaTop" fmla="*/ 0 h 269280"/>
                <a:gd name="textAreaBottom" fmla="*/ 273960 h 2692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5" name="Google Shape;1881;p91"/>
            <p:cNvSpPr/>
            <p:nvPr/>
          </p:nvSpPr>
          <p:spPr>
            <a:xfrm>
              <a:off x="1684080" y="1341000"/>
              <a:ext cx="269280" cy="269280"/>
            </a:xfrm>
            <a:custGeom>
              <a:avLst/>
              <a:gdLst>
                <a:gd name="textAreaLeft" fmla="*/ 0 w 269280"/>
                <a:gd name="textAreaRight" fmla="*/ 273960 w 269280"/>
                <a:gd name="textAreaTop" fmla="*/ 0 h 269280"/>
                <a:gd name="textAreaBottom" fmla="*/ 273960 h 2692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6" name="Google Shape;1882;p91"/>
            <p:cNvSpPr/>
            <p:nvPr/>
          </p:nvSpPr>
          <p:spPr>
            <a:xfrm>
              <a:off x="1684080" y="1614960"/>
              <a:ext cx="269280" cy="269280"/>
            </a:xfrm>
            <a:custGeom>
              <a:avLst/>
              <a:gdLst>
                <a:gd name="textAreaLeft" fmla="*/ 0 w 269280"/>
                <a:gd name="textAreaRight" fmla="*/ 273960 w 269280"/>
                <a:gd name="textAreaTop" fmla="*/ 0 h 269280"/>
                <a:gd name="textAreaBottom" fmla="*/ 273960 h 2692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7" name="Google Shape;1883;p91"/>
            <p:cNvSpPr/>
            <p:nvPr/>
          </p:nvSpPr>
          <p:spPr>
            <a:xfrm>
              <a:off x="1958040" y="1614960"/>
              <a:ext cx="269280" cy="269280"/>
            </a:xfrm>
            <a:custGeom>
              <a:avLst/>
              <a:gdLst>
                <a:gd name="textAreaLeft" fmla="*/ 0 w 269280"/>
                <a:gd name="textAreaRight" fmla="*/ 273960 w 269280"/>
                <a:gd name="textAreaTop" fmla="*/ 0 h 269280"/>
                <a:gd name="textAreaBottom" fmla="*/ 273960 h 2692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8" name="Google Shape;1884;p91"/>
            <p:cNvSpPr/>
            <p:nvPr/>
          </p:nvSpPr>
          <p:spPr>
            <a:xfrm>
              <a:off x="2232000" y="1614960"/>
              <a:ext cx="269280" cy="269280"/>
            </a:xfrm>
            <a:custGeom>
              <a:avLst/>
              <a:gdLst>
                <a:gd name="textAreaLeft" fmla="*/ 0 w 269280"/>
                <a:gd name="textAreaRight" fmla="*/ 273960 w 269280"/>
                <a:gd name="textAreaTop" fmla="*/ 0 h 269280"/>
                <a:gd name="textAreaBottom" fmla="*/ 273960 h 2692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9" name="Google Shape;1885;p91"/>
            <p:cNvSpPr/>
            <p:nvPr/>
          </p:nvSpPr>
          <p:spPr>
            <a:xfrm>
              <a:off x="2506320" y="1614960"/>
              <a:ext cx="269280" cy="269280"/>
            </a:xfrm>
            <a:custGeom>
              <a:avLst/>
              <a:gdLst>
                <a:gd name="textAreaLeft" fmla="*/ 0 w 269280"/>
                <a:gd name="textAreaRight" fmla="*/ 273960 w 269280"/>
                <a:gd name="textAreaTop" fmla="*/ 0 h 269280"/>
                <a:gd name="textAreaBottom" fmla="*/ 273960 h 2692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0" name="Google Shape;1886;p91"/>
            <p:cNvSpPr/>
            <p:nvPr/>
          </p:nvSpPr>
          <p:spPr>
            <a:xfrm>
              <a:off x="2780280" y="1614960"/>
              <a:ext cx="269280" cy="269280"/>
            </a:xfrm>
            <a:custGeom>
              <a:avLst/>
              <a:gdLst>
                <a:gd name="textAreaLeft" fmla="*/ 0 w 269280"/>
                <a:gd name="textAreaRight" fmla="*/ 273960 w 269280"/>
                <a:gd name="textAreaTop" fmla="*/ 0 h 269280"/>
                <a:gd name="textAreaBottom" fmla="*/ 273960 h 2692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1" name="Google Shape;1887;p91"/>
            <p:cNvSpPr/>
            <p:nvPr/>
          </p:nvSpPr>
          <p:spPr>
            <a:xfrm>
              <a:off x="2780280" y="1341000"/>
              <a:ext cx="269280" cy="269280"/>
            </a:xfrm>
            <a:custGeom>
              <a:avLst/>
              <a:gdLst>
                <a:gd name="textAreaLeft" fmla="*/ 0 w 269280"/>
                <a:gd name="textAreaRight" fmla="*/ 273960 w 269280"/>
                <a:gd name="textAreaTop" fmla="*/ 0 h 269280"/>
                <a:gd name="textAreaBottom" fmla="*/ 273960 h 2692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2" name="Google Shape;1888;p91"/>
            <p:cNvSpPr/>
            <p:nvPr/>
          </p:nvSpPr>
          <p:spPr>
            <a:xfrm>
              <a:off x="2506320" y="1066680"/>
              <a:ext cx="269280" cy="269280"/>
            </a:xfrm>
            <a:custGeom>
              <a:avLst/>
              <a:gdLst>
                <a:gd name="textAreaLeft" fmla="*/ 0 w 269280"/>
                <a:gd name="textAreaRight" fmla="*/ 273960 w 269280"/>
                <a:gd name="textAreaTop" fmla="*/ 0 h 269280"/>
                <a:gd name="textAreaBottom" fmla="*/ 273960 h 2692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83" name="Google Shape;1889;p91"/>
          <p:cNvGrpSpPr/>
          <p:nvPr/>
        </p:nvGrpSpPr>
        <p:grpSpPr>
          <a:xfrm>
            <a:off x="9798120" y="5367240"/>
            <a:ext cx="1393560" cy="726840"/>
            <a:chOff x="9798120" y="5367240"/>
            <a:chExt cx="1393560" cy="726840"/>
          </a:xfrm>
        </p:grpSpPr>
        <p:grpSp>
          <p:nvGrpSpPr>
            <p:cNvPr id="1384" name="Google Shape;1890;p91"/>
            <p:cNvGrpSpPr/>
            <p:nvPr/>
          </p:nvGrpSpPr>
          <p:grpSpPr>
            <a:xfrm>
              <a:off x="9798120" y="5367240"/>
              <a:ext cx="1159920" cy="280440"/>
              <a:chOff x="9798120" y="5367240"/>
              <a:chExt cx="1159920" cy="280440"/>
            </a:xfrm>
          </p:grpSpPr>
          <p:sp>
            <p:nvSpPr>
              <p:cNvPr id="1385" name="Google Shape;1891;p91"/>
              <p:cNvSpPr/>
              <p:nvPr/>
            </p:nvSpPr>
            <p:spPr>
              <a:xfrm>
                <a:off x="9798120" y="5367240"/>
                <a:ext cx="137520" cy="279000"/>
              </a:xfrm>
              <a:custGeom>
                <a:avLst/>
                <a:gdLst>
                  <a:gd name="textAreaLeft" fmla="*/ 0 w 137520"/>
                  <a:gd name="textAreaRight" fmla="*/ 142200 w 137520"/>
                  <a:gd name="textAreaTop" fmla="*/ 0 h 279000"/>
                  <a:gd name="textAreaBottom" fmla="*/ 283680 h 279000"/>
                </a:gdLst>
                <a:ahLst/>
                <a:cxnLst/>
                <a:rect l="textAreaLeft" t="textAreaTop" r="textAreaRight" b="textAreaBottom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86" name="Google Shape;1892;p91"/>
              <p:cNvSpPr/>
              <p:nvPr/>
            </p:nvSpPr>
            <p:spPr>
              <a:xfrm>
                <a:off x="9969840" y="5420160"/>
                <a:ext cx="214200" cy="227520"/>
              </a:xfrm>
              <a:custGeom>
                <a:avLst/>
                <a:gdLst>
                  <a:gd name="textAreaLeft" fmla="*/ 0 w 214200"/>
                  <a:gd name="textAreaRight" fmla="*/ 218880 w 214200"/>
                  <a:gd name="textAreaTop" fmla="*/ 0 h 227520"/>
                  <a:gd name="textAreaBottom" fmla="*/ 232200 h 227520"/>
                </a:gdLst>
                <a:ahLst/>
                <a:cxnLst/>
                <a:rect l="textAreaLeft" t="textAreaTop" r="textAreaRight" b="textAreaBottom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87" name="Google Shape;1893;p91"/>
              <p:cNvSpPr/>
              <p:nvPr/>
            </p:nvSpPr>
            <p:spPr>
              <a:xfrm>
                <a:off x="10224720" y="5420160"/>
                <a:ext cx="202320" cy="227520"/>
              </a:xfrm>
              <a:custGeom>
                <a:avLst/>
                <a:gdLst>
                  <a:gd name="textAreaLeft" fmla="*/ 0 w 202320"/>
                  <a:gd name="textAreaRight" fmla="*/ 207000 w 202320"/>
                  <a:gd name="textAreaTop" fmla="*/ 0 h 227520"/>
                  <a:gd name="textAreaBottom" fmla="*/ 232200 h 227520"/>
                </a:gdLst>
                <a:ahLst/>
                <a:cxnLst/>
                <a:rect l="textAreaLeft" t="textAreaTop" r="textAreaRight" b="textAreaBottom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88" name="Google Shape;1894;p91"/>
              <p:cNvSpPr/>
              <p:nvPr/>
            </p:nvSpPr>
            <p:spPr>
              <a:xfrm>
                <a:off x="10473120" y="5420160"/>
                <a:ext cx="199440" cy="222480"/>
              </a:xfrm>
              <a:custGeom>
                <a:avLst/>
                <a:gdLst>
                  <a:gd name="textAreaLeft" fmla="*/ 0 w 199440"/>
                  <a:gd name="textAreaRight" fmla="*/ 204120 w 199440"/>
                  <a:gd name="textAreaTop" fmla="*/ 0 h 222480"/>
                  <a:gd name="textAreaBottom" fmla="*/ 227160 h 222480"/>
                </a:gdLst>
                <a:ahLst/>
                <a:cxnLst/>
                <a:rect l="textAreaLeft" t="textAreaTop" r="textAreaRight" b="textAreaBottom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89" name="Google Shape;1895;p91"/>
              <p:cNvSpPr/>
              <p:nvPr/>
            </p:nvSpPr>
            <p:spPr>
              <a:xfrm>
                <a:off x="10721520" y="5420160"/>
                <a:ext cx="236520" cy="227520"/>
              </a:xfrm>
              <a:custGeom>
                <a:avLst/>
                <a:gdLst>
                  <a:gd name="textAreaLeft" fmla="*/ 0 w 236520"/>
                  <a:gd name="textAreaRight" fmla="*/ 241200 w 236520"/>
                  <a:gd name="textAreaTop" fmla="*/ 0 h 227520"/>
                  <a:gd name="textAreaBottom" fmla="*/ 232200 h 22752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390" name="Google Shape;1896;p91"/>
            <p:cNvGrpSpPr/>
            <p:nvPr/>
          </p:nvGrpSpPr>
          <p:grpSpPr>
            <a:xfrm>
              <a:off x="10199160" y="5727600"/>
              <a:ext cx="992520" cy="366480"/>
              <a:chOff x="10199160" y="5727600"/>
              <a:chExt cx="992520" cy="366480"/>
            </a:xfrm>
          </p:grpSpPr>
          <p:sp>
            <p:nvSpPr>
              <p:cNvPr id="1391" name="Google Shape;1897;p91"/>
              <p:cNvSpPr/>
              <p:nvPr/>
            </p:nvSpPr>
            <p:spPr>
              <a:xfrm>
                <a:off x="10199160" y="5727600"/>
                <a:ext cx="58680" cy="298800"/>
              </a:xfrm>
              <a:custGeom>
                <a:avLst/>
                <a:gdLst>
                  <a:gd name="textAreaLeft" fmla="*/ 0 w 58680"/>
                  <a:gd name="textAreaRight" fmla="*/ 63360 w 58680"/>
                  <a:gd name="textAreaTop" fmla="*/ 0 h 298800"/>
                  <a:gd name="textAreaBottom" fmla="*/ 303480 h 298800"/>
                </a:gdLst>
                <a:ahLst/>
                <a:cxnLst/>
                <a:rect l="textAreaLeft" t="textAreaTop" r="textAreaRight" b="textAreaBottom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92" name="Google Shape;1898;p91"/>
              <p:cNvSpPr/>
              <p:nvPr/>
            </p:nvSpPr>
            <p:spPr>
              <a:xfrm>
                <a:off x="10311120" y="5804280"/>
                <a:ext cx="236520" cy="227520"/>
              </a:xfrm>
              <a:custGeom>
                <a:avLst/>
                <a:gdLst>
                  <a:gd name="textAreaLeft" fmla="*/ 0 w 236520"/>
                  <a:gd name="textAreaRight" fmla="*/ 241200 w 236520"/>
                  <a:gd name="textAreaTop" fmla="*/ 0 h 227520"/>
                  <a:gd name="textAreaBottom" fmla="*/ 232200 h 22752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93" name="Google Shape;1899;p91"/>
              <p:cNvSpPr/>
              <p:nvPr/>
            </p:nvSpPr>
            <p:spPr>
              <a:xfrm>
                <a:off x="10588320" y="5804280"/>
                <a:ext cx="229320" cy="289800"/>
              </a:xfrm>
              <a:custGeom>
                <a:avLst/>
                <a:gdLst>
                  <a:gd name="textAreaLeft" fmla="*/ 0 w 229320"/>
                  <a:gd name="textAreaRight" fmla="*/ 234000 w 229320"/>
                  <a:gd name="textAreaTop" fmla="*/ 0 h 289800"/>
                  <a:gd name="textAreaBottom" fmla="*/ 294480 h 289800"/>
                </a:gdLst>
                <a:ahLst/>
                <a:cxnLst/>
                <a:rect l="textAreaLeft" t="textAreaTop" r="textAreaRight" b="textAreaBottom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94" name="Google Shape;1900;p91"/>
              <p:cNvSpPr/>
              <p:nvPr/>
            </p:nvSpPr>
            <p:spPr>
              <a:xfrm>
                <a:off x="10880280" y="5727600"/>
                <a:ext cx="61920" cy="298800"/>
              </a:xfrm>
              <a:custGeom>
                <a:avLst/>
                <a:gdLst>
                  <a:gd name="textAreaLeft" fmla="*/ 0 w 61920"/>
                  <a:gd name="textAreaRight" fmla="*/ 66600 w 61920"/>
                  <a:gd name="textAreaTop" fmla="*/ 0 h 298800"/>
                  <a:gd name="textAreaBottom" fmla="*/ 303480 h 298800"/>
                </a:gdLst>
                <a:ahLst/>
                <a:cxnLst/>
                <a:rect l="textAreaLeft" t="textAreaTop" r="textAreaRight" b="textAreaBottom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95" name="Google Shape;1901;p91"/>
              <p:cNvSpPr/>
              <p:nvPr/>
            </p:nvSpPr>
            <p:spPr>
              <a:xfrm>
                <a:off x="10991160" y="5806080"/>
                <a:ext cx="200520" cy="225000"/>
              </a:xfrm>
              <a:custGeom>
                <a:avLst/>
                <a:gdLst>
                  <a:gd name="textAreaLeft" fmla="*/ 0 w 200520"/>
                  <a:gd name="textAreaRight" fmla="*/ 205200 w 200520"/>
                  <a:gd name="textAreaTop" fmla="*/ 0 h 225000"/>
                  <a:gd name="textAreaBottom" fmla="*/ 229680 h 225000"/>
                </a:gdLst>
                <a:ahLst/>
                <a:cxnLst/>
                <a:rect l="textAreaLeft" t="textAreaTop" r="textAreaRight" b="textAreaBottom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396" name="Google Shape;1902;p91"/>
          <p:cNvGrpSpPr/>
          <p:nvPr/>
        </p:nvGrpSpPr>
        <p:grpSpPr>
          <a:xfrm>
            <a:off x="9880920" y="5104080"/>
            <a:ext cx="574920" cy="140400"/>
            <a:chOff x="9880920" y="5104080"/>
            <a:chExt cx="574920" cy="140400"/>
          </a:xfrm>
        </p:grpSpPr>
        <p:sp>
          <p:nvSpPr>
            <p:cNvPr id="1397" name="Google Shape;1903;p91"/>
            <p:cNvSpPr/>
            <p:nvPr/>
          </p:nvSpPr>
          <p:spPr>
            <a:xfrm>
              <a:off x="10369800" y="5109840"/>
              <a:ext cx="86040" cy="133920"/>
            </a:xfrm>
            <a:custGeom>
              <a:avLst/>
              <a:gdLst>
                <a:gd name="textAreaLeft" fmla="*/ 0 w 86040"/>
                <a:gd name="textAreaRight" fmla="*/ 90720 w 86040"/>
                <a:gd name="textAreaTop" fmla="*/ 0 h 133920"/>
                <a:gd name="textAreaBottom" fmla="*/ 138600 h 133920"/>
              </a:gdLst>
              <a:ahLst/>
              <a:cxnLst/>
              <a:rect l="textAreaLeft" t="textAreaTop" r="textAreaRight" b="textAreaBottom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8" name="Google Shape;1904;p91"/>
            <p:cNvSpPr/>
            <p:nvPr/>
          </p:nvSpPr>
          <p:spPr>
            <a:xfrm>
              <a:off x="9880920" y="5104080"/>
              <a:ext cx="126360" cy="140400"/>
            </a:xfrm>
            <a:custGeom>
              <a:avLst/>
              <a:gdLst>
                <a:gd name="textAreaLeft" fmla="*/ 0 w 126360"/>
                <a:gd name="textAreaRight" fmla="*/ 131040 w 126360"/>
                <a:gd name="textAreaTop" fmla="*/ 0 h 140400"/>
                <a:gd name="textAreaBottom" fmla="*/ 145080 h 140400"/>
              </a:gdLst>
              <a:ahLst/>
              <a:cxnLst/>
              <a:rect l="textAreaLeft" t="textAreaTop" r="textAreaRight" b="textAreaBottom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9" name="Google Shape;1905;p91"/>
            <p:cNvSpPr/>
            <p:nvPr/>
          </p:nvSpPr>
          <p:spPr>
            <a:xfrm>
              <a:off x="10007280" y="5124240"/>
              <a:ext cx="122760" cy="115920"/>
            </a:xfrm>
            <a:custGeom>
              <a:avLst/>
              <a:gdLst>
                <a:gd name="textAreaLeft" fmla="*/ 0 w 122760"/>
                <a:gd name="textAreaRight" fmla="*/ 127440 w 122760"/>
                <a:gd name="textAreaTop" fmla="*/ 0 h 115920"/>
                <a:gd name="textAreaBottom" fmla="*/ 120600 h 115920"/>
              </a:gdLst>
              <a:ahLst/>
              <a:cxnLst/>
              <a:rect l="textAreaLeft" t="textAreaTop" r="textAreaRight" b="textAreaBottom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0" name="Google Shape;1906;p91"/>
            <p:cNvSpPr/>
            <p:nvPr/>
          </p:nvSpPr>
          <p:spPr>
            <a:xfrm>
              <a:off x="10133280" y="5125680"/>
              <a:ext cx="114480" cy="112320"/>
            </a:xfrm>
            <a:custGeom>
              <a:avLst/>
              <a:gdLst>
                <a:gd name="textAreaLeft" fmla="*/ 0 w 114480"/>
                <a:gd name="textAreaRight" fmla="*/ 119160 w 114480"/>
                <a:gd name="textAreaTop" fmla="*/ 0 h 112320"/>
                <a:gd name="textAreaBottom" fmla="*/ 117000 h 112320"/>
              </a:gdLst>
              <a:ahLst/>
              <a:cxnLst/>
              <a:rect l="textAreaLeft" t="textAreaTop" r="textAreaRight" b="textAreaBottom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1" name="Google Shape;1907;p91"/>
            <p:cNvSpPr/>
            <p:nvPr/>
          </p:nvSpPr>
          <p:spPr>
            <a:xfrm>
              <a:off x="10251720" y="5124960"/>
              <a:ext cx="115560" cy="114480"/>
            </a:xfrm>
            <a:custGeom>
              <a:avLst/>
              <a:gdLst>
                <a:gd name="textAreaLeft" fmla="*/ 0 w 115560"/>
                <a:gd name="textAreaRight" fmla="*/ 120240 w 115560"/>
                <a:gd name="textAreaTop" fmla="*/ 0 h 114480"/>
                <a:gd name="textAreaBottom" fmla="*/ 119160 h 114480"/>
              </a:gdLst>
              <a:ahLst/>
              <a:cxnLst/>
              <a:rect l="textAreaLeft" t="textAreaTop" r="textAreaRight" b="textAreaBottom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402" name="Google Shape;1908;p91"/>
          <p:cNvGrpSpPr/>
          <p:nvPr/>
        </p:nvGrpSpPr>
        <p:grpSpPr>
          <a:xfrm>
            <a:off x="401040" y="198360"/>
            <a:ext cx="4063680" cy="1620360"/>
            <a:chOff x="401040" y="198360"/>
            <a:chExt cx="4063680" cy="1620360"/>
          </a:xfrm>
        </p:grpSpPr>
        <p:sp>
          <p:nvSpPr>
            <p:cNvPr id="1403" name="Google Shape;1909;p91"/>
            <p:cNvSpPr/>
            <p:nvPr/>
          </p:nvSpPr>
          <p:spPr>
            <a:xfrm>
              <a:off x="690480" y="275760"/>
              <a:ext cx="3774240" cy="154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_PROGRAMAÇÃO</a:t>
              </a:r>
              <a:endParaRPr b="0" lang="pt-BR" sz="21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MOBILE</a:t>
              </a:r>
              <a:endParaRPr b="0" lang="pt-BR" sz="21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404" name="Google Shape;1910;p91"/>
            <p:cNvGrpSpPr/>
            <p:nvPr/>
          </p:nvGrpSpPr>
          <p:grpSpPr>
            <a:xfrm>
              <a:off x="401040" y="198360"/>
              <a:ext cx="688680" cy="688680"/>
              <a:chOff x="401040" y="198360"/>
              <a:chExt cx="688680" cy="688680"/>
            </a:xfrm>
          </p:grpSpPr>
          <p:sp>
            <p:nvSpPr>
              <p:cNvPr id="1405" name="Google Shape;1911;p91"/>
              <p:cNvSpPr/>
              <p:nvPr/>
            </p:nvSpPr>
            <p:spPr>
              <a:xfrm>
                <a:off x="401040" y="545040"/>
                <a:ext cx="342000" cy="342000"/>
              </a:xfrm>
              <a:prstGeom prst="rect">
                <a:avLst/>
              </a:prstGeom>
              <a:solidFill>
                <a:srgbClr val="acb8ca">
                  <a:alpha val="17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06" name="Google Shape;1912;p91"/>
              <p:cNvSpPr/>
              <p:nvPr/>
            </p:nvSpPr>
            <p:spPr>
              <a:xfrm>
                <a:off x="747720" y="198360"/>
                <a:ext cx="342000" cy="342000"/>
              </a:xfrm>
              <a:prstGeom prst="rect">
                <a:avLst/>
              </a:prstGeom>
              <a:solidFill>
                <a:srgbClr val="acb8ca">
                  <a:alpha val="17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407" name="Google Shape;1913;p91"/>
          <p:cNvSpPr/>
          <p:nvPr/>
        </p:nvSpPr>
        <p:spPr>
          <a:xfrm>
            <a:off x="706680" y="3871800"/>
            <a:ext cx="3554280" cy="168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Chegamos ao final</a:t>
            </a:r>
            <a:br>
              <a:rPr sz="2600"/>
            </a:b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do nosso encontro!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Até o </a:t>
            </a:r>
            <a:r>
              <a:rPr b="1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próximo</a:t>
            </a: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408" name="Google Shape;1914;p91"/>
          <p:cNvGrpSpPr/>
          <p:nvPr/>
        </p:nvGrpSpPr>
        <p:grpSpPr>
          <a:xfrm>
            <a:off x="832680" y="2888640"/>
            <a:ext cx="3669480" cy="3104640"/>
            <a:chOff x="832680" y="2888640"/>
            <a:chExt cx="3669480" cy="3104640"/>
          </a:xfrm>
        </p:grpSpPr>
        <p:sp>
          <p:nvSpPr>
            <p:cNvPr id="1409" name="Google Shape;1915;p91"/>
            <p:cNvSpPr/>
            <p:nvPr/>
          </p:nvSpPr>
          <p:spPr>
            <a:xfrm>
              <a:off x="832680" y="4302000"/>
              <a:ext cx="560520" cy="1691280"/>
            </a:xfrm>
            <a:custGeom>
              <a:avLst/>
              <a:gdLst>
                <a:gd name="textAreaLeft" fmla="*/ 0 w 560520"/>
                <a:gd name="textAreaRight" fmla="*/ 565200 w 560520"/>
                <a:gd name="textAreaTop" fmla="*/ 0 h 1691280"/>
                <a:gd name="textAreaBottom" fmla="*/ 1695960 h 1691280"/>
              </a:gdLst>
              <a:ahLst/>
              <a:cxnLst/>
              <a:rect l="textAreaLeft" t="textAreaTop" r="textAreaRight" b="textAreaBottom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92454">
                <a:alpha val="36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0" name="Google Shape;1916;p91"/>
            <p:cNvSpPr/>
            <p:nvPr/>
          </p:nvSpPr>
          <p:spPr>
            <a:xfrm>
              <a:off x="3941640" y="3736440"/>
              <a:ext cx="560520" cy="1125720"/>
            </a:xfrm>
            <a:custGeom>
              <a:avLst/>
              <a:gdLst>
                <a:gd name="textAreaLeft" fmla="*/ 0 w 560520"/>
                <a:gd name="textAreaRight" fmla="*/ 565200 w 560520"/>
                <a:gd name="textAreaTop" fmla="*/ 0 h 1125720"/>
                <a:gd name="textAreaBottom" fmla="*/ 1130400 h 1125720"/>
              </a:gdLst>
              <a:ahLst/>
              <a:cxnLst/>
              <a:rect l="textAreaLeft" t="textAreaTop" r="textAreaRight" b="textAreaBottom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solidFill>
              <a:srgbClr val="292454">
                <a:alpha val="36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1" name="Google Shape;1917;p91"/>
            <p:cNvSpPr/>
            <p:nvPr/>
          </p:nvSpPr>
          <p:spPr>
            <a:xfrm>
              <a:off x="4224240" y="5432400"/>
              <a:ext cx="277920" cy="277920"/>
            </a:xfrm>
            <a:custGeom>
              <a:avLst/>
              <a:gdLst>
                <a:gd name="textAreaLeft" fmla="*/ 0 w 277920"/>
                <a:gd name="textAreaRight" fmla="*/ 282600 w 277920"/>
                <a:gd name="textAreaTop" fmla="*/ 0 h 277920"/>
                <a:gd name="textAreaBottom" fmla="*/ 282600 h 27792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292454">
                <a:alpha val="36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2" name="Google Shape;1918;p91"/>
            <p:cNvSpPr/>
            <p:nvPr/>
          </p:nvSpPr>
          <p:spPr>
            <a:xfrm>
              <a:off x="2528640" y="3171240"/>
              <a:ext cx="277920" cy="277920"/>
            </a:xfrm>
            <a:custGeom>
              <a:avLst/>
              <a:gdLst>
                <a:gd name="textAreaLeft" fmla="*/ 0 w 277920"/>
                <a:gd name="textAreaRight" fmla="*/ 282600 w 277920"/>
                <a:gd name="textAreaTop" fmla="*/ 0 h 277920"/>
                <a:gd name="textAreaBottom" fmla="*/ 282600 h 27792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292454">
                <a:alpha val="36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3" name="Google Shape;1919;p91"/>
            <p:cNvSpPr/>
            <p:nvPr/>
          </p:nvSpPr>
          <p:spPr>
            <a:xfrm>
              <a:off x="1398240" y="2888640"/>
              <a:ext cx="1125720" cy="1125720"/>
            </a:xfrm>
            <a:custGeom>
              <a:avLst/>
              <a:gdLst>
                <a:gd name="textAreaLeft" fmla="*/ 0 w 1125720"/>
                <a:gd name="textAreaRight" fmla="*/ 1130400 w 1125720"/>
                <a:gd name="textAreaTop" fmla="*/ 0 h 1125720"/>
                <a:gd name="textAreaBottom" fmla="*/ 1130400 h 1125720"/>
              </a:gdLst>
              <a:ahLst/>
              <a:cxnLst/>
              <a:rect l="textAreaLeft" t="textAreaTop" r="textAreaRight" b="textAreaBottom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solidFill>
              <a:srgbClr val="292454">
                <a:alpha val="36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4" name="Google Shape;1920;p91"/>
            <p:cNvSpPr/>
            <p:nvPr/>
          </p:nvSpPr>
          <p:spPr>
            <a:xfrm>
              <a:off x="1963440" y="4302000"/>
              <a:ext cx="1408320" cy="1408320"/>
            </a:xfrm>
            <a:custGeom>
              <a:avLst/>
              <a:gdLst>
                <a:gd name="textAreaLeft" fmla="*/ 0 w 1408320"/>
                <a:gd name="textAreaRight" fmla="*/ 1413000 w 1408320"/>
                <a:gd name="textAreaTop" fmla="*/ 0 h 1408320"/>
                <a:gd name="textAreaBottom" fmla="*/ 1413000 h 1408320"/>
              </a:gdLst>
              <a:ahLst/>
              <a:cxnLst/>
              <a:rect l="textAreaLeft" t="textAreaTop" r="textAreaRight" b="textAreaBottom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solidFill>
              <a:srgbClr val="292454">
                <a:alpha val="36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_Curso_Big Data Science">
    <p:bg>
      <p:bgPr>
        <a:solidFill>
          <a:srgbClr val="6238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Google Shape;802;p73"/>
          <p:cNvSpPr/>
          <p:nvPr/>
        </p:nvSpPr>
        <p:spPr>
          <a:xfrm>
            <a:off x="29865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6" name="Google Shape;803;p73"/>
          <p:cNvSpPr/>
          <p:nvPr/>
        </p:nvSpPr>
        <p:spPr>
          <a:xfrm>
            <a:off x="35420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7" name="Google Shape;804;p73"/>
          <p:cNvSpPr/>
          <p:nvPr/>
        </p:nvSpPr>
        <p:spPr>
          <a:xfrm>
            <a:off x="4049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8" name="Google Shape;805;p73"/>
          <p:cNvSpPr/>
          <p:nvPr/>
        </p:nvSpPr>
        <p:spPr>
          <a:xfrm>
            <a:off x="456408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9" name="Google Shape;806;p73"/>
          <p:cNvSpPr/>
          <p:nvPr/>
        </p:nvSpPr>
        <p:spPr>
          <a:xfrm>
            <a:off x="50781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0" name="Google Shape;807;p73"/>
          <p:cNvSpPr/>
          <p:nvPr/>
        </p:nvSpPr>
        <p:spPr>
          <a:xfrm>
            <a:off x="6145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1" name="Google Shape;808;p73"/>
          <p:cNvSpPr/>
          <p:nvPr/>
        </p:nvSpPr>
        <p:spPr>
          <a:xfrm>
            <a:off x="5633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2" name="Google Shape;809;p73"/>
          <p:cNvSpPr/>
          <p:nvPr/>
        </p:nvSpPr>
        <p:spPr>
          <a:xfrm>
            <a:off x="67413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3" name="Google Shape;810;p73"/>
          <p:cNvSpPr/>
          <p:nvPr/>
        </p:nvSpPr>
        <p:spPr>
          <a:xfrm>
            <a:off x="730332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4" name="Google Shape;811;p73"/>
          <p:cNvSpPr/>
          <p:nvPr/>
        </p:nvSpPr>
        <p:spPr>
          <a:xfrm>
            <a:off x="7846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425" name="Google Shape;812;p73"/>
          <p:cNvGrpSpPr/>
          <p:nvPr/>
        </p:nvGrpSpPr>
        <p:grpSpPr>
          <a:xfrm>
            <a:off x="730800" y="3023640"/>
            <a:ext cx="5846040" cy="2523600"/>
            <a:chOff x="730800" y="3023640"/>
            <a:chExt cx="5846040" cy="2523600"/>
          </a:xfrm>
        </p:grpSpPr>
        <p:sp>
          <p:nvSpPr>
            <p:cNvPr id="1426" name="Google Shape;813;p73"/>
            <p:cNvSpPr/>
            <p:nvPr/>
          </p:nvSpPr>
          <p:spPr>
            <a:xfrm>
              <a:off x="1363680" y="3023640"/>
              <a:ext cx="5070600" cy="154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_BIG</a:t>
              </a:r>
              <a:br>
                <a:rPr sz="5500"/>
              </a:b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DATA</a:t>
              </a:r>
              <a:br>
                <a:rPr sz="5500"/>
              </a:b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SCIENCE</a:t>
              </a:r>
              <a:endParaRPr b="0" lang="pt-BR" sz="5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7" name="Google Shape;814;p73"/>
            <p:cNvSpPr/>
            <p:nvPr/>
          </p:nvSpPr>
          <p:spPr>
            <a:xfrm rot="16200000">
              <a:off x="-249120" y="4066200"/>
              <a:ext cx="2412360" cy="451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26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C U R S O</a:t>
              </a:r>
              <a:endParaRPr b="0" lang="pt-BR" sz="26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8" name="Google Shape;815;p73"/>
            <p:cNvSpPr/>
            <p:nvPr/>
          </p:nvSpPr>
          <p:spPr>
            <a:xfrm>
              <a:off x="1363680" y="4781520"/>
              <a:ext cx="5213160" cy="765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32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_ANALISTA DE DADOS</a:t>
              </a:r>
              <a:endPara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429" name="Google Shape;816;p73"/>
          <p:cNvGrpSpPr/>
          <p:nvPr/>
        </p:nvGrpSpPr>
        <p:grpSpPr>
          <a:xfrm>
            <a:off x="755280" y="2676960"/>
            <a:ext cx="688680" cy="688680"/>
            <a:chOff x="755280" y="2676960"/>
            <a:chExt cx="688680" cy="688680"/>
          </a:xfrm>
        </p:grpSpPr>
        <p:sp>
          <p:nvSpPr>
            <p:cNvPr id="1430" name="Google Shape;817;p73"/>
            <p:cNvSpPr/>
            <p:nvPr/>
          </p:nvSpPr>
          <p:spPr>
            <a:xfrm>
              <a:off x="755280" y="3023640"/>
              <a:ext cx="342000" cy="34200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1" name="Google Shape;818;p73"/>
            <p:cNvSpPr/>
            <p:nvPr/>
          </p:nvSpPr>
          <p:spPr>
            <a:xfrm>
              <a:off x="1101960" y="2676960"/>
              <a:ext cx="342000" cy="34200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432" name="Google Shape;819;p73"/>
          <p:cNvGrpSpPr/>
          <p:nvPr/>
        </p:nvGrpSpPr>
        <p:grpSpPr>
          <a:xfrm>
            <a:off x="6068520" y="5098320"/>
            <a:ext cx="688680" cy="688680"/>
            <a:chOff x="6068520" y="5098320"/>
            <a:chExt cx="688680" cy="688680"/>
          </a:xfrm>
        </p:grpSpPr>
        <p:sp>
          <p:nvSpPr>
            <p:cNvPr id="1433" name="Google Shape;820;p73"/>
            <p:cNvSpPr/>
            <p:nvPr/>
          </p:nvSpPr>
          <p:spPr>
            <a:xfrm>
              <a:off x="6068520" y="5445000"/>
              <a:ext cx="342000" cy="34200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4" name="Google Shape;821;p73"/>
            <p:cNvSpPr/>
            <p:nvPr/>
          </p:nvSpPr>
          <p:spPr>
            <a:xfrm>
              <a:off x="6415200" y="5098320"/>
              <a:ext cx="342000" cy="34200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435" name="Google Shape;822;p73" descr=""/>
          <p:cNvPicPr/>
          <p:nvPr/>
        </p:nvPicPr>
        <p:blipFill>
          <a:blip r:embed="rId2"/>
          <a:stretch/>
        </p:blipFill>
        <p:spPr>
          <a:xfrm>
            <a:off x="10151280" y="3891960"/>
            <a:ext cx="1414440" cy="1529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36" name="Google Shape;823;p73" descr=""/>
          <p:cNvPicPr/>
          <p:nvPr/>
        </p:nvPicPr>
        <p:blipFill>
          <a:blip r:embed="rId3"/>
          <a:stretch/>
        </p:blipFill>
        <p:spPr>
          <a:xfrm>
            <a:off x="755280" y="595080"/>
            <a:ext cx="1909800" cy="3348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437" name="Google Shape;824;p73"/>
          <p:cNvGrpSpPr/>
          <p:nvPr/>
        </p:nvGrpSpPr>
        <p:grpSpPr>
          <a:xfrm>
            <a:off x="10124640" y="1269360"/>
            <a:ext cx="1465560" cy="764280"/>
            <a:chOff x="10124640" y="1269360"/>
            <a:chExt cx="1465560" cy="764280"/>
          </a:xfrm>
        </p:grpSpPr>
        <p:grpSp>
          <p:nvGrpSpPr>
            <p:cNvPr id="1438" name="Google Shape;825;p73"/>
            <p:cNvGrpSpPr/>
            <p:nvPr/>
          </p:nvGrpSpPr>
          <p:grpSpPr>
            <a:xfrm>
              <a:off x="10124640" y="1269360"/>
              <a:ext cx="1220040" cy="295200"/>
              <a:chOff x="10124640" y="1269360"/>
              <a:chExt cx="1220040" cy="295200"/>
            </a:xfrm>
          </p:grpSpPr>
          <p:sp>
            <p:nvSpPr>
              <p:cNvPr id="1439" name="Google Shape;826;p73"/>
              <p:cNvSpPr/>
              <p:nvPr/>
            </p:nvSpPr>
            <p:spPr>
              <a:xfrm>
                <a:off x="10124640" y="1269360"/>
                <a:ext cx="145080" cy="293760"/>
              </a:xfrm>
              <a:custGeom>
                <a:avLst/>
                <a:gdLst>
                  <a:gd name="textAreaLeft" fmla="*/ 0 w 145080"/>
                  <a:gd name="textAreaRight" fmla="*/ 149760 w 145080"/>
                  <a:gd name="textAreaTop" fmla="*/ 0 h 293760"/>
                  <a:gd name="textAreaBottom" fmla="*/ 298440 h 293760"/>
                </a:gdLst>
                <a:ahLst/>
                <a:cxnLst/>
                <a:rect l="textAreaLeft" t="textAreaTop" r="textAreaRight" b="textAreaBottom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0" name="Google Shape;827;p73"/>
              <p:cNvSpPr/>
              <p:nvPr/>
            </p:nvSpPr>
            <p:spPr>
              <a:xfrm>
                <a:off x="10305360" y="1324800"/>
                <a:ext cx="225360" cy="239400"/>
              </a:xfrm>
              <a:custGeom>
                <a:avLst/>
                <a:gdLst>
                  <a:gd name="textAreaLeft" fmla="*/ 0 w 225360"/>
                  <a:gd name="textAreaRight" fmla="*/ 230040 w 225360"/>
                  <a:gd name="textAreaTop" fmla="*/ 0 h 239400"/>
                  <a:gd name="textAreaBottom" fmla="*/ 244080 h 239400"/>
                </a:gdLst>
                <a:ahLst/>
                <a:cxnLst/>
                <a:rect l="textAreaLeft" t="textAreaTop" r="textAreaRight" b="textAreaBottom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1" name="Google Shape;828;p73"/>
              <p:cNvSpPr/>
              <p:nvPr/>
            </p:nvSpPr>
            <p:spPr>
              <a:xfrm>
                <a:off x="10573560" y="1325160"/>
                <a:ext cx="213120" cy="239400"/>
              </a:xfrm>
              <a:custGeom>
                <a:avLst/>
                <a:gdLst>
                  <a:gd name="textAreaLeft" fmla="*/ 0 w 213120"/>
                  <a:gd name="textAreaRight" fmla="*/ 217800 w 213120"/>
                  <a:gd name="textAreaTop" fmla="*/ 0 h 239400"/>
                  <a:gd name="textAreaBottom" fmla="*/ 244080 h 239400"/>
                </a:gdLst>
                <a:ahLst/>
                <a:cxnLst/>
                <a:rect l="textAreaLeft" t="textAreaTop" r="textAreaRight" b="textAreaBottom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2" name="Google Shape;829;p73"/>
              <p:cNvSpPr/>
              <p:nvPr/>
            </p:nvSpPr>
            <p:spPr>
              <a:xfrm>
                <a:off x="10834560" y="1325160"/>
                <a:ext cx="210240" cy="234000"/>
              </a:xfrm>
              <a:custGeom>
                <a:avLst/>
                <a:gdLst>
                  <a:gd name="textAreaLeft" fmla="*/ 0 w 210240"/>
                  <a:gd name="textAreaRight" fmla="*/ 214920 w 210240"/>
                  <a:gd name="textAreaTop" fmla="*/ 0 h 234000"/>
                  <a:gd name="textAreaBottom" fmla="*/ 238680 h 234000"/>
                </a:gdLst>
                <a:ahLst/>
                <a:cxnLst/>
                <a:rect l="textAreaLeft" t="textAreaTop" r="textAreaRight" b="textAreaBottom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3" name="Google Shape;830;p73"/>
              <p:cNvSpPr/>
              <p:nvPr/>
            </p:nvSpPr>
            <p:spPr>
              <a:xfrm>
                <a:off x="11095560" y="1325160"/>
                <a:ext cx="249120" cy="239400"/>
              </a:xfrm>
              <a:custGeom>
                <a:avLst/>
                <a:gdLst>
                  <a:gd name="textAreaLeft" fmla="*/ 0 w 249120"/>
                  <a:gd name="textAreaRight" fmla="*/ 253800 w 249120"/>
                  <a:gd name="textAreaTop" fmla="*/ 0 h 239400"/>
                  <a:gd name="textAreaBottom" fmla="*/ 244080 h 239400"/>
                </a:gdLst>
                <a:ahLst/>
                <a:cxnLst/>
                <a:rect l="textAreaLeft" t="textAreaTop" r="textAreaRight" b="textAreaBottom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444" name="Google Shape;831;p73"/>
            <p:cNvGrpSpPr/>
            <p:nvPr/>
          </p:nvGrpSpPr>
          <p:grpSpPr>
            <a:xfrm>
              <a:off x="10546560" y="1648080"/>
              <a:ext cx="1043640" cy="385560"/>
              <a:chOff x="10546560" y="1648080"/>
              <a:chExt cx="1043640" cy="385560"/>
            </a:xfrm>
          </p:grpSpPr>
          <p:sp>
            <p:nvSpPr>
              <p:cNvPr id="1445" name="Google Shape;832;p73"/>
              <p:cNvSpPr/>
              <p:nvPr/>
            </p:nvSpPr>
            <p:spPr>
              <a:xfrm>
                <a:off x="10546560" y="1648080"/>
                <a:ext cx="61920" cy="314640"/>
              </a:xfrm>
              <a:custGeom>
                <a:avLst/>
                <a:gdLst>
                  <a:gd name="textAreaLeft" fmla="*/ 0 w 61920"/>
                  <a:gd name="textAreaRight" fmla="*/ 66600 w 61920"/>
                  <a:gd name="textAreaTop" fmla="*/ 0 h 314640"/>
                  <a:gd name="textAreaBottom" fmla="*/ 319320 h 314640"/>
                </a:gdLst>
                <a:ahLst/>
                <a:cxnLst/>
                <a:rect l="textAreaLeft" t="textAreaTop" r="textAreaRight" b="textAreaBottom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6" name="Google Shape;833;p73"/>
              <p:cNvSpPr/>
              <p:nvPr/>
            </p:nvSpPr>
            <p:spPr>
              <a:xfrm>
                <a:off x="10664280" y="1728720"/>
                <a:ext cx="249120" cy="239400"/>
              </a:xfrm>
              <a:custGeom>
                <a:avLst/>
                <a:gdLst>
                  <a:gd name="textAreaLeft" fmla="*/ 0 w 249120"/>
                  <a:gd name="textAreaRight" fmla="*/ 253800 w 249120"/>
                  <a:gd name="textAreaTop" fmla="*/ 0 h 239400"/>
                  <a:gd name="textAreaBottom" fmla="*/ 244080 h 239400"/>
                </a:gdLst>
                <a:ahLst/>
                <a:cxnLst/>
                <a:rect l="textAreaLeft" t="textAreaTop" r="textAreaRight" b="textAreaBottom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7" name="Google Shape;834;p73"/>
              <p:cNvSpPr/>
              <p:nvPr/>
            </p:nvSpPr>
            <p:spPr>
              <a:xfrm>
                <a:off x="10955160" y="1728720"/>
                <a:ext cx="241560" cy="304920"/>
              </a:xfrm>
              <a:custGeom>
                <a:avLst/>
                <a:gdLst>
                  <a:gd name="textAreaLeft" fmla="*/ 0 w 241560"/>
                  <a:gd name="textAreaRight" fmla="*/ 246240 w 241560"/>
                  <a:gd name="textAreaTop" fmla="*/ 0 h 304920"/>
                  <a:gd name="textAreaBottom" fmla="*/ 309600 h 304920"/>
                </a:gdLst>
                <a:ahLst/>
                <a:cxnLst/>
                <a:rect l="textAreaLeft" t="textAreaTop" r="textAreaRight" b="textAreaBottom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8" name="Google Shape;835;p73"/>
              <p:cNvSpPr/>
              <p:nvPr/>
            </p:nvSpPr>
            <p:spPr>
              <a:xfrm>
                <a:off x="11262240" y="1648440"/>
                <a:ext cx="65520" cy="314640"/>
              </a:xfrm>
              <a:custGeom>
                <a:avLst/>
                <a:gdLst>
                  <a:gd name="textAreaLeft" fmla="*/ 0 w 65520"/>
                  <a:gd name="textAreaRight" fmla="*/ 70200 w 65520"/>
                  <a:gd name="textAreaTop" fmla="*/ 0 h 314640"/>
                  <a:gd name="textAreaBottom" fmla="*/ 319320 h 314640"/>
                </a:gdLst>
                <a:ahLst/>
                <a:cxnLst/>
                <a:rect l="textAreaLeft" t="textAreaTop" r="textAreaRight" b="textAreaBottom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9" name="Google Shape;836;p73"/>
              <p:cNvSpPr/>
              <p:nvPr/>
            </p:nvSpPr>
            <p:spPr>
              <a:xfrm>
                <a:off x="11379240" y="1730520"/>
                <a:ext cx="210960" cy="236880"/>
              </a:xfrm>
              <a:custGeom>
                <a:avLst/>
                <a:gdLst>
                  <a:gd name="textAreaLeft" fmla="*/ 0 w 210960"/>
                  <a:gd name="textAreaRight" fmla="*/ 215640 w 210960"/>
                  <a:gd name="textAreaTop" fmla="*/ 0 h 236880"/>
                  <a:gd name="textAreaBottom" fmla="*/ 241560 h 236880"/>
                </a:gdLst>
                <a:ahLst/>
                <a:cxnLst/>
                <a:rect l="textAreaLeft" t="textAreaTop" r="textAreaRight" b="textAreaBottom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450" name="Google Shape;837;p73"/>
          <p:cNvGrpSpPr/>
          <p:nvPr/>
        </p:nvGrpSpPr>
        <p:grpSpPr>
          <a:xfrm>
            <a:off x="10207440" y="873000"/>
            <a:ext cx="1172160" cy="294120"/>
            <a:chOff x="10207440" y="873000"/>
            <a:chExt cx="1172160" cy="294120"/>
          </a:xfrm>
        </p:grpSpPr>
        <p:sp>
          <p:nvSpPr>
            <p:cNvPr id="1451" name="Google Shape;838;p73"/>
            <p:cNvSpPr/>
            <p:nvPr/>
          </p:nvSpPr>
          <p:spPr>
            <a:xfrm>
              <a:off x="10207440" y="878040"/>
              <a:ext cx="77040" cy="99360"/>
            </a:xfrm>
            <a:custGeom>
              <a:avLst/>
              <a:gdLst>
                <a:gd name="textAreaLeft" fmla="*/ 0 w 77040"/>
                <a:gd name="textAreaRight" fmla="*/ 81720 w 77040"/>
                <a:gd name="textAreaTop" fmla="*/ 0 h 99360"/>
                <a:gd name="textAreaBottom" fmla="*/ 104040 h 99360"/>
              </a:gdLst>
              <a:ahLst/>
              <a:cxnLst/>
              <a:rect l="textAreaLeft" t="textAreaTop" r="textAreaRight" b="textAreaBottom"/>
              <a:pathLst>
                <a:path w="95351" h="121240">
                  <a:moveTo>
                    <a:pt x="54608" y="121240"/>
                  </a:moveTo>
                  <a:lnTo>
                    <a:pt x="40744" y="121240"/>
                  </a:lnTo>
                  <a:lnTo>
                    <a:pt x="40744" y="12591"/>
                  </a:lnTo>
                  <a:lnTo>
                    <a:pt x="0" y="12591"/>
                  </a:lnTo>
                  <a:lnTo>
                    <a:pt x="0" y="0"/>
                  </a:lnTo>
                  <a:lnTo>
                    <a:pt x="95351" y="0"/>
                  </a:lnTo>
                  <a:lnTo>
                    <a:pt x="95351" y="12591"/>
                  </a:lnTo>
                  <a:lnTo>
                    <a:pt x="54608" y="12591"/>
                  </a:lnTo>
                  <a:lnTo>
                    <a:pt x="54608" y="1212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2" name="Google Shape;839;p73"/>
            <p:cNvSpPr/>
            <p:nvPr/>
          </p:nvSpPr>
          <p:spPr>
            <a:xfrm>
              <a:off x="10285560" y="903600"/>
              <a:ext cx="75600" cy="75600"/>
            </a:xfrm>
            <a:custGeom>
              <a:avLst/>
              <a:gdLst>
                <a:gd name="textAreaLeft" fmla="*/ 0 w 75600"/>
                <a:gd name="textAreaRight" fmla="*/ 80280 w 75600"/>
                <a:gd name="textAreaTop" fmla="*/ 0 h 75600"/>
                <a:gd name="textAreaBottom" fmla="*/ 80280 h 75600"/>
              </a:gdLst>
              <a:ahLst/>
              <a:cxnLst/>
              <a:rect l="textAreaLeft" t="textAreaTop" r="textAreaRight" b="textAreaBottom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581" y="27304"/>
                    <a:pt x="13581" y="46685"/>
                  </a:cubicBezTo>
                  <a:cubicBezTo>
                    <a:pt x="13581" y="66067"/>
                    <a:pt x="27728" y="81629"/>
                    <a:pt x="46685" y="81629"/>
                  </a:cubicBezTo>
                  <a:cubicBezTo>
                    <a:pt x="65642" y="81629"/>
                    <a:pt x="79648" y="66208"/>
                    <a:pt x="79648" y="46968"/>
                  </a:cubicBezTo>
                  <a:cubicBezTo>
                    <a:pt x="79648" y="27728"/>
                    <a:pt x="65218" y="11742"/>
                    <a:pt x="46402" y="11742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3" name="Google Shape;840;p73"/>
            <p:cNvSpPr/>
            <p:nvPr/>
          </p:nvSpPr>
          <p:spPr>
            <a:xfrm>
              <a:off x="10381680" y="873720"/>
              <a:ext cx="73080" cy="105480"/>
            </a:xfrm>
            <a:custGeom>
              <a:avLst/>
              <a:gdLst>
                <a:gd name="textAreaLeft" fmla="*/ 0 w 73080"/>
                <a:gd name="textAreaRight" fmla="*/ 77760 w 73080"/>
                <a:gd name="textAreaTop" fmla="*/ 0 h 105480"/>
                <a:gd name="textAreaBottom" fmla="*/ 110160 h 10548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4" name="Google Shape;841;p73"/>
            <p:cNvSpPr/>
            <p:nvPr/>
          </p:nvSpPr>
          <p:spPr>
            <a:xfrm>
              <a:off x="10479240" y="903960"/>
              <a:ext cx="62640" cy="74880"/>
            </a:xfrm>
            <a:custGeom>
              <a:avLst/>
              <a:gdLst>
                <a:gd name="textAreaLeft" fmla="*/ 0 w 62640"/>
                <a:gd name="textAreaRight" fmla="*/ 67320 w 62640"/>
                <a:gd name="textAreaTop" fmla="*/ 0 h 74880"/>
                <a:gd name="textAreaBottom" fmla="*/ 79560 h 7488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5" name="Google Shape;842;p73"/>
            <p:cNvSpPr/>
            <p:nvPr/>
          </p:nvSpPr>
          <p:spPr>
            <a:xfrm>
              <a:off x="10564560" y="903960"/>
              <a:ext cx="54720" cy="74880"/>
            </a:xfrm>
            <a:custGeom>
              <a:avLst/>
              <a:gdLst>
                <a:gd name="textAreaLeft" fmla="*/ 0 w 54720"/>
                <a:gd name="textAreaRight" fmla="*/ 59400 w 54720"/>
                <a:gd name="textAreaTop" fmla="*/ 0 h 74880"/>
                <a:gd name="textAreaBottom" fmla="*/ 79560 h 74880"/>
              </a:gdLst>
              <a:ahLst/>
              <a:cxnLst/>
              <a:rect l="textAreaLeft" t="textAreaTop" r="textAreaRight" b="textAreaBottom"/>
              <a:pathLst>
                <a:path w="69037" h="92804">
                  <a:moveTo>
                    <a:pt x="37065" y="92522"/>
                  </a:moveTo>
                  <a:cubicBezTo>
                    <a:pt x="24192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6" name="Google Shape;843;p73"/>
            <p:cNvSpPr/>
            <p:nvPr/>
          </p:nvSpPr>
          <p:spPr>
            <a:xfrm>
              <a:off x="10683720" y="903960"/>
              <a:ext cx="62640" cy="74880"/>
            </a:xfrm>
            <a:custGeom>
              <a:avLst/>
              <a:gdLst>
                <a:gd name="textAreaLeft" fmla="*/ 0 w 62640"/>
                <a:gd name="textAreaRight" fmla="*/ 67320 w 62640"/>
                <a:gd name="textAreaTop" fmla="*/ 0 h 74880"/>
                <a:gd name="textAreaBottom" fmla="*/ 79560 h 7488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2025" y="18391"/>
                  </a:moveTo>
                  <a:lnTo>
                    <a:pt x="8064" y="7498"/>
                  </a:lnTo>
                  <a:cubicBezTo>
                    <a:pt x="17967" y="2971"/>
                    <a:pt x="27587" y="0"/>
                    <a:pt x="40602" y="0"/>
                  </a:cubicBezTo>
                  <a:cubicBezTo>
                    <a:pt x="65077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581" y="64086"/>
                  </a:moveTo>
                  <a:cubicBezTo>
                    <a:pt x="13581" y="75545"/>
                    <a:pt x="24050" y="82053"/>
                    <a:pt x="36075" y="82053"/>
                  </a:cubicBezTo>
                  <a:cubicBezTo>
                    <a:pt x="52486" y="82053"/>
                    <a:pt x="66067" y="72009"/>
                    <a:pt x="66067" y="57862"/>
                  </a:cubicBezTo>
                  <a:lnTo>
                    <a:pt x="66067" y="49232"/>
                  </a:lnTo>
                  <a:cubicBezTo>
                    <a:pt x="59418" y="47393"/>
                    <a:pt x="50647" y="45412"/>
                    <a:pt x="39753" y="45412"/>
                  </a:cubicBezTo>
                  <a:cubicBezTo>
                    <a:pt x="22918" y="45412"/>
                    <a:pt x="13581" y="52627"/>
                    <a:pt x="13581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7" name="Google Shape;844;p73"/>
            <p:cNvSpPr/>
            <p:nvPr/>
          </p:nvSpPr>
          <p:spPr>
            <a:xfrm>
              <a:off x="10769400" y="903960"/>
              <a:ext cx="54720" cy="74880"/>
            </a:xfrm>
            <a:custGeom>
              <a:avLst/>
              <a:gdLst>
                <a:gd name="textAreaLeft" fmla="*/ 0 w 54720"/>
                <a:gd name="textAreaRight" fmla="*/ 59400 w 54720"/>
                <a:gd name="textAreaTop" fmla="*/ 0 h 74880"/>
                <a:gd name="textAreaBottom" fmla="*/ 79560 h 74880"/>
              </a:gdLst>
              <a:ahLst/>
              <a:cxnLst/>
              <a:rect l="textAreaLeft" t="textAreaTop" r="textAreaRight" b="textAreaBottom"/>
              <a:pathLst>
                <a:path w="69179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401" y="16835"/>
                    <a:pt x="17401" y="24333"/>
                  </a:cubicBezTo>
                  <a:lnTo>
                    <a:pt x="17401" y="24616"/>
                  </a:lnTo>
                  <a:cubicBezTo>
                    <a:pt x="17401" y="33104"/>
                    <a:pt x="28436" y="36358"/>
                    <a:pt x="40461" y="40036"/>
                  </a:cubicBezTo>
                  <a:cubicBezTo>
                    <a:pt x="54325" y="44139"/>
                    <a:pt x="69179" y="49515"/>
                    <a:pt x="69179" y="65642"/>
                  </a:cubicBezTo>
                  <a:lnTo>
                    <a:pt x="69179" y="65925"/>
                  </a:lnTo>
                  <a:cubicBezTo>
                    <a:pt x="69179" y="82902"/>
                    <a:pt x="55174" y="92805"/>
                    <a:pt x="37348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8" name="Google Shape;845;p73"/>
            <p:cNvSpPr/>
            <p:nvPr/>
          </p:nvSpPr>
          <p:spPr>
            <a:xfrm>
              <a:off x="10888200" y="873000"/>
              <a:ext cx="41760" cy="104400"/>
            </a:xfrm>
            <a:custGeom>
              <a:avLst/>
              <a:gdLst>
                <a:gd name="textAreaLeft" fmla="*/ 0 w 41760"/>
                <a:gd name="textAreaRight" fmla="*/ 46440 w 41760"/>
                <a:gd name="textAreaTop" fmla="*/ 0 h 104400"/>
                <a:gd name="textAreaBottom" fmla="*/ 109080 h 104400"/>
              </a:gdLst>
              <a:ahLst/>
              <a:cxnLst/>
              <a:rect l="textAreaLeft" t="textAreaTop" r="textAreaRight" b="textAreaBottom"/>
              <a:pathLst>
                <a:path w="54041" h="127182">
                  <a:moveTo>
                    <a:pt x="53900" y="37914"/>
                  </a:moveTo>
                  <a:lnTo>
                    <a:pt x="53900" y="49373"/>
                  </a:lnTo>
                  <a:lnTo>
                    <a:pt x="25606" y="49373"/>
                  </a:lnTo>
                  <a:lnTo>
                    <a:pt x="25606" y="127182"/>
                  </a:lnTo>
                  <a:lnTo>
                    <a:pt x="12308" y="127182"/>
                  </a:lnTo>
                  <a:lnTo>
                    <a:pt x="12308" y="49373"/>
                  </a:lnTo>
                  <a:lnTo>
                    <a:pt x="0" y="49373"/>
                  </a:lnTo>
                  <a:lnTo>
                    <a:pt x="0" y="37773"/>
                  </a:lnTo>
                  <a:lnTo>
                    <a:pt x="12308" y="37773"/>
                  </a:lnTo>
                  <a:lnTo>
                    <a:pt x="12308" y="29992"/>
                  </a:lnTo>
                  <a:cubicBezTo>
                    <a:pt x="12308" y="10469"/>
                    <a:pt x="22211" y="0"/>
                    <a:pt x="39329" y="0"/>
                  </a:cubicBezTo>
                  <a:cubicBezTo>
                    <a:pt x="45554" y="0"/>
                    <a:pt x="49798" y="707"/>
                    <a:pt x="54042" y="2264"/>
                  </a:cubicBezTo>
                  <a:lnTo>
                    <a:pt x="54042" y="13864"/>
                  </a:lnTo>
                  <a:cubicBezTo>
                    <a:pt x="49232" y="12449"/>
                    <a:pt x="45554" y="11601"/>
                    <a:pt x="41027" y="11601"/>
                  </a:cubicBezTo>
                  <a:cubicBezTo>
                    <a:pt x="30558" y="11601"/>
                    <a:pt x="25465" y="17825"/>
                    <a:pt x="25465" y="30699"/>
                  </a:cubicBezTo>
                  <a:lnTo>
                    <a:pt x="25465" y="37914"/>
                  </a:lnTo>
                  <a:lnTo>
                    <a:pt x="53900" y="3791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9" name="Google Shape;846;p73"/>
            <p:cNvSpPr/>
            <p:nvPr/>
          </p:nvSpPr>
          <p:spPr>
            <a:xfrm>
              <a:off x="10942920" y="903600"/>
              <a:ext cx="75600" cy="75600"/>
            </a:xfrm>
            <a:custGeom>
              <a:avLst/>
              <a:gdLst>
                <a:gd name="textAreaLeft" fmla="*/ 0 w 75600"/>
                <a:gd name="textAreaRight" fmla="*/ 80280 w 75600"/>
                <a:gd name="textAreaTop" fmla="*/ 0 h 75600"/>
                <a:gd name="textAreaBottom" fmla="*/ 80280 h 75600"/>
              </a:gdLst>
              <a:ahLst/>
              <a:cxnLst/>
              <a:rect l="textAreaLeft" t="textAreaTop" r="textAreaRight" b="textAreaBottom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723" y="27304"/>
                    <a:pt x="13723" y="46685"/>
                  </a:cubicBezTo>
                  <a:cubicBezTo>
                    <a:pt x="13723" y="66067"/>
                    <a:pt x="27870" y="81629"/>
                    <a:pt x="46827" y="81629"/>
                  </a:cubicBezTo>
                  <a:cubicBezTo>
                    <a:pt x="65784" y="81629"/>
                    <a:pt x="79790" y="66208"/>
                    <a:pt x="79790" y="46968"/>
                  </a:cubicBezTo>
                  <a:cubicBezTo>
                    <a:pt x="79790" y="27728"/>
                    <a:pt x="65360" y="11742"/>
                    <a:pt x="46544" y="11742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0" name="Google Shape;847;p73"/>
            <p:cNvSpPr/>
            <p:nvPr/>
          </p:nvSpPr>
          <p:spPr>
            <a:xfrm>
              <a:off x="11043720" y="903960"/>
              <a:ext cx="38160" cy="73440"/>
            </a:xfrm>
            <a:custGeom>
              <a:avLst/>
              <a:gdLst>
                <a:gd name="textAreaLeft" fmla="*/ 0 w 38160"/>
                <a:gd name="textAreaRight" fmla="*/ 42840 w 38160"/>
                <a:gd name="textAreaTop" fmla="*/ 0 h 73440"/>
                <a:gd name="textAreaBottom" fmla="*/ 78120 h 7344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90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1" name="Google Shape;848;p73"/>
            <p:cNvSpPr/>
            <p:nvPr/>
          </p:nvSpPr>
          <p:spPr>
            <a:xfrm>
              <a:off x="11103840" y="903600"/>
              <a:ext cx="111600" cy="73800"/>
            </a:xfrm>
            <a:custGeom>
              <a:avLst/>
              <a:gdLst>
                <a:gd name="textAreaLeft" fmla="*/ 0 w 111600"/>
                <a:gd name="textAreaRight" fmla="*/ 116280 w 111600"/>
                <a:gd name="textAreaTop" fmla="*/ 0 h 73800"/>
                <a:gd name="textAreaBottom" fmla="*/ 78480 h 73800"/>
              </a:gdLst>
              <a:ahLst/>
              <a:cxnLst/>
              <a:rect l="textAreaLeft" t="textAreaTop" r="textAreaRight" b="textAreaBottom"/>
              <a:pathLst>
                <a:path w="135670" h="91531">
                  <a:moveTo>
                    <a:pt x="102425" y="0"/>
                  </a:moveTo>
                  <a:cubicBezTo>
                    <a:pt x="123080" y="0"/>
                    <a:pt x="135670" y="13864"/>
                    <a:pt x="135670" y="36075"/>
                  </a:cubicBezTo>
                  <a:lnTo>
                    <a:pt x="135670" y="91532"/>
                  </a:lnTo>
                  <a:lnTo>
                    <a:pt x="122372" y="91532"/>
                  </a:lnTo>
                  <a:lnTo>
                    <a:pt x="122372" y="39187"/>
                  </a:lnTo>
                  <a:cubicBezTo>
                    <a:pt x="122372" y="21787"/>
                    <a:pt x="113743" y="12166"/>
                    <a:pt x="99171" y="12166"/>
                  </a:cubicBezTo>
                  <a:cubicBezTo>
                    <a:pt x="85590" y="12166"/>
                    <a:pt x="74414" y="22211"/>
                    <a:pt x="74414" y="39895"/>
                  </a:cubicBezTo>
                  <a:lnTo>
                    <a:pt x="74414" y="91532"/>
                  </a:lnTo>
                  <a:lnTo>
                    <a:pt x="61257" y="91532"/>
                  </a:lnTo>
                  <a:lnTo>
                    <a:pt x="61257" y="38904"/>
                  </a:lnTo>
                  <a:cubicBezTo>
                    <a:pt x="61257" y="22069"/>
                    <a:pt x="52486" y="12166"/>
                    <a:pt x="38197" y="12166"/>
                  </a:cubicBezTo>
                  <a:cubicBezTo>
                    <a:pt x="23908" y="12166"/>
                    <a:pt x="13298" y="23909"/>
                    <a:pt x="13298" y="40461"/>
                  </a:cubicBezTo>
                  <a:lnTo>
                    <a:pt x="13298" y="91532"/>
                  </a:ln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118"/>
                  </a:lnTo>
                  <a:cubicBezTo>
                    <a:pt x="19240" y="8347"/>
                    <a:pt x="27162" y="141"/>
                    <a:pt x="42300" y="141"/>
                  </a:cubicBezTo>
                  <a:cubicBezTo>
                    <a:pt x="57437" y="141"/>
                    <a:pt x="66208" y="7922"/>
                    <a:pt x="71018" y="17967"/>
                  </a:cubicBezTo>
                  <a:cubicBezTo>
                    <a:pt x="77384" y="8064"/>
                    <a:pt x="87004" y="141"/>
                    <a:pt x="102566" y="14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240" bIns="3924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2" name="Google Shape;849;p73"/>
            <p:cNvSpPr/>
            <p:nvPr/>
          </p:nvSpPr>
          <p:spPr>
            <a:xfrm>
              <a:off x="11239560" y="903960"/>
              <a:ext cx="62640" cy="74880"/>
            </a:xfrm>
            <a:custGeom>
              <a:avLst/>
              <a:gdLst>
                <a:gd name="textAreaLeft" fmla="*/ 0 w 62640"/>
                <a:gd name="textAreaRight" fmla="*/ 67320 w 62640"/>
                <a:gd name="textAreaTop" fmla="*/ 0 h 74880"/>
                <a:gd name="textAreaBottom" fmla="*/ 79560 h 7488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3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3" name="Google Shape;850;p73"/>
            <p:cNvSpPr/>
            <p:nvPr/>
          </p:nvSpPr>
          <p:spPr>
            <a:xfrm>
              <a:off x="11324880" y="903960"/>
              <a:ext cx="54720" cy="74880"/>
            </a:xfrm>
            <a:custGeom>
              <a:avLst/>
              <a:gdLst>
                <a:gd name="textAreaLeft" fmla="*/ 0 w 54720"/>
                <a:gd name="textAreaRight" fmla="*/ 59400 w 54720"/>
                <a:gd name="textAreaTop" fmla="*/ 0 h 74880"/>
                <a:gd name="textAreaBottom" fmla="*/ 79560 h 74880"/>
              </a:gdLst>
              <a:ahLst/>
              <a:cxnLst/>
              <a:rect l="textAreaLeft" t="textAreaTop" r="textAreaRight" b="textAreaBottom"/>
              <a:pathLst>
                <a:path w="69037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1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4" name="Google Shape;851;p73"/>
            <p:cNvSpPr/>
            <p:nvPr/>
          </p:nvSpPr>
          <p:spPr>
            <a:xfrm>
              <a:off x="10208160" y="1039680"/>
              <a:ext cx="73080" cy="105480"/>
            </a:xfrm>
            <a:custGeom>
              <a:avLst/>
              <a:gdLst>
                <a:gd name="textAreaLeft" fmla="*/ 0 w 73080"/>
                <a:gd name="textAreaRight" fmla="*/ 77760 w 73080"/>
                <a:gd name="textAreaTop" fmla="*/ 0 h 105480"/>
                <a:gd name="textAreaBottom" fmla="*/ 110160 h 10548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5" name="Google Shape;852;p73"/>
            <p:cNvSpPr/>
            <p:nvPr/>
          </p:nvSpPr>
          <p:spPr>
            <a:xfrm>
              <a:off x="10306800" y="1069920"/>
              <a:ext cx="68040" cy="75600"/>
            </a:xfrm>
            <a:custGeom>
              <a:avLst/>
              <a:gdLst>
                <a:gd name="textAreaLeft" fmla="*/ 0 w 68040"/>
                <a:gd name="textAreaRight" fmla="*/ 72720 w 68040"/>
                <a:gd name="textAreaTop" fmla="*/ 0 h 75600"/>
                <a:gd name="textAreaBottom" fmla="*/ 80280 h 75600"/>
              </a:gdLst>
              <a:ahLst/>
              <a:cxnLst/>
              <a:rect l="textAreaLeft" t="textAreaTop" r="textAreaRight" b="textAreaBottom"/>
              <a:pathLst>
                <a:path w="84741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5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6" name="Google Shape;853;p73"/>
            <p:cNvSpPr/>
            <p:nvPr/>
          </p:nvSpPr>
          <p:spPr>
            <a:xfrm>
              <a:off x="10438200" y="1070280"/>
              <a:ext cx="62640" cy="74880"/>
            </a:xfrm>
            <a:custGeom>
              <a:avLst/>
              <a:gdLst>
                <a:gd name="textAreaLeft" fmla="*/ 0 w 62640"/>
                <a:gd name="textAreaRight" fmla="*/ 67320 w 62640"/>
                <a:gd name="textAreaTop" fmla="*/ 0 h 74880"/>
                <a:gd name="textAreaBottom" fmla="*/ 79560 h 7488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6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767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7" name="Google Shape;854;p73"/>
            <p:cNvSpPr/>
            <p:nvPr/>
          </p:nvSpPr>
          <p:spPr>
            <a:xfrm>
              <a:off x="10530360" y="1069560"/>
              <a:ext cx="73080" cy="97560"/>
            </a:xfrm>
            <a:custGeom>
              <a:avLst/>
              <a:gdLst>
                <a:gd name="textAreaLeft" fmla="*/ 0 w 73080"/>
                <a:gd name="textAreaRight" fmla="*/ 77760 w 73080"/>
                <a:gd name="textAreaTop" fmla="*/ 0 h 97560"/>
                <a:gd name="textAreaBottom" fmla="*/ 102240 h 97560"/>
              </a:gdLst>
              <a:ahLst/>
              <a:cxnLst/>
              <a:rect l="textAreaLeft" t="textAreaTop" r="textAreaRight" b="textAreaBottom"/>
              <a:pathLst>
                <a:path w="90541" h="119259">
                  <a:moveTo>
                    <a:pt x="47676" y="93512"/>
                  </a:moveTo>
                  <a:cubicBezTo>
                    <a:pt x="30982" y="93512"/>
                    <a:pt x="20230" y="84458"/>
                    <a:pt x="13298" y="74414"/>
                  </a:cubicBezTo>
                  <a:lnTo>
                    <a:pt x="13298" y="119260"/>
                  </a:lnTo>
                  <a:lnTo>
                    <a:pt x="0" y="119260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9947"/>
                  </a:lnTo>
                  <a:cubicBezTo>
                    <a:pt x="20513" y="9196"/>
                    <a:pt x="31124" y="0"/>
                    <a:pt x="47676" y="0"/>
                  </a:cubicBezTo>
                  <a:cubicBezTo>
                    <a:pt x="69179" y="0"/>
                    <a:pt x="90541" y="16977"/>
                    <a:pt x="90541" y="46685"/>
                  </a:cubicBezTo>
                  <a:cubicBezTo>
                    <a:pt x="90541" y="76394"/>
                    <a:pt x="69462" y="93512"/>
                    <a:pt x="47676" y="93512"/>
                  </a:cubicBezTo>
                  <a:close/>
                  <a:moveTo>
                    <a:pt x="45271" y="12025"/>
                  </a:moveTo>
                  <a:cubicBezTo>
                    <a:pt x="28577" y="12025"/>
                    <a:pt x="12874" y="25889"/>
                    <a:pt x="12874" y="46685"/>
                  </a:cubicBezTo>
                  <a:cubicBezTo>
                    <a:pt x="12874" y="67482"/>
                    <a:pt x="28577" y="81487"/>
                    <a:pt x="45271" y="81487"/>
                  </a:cubicBezTo>
                  <a:cubicBezTo>
                    <a:pt x="61964" y="81487"/>
                    <a:pt x="76819" y="68613"/>
                    <a:pt x="76819" y="46827"/>
                  </a:cubicBezTo>
                  <a:cubicBezTo>
                    <a:pt x="76819" y="25040"/>
                    <a:pt x="62247" y="12025"/>
                    <a:pt x="45271" y="1202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8" name="Google Shape;855;p73"/>
            <p:cNvSpPr/>
            <p:nvPr/>
          </p:nvSpPr>
          <p:spPr>
            <a:xfrm>
              <a:off x="10629000" y="1069920"/>
              <a:ext cx="38160" cy="73440"/>
            </a:xfrm>
            <a:custGeom>
              <a:avLst/>
              <a:gdLst>
                <a:gd name="textAreaLeft" fmla="*/ 0 w 38160"/>
                <a:gd name="textAreaRight" fmla="*/ 42840 w 38160"/>
                <a:gd name="textAreaTop" fmla="*/ 0 h 73440"/>
                <a:gd name="textAreaBottom" fmla="*/ 78120 h 7344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9" name="Google Shape;856;p73"/>
            <p:cNvSpPr/>
            <p:nvPr/>
          </p:nvSpPr>
          <p:spPr>
            <a:xfrm>
              <a:off x="10681200" y="1069920"/>
              <a:ext cx="68040" cy="75600"/>
            </a:xfrm>
            <a:custGeom>
              <a:avLst/>
              <a:gdLst>
                <a:gd name="textAreaLeft" fmla="*/ 0 w 68040"/>
                <a:gd name="textAreaRight" fmla="*/ 72720 w 68040"/>
                <a:gd name="textAreaTop" fmla="*/ 0 h 75600"/>
                <a:gd name="textAreaBottom" fmla="*/ 80280 h 75600"/>
              </a:gdLst>
              <a:ahLst/>
              <a:cxnLst/>
              <a:rect l="textAreaLeft" t="textAreaTop" r="textAreaRight" b="textAreaBottom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0" name="Google Shape;857;p73"/>
            <p:cNvSpPr/>
            <p:nvPr/>
          </p:nvSpPr>
          <p:spPr>
            <a:xfrm>
              <a:off x="10774080" y="1069560"/>
              <a:ext cx="62640" cy="73800"/>
            </a:xfrm>
            <a:custGeom>
              <a:avLst/>
              <a:gdLst>
                <a:gd name="textAreaLeft" fmla="*/ 0 w 62640"/>
                <a:gd name="textAreaRight" fmla="*/ 67320 w 62640"/>
                <a:gd name="textAreaTop" fmla="*/ 0 h 73800"/>
                <a:gd name="textAreaBottom" fmla="*/ 78480 h 73800"/>
              </a:gdLst>
              <a:ahLst/>
              <a:cxnLst/>
              <a:rect l="textAreaLeft" t="textAreaTop" r="textAreaRight" b="textAreaBottom"/>
              <a:pathLst>
                <a:path w="78374" h="91531">
                  <a:moveTo>
                    <a:pt x="13298" y="91532"/>
                  </a:move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542"/>
                  </a:lnTo>
                  <a:cubicBezTo>
                    <a:pt x="19240" y="7781"/>
                    <a:pt x="28577" y="0"/>
                    <a:pt x="43997" y="0"/>
                  </a:cubicBezTo>
                  <a:cubicBezTo>
                    <a:pt x="65642" y="0"/>
                    <a:pt x="78375" y="14572"/>
                    <a:pt x="78375" y="35934"/>
                  </a:cubicBezTo>
                  <a:lnTo>
                    <a:pt x="78375" y="91532"/>
                  </a:lnTo>
                  <a:lnTo>
                    <a:pt x="65077" y="91532"/>
                  </a:lnTo>
                  <a:lnTo>
                    <a:pt x="65077" y="39187"/>
                  </a:lnTo>
                  <a:cubicBezTo>
                    <a:pt x="65077" y="22494"/>
                    <a:pt x="56022" y="12166"/>
                    <a:pt x="40319" y="12166"/>
                  </a:cubicBezTo>
                  <a:cubicBezTo>
                    <a:pt x="24616" y="12166"/>
                    <a:pt x="13440" y="23484"/>
                    <a:pt x="13440" y="40178"/>
                  </a:cubicBezTo>
                  <a:lnTo>
                    <a:pt x="13440" y="91532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240" bIns="3924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1" name="Google Shape;858;p73"/>
            <p:cNvSpPr/>
            <p:nvPr/>
          </p:nvSpPr>
          <p:spPr>
            <a:xfrm>
              <a:off x="10860840" y="1039680"/>
              <a:ext cx="73080" cy="105480"/>
            </a:xfrm>
            <a:custGeom>
              <a:avLst/>
              <a:gdLst>
                <a:gd name="textAreaLeft" fmla="*/ 0 w 73080"/>
                <a:gd name="textAreaRight" fmla="*/ 77760 w 73080"/>
                <a:gd name="textAreaTop" fmla="*/ 0 h 105480"/>
                <a:gd name="textAreaBottom" fmla="*/ 110160 h 10548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2" name="Google Shape;859;p73"/>
            <p:cNvSpPr/>
            <p:nvPr/>
          </p:nvSpPr>
          <p:spPr>
            <a:xfrm>
              <a:off x="10959480" y="1069920"/>
              <a:ext cx="68040" cy="75600"/>
            </a:xfrm>
            <a:custGeom>
              <a:avLst/>
              <a:gdLst>
                <a:gd name="textAreaLeft" fmla="*/ 0 w 68040"/>
                <a:gd name="textAreaRight" fmla="*/ 72720 w 68040"/>
                <a:gd name="textAreaTop" fmla="*/ 0 h 75600"/>
                <a:gd name="textAreaBottom" fmla="*/ 80280 h 75600"/>
              </a:gdLst>
              <a:ahLst/>
              <a:cxnLst/>
              <a:rect l="textAreaLeft" t="textAreaTop" r="textAreaRight" b="textAreaBottom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599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3" name="Google Shape;860;p73"/>
            <p:cNvSpPr/>
            <p:nvPr/>
          </p:nvSpPr>
          <p:spPr>
            <a:xfrm>
              <a:off x="11052360" y="1069920"/>
              <a:ext cx="38160" cy="73440"/>
            </a:xfrm>
            <a:custGeom>
              <a:avLst/>
              <a:gdLst>
                <a:gd name="textAreaLeft" fmla="*/ 0 w 38160"/>
                <a:gd name="textAreaRight" fmla="*/ 42840 w 38160"/>
                <a:gd name="textAreaTop" fmla="*/ 0 h 73440"/>
                <a:gd name="textAreaBottom" fmla="*/ 78120 h 7344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474" name="Google Shape;861;p73"/>
          <p:cNvGrpSpPr/>
          <p:nvPr/>
        </p:nvGrpSpPr>
        <p:grpSpPr>
          <a:xfrm>
            <a:off x="10113480" y="597240"/>
            <a:ext cx="604800" cy="147960"/>
            <a:chOff x="10113480" y="597240"/>
            <a:chExt cx="604800" cy="147960"/>
          </a:xfrm>
        </p:grpSpPr>
        <p:sp>
          <p:nvSpPr>
            <p:cNvPr id="1475" name="Google Shape;862;p73"/>
            <p:cNvSpPr/>
            <p:nvPr/>
          </p:nvSpPr>
          <p:spPr>
            <a:xfrm>
              <a:off x="10627560" y="603360"/>
              <a:ext cx="90720" cy="141120"/>
            </a:xfrm>
            <a:custGeom>
              <a:avLst/>
              <a:gdLst>
                <a:gd name="textAreaLeft" fmla="*/ 0 w 90720"/>
                <a:gd name="textAreaRight" fmla="*/ 95400 w 90720"/>
                <a:gd name="textAreaTop" fmla="*/ 0 h 141120"/>
                <a:gd name="textAreaBottom" fmla="*/ 145800 h 141120"/>
              </a:gdLst>
              <a:ahLst/>
              <a:cxnLst/>
              <a:rect l="textAreaLeft" t="textAreaTop" r="textAreaRight" b="textAreaBottom"/>
              <a:pathLst>
                <a:path w="111337" h="169906">
                  <a:moveTo>
                    <a:pt x="111338" y="135953"/>
                  </a:moveTo>
                  <a:cubicBezTo>
                    <a:pt x="110489" y="135953"/>
                    <a:pt x="109781" y="135953"/>
                    <a:pt x="108933" y="135953"/>
                  </a:cubicBezTo>
                  <a:cubicBezTo>
                    <a:pt x="75404" y="135953"/>
                    <a:pt x="51071" y="114450"/>
                    <a:pt x="51071" y="84882"/>
                  </a:cubicBezTo>
                  <a:lnTo>
                    <a:pt x="51071" y="84175"/>
                  </a:lnTo>
                  <a:cubicBezTo>
                    <a:pt x="51071" y="55881"/>
                    <a:pt x="75404" y="33670"/>
                    <a:pt x="106528" y="33670"/>
                  </a:cubicBezTo>
                  <a:cubicBezTo>
                    <a:pt x="108225" y="33670"/>
                    <a:pt x="109781" y="33670"/>
                    <a:pt x="111338" y="33812"/>
                  </a:cubicBezTo>
                  <a:lnTo>
                    <a:pt x="111338" y="0"/>
                  </a:lnTo>
                  <a:cubicBezTo>
                    <a:pt x="109923" y="0"/>
                    <a:pt x="108367" y="0"/>
                    <a:pt x="106952" y="0"/>
                  </a:cubicBezTo>
                  <a:cubicBezTo>
                    <a:pt x="45978" y="0"/>
                    <a:pt x="0" y="36499"/>
                    <a:pt x="0" y="85024"/>
                  </a:cubicBezTo>
                  <a:lnTo>
                    <a:pt x="0" y="85590"/>
                  </a:lnTo>
                  <a:cubicBezTo>
                    <a:pt x="0" y="132841"/>
                    <a:pt x="46685" y="169906"/>
                    <a:pt x="106103" y="169906"/>
                  </a:cubicBezTo>
                  <a:cubicBezTo>
                    <a:pt x="107942" y="169906"/>
                    <a:pt x="109640" y="169906"/>
                    <a:pt x="111338" y="169906"/>
                  </a:cubicBezTo>
                  <a:lnTo>
                    <a:pt x="111338" y="135953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6" name="Google Shape;863;p73"/>
            <p:cNvSpPr/>
            <p:nvPr/>
          </p:nvSpPr>
          <p:spPr>
            <a:xfrm>
              <a:off x="10113480" y="597240"/>
              <a:ext cx="133200" cy="147960"/>
            </a:xfrm>
            <a:custGeom>
              <a:avLst/>
              <a:gdLst>
                <a:gd name="textAreaLeft" fmla="*/ 0 w 133200"/>
                <a:gd name="textAreaRight" fmla="*/ 137880 w 133200"/>
                <a:gd name="textAreaTop" fmla="*/ 0 h 147960"/>
                <a:gd name="textAreaBottom" fmla="*/ 152640 h 147960"/>
              </a:gdLst>
              <a:ahLst/>
              <a:cxnLst/>
              <a:rect l="textAreaLeft" t="textAreaTop" r="textAreaRight" b="textAreaBottom"/>
              <a:pathLst>
                <a:path w="160852" h="177970">
                  <a:moveTo>
                    <a:pt x="94785" y="71867"/>
                  </a:moveTo>
                  <a:cubicBezTo>
                    <a:pt x="58852" y="64228"/>
                    <a:pt x="53759" y="60549"/>
                    <a:pt x="53759" y="49090"/>
                  </a:cubicBezTo>
                  <a:lnTo>
                    <a:pt x="53759" y="48524"/>
                  </a:lnTo>
                  <a:cubicBezTo>
                    <a:pt x="53759" y="40178"/>
                    <a:pt x="62955" y="33529"/>
                    <a:pt x="80497" y="33529"/>
                  </a:cubicBezTo>
                  <a:cubicBezTo>
                    <a:pt x="89410" y="33529"/>
                    <a:pt x="101152" y="35934"/>
                    <a:pt x="109357" y="39046"/>
                  </a:cubicBezTo>
                  <a:lnTo>
                    <a:pt x="109357" y="2829"/>
                  </a:lnTo>
                  <a:cubicBezTo>
                    <a:pt x="101718" y="1556"/>
                    <a:pt x="90117" y="0"/>
                    <a:pt x="81204" y="0"/>
                  </a:cubicBezTo>
                  <a:cubicBezTo>
                    <a:pt x="38622" y="0"/>
                    <a:pt x="8347" y="20796"/>
                    <a:pt x="8347" y="52203"/>
                  </a:cubicBezTo>
                  <a:lnTo>
                    <a:pt x="8347" y="52627"/>
                  </a:lnTo>
                  <a:cubicBezTo>
                    <a:pt x="8347" y="87005"/>
                    <a:pt x="35368" y="96625"/>
                    <a:pt x="77243" y="105537"/>
                  </a:cubicBezTo>
                  <a:cubicBezTo>
                    <a:pt x="112045" y="112894"/>
                    <a:pt x="115299" y="117845"/>
                    <a:pt x="115299" y="127607"/>
                  </a:cubicBezTo>
                  <a:lnTo>
                    <a:pt x="115299" y="128031"/>
                  </a:lnTo>
                  <a:cubicBezTo>
                    <a:pt x="115299" y="138217"/>
                    <a:pt x="103981" y="144300"/>
                    <a:pt x="85307" y="144300"/>
                  </a:cubicBezTo>
                  <a:cubicBezTo>
                    <a:pt x="61540" y="144300"/>
                    <a:pt x="45837" y="136095"/>
                    <a:pt x="27021" y="123363"/>
                  </a:cubicBezTo>
                  <a:lnTo>
                    <a:pt x="0" y="150242"/>
                  </a:lnTo>
                  <a:cubicBezTo>
                    <a:pt x="24899" y="168775"/>
                    <a:pt x="52910" y="177970"/>
                    <a:pt x="84458" y="177970"/>
                  </a:cubicBezTo>
                  <a:cubicBezTo>
                    <a:pt x="129304" y="177970"/>
                    <a:pt x="160852" y="158730"/>
                    <a:pt x="160852" y="124353"/>
                  </a:cubicBezTo>
                  <a:lnTo>
                    <a:pt x="160852" y="123928"/>
                  </a:lnTo>
                  <a:cubicBezTo>
                    <a:pt x="160852" y="93795"/>
                    <a:pt x="137085" y="81204"/>
                    <a:pt x="94927" y="72009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7" name="Google Shape;864;p73"/>
            <p:cNvSpPr/>
            <p:nvPr/>
          </p:nvSpPr>
          <p:spPr>
            <a:xfrm>
              <a:off x="10246320" y="618480"/>
              <a:ext cx="129600" cy="122040"/>
            </a:xfrm>
            <a:custGeom>
              <a:avLst/>
              <a:gdLst>
                <a:gd name="textAreaLeft" fmla="*/ 0 w 129600"/>
                <a:gd name="textAreaRight" fmla="*/ 134280 w 129600"/>
                <a:gd name="textAreaTop" fmla="*/ 0 h 122040"/>
                <a:gd name="textAreaBottom" fmla="*/ 126720 h 122040"/>
              </a:gdLst>
              <a:ahLst/>
              <a:cxnLst/>
              <a:rect l="textAreaLeft" t="textAreaTop" r="textAreaRight" b="textAreaBottom"/>
              <a:pathLst>
                <a:path w="156325" h="147695">
                  <a:moveTo>
                    <a:pt x="44563" y="62389"/>
                  </a:moveTo>
                  <a:cubicBezTo>
                    <a:pt x="48100" y="44139"/>
                    <a:pt x="60408" y="32255"/>
                    <a:pt x="79224" y="32255"/>
                  </a:cubicBezTo>
                  <a:cubicBezTo>
                    <a:pt x="98039" y="32255"/>
                    <a:pt x="110347" y="44422"/>
                    <a:pt x="113035" y="62389"/>
                  </a:cubicBezTo>
                  <a:lnTo>
                    <a:pt x="44563" y="62389"/>
                  </a:lnTo>
                  <a:close/>
                  <a:moveTo>
                    <a:pt x="79224" y="0"/>
                  </a:moveTo>
                  <a:cubicBezTo>
                    <a:pt x="32538" y="0"/>
                    <a:pt x="0" y="33387"/>
                    <a:pt x="0" y="73848"/>
                  </a:cubicBezTo>
                  <a:lnTo>
                    <a:pt x="0" y="74414"/>
                  </a:lnTo>
                  <a:cubicBezTo>
                    <a:pt x="0" y="117845"/>
                    <a:pt x="35651" y="147695"/>
                    <a:pt x="83751" y="147695"/>
                  </a:cubicBezTo>
                  <a:cubicBezTo>
                    <a:pt x="85165" y="147695"/>
                    <a:pt x="89551" y="147554"/>
                    <a:pt x="90966" y="147554"/>
                  </a:cubicBezTo>
                  <a:lnTo>
                    <a:pt x="90966" y="115157"/>
                  </a:lnTo>
                  <a:cubicBezTo>
                    <a:pt x="89834" y="115157"/>
                    <a:pt x="85448" y="115440"/>
                    <a:pt x="84317" y="115440"/>
                  </a:cubicBezTo>
                  <a:cubicBezTo>
                    <a:pt x="63945" y="115440"/>
                    <a:pt x="49656" y="105962"/>
                    <a:pt x="45129" y="87712"/>
                  </a:cubicBezTo>
                  <a:lnTo>
                    <a:pt x="155759" y="87712"/>
                  </a:lnTo>
                  <a:cubicBezTo>
                    <a:pt x="156042" y="84034"/>
                    <a:pt x="156325" y="81629"/>
                    <a:pt x="156325" y="77667"/>
                  </a:cubicBezTo>
                  <a:lnTo>
                    <a:pt x="156325" y="77102"/>
                  </a:lnTo>
                  <a:cubicBezTo>
                    <a:pt x="156325" y="36924"/>
                    <a:pt x="132841" y="141"/>
                    <a:pt x="79224" y="141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8" name="Google Shape;865;p73"/>
            <p:cNvSpPr/>
            <p:nvPr/>
          </p:nvSpPr>
          <p:spPr>
            <a:xfrm>
              <a:off x="10378800" y="619920"/>
              <a:ext cx="120960" cy="118440"/>
            </a:xfrm>
            <a:custGeom>
              <a:avLst/>
              <a:gdLst>
                <a:gd name="textAreaLeft" fmla="*/ 0 w 120960"/>
                <a:gd name="textAreaRight" fmla="*/ 125640 w 120960"/>
                <a:gd name="textAreaTop" fmla="*/ 0 h 118440"/>
                <a:gd name="textAreaBottom" fmla="*/ 123120 h 118440"/>
              </a:gdLst>
              <a:ahLst/>
              <a:cxnLst/>
              <a:rect l="textAreaLeft" t="textAreaTop" r="textAreaRight" b="textAreaBottom"/>
              <a:pathLst>
                <a:path w="146280" h="143451">
                  <a:moveTo>
                    <a:pt x="146139" y="68330"/>
                  </a:moveTo>
                  <a:cubicBezTo>
                    <a:pt x="146139" y="29992"/>
                    <a:pt x="122655" y="0"/>
                    <a:pt x="73140" y="0"/>
                  </a:cubicBezTo>
                  <a:cubicBezTo>
                    <a:pt x="23626" y="0"/>
                    <a:pt x="0" y="29992"/>
                    <a:pt x="0" y="68330"/>
                  </a:cubicBezTo>
                  <a:lnTo>
                    <a:pt x="0" y="143451"/>
                  </a:lnTo>
                  <a:lnTo>
                    <a:pt x="45978" y="143451"/>
                  </a:lnTo>
                  <a:lnTo>
                    <a:pt x="45978" y="65642"/>
                  </a:lnTo>
                  <a:cubicBezTo>
                    <a:pt x="46827" y="51495"/>
                    <a:pt x="52344" y="34660"/>
                    <a:pt x="73140" y="34660"/>
                  </a:cubicBezTo>
                  <a:cubicBezTo>
                    <a:pt x="93937" y="34660"/>
                    <a:pt x="99878" y="51495"/>
                    <a:pt x="100727" y="65642"/>
                  </a:cubicBezTo>
                  <a:lnTo>
                    <a:pt x="100727" y="143451"/>
                  </a:lnTo>
                  <a:lnTo>
                    <a:pt x="146281" y="143451"/>
                  </a:lnTo>
                  <a:lnTo>
                    <a:pt x="146281" y="6833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9" name="Google Shape;866;p73"/>
            <p:cNvSpPr/>
            <p:nvPr/>
          </p:nvSpPr>
          <p:spPr>
            <a:xfrm>
              <a:off x="10503000" y="619200"/>
              <a:ext cx="122040" cy="120600"/>
            </a:xfrm>
            <a:custGeom>
              <a:avLst/>
              <a:gdLst>
                <a:gd name="textAreaLeft" fmla="*/ 0 w 122040"/>
                <a:gd name="textAreaRight" fmla="*/ 126720 w 122040"/>
                <a:gd name="textAreaTop" fmla="*/ 0 h 120600"/>
                <a:gd name="textAreaBottom" fmla="*/ 125280 h 120600"/>
              </a:gdLst>
              <a:ahLst/>
              <a:cxnLst/>
              <a:rect l="textAreaLeft" t="textAreaTop" r="textAreaRight" b="textAreaBottom"/>
              <a:pathLst>
                <a:path w="147554" h="145856">
                  <a:moveTo>
                    <a:pt x="75970" y="0"/>
                  </a:moveTo>
                  <a:cubicBezTo>
                    <a:pt x="73989" y="0"/>
                    <a:pt x="67057" y="0"/>
                    <a:pt x="65077" y="0"/>
                  </a:cubicBezTo>
                  <a:lnTo>
                    <a:pt x="65077" y="34236"/>
                  </a:lnTo>
                  <a:cubicBezTo>
                    <a:pt x="73989" y="34236"/>
                    <a:pt x="86014" y="35792"/>
                    <a:pt x="91532" y="38622"/>
                  </a:cubicBezTo>
                  <a:cubicBezTo>
                    <a:pt x="99454" y="42866"/>
                    <a:pt x="103557" y="49798"/>
                    <a:pt x="103840" y="59418"/>
                  </a:cubicBezTo>
                  <a:cubicBezTo>
                    <a:pt x="92946" y="58144"/>
                    <a:pt x="80780" y="57296"/>
                    <a:pt x="70028" y="57013"/>
                  </a:cubicBezTo>
                  <a:cubicBezTo>
                    <a:pt x="26597" y="55881"/>
                    <a:pt x="5093" y="70311"/>
                    <a:pt x="849" y="93229"/>
                  </a:cubicBezTo>
                  <a:cubicBezTo>
                    <a:pt x="849" y="93654"/>
                    <a:pt x="707" y="94078"/>
                    <a:pt x="566" y="94502"/>
                  </a:cubicBezTo>
                  <a:cubicBezTo>
                    <a:pt x="566" y="94644"/>
                    <a:pt x="566" y="94785"/>
                    <a:pt x="566" y="94927"/>
                  </a:cubicBezTo>
                  <a:cubicBezTo>
                    <a:pt x="283" y="97049"/>
                    <a:pt x="0" y="99454"/>
                    <a:pt x="0" y="101859"/>
                  </a:cubicBezTo>
                  <a:lnTo>
                    <a:pt x="0" y="102425"/>
                  </a:lnTo>
                  <a:cubicBezTo>
                    <a:pt x="0" y="130578"/>
                    <a:pt x="24899" y="145856"/>
                    <a:pt x="55032" y="145856"/>
                  </a:cubicBezTo>
                  <a:cubicBezTo>
                    <a:pt x="77243" y="145856"/>
                    <a:pt x="92522" y="138641"/>
                    <a:pt x="103557" y="127890"/>
                  </a:cubicBezTo>
                  <a:lnTo>
                    <a:pt x="103557" y="144300"/>
                  </a:lnTo>
                  <a:lnTo>
                    <a:pt x="147554" y="144300"/>
                  </a:lnTo>
                  <a:lnTo>
                    <a:pt x="147554" y="61115"/>
                  </a:lnTo>
                  <a:cubicBezTo>
                    <a:pt x="147554" y="22777"/>
                    <a:pt x="125768" y="0"/>
                    <a:pt x="76111" y="0"/>
                  </a:cubicBezTo>
                  <a:moveTo>
                    <a:pt x="103981" y="93654"/>
                  </a:moveTo>
                  <a:cubicBezTo>
                    <a:pt x="100020" y="114450"/>
                    <a:pt x="78658" y="117421"/>
                    <a:pt x="73848" y="117704"/>
                  </a:cubicBezTo>
                  <a:cubicBezTo>
                    <a:pt x="39187" y="119543"/>
                    <a:pt x="38056" y="95917"/>
                    <a:pt x="49656" y="88702"/>
                  </a:cubicBezTo>
                  <a:cubicBezTo>
                    <a:pt x="65218" y="79082"/>
                    <a:pt x="104264" y="84458"/>
                    <a:pt x="104264" y="84458"/>
                  </a:cubicBezTo>
                  <a:cubicBezTo>
                    <a:pt x="104264" y="85873"/>
                    <a:pt x="104688" y="89410"/>
                    <a:pt x="104264" y="93654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8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12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120" cy="397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_Curso_AWS">
    <p:bg>
      <p:bgPr>
        <a:solidFill>
          <a:srgbClr val="a9a39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922;p92"/>
          <p:cNvSpPr/>
          <p:nvPr/>
        </p:nvSpPr>
        <p:spPr>
          <a:xfrm>
            <a:off x="29865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3" name="Google Shape;1923;p92"/>
          <p:cNvSpPr/>
          <p:nvPr/>
        </p:nvSpPr>
        <p:spPr>
          <a:xfrm>
            <a:off x="35420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4" name="Google Shape;1924;p92"/>
          <p:cNvSpPr/>
          <p:nvPr/>
        </p:nvSpPr>
        <p:spPr>
          <a:xfrm>
            <a:off x="4049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5" name="Google Shape;1925;p92"/>
          <p:cNvSpPr/>
          <p:nvPr/>
        </p:nvSpPr>
        <p:spPr>
          <a:xfrm>
            <a:off x="456408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6" name="Google Shape;1926;p92"/>
          <p:cNvSpPr/>
          <p:nvPr/>
        </p:nvSpPr>
        <p:spPr>
          <a:xfrm>
            <a:off x="50781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7" name="Google Shape;1927;p92"/>
          <p:cNvSpPr/>
          <p:nvPr/>
        </p:nvSpPr>
        <p:spPr>
          <a:xfrm>
            <a:off x="6145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8" name="Google Shape;1928;p92"/>
          <p:cNvSpPr/>
          <p:nvPr/>
        </p:nvSpPr>
        <p:spPr>
          <a:xfrm>
            <a:off x="5633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9" name="Google Shape;1929;p92"/>
          <p:cNvSpPr/>
          <p:nvPr/>
        </p:nvSpPr>
        <p:spPr>
          <a:xfrm>
            <a:off x="67413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0" name="Google Shape;1930;p92"/>
          <p:cNvSpPr/>
          <p:nvPr/>
        </p:nvSpPr>
        <p:spPr>
          <a:xfrm>
            <a:off x="730332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1" name="Google Shape;1931;p92"/>
          <p:cNvSpPr/>
          <p:nvPr/>
        </p:nvSpPr>
        <p:spPr>
          <a:xfrm>
            <a:off x="7846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492" name="Google Shape;1932;p92"/>
          <p:cNvGrpSpPr/>
          <p:nvPr/>
        </p:nvGrpSpPr>
        <p:grpSpPr>
          <a:xfrm>
            <a:off x="730800" y="3085920"/>
            <a:ext cx="5703480" cy="2415240"/>
            <a:chOff x="730800" y="3085920"/>
            <a:chExt cx="5703480" cy="2415240"/>
          </a:xfrm>
        </p:grpSpPr>
        <p:sp>
          <p:nvSpPr>
            <p:cNvPr id="1493" name="Google Shape;1933;p92"/>
            <p:cNvSpPr/>
            <p:nvPr/>
          </p:nvSpPr>
          <p:spPr>
            <a:xfrm>
              <a:off x="1363680" y="3958200"/>
              <a:ext cx="5070600" cy="154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5500" strike="noStrike" u="none">
                  <a:solidFill>
                    <a:srgbClr val="292454"/>
                  </a:solidFill>
                  <a:effectLst/>
                  <a:uFillTx/>
                  <a:latin typeface="Arial"/>
                  <a:ea typeface="Arial"/>
                </a:rPr>
                <a:t>_AWS</a:t>
              </a:r>
              <a:br>
                <a:rPr sz="5500"/>
              </a:br>
              <a:r>
                <a:rPr b="1" lang="pt-BR" sz="5500" strike="noStrike" u="none">
                  <a:solidFill>
                    <a:srgbClr val="292454"/>
                  </a:solidFill>
                  <a:effectLst/>
                  <a:uFillTx/>
                  <a:latin typeface="Arial"/>
                  <a:ea typeface="Arial"/>
                </a:rPr>
                <a:t>re/Start</a:t>
              </a:r>
              <a:endPara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4" name="Google Shape;1934;p92"/>
            <p:cNvSpPr/>
            <p:nvPr/>
          </p:nvSpPr>
          <p:spPr>
            <a:xfrm rot="16200000">
              <a:off x="-249120" y="4066200"/>
              <a:ext cx="2412360" cy="451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2600" strike="noStrike" u="none">
                  <a:solidFill>
                    <a:srgbClr val="292454"/>
                  </a:solidFill>
                  <a:effectLst/>
                  <a:uFillTx/>
                  <a:latin typeface="Arial"/>
                  <a:ea typeface="Arial"/>
                </a:rPr>
                <a:t>C U R S O</a:t>
              </a:r>
              <a:endParaRPr b="0" lang="pt-BR" sz="2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495" name="Google Shape;1935;p92"/>
          <p:cNvGrpSpPr/>
          <p:nvPr/>
        </p:nvGrpSpPr>
        <p:grpSpPr>
          <a:xfrm>
            <a:off x="755280" y="2927520"/>
            <a:ext cx="688680" cy="688680"/>
            <a:chOff x="755280" y="2927520"/>
            <a:chExt cx="688680" cy="688680"/>
          </a:xfrm>
        </p:grpSpPr>
        <p:sp>
          <p:nvSpPr>
            <p:cNvPr id="1496" name="Google Shape;1936;p92"/>
            <p:cNvSpPr/>
            <p:nvPr/>
          </p:nvSpPr>
          <p:spPr>
            <a:xfrm>
              <a:off x="755280" y="3274200"/>
              <a:ext cx="342000" cy="342000"/>
            </a:xfrm>
            <a:prstGeom prst="rect">
              <a:avLst/>
            </a:prstGeom>
            <a:solidFill>
              <a:srgbClr val="79736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7" name="Google Shape;1937;p92"/>
            <p:cNvSpPr/>
            <p:nvPr/>
          </p:nvSpPr>
          <p:spPr>
            <a:xfrm>
              <a:off x="1101960" y="2927520"/>
              <a:ext cx="342000" cy="342000"/>
            </a:xfrm>
            <a:prstGeom prst="rect">
              <a:avLst/>
            </a:prstGeom>
            <a:solidFill>
              <a:srgbClr val="79736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498" name="Google Shape;1938;p92"/>
          <p:cNvGrpSpPr/>
          <p:nvPr/>
        </p:nvGrpSpPr>
        <p:grpSpPr>
          <a:xfrm>
            <a:off x="4235400" y="5098320"/>
            <a:ext cx="688680" cy="688680"/>
            <a:chOff x="4235400" y="5098320"/>
            <a:chExt cx="688680" cy="688680"/>
          </a:xfrm>
        </p:grpSpPr>
        <p:sp>
          <p:nvSpPr>
            <p:cNvPr id="1499" name="Google Shape;1939;p92"/>
            <p:cNvSpPr/>
            <p:nvPr/>
          </p:nvSpPr>
          <p:spPr>
            <a:xfrm>
              <a:off x="4235400" y="5445000"/>
              <a:ext cx="342000" cy="342000"/>
            </a:xfrm>
            <a:prstGeom prst="rect">
              <a:avLst/>
            </a:prstGeom>
            <a:solidFill>
              <a:srgbClr val="79736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00" name="Google Shape;1940;p92"/>
            <p:cNvSpPr/>
            <p:nvPr/>
          </p:nvSpPr>
          <p:spPr>
            <a:xfrm>
              <a:off x="4582080" y="5098320"/>
              <a:ext cx="342000" cy="342000"/>
            </a:xfrm>
            <a:prstGeom prst="rect">
              <a:avLst/>
            </a:prstGeom>
            <a:solidFill>
              <a:srgbClr val="79736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501" name="Google Shape;1941;p92" descr=""/>
          <p:cNvPicPr/>
          <p:nvPr/>
        </p:nvPicPr>
        <p:blipFill>
          <a:blip r:embed="rId2"/>
          <a:stretch/>
        </p:blipFill>
        <p:spPr>
          <a:xfrm>
            <a:off x="10135800" y="3871080"/>
            <a:ext cx="1454040" cy="1542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02" name="Google Shape;1942;p92" descr=""/>
          <p:cNvPicPr/>
          <p:nvPr/>
        </p:nvPicPr>
        <p:blipFill>
          <a:blip r:embed="rId3"/>
          <a:stretch/>
        </p:blipFill>
        <p:spPr>
          <a:xfrm>
            <a:off x="759600" y="948240"/>
            <a:ext cx="1032120" cy="6127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503" name="Google Shape;1943;p92"/>
          <p:cNvGrpSpPr/>
          <p:nvPr/>
        </p:nvGrpSpPr>
        <p:grpSpPr>
          <a:xfrm>
            <a:off x="10113480" y="597240"/>
            <a:ext cx="1476720" cy="1436400"/>
            <a:chOff x="10113480" y="597240"/>
            <a:chExt cx="1476720" cy="1436400"/>
          </a:xfrm>
        </p:grpSpPr>
        <p:grpSp>
          <p:nvGrpSpPr>
            <p:cNvPr id="1504" name="Google Shape;1944;p92"/>
            <p:cNvGrpSpPr/>
            <p:nvPr/>
          </p:nvGrpSpPr>
          <p:grpSpPr>
            <a:xfrm>
              <a:off x="10124640" y="1269360"/>
              <a:ext cx="1465560" cy="764280"/>
              <a:chOff x="10124640" y="1269360"/>
              <a:chExt cx="1465560" cy="764280"/>
            </a:xfrm>
          </p:grpSpPr>
          <p:grpSp>
            <p:nvGrpSpPr>
              <p:cNvPr id="1505" name="Google Shape;1945;p92"/>
              <p:cNvGrpSpPr/>
              <p:nvPr/>
            </p:nvGrpSpPr>
            <p:grpSpPr>
              <a:xfrm>
                <a:off x="10124640" y="1269360"/>
                <a:ext cx="1220040" cy="295200"/>
                <a:chOff x="10124640" y="1269360"/>
                <a:chExt cx="1220040" cy="295200"/>
              </a:xfrm>
            </p:grpSpPr>
            <p:sp>
              <p:nvSpPr>
                <p:cNvPr id="1506" name="Google Shape;1946;p92"/>
                <p:cNvSpPr/>
                <p:nvPr/>
              </p:nvSpPr>
              <p:spPr>
                <a:xfrm>
                  <a:off x="10124640" y="1269360"/>
                  <a:ext cx="145080" cy="293760"/>
                </a:xfrm>
                <a:custGeom>
                  <a:avLst/>
                  <a:gdLst>
                    <a:gd name="textAreaLeft" fmla="*/ 0 w 145080"/>
                    <a:gd name="textAreaRight" fmla="*/ 149760 w 145080"/>
                    <a:gd name="textAreaTop" fmla="*/ 0 h 293760"/>
                    <a:gd name="textAreaBottom" fmla="*/ 298440 h 293760"/>
                  </a:gdLst>
                  <a:ahLst/>
                  <a:cxnLst/>
                  <a:rect l="textAreaLeft" t="textAreaTop" r="textAreaRight" b="textAreaBottom"/>
                  <a:pathLst>
                    <a:path w="174433" h="347735">
                      <a:moveTo>
                        <a:pt x="112186" y="347594"/>
                      </a:moveTo>
                      <a:cubicBezTo>
                        <a:pt x="64794" y="347594"/>
                        <a:pt x="32680" y="328778"/>
                        <a:pt x="32680" y="265541"/>
                      </a:cubicBezTo>
                      <a:lnTo>
                        <a:pt x="32680" y="136095"/>
                      </a:lnTo>
                      <a:lnTo>
                        <a:pt x="0" y="136095"/>
                      </a:lnTo>
                      <a:lnTo>
                        <a:pt x="0" y="69887"/>
                      </a:lnTo>
                      <a:lnTo>
                        <a:pt x="32680" y="69887"/>
                      </a:lnTo>
                      <a:lnTo>
                        <a:pt x="32680" y="0"/>
                      </a:lnTo>
                      <a:lnTo>
                        <a:pt x="110206" y="0"/>
                      </a:lnTo>
                      <a:lnTo>
                        <a:pt x="110206" y="69887"/>
                      </a:lnTo>
                      <a:lnTo>
                        <a:pt x="174434" y="69887"/>
                      </a:lnTo>
                      <a:lnTo>
                        <a:pt x="174434" y="136095"/>
                      </a:lnTo>
                      <a:lnTo>
                        <a:pt x="110206" y="136095"/>
                      </a:lnTo>
                      <a:lnTo>
                        <a:pt x="110206" y="252808"/>
                      </a:lnTo>
                      <a:cubicBezTo>
                        <a:pt x="110206" y="270634"/>
                        <a:pt x="117845" y="279263"/>
                        <a:pt x="135246" y="279263"/>
                      </a:cubicBezTo>
                      <a:cubicBezTo>
                        <a:pt x="149535" y="279263"/>
                        <a:pt x="162267" y="275727"/>
                        <a:pt x="173443" y="269643"/>
                      </a:cubicBezTo>
                      <a:lnTo>
                        <a:pt x="173443" y="331890"/>
                      </a:lnTo>
                      <a:cubicBezTo>
                        <a:pt x="157174" y="341510"/>
                        <a:pt x="138217" y="347735"/>
                        <a:pt x="112328" y="347735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07" name="Google Shape;1947;p92"/>
                <p:cNvSpPr/>
                <p:nvPr/>
              </p:nvSpPr>
              <p:spPr>
                <a:xfrm>
                  <a:off x="10305360" y="1324800"/>
                  <a:ext cx="225360" cy="239400"/>
                </a:xfrm>
                <a:custGeom>
                  <a:avLst/>
                  <a:gdLst>
                    <a:gd name="textAreaLeft" fmla="*/ 0 w 225360"/>
                    <a:gd name="textAreaRight" fmla="*/ 230040 w 225360"/>
                    <a:gd name="textAreaTop" fmla="*/ 0 h 239400"/>
                    <a:gd name="textAreaBottom" fmla="*/ 244080 h 239400"/>
                  </a:gdLst>
                  <a:ahLst/>
                  <a:cxnLst/>
                  <a:rect l="textAreaLeft" t="textAreaTop" r="textAreaRight" b="textAreaBottom"/>
                  <a:pathLst>
                    <a:path w="268087" h="284356">
                      <a:moveTo>
                        <a:pt x="267238" y="168775"/>
                      </a:moveTo>
                      <a:lnTo>
                        <a:pt x="77102" y="168775"/>
                      </a:lnTo>
                      <a:cubicBezTo>
                        <a:pt x="84741" y="204001"/>
                        <a:pt x="109215" y="222251"/>
                        <a:pt x="143876" y="222251"/>
                      </a:cubicBezTo>
                      <a:cubicBezTo>
                        <a:pt x="169906" y="222251"/>
                        <a:pt x="188722" y="214045"/>
                        <a:pt x="210084" y="194239"/>
                      </a:cubicBezTo>
                      <a:lnTo>
                        <a:pt x="254365" y="233427"/>
                      </a:lnTo>
                      <a:cubicBezTo>
                        <a:pt x="228900" y="264975"/>
                        <a:pt x="192117" y="284356"/>
                        <a:pt x="142744" y="284356"/>
                      </a:cubicBezTo>
                      <a:cubicBezTo>
                        <a:pt x="60691" y="284356"/>
                        <a:pt x="0" y="226778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5598" y="0"/>
                        <a:pt x="135105" y="0"/>
                      </a:cubicBezTo>
                      <a:cubicBezTo>
                        <a:pt x="226353" y="0"/>
                        <a:pt x="268087" y="70877"/>
                        <a:pt x="268087" y="148403"/>
                      </a:cubicBezTo>
                      <a:lnTo>
                        <a:pt x="268087" y="149393"/>
                      </a:lnTo>
                      <a:cubicBezTo>
                        <a:pt x="268087" y="157033"/>
                        <a:pt x="267521" y="161560"/>
                        <a:pt x="267097" y="168775"/>
                      </a:cubicBezTo>
                      <a:close/>
                      <a:moveTo>
                        <a:pt x="135246" y="62247"/>
                      </a:moveTo>
                      <a:cubicBezTo>
                        <a:pt x="103132" y="62247"/>
                        <a:pt x="82195" y="85165"/>
                        <a:pt x="76111" y="120392"/>
                      </a:cubicBezTo>
                      <a:lnTo>
                        <a:pt x="192825" y="120392"/>
                      </a:lnTo>
                      <a:cubicBezTo>
                        <a:pt x="188298" y="85731"/>
                        <a:pt x="167784" y="62247"/>
                        <a:pt x="135246" y="62247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08" name="Google Shape;1948;p92"/>
                <p:cNvSpPr/>
                <p:nvPr/>
              </p:nvSpPr>
              <p:spPr>
                <a:xfrm>
                  <a:off x="10573560" y="1325160"/>
                  <a:ext cx="213120" cy="239400"/>
                </a:xfrm>
                <a:custGeom>
                  <a:avLst/>
                  <a:gdLst>
                    <a:gd name="textAreaLeft" fmla="*/ 0 w 213120"/>
                    <a:gd name="textAreaRight" fmla="*/ 217800 w 213120"/>
                    <a:gd name="textAreaTop" fmla="*/ 0 h 239400"/>
                    <a:gd name="textAreaBottom" fmla="*/ 244080 h 239400"/>
                  </a:gdLst>
                  <a:ahLst/>
                  <a:cxnLst/>
                  <a:rect l="textAreaLeft" t="textAreaTop" r="textAreaRight" b="textAreaBottom"/>
                  <a:pathLst>
                    <a:path w="253940" h="284356">
                      <a:moveTo>
                        <a:pt x="142178" y="284356"/>
                      </a:moveTo>
                      <a:cubicBezTo>
                        <a:pt x="60125" y="284356"/>
                        <a:pt x="0" y="221119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9701" y="0"/>
                        <a:pt x="143310" y="0"/>
                      </a:cubicBezTo>
                      <a:cubicBezTo>
                        <a:pt x="194805" y="0"/>
                        <a:pt x="226919" y="17401"/>
                        <a:pt x="252384" y="45837"/>
                      </a:cubicBezTo>
                      <a:lnTo>
                        <a:pt x="204991" y="96766"/>
                      </a:lnTo>
                      <a:cubicBezTo>
                        <a:pt x="187590" y="78375"/>
                        <a:pt x="170331" y="66633"/>
                        <a:pt x="142744" y="66633"/>
                      </a:cubicBezTo>
                      <a:cubicBezTo>
                        <a:pt x="103981" y="66633"/>
                        <a:pt x="76536" y="100727"/>
                        <a:pt x="76536" y="141046"/>
                      </a:cubicBezTo>
                      <a:lnTo>
                        <a:pt x="76536" y="142037"/>
                      </a:lnTo>
                      <a:cubicBezTo>
                        <a:pt x="76536" y="183770"/>
                        <a:pt x="103557" y="217441"/>
                        <a:pt x="145856" y="217441"/>
                      </a:cubicBezTo>
                      <a:cubicBezTo>
                        <a:pt x="171887" y="217441"/>
                        <a:pt x="189712" y="206264"/>
                        <a:pt x="208528" y="188439"/>
                      </a:cubicBezTo>
                      <a:lnTo>
                        <a:pt x="253940" y="234276"/>
                      </a:lnTo>
                      <a:cubicBezTo>
                        <a:pt x="227485" y="263277"/>
                        <a:pt x="196786" y="284215"/>
                        <a:pt x="142320" y="284215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09" name="Google Shape;1949;p92"/>
                <p:cNvSpPr/>
                <p:nvPr/>
              </p:nvSpPr>
              <p:spPr>
                <a:xfrm>
                  <a:off x="10834560" y="1325160"/>
                  <a:ext cx="210240" cy="234000"/>
                </a:xfrm>
                <a:custGeom>
                  <a:avLst/>
                  <a:gdLst>
                    <a:gd name="textAreaLeft" fmla="*/ 0 w 210240"/>
                    <a:gd name="textAreaRight" fmla="*/ 214920 w 210240"/>
                    <a:gd name="textAreaTop" fmla="*/ 0 h 234000"/>
                    <a:gd name="textAreaBottom" fmla="*/ 238680 h 234000"/>
                  </a:gdLst>
                  <a:ahLst/>
                  <a:cxnLst/>
                  <a:rect l="textAreaLeft" t="textAreaTop" r="textAreaRight" b="textAreaBottom"/>
                  <a:pathLst>
                    <a:path w="250403" h="278272">
                      <a:moveTo>
                        <a:pt x="172877" y="278273"/>
                      </a:moveTo>
                      <a:lnTo>
                        <a:pt x="172877" y="125909"/>
                      </a:lnTo>
                      <a:cubicBezTo>
                        <a:pt x="172877" y="89268"/>
                        <a:pt x="155477" y="70311"/>
                        <a:pt x="125909" y="70311"/>
                      </a:cubicBezTo>
                      <a:cubicBezTo>
                        <a:pt x="96342" y="70311"/>
                        <a:pt x="77526" y="89127"/>
                        <a:pt x="77526" y="125909"/>
                      </a:cubicBezTo>
                      <a:lnTo>
                        <a:pt x="77526" y="278273"/>
                      </a:lnTo>
                      <a:lnTo>
                        <a:pt x="0" y="278273"/>
                      </a:lnTo>
                      <a:lnTo>
                        <a:pt x="0" y="5093"/>
                      </a:lnTo>
                      <a:lnTo>
                        <a:pt x="77526" y="5093"/>
                      </a:lnTo>
                      <a:lnTo>
                        <a:pt x="77526" y="43856"/>
                      </a:lnTo>
                      <a:cubicBezTo>
                        <a:pt x="95351" y="20938"/>
                        <a:pt x="118270" y="0"/>
                        <a:pt x="157598" y="0"/>
                      </a:cubicBezTo>
                      <a:cubicBezTo>
                        <a:pt x="216167" y="0"/>
                        <a:pt x="250403" y="38763"/>
                        <a:pt x="250403" y="101435"/>
                      </a:cubicBezTo>
                      <a:lnTo>
                        <a:pt x="250403" y="278273"/>
                      </a:lnTo>
                      <a:lnTo>
                        <a:pt x="172877" y="278273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10" name="Google Shape;1950;p92"/>
                <p:cNvSpPr/>
                <p:nvPr/>
              </p:nvSpPr>
              <p:spPr>
                <a:xfrm>
                  <a:off x="11095560" y="1325160"/>
                  <a:ext cx="249120" cy="239400"/>
                </a:xfrm>
                <a:custGeom>
                  <a:avLst/>
                  <a:gdLst>
                    <a:gd name="textAreaLeft" fmla="*/ 0 w 249120"/>
                    <a:gd name="textAreaRight" fmla="*/ 253800 w 249120"/>
                    <a:gd name="textAreaTop" fmla="*/ 0 h 239400"/>
                    <a:gd name="textAreaBottom" fmla="*/ 244080 h 239400"/>
                  </a:gdLst>
                  <a:ahLst/>
                  <a:cxnLst/>
                  <a:rect l="textAreaLeft" t="textAreaTop" r="textAreaRight" b="textAreaBottom"/>
                  <a:pathLst>
                    <a:path w="295673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8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1511" name="Google Shape;1951;p92"/>
              <p:cNvGrpSpPr/>
              <p:nvPr/>
            </p:nvGrpSpPr>
            <p:grpSpPr>
              <a:xfrm>
                <a:off x="10546560" y="1648080"/>
                <a:ext cx="1043640" cy="385560"/>
                <a:chOff x="10546560" y="1648080"/>
                <a:chExt cx="1043640" cy="385560"/>
              </a:xfrm>
            </p:grpSpPr>
            <p:sp>
              <p:nvSpPr>
                <p:cNvPr id="1512" name="Google Shape;1952;p92"/>
                <p:cNvSpPr/>
                <p:nvPr/>
              </p:nvSpPr>
              <p:spPr>
                <a:xfrm>
                  <a:off x="10546560" y="1648080"/>
                  <a:ext cx="61920" cy="314640"/>
                </a:xfrm>
                <a:custGeom>
                  <a:avLst/>
                  <a:gdLst>
                    <a:gd name="textAreaLeft" fmla="*/ 0 w 61920"/>
                    <a:gd name="textAreaRight" fmla="*/ 66600 w 61920"/>
                    <a:gd name="textAreaTop" fmla="*/ 0 h 314640"/>
                    <a:gd name="textAreaBottom" fmla="*/ 319320 h 314640"/>
                  </a:gdLst>
                  <a:ahLst/>
                  <a:cxnLst/>
                  <a:rect l="textAreaLeft" t="textAreaTop" r="textAreaRight" b="textAreaBottom"/>
                  <a:pathLst>
                    <a:path w="77526" h="372209">
                      <a:moveTo>
                        <a:pt x="0" y="372210"/>
                      </a:moveTo>
                      <a:lnTo>
                        <a:pt x="0" y="0"/>
                      </a:lnTo>
                      <a:lnTo>
                        <a:pt x="77526" y="0"/>
                      </a:lnTo>
                      <a:lnTo>
                        <a:pt x="77526" y="372210"/>
                      </a:lnTo>
                      <a:lnTo>
                        <a:pt x="0" y="372210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13" name="Google Shape;1953;p92"/>
                <p:cNvSpPr/>
                <p:nvPr/>
              </p:nvSpPr>
              <p:spPr>
                <a:xfrm>
                  <a:off x="10664280" y="1728720"/>
                  <a:ext cx="249120" cy="239400"/>
                </a:xfrm>
                <a:custGeom>
                  <a:avLst/>
                  <a:gdLst>
                    <a:gd name="textAreaLeft" fmla="*/ 0 w 249120"/>
                    <a:gd name="textAreaRight" fmla="*/ 253800 w 249120"/>
                    <a:gd name="textAreaTop" fmla="*/ 0 h 239400"/>
                    <a:gd name="textAreaBottom" fmla="*/ 244080 h 239400"/>
                  </a:gdLst>
                  <a:ahLst/>
                  <a:cxnLst/>
                  <a:rect l="textAreaLeft" t="textAreaTop" r="textAreaRight" b="textAreaBottom"/>
                  <a:pathLst>
                    <a:path w="295674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7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14" name="Google Shape;1954;p92"/>
                <p:cNvSpPr/>
                <p:nvPr/>
              </p:nvSpPr>
              <p:spPr>
                <a:xfrm>
                  <a:off x="10955160" y="1728720"/>
                  <a:ext cx="241560" cy="304920"/>
                </a:xfrm>
                <a:custGeom>
                  <a:avLst/>
                  <a:gdLst>
                    <a:gd name="textAreaLeft" fmla="*/ 0 w 241560"/>
                    <a:gd name="textAreaRight" fmla="*/ 246240 w 241560"/>
                    <a:gd name="textAreaTop" fmla="*/ 0 h 304920"/>
                    <a:gd name="textAreaBottom" fmla="*/ 309600 h 304920"/>
                  </a:gdLst>
                  <a:ahLst/>
                  <a:cxnLst/>
                  <a:rect l="textAreaLeft" t="textAreaTop" r="textAreaRight" b="textAreaBottom"/>
                  <a:pathLst>
                    <a:path w="287044" h="361033">
                      <a:moveTo>
                        <a:pt x="134822" y="361033"/>
                      </a:moveTo>
                      <a:cubicBezTo>
                        <a:pt x="90541" y="361033"/>
                        <a:pt x="48666" y="350847"/>
                        <a:pt x="14006" y="332456"/>
                      </a:cubicBezTo>
                      <a:lnTo>
                        <a:pt x="40461" y="274312"/>
                      </a:lnTo>
                      <a:cubicBezTo>
                        <a:pt x="68472" y="290157"/>
                        <a:pt x="96483" y="299352"/>
                        <a:pt x="132700" y="299352"/>
                      </a:cubicBezTo>
                      <a:cubicBezTo>
                        <a:pt x="185751" y="299352"/>
                        <a:pt x="210650" y="273887"/>
                        <a:pt x="210650" y="224939"/>
                      </a:cubicBezTo>
                      <a:lnTo>
                        <a:pt x="210650" y="211640"/>
                      </a:lnTo>
                      <a:cubicBezTo>
                        <a:pt x="187732" y="239227"/>
                        <a:pt x="162691" y="255921"/>
                        <a:pt x="121382" y="255921"/>
                      </a:cubicBezTo>
                      <a:cubicBezTo>
                        <a:pt x="57720" y="255921"/>
                        <a:pt x="0" y="209518"/>
                        <a:pt x="0" y="128455"/>
                      </a:cubicBezTo>
                      <a:lnTo>
                        <a:pt x="0" y="127465"/>
                      </a:lnTo>
                      <a:cubicBezTo>
                        <a:pt x="0" y="45836"/>
                        <a:pt x="58569" y="0"/>
                        <a:pt x="121382" y="0"/>
                      </a:cubicBezTo>
                      <a:cubicBezTo>
                        <a:pt x="163682" y="0"/>
                        <a:pt x="188722" y="17825"/>
                        <a:pt x="209518" y="40744"/>
                      </a:cubicBezTo>
                      <a:lnTo>
                        <a:pt x="209518" y="5093"/>
                      </a:lnTo>
                      <a:lnTo>
                        <a:pt x="287044" y="5093"/>
                      </a:lnTo>
                      <a:lnTo>
                        <a:pt x="287044" y="216592"/>
                      </a:lnTo>
                      <a:cubicBezTo>
                        <a:pt x="287044" y="319582"/>
                        <a:pt x="236115" y="360892"/>
                        <a:pt x="134680" y="360892"/>
                      </a:cubicBezTo>
                      <a:close/>
                      <a:moveTo>
                        <a:pt x="210791" y="127607"/>
                      </a:moveTo>
                      <a:cubicBezTo>
                        <a:pt x="210791" y="90400"/>
                        <a:pt x="181790" y="64369"/>
                        <a:pt x="144017" y="64369"/>
                      </a:cubicBezTo>
                      <a:cubicBezTo>
                        <a:pt x="106245" y="64369"/>
                        <a:pt x="77809" y="90400"/>
                        <a:pt x="77809" y="127607"/>
                      </a:cubicBezTo>
                      <a:lnTo>
                        <a:pt x="77809" y="128597"/>
                      </a:lnTo>
                      <a:cubicBezTo>
                        <a:pt x="77809" y="166370"/>
                        <a:pt x="106386" y="191834"/>
                        <a:pt x="144017" y="191834"/>
                      </a:cubicBezTo>
                      <a:cubicBezTo>
                        <a:pt x="181648" y="191834"/>
                        <a:pt x="210791" y="165804"/>
                        <a:pt x="210791" y="128597"/>
                      </a:cubicBezTo>
                      <a:lnTo>
                        <a:pt x="210791" y="127607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15" name="Google Shape;1955;p92"/>
                <p:cNvSpPr/>
                <p:nvPr/>
              </p:nvSpPr>
              <p:spPr>
                <a:xfrm>
                  <a:off x="11262240" y="1648440"/>
                  <a:ext cx="65520" cy="314640"/>
                </a:xfrm>
                <a:custGeom>
                  <a:avLst/>
                  <a:gdLst>
                    <a:gd name="textAreaLeft" fmla="*/ 0 w 65520"/>
                    <a:gd name="textAreaRight" fmla="*/ 70200 w 65520"/>
                    <a:gd name="textAreaTop" fmla="*/ 0 h 314640"/>
                    <a:gd name="textAreaBottom" fmla="*/ 319320 h 314640"/>
                  </a:gdLst>
                  <a:ahLst/>
                  <a:cxnLst/>
                  <a:rect l="textAreaLeft" t="textAreaTop" r="textAreaRight" b="textAreaBottom"/>
                  <a:pathLst>
                    <a:path w="81628" h="372068">
                      <a:moveTo>
                        <a:pt x="0" y="68755"/>
                      </a:moveTo>
                      <a:lnTo>
                        <a:pt x="0" y="0"/>
                      </a:lnTo>
                      <a:lnTo>
                        <a:pt x="81629" y="0"/>
                      </a:lnTo>
                      <a:lnTo>
                        <a:pt x="81629" y="68755"/>
                      </a:lnTo>
                      <a:lnTo>
                        <a:pt x="0" y="68755"/>
                      </a:lnTo>
                      <a:close/>
                      <a:moveTo>
                        <a:pt x="1981" y="372068"/>
                      </a:moveTo>
                      <a:lnTo>
                        <a:pt x="1981" y="98888"/>
                      </a:lnTo>
                      <a:lnTo>
                        <a:pt x="79507" y="98888"/>
                      </a:lnTo>
                      <a:lnTo>
                        <a:pt x="79507" y="372068"/>
                      </a:lnTo>
                      <a:lnTo>
                        <a:pt x="1981" y="372068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16" name="Google Shape;1956;p92"/>
                <p:cNvSpPr/>
                <p:nvPr/>
              </p:nvSpPr>
              <p:spPr>
                <a:xfrm>
                  <a:off x="11379240" y="1730520"/>
                  <a:ext cx="210960" cy="236880"/>
                </a:xfrm>
                <a:custGeom>
                  <a:avLst/>
                  <a:gdLst>
                    <a:gd name="textAreaLeft" fmla="*/ 0 w 210960"/>
                    <a:gd name="textAreaRight" fmla="*/ 215640 w 210960"/>
                    <a:gd name="textAreaTop" fmla="*/ 0 h 236880"/>
                    <a:gd name="textAreaBottom" fmla="*/ 241560 h 236880"/>
                  </a:gdLst>
                  <a:ahLst/>
                  <a:cxnLst/>
                  <a:rect l="textAreaLeft" t="textAreaTop" r="textAreaRight" b="textAreaBottom"/>
                  <a:pathLst>
                    <a:path w="251252" h="281385">
                      <a:moveTo>
                        <a:pt x="176414" y="276292"/>
                      </a:moveTo>
                      <a:lnTo>
                        <a:pt x="176414" y="246725"/>
                      </a:lnTo>
                      <a:cubicBezTo>
                        <a:pt x="157598" y="267663"/>
                        <a:pt x="131568" y="281385"/>
                        <a:pt x="93795" y="281385"/>
                      </a:cubicBezTo>
                      <a:cubicBezTo>
                        <a:pt x="42300" y="281385"/>
                        <a:pt x="0" y="251818"/>
                        <a:pt x="0" y="197776"/>
                      </a:cubicBezTo>
                      <a:lnTo>
                        <a:pt x="0" y="196786"/>
                      </a:lnTo>
                      <a:cubicBezTo>
                        <a:pt x="0" y="137085"/>
                        <a:pt x="45412" y="109640"/>
                        <a:pt x="110064" y="109640"/>
                      </a:cubicBezTo>
                      <a:cubicBezTo>
                        <a:pt x="137651" y="109640"/>
                        <a:pt x="157457" y="114167"/>
                        <a:pt x="176839" y="120816"/>
                      </a:cubicBezTo>
                      <a:lnTo>
                        <a:pt x="176839" y="116289"/>
                      </a:lnTo>
                      <a:cubicBezTo>
                        <a:pt x="176839" y="84175"/>
                        <a:pt x="156891" y="66350"/>
                        <a:pt x="118270" y="66350"/>
                      </a:cubicBezTo>
                      <a:cubicBezTo>
                        <a:pt x="88702" y="66350"/>
                        <a:pt x="67764" y="72009"/>
                        <a:pt x="42866" y="81063"/>
                      </a:cubicBezTo>
                      <a:lnTo>
                        <a:pt x="23484" y="21928"/>
                      </a:lnTo>
                      <a:cubicBezTo>
                        <a:pt x="53617" y="8630"/>
                        <a:pt x="83185" y="0"/>
                        <a:pt x="129446" y="0"/>
                      </a:cubicBezTo>
                      <a:cubicBezTo>
                        <a:pt x="214045" y="0"/>
                        <a:pt x="251252" y="43856"/>
                        <a:pt x="251252" y="117704"/>
                      </a:cubicBezTo>
                      <a:lnTo>
                        <a:pt x="251252" y="276292"/>
                      </a:lnTo>
                      <a:lnTo>
                        <a:pt x="176273" y="276292"/>
                      </a:lnTo>
                      <a:close/>
                      <a:moveTo>
                        <a:pt x="177970" y="166228"/>
                      </a:moveTo>
                      <a:cubicBezTo>
                        <a:pt x="164672" y="160145"/>
                        <a:pt x="147413" y="156042"/>
                        <a:pt x="128455" y="156042"/>
                      </a:cubicBezTo>
                      <a:cubicBezTo>
                        <a:pt x="95351" y="156042"/>
                        <a:pt x="74979" y="169340"/>
                        <a:pt x="74979" y="193815"/>
                      </a:cubicBezTo>
                      <a:lnTo>
                        <a:pt x="74979" y="194805"/>
                      </a:lnTo>
                      <a:cubicBezTo>
                        <a:pt x="74979" y="215743"/>
                        <a:pt x="92380" y="227909"/>
                        <a:pt x="117279" y="227909"/>
                      </a:cubicBezTo>
                      <a:cubicBezTo>
                        <a:pt x="153496" y="227909"/>
                        <a:pt x="177970" y="207962"/>
                        <a:pt x="177970" y="179951"/>
                      </a:cubicBezTo>
                      <a:lnTo>
                        <a:pt x="177970" y="166228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517" name="Google Shape;1957;p92"/>
            <p:cNvGrpSpPr/>
            <p:nvPr/>
          </p:nvGrpSpPr>
          <p:grpSpPr>
            <a:xfrm>
              <a:off x="10207440" y="873000"/>
              <a:ext cx="1172160" cy="294120"/>
              <a:chOff x="10207440" y="873000"/>
              <a:chExt cx="1172160" cy="294120"/>
            </a:xfrm>
          </p:grpSpPr>
          <p:sp>
            <p:nvSpPr>
              <p:cNvPr id="1518" name="Google Shape;1958;p92"/>
              <p:cNvSpPr/>
              <p:nvPr/>
            </p:nvSpPr>
            <p:spPr>
              <a:xfrm>
                <a:off x="10207440" y="878040"/>
                <a:ext cx="77040" cy="99360"/>
              </a:xfrm>
              <a:custGeom>
                <a:avLst/>
                <a:gdLst>
                  <a:gd name="textAreaLeft" fmla="*/ 0 w 77040"/>
                  <a:gd name="textAreaRight" fmla="*/ 81720 w 77040"/>
                  <a:gd name="textAreaTop" fmla="*/ 0 h 99360"/>
                  <a:gd name="textAreaBottom" fmla="*/ 104040 h 99360"/>
                </a:gdLst>
                <a:ahLst/>
                <a:cxnLst/>
                <a:rect l="textAreaLeft" t="textAreaTop" r="textAreaRight" b="textAreaBottom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19" name="Google Shape;1959;p92"/>
              <p:cNvSpPr/>
              <p:nvPr/>
            </p:nvSpPr>
            <p:spPr>
              <a:xfrm>
                <a:off x="10285560" y="903600"/>
                <a:ext cx="75600" cy="75600"/>
              </a:xfrm>
              <a:custGeom>
                <a:avLst/>
                <a:gdLst>
                  <a:gd name="textAreaLeft" fmla="*/ 0 w 75600"/>
                  <a:gd name="textAreaRight" fmla="*/ 80280 w 75600"/>
                  <a:gd name="textAreaTop" fmla="*/ 0 h 75600"/>
                  <a:gd name="textAreaBottom" fmla="*/ 80280 h 7560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20" name="Google Shape;1960;p92"/>
              <p:cNvSpPr/>
              <p:nvPr/>
            </p:nvSpPr>
            <p:spPr>
              <a:xfrm>
                <a:off x="10381680" y="873720"/>
                <a:ext cx="73080" cy="105480"/>
              </a:xfrm>
              <a:custGeom>
                <a:avLst/>
                <a:gdLst>
                  <a:gd name="textAreaLeft" fmla="*/ 0 w 73080"/>
                  <a:gd name="textAreaRight" fmla="*/ 77760 w 73080"/>
                  <a:gd name="textAreaTop" fmla="*/ 0 h 105480"/>
                  <a:gd name="textAreaBottom" fmla="*/ 110160 h 10548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21" name="Google Shape;1961;p92"/>
              <p:cNvSpPr/>
              <p:nvPr/>
            </p:nvSpPr>
            <p:spPr>
              <a:xfrm>
                <a:off x="10479240" y="903960"/>
                <a:ext cx="62640" cy="74880"/>
              </a:xfrm>
              <a:custGeom>
                <a:avLst/>
                <a:gdLst>
                  <a:gd name="textAreaLeft" fmla="*/ 0 w 62640"/>
                  <a:gd name="textAreaRight" fmla="*/ 67320 w 62640"/>
                  <a:gd name="textAreaTop" fmla="*/ 0 h 74880"/>
                  <a:gd name="textAreaBottom" fmla="*/ 79560 h 7488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22" name="Google Shape;1962;p92"/>
              <p:cNvSpPr/>
              <p:nvPr/>
            </p:nvSpPr>
            <p:spPr>
              <a:xfrm>
                <a:off x="10564560" y="903960"/>
                <a:ext cx="54720" cy="74880"/>
              </a:xfrm>
              <a:custGeom>
                <a:avLst/>
                <a:gdLst>
                  <a:gd name="textAreaLeft" fmla="*/ 0 w 54720"/>
                  <a:gd name="textAreaRight" fmla="*/ 59400 w 54720"/>
                  <a:gd name="textAreaTop" fmla="*/ 0 h 74880"/>
                  <a:gd name="textAreaBottom" fmla="*/ 79560 h 7488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23" name="Google Shape;1963;p92"/>
              <p:cNvSpPr/>
              <p:nvPr/>
            </p:nvSpPr>
            <p:spPr>
              <a:xfrm>
                <a:off x="10683720" y="903960"/>
                <a:ext cx="62640" cy="74880"/>
              </a:xfrm>
              <a:custGeom>
                <a:avLst/>
                <a:gdLst>
                  <a:gd name="textAreaLeft" fmla="*/ 0 w 62640"/>
                  <a:gd name="textAreaRight" fmla="*/ 67320 w 62640"/>
                  <a:gd name="textAreaTop" fmla="*/ 0 h 74880"/>
                  <a:gd name="textAreaBottom" fmla="*/ 79560 h 7488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24" name="Google Shape;1964;p92"/>
              <p:cNvSpPr/>
              <p:nvPr/>
            </p:nvSpPr>
            <p:spPr>
              <a:xfrm>
                <a:off x="10769400" y="903960"/>
                <a:ext cx="54720" cy="74880"/>
              </a:xfrm>
              <a:custGeom>
                <a:avLst/>
                <a:gdLst>
                  <a:gd name="textAreaLeft" fmla="*/ 0 w 54720"/>
                  <a:gd name="textAreaRight" fmla="*/ 59400 w 54720"/>
                  <a:gd name="textAreaTop" fmla="*/ 0 h 74880"/>
                  <a:gd name="textAreaBottom" fmla="*/ 79560 h 74880"/>
                </a:gdLst>
                <a:ahLst/>
                <a:cxnLst/>
                <a:rect l="textAreaLeft" t="textAreaTop" r="textAreaRight" b="textAreaBottom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25" name="Google Shape;1965;p92"/>
              <p:cNvSpPr/>
              <p:nvPr/>
            </p:nvSpPr>
            <p:spPr>
              <a:xfrm>
                <a:off x="10888200" y="873000"/>
                <a:ext cx="41760" cy="104400"/>
              </a:xfrm>
              <a:custGeom>
                <a:avLst/>
                <a:gdLst>
                  <a:gd name="textAreaLeft" fmla="*/ 0 w 41760"/>
                  <a:gd name="textAreaRight" fmla="*/ 46440 w 41760"/>
                  <a:gd name="textAreaTop" fmla="*/ 0 h 104400"/>
                  <a:gd name="textAreaBottom" fmla="*/ 109080 h 104400"/>
                </a:gdLst>
                <a:ahLst/>
                <a:cxnLst/>
                <a:rect l="textAreaLeft" t="textAreaTop" r="textAreaRight" b="textAreaBottom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26" name="Google Shape;1966;p92"/>
              <p:cNvSpPr/>
              <p:nvPr/>
            </p:nvSpPr>
            <p:spPr>
              <a:xfrm>
                <a:off x="10942920" y="903600"/>
                <a:ext cx="75600" cy="75600"/>
              </a:xfrm>
              <a:custGeom>
                <a:avLst/>
                <a:gdLst>
                  <a:gd name="textAreaLeft" fmla="*/ 0 w 75600"/>
                  <a:gd name="textAreaRight" fmla="*/ 80280 w 75600"/>
                  <a:gd name="textAreaTop" fmla="*/ 0 h 75600"/>
                  <a:gd name="textAreaBottom" fmla="*/ 80280 h 7560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27" name="Google Shape;1967;p92"/>
              <p:cNvSpPr/>
              <p:nvPr/>
            </p:nvSpPr>
            <p:spPr>
              <a:xfrm>
                <a:off x="11043720" y="903960"/>
                <a:ext cx="38160" cy="73440"/>
              </a:xfrm>
              <a:custGeom>
                <a:avLst/>
                <a:gdLst>
                  <a:gd name="textAreaLeft" fmla="*/ 0 w 38160"/>
                  <a:gd name="textAreaRight" fmla="*/ 42840 w 38160"/>
                  <a:gd name="textAreaTop" fmla="*/ 0 h 73440"/>
                  <a:gd name="textAreaBottom" fmla="*/ 78120 h 7344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28" name="Google Shape;1968;p92"/>
              <p:cNvSpPr/>
              <p:nvPr/>
            </p:nvSpPr>
            <p:spPr>
              <a:xfrm>
                <a:off x="11103840" y="903600"/>
                <a:ext cx="111600" cy="73800"/>
              </a:xfrm>
              <a:custGeom>
                <a:avLst/>
                <a:gdLst>
                  <a:gd name="textAreaLeft" fmla="*/ 0 w 111600"/>
                  <a:gd name="textAreaRight" fmla="*/ 116280 w 111600"/>
                  <a:gd name="textAreaTop" fmla="*/ 0 h 73800"/>
                  <a:gd name="textAreaBottom" fmla="*/ 78480 h 73800"/>
                </a:gdLst>
                <a:ahLst/>
                <a:cxnLst/>
                <a:rect l="textAreaLeft" t="textAreaTop" r="textAreaRight" b="textAreaBottom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29" name="Google Shape;1969;p92"/>
              <p:cNvSpPr/>
              <p:nvPr/>
            </p:nvSpPr>
            <p:spPr>
              <a:xfrm>
                <a:off x="11239560" y="903960"/>
                <a:ext cx="62640" cy="74880"/>
              </a:xfrm>
              <a:custGeom>
                <a:avLst/>
                <a:gdLst>
                  <a:gd name="textAreaLeft" fmla="*/ 0 w 62640"/>
                  <a:gd name="textAreaRight" fmla="*/ 67320 w 62640"/>
                  <a:gd name="textAreaTop" fmla="*/ 0 h 74880"/>
                  <a:gd name="textAreaBottom" fmla="*/ 79560 h 7488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30" name="Google Shape;1970;p92"/>
              <p:cNvSpPr/>
              <p:nvPr/>
            </p:nvSpPr>
            <p:spPr>
              <a:xfrm>
                <a:off x="11324880" y="903960"/>
                <a:ext cx="54720" cy="74880"/>
              </a:xfrm>
              <a:custGeom>
                <a:avLst/>
                <a:gdLst>
                  <a:gd name="textAreaLeft" fmla="*/ 0 w 54720"/>
                  <a:gd name="textAreaRight" fmla="*/ 59400 w 54720"/>
                  <a:gd name="textAreaTop" fmla="*/ 0 h 74880"/>
                  <a:gd name="textAreaBottom" fmla="*/ 79560 h 7488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31" name="Google Shape;1971;p92"/>
              <p:cNvSpPr/>
              <p:nvPr/>
            </p:nvSpPr>
            <p:spPr>
              <a:xfrm>
                <a:off x="10208160" y="1039680"/>
                <a:ext cx="73080" cy="105480"/>
              </a:xfrm>
              <a:custGeom>
                <a:avLst/>
                <a:gdLst>
                  <a:gd name="textAreaLeft" fmla="*/ 0 w 73080"/>
                  <a:gd name="textAreaRight" fmla="*/ 77760 w 73080"/>
                  <a:gd name="textAreaTop" fmla="*/ 0 h 105480"/>
                  <a:gd name="textAreaBottom" fmla="*/ 110160 h 10548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32" name="Google Shape;1972;p92"/>
              <p:cNvSpPr/>
              <p:nvPr/>
            </p:nvSpPr>
            <p:spPr>
              <a:xfrm>
                <a:off x="10306800" y="1069920"/>
                <a:ext cx="68040" cy="75600"/>
              </a:xfrm>
              <a:custGeom>
                <a:avLst/>
                <a:gdLst>
                  <a:gd name="textAreaLeft" fmla="*/ 0 w 68040"/>
                  <a:gd name="textAreaRight" fmla="*/ 72720 w 68040"/>
                  <a:gd name="textAreaTop" fmla="*/ 0 h 75600"/>
                  <a:gd name="textAreaBottom" fmla="*/ 80280 h 75600"/>
                </a:gdLst>
                <a:ahLst/>
                <a:cxnLst/>
                <a:rect l="textAreaLeft" t="textAreaTop" r="textAreaRight" b="textAreaBottom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33" name="Google Shape;1973;p92"/>
              <p:cNvSpPr/>
              <p:nvPr/>
            </p:nvSpPr>
            <p:spPr>
              <a:xfrm>
                <a:off x="10438200" y="1070280"/>
                <a:ext cx="62640" cy="74880"/>
              </a:xfrm>
              <a:custGeom>
                <a:avLst/>
                <a:gdLst>
                  <a:gd name="textAreaLeft" fmla="*/ 0 w 62640"/>
                  <a:gd name="textAreaRight" fmla="*/ 67320 w 62640"/>
                  <a:gd name="textAreaTop" fmla="*/ 0 h 74880"/>
                  <a:gd name="textAreaBottom" fmla="*/ 79560 h 7488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34" name="Google Shape;1974;p92"/>
              <p:cNvSpPr/>
              <p:nvPr/>
            </p:nvSpPr>
            <p:spPr>
              <a:xfrm>
                <a:off x="10530360" y="1069560"/>
                <a:ext cx="73080" cy="97560"/>
              </a:xfrm>
              <a:custGeom>
                <a:avLst/>
                <a:gdLst>
                  <a:gd name="textAreaLeft" fmla="*/ 0 w 73080"/>
                  <a:gd name="textAreaRight" fmla="*/ 77760 w 73080"/>
                  <a:gd name="textAreaTop" fmla="*/ 0 h 97560"/>
                  <a:gd name="textAreaBottom" fmla="*/ 102240 h 97560"/>
                </a:gdLst>
                <a:ahLst/>
                <a:cxnLst/>
                <a:rect l="textAreaLeft" t="textAreaTop" r="textAreaRight" b="textAreaBottom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35" name="Google Shape;1975;p92"/>
              <p:cNvSpPr/>
              <p:nvPr/>
            </p:nvSpPr>
            <p:spPr>
              <a:xfrm>
                <a:off x="10629000" y="1069920"/>
                <a:ext cx="38160" cy="73440"/>
              </a:xfrm>
              <a:custGeom>
                <a:avLst/>
                <a:gdLst>
                  <a:gd name="textAreaLeft" fmla="*/ 0 w 38160"/>
                  <a:gd name="textAreaRight" fmla="*/ 42840 w 38160"/>
                  <a:gd name="textAreaTop" fmla="*/ 0 h 73440"/>
                  <a:gd name="textAreaBottom" fmla="*/ 78120 h 7344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36" name="Google Shape;1976;p92"/>
              <p:cNvSpPr/>
              <p:nvPr/>
            </p:nvSpPr>
            <p:spPr>
              <a:xfrm>
                <a:off x="10681200" y="1069920"/>
                <a:ext cx="68040" cy="75600"/>
              </a:xfrm>
              <a:custGeom>
                <a:avLst/>
                <a:gdLst>
                  <a:gd name="textAreaLeft" fmla="*/ 0 w 68040"/>
                  <a:gd name="textAreaRight" fmla="*/ 72720 w 68040"/>
                  <a:gd name="textAreaTop" fmla="*/ 0 h 75600"/>
                  <a:gd name="textAreaBottom" fmla="*/ 80280 h 7560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37" name="Google Shape;1977;p92"/>
              <p:cNvSpPr/>
              <p:nvPr/>
            </p:nvSpPr>
            <p:spPr>
              <a:xfrm>
                <a:off x="10774080" y="1069560"/>
                <a:ext cx="62640" cy="73800"/>
              </a:xfrm>
              <a:custGeom>
                <a:avLst/>
                <a:gdLst>
                  <a:gd name="textAreaLeft" fmla="*/ 0 w 62640"/>
                  <a:gd name="textAreaRight" fmla="*/ 67320 w 62640"/>
                  <a:gd name="textAreaTop" fmla="*/ 0 h 73800"/>
                  <a:gd name="textAreaBottom" fmla="*/ 78480 h 73800"/>
                </a:gdLst>
                <a:ahLst/>
                <a:cxnLst/>
                <a:rect l="textAreaLeft" t="textAreaTop" r="textAreaRight" b="textAreaBottom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38" name="Google Shape;1978;p92"/>
              <p:cNvSpPr/>
              <p:nvPr/>
            </p:nvSpPr>
            <p:spPr>
              <a:xfrm>
                <a:off x="10860840" y="1039680"/>
                <a:ext cx="73080" cy="105480"/>
              </a:xfrm>
              <a:custGeom>
                <a:avLst/>
                <a:gdLst>
                  <a:gd name="textAreaLeft" fmla="*/ 0 w 73080"/>
                  <a:gd name="textAreaRight" fmla="*/ 77760 w 73080"/>
                  <a:gd name="textAreaTop" fmla="*/ 0 h 105480"/>
                  <a:gd name="textAreaBottom" fmla="*/ 110160 h 10548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39" name="Google Shape;1979;p92"/>
              <p:cNvSpPr/>
              <p:nvPr/>
            </p:nvSpPr>
            <p:spPr>
              <a:xfrm>
                <a:off x="10959480" y="1069920"/>
                <a:ext cx="68040" cy="75600"/>
              </a:xfrm>
              <a:custGeom>
                <a:avLst/>
                <a:gdLst>
                  <a:gd name="textAreaLeft" fmla="*/ 0 w 68040"/>
                  <a:gd name="textAreaRight" fmla="*/ 72720 w 68040"/>
                  <a:gd name="textAreaTop" fmla="*/ 0 h 75600"/>
                  <a:gd name="textAreaBottom" fmla="*/ 80280 h 7560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40" name="Google Shape;1980;p92"/>
              <p:cNvSpPr/>
              <p:nvPr/>
            </p:nvSpPr>
            <p:spPr>
              <a:xfrm>
                <a:off x="11052360" y="1069920"/>
                <a:ext cx="38160" cy="73440"/>
              </a:xfrm>
              <a:custGeom>
                <a:avLst/>
                <a:gdLst>
                  <a:gd name="textAreaLeft" fmla="*/ 0 w 38160"/>
                  <a:gd name="textAreaRight" fmla="*/ 42840 w 38160"/>
                  <a:gd name="textAreaTop" fmla="*/ 0 h 73440"/>
                  <a:gd name="textAreaBottom" fmla="*/ 78120 h 7344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541" name="Google Shape;1981;p92"/>
            <p:cNvGrpSpPr/>
            <p:nvPr/>
          </p:nvGrpSpPr>
          <p:grpSpPr>
            <a:xfrm>
              <a:off x="10113480" y="597240"/>
              <a:ext cx="604800" cy="147960"/>
              <a:chOff x="10113480" y="597240"/>
              <a:chExt cx="604800" cy="147960"/>
            </a:xfrm>
          </p:grpSpPr>
          <p:sp>
            <p:nvSpPr>
              <p:cNvPr id="1542" name="Google Shape;1982;p92"/>
              <p:cNvSpPr/>
              <p:nvPr/>
            </p:nvSpPr>
            <p:spPr>
              <a:xfrm>
                <a:off x="10627560" y="603360"/>
                <a:ext cx="90720" cy="141120"/>
              </a:xfrm>
              <a:custGeom>
                <a:avLst/>
                <a:gdLst>
                  <a:gd name="textAreaLeft" fmla="*/ 0 w 90720"/>
                  <a:gd name="textAreaRight" fmla="*/ 95400 w 90720"/>
                  <a:gd name="textAreaTop" fmla="*/ 0 h 141120"/>
                  <a:gd name="textAreaBottom" fmla="*/ 145800 h 141120"/>
                </a:gdLst>
                <a:ahLst/>
                <a:cxnLst/>
                <a:rect l="textAreaLeft" t="textAreaTop" r="textAreaRight" b="textAreaBottom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43" name="Google Shape;1983;p92"/>
              <p:cNvSpPr/>
              <p:nvPr/>
            </p:nvSpPr>
            <p:spPr>
              <a:xfrm>
                <a:off x="10113480" y="597240"/>
                <a:ext cx="133200" cy="147960"/>
              </a:xfrm>
              <a:custGeom>
                <a:avLst/>
                <a:gdLst>
                  <a:gd name="textAreaLeft" fmla="*/ 0 w 133200"/>
                  <a:gd name="textAreaRight" fmla="*/ 137880 w 133200"/>
                  <a:gd name="textAreaTop" fmla="*/ 0 h 147960"/>
                  <a:gd name="textAreaBottom" fmla="*/ 152640 h 147960"/>
                </a:gdLst>
                <a:ahLst/>
                <a:cxnLst/>
                <a:rect l="textAreaLeft" t="textAreaTop" r="textAreaRight" b="textAreaBottom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44" name="Google Shape;1984;p92"/>
              <p:cNvSpPr/>
              <p:nvPr/>
            </p:nvSpPr>
            <p:spPr>
              <a:xfrm>
                <a:off x="10246320" y="618480"/>
                <a:ext cx="129600" cy="122040"/>
              </a:xfrm>
              <a:custGeom>
                <a:avLst/>
                <a:gdLst>
                  <a:gd name="textAreaLeft" fmla="*/ 0 w 129600"/>
                  <a:gd name="textAreaRight" fmla="*/ 134280 w 129600"/>
                  <a:gd name="textAreaTop" fmla="*/ 0 h 122040"/>
                  <a:gd name="textAreaBottom" fmla="*/ 126720 h 122040"/>
                </a:gdLst>
                <a:ahLst/>
                <a:cxnLst/>
                <a:rect l="textAreaLeft" t="textAreaTop" r="textAreaRight" b="textAreaBottom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45" name="Google Shape;1985;p92"/>
              <p:cNvSpPr/>
              <p:nvPr/>
            </p:nvSpPr>
            <p:spPr>
              <a:xfrm>
                <a:off x="10378800" y="619920"/>
                <a:ext cx="120960" cy="118440"/>
              </a:xfrm>
              <a:custGeom>
                <a:avLst/>
                <a:gdLst>
                  <a:gd name="textAreaLeft" fmla="*/ 0 w 120960"/>
                  <a:gd name="textAreaRight" fmla="*/ 125640 w 120960"/>
                  <a:gd name="textAreaTop" fmla="*/ 0 h 118440"/>
                  <a:gd name="textAreaBottom" fmla="*/ 123120 h 118440"/>
                </a:gdLst>
                <a:ahLst/>
                <a:cxnLst/>
                <a:rect l="textAreaLeft" t="textAreaTop" r="textAreaRight" b="textAreaBottom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46" name="Google Shape;1986;p92"/>
              <p:cNvSpPr/>
              <p:nvPr/>
            </p:nvSpPr>
            <p:spPr>
              <a:xfrm>
                <a:off x="10503000" y="619200"/>
                <a:ext cx="122040" cy="120600"/>
              </a:xfrm>
              <a:custGeom>
                <a:avLst/>
                <a:gdLst>
                  <a:gd name="textAreaLeft" fmla="*/ 0 w 122040"/>
                  <a:gd name="textAreaRight" fmla="*/ 126720 w 122040"/>
                  <a:gd name="textAreaTop" fmla="*/ 0 h 120600"/>
                  <a:gd name="textAreaBottom" fmla="*/ 125280 h 120600"/>
                </a:gdLst>
                <a:ahLst/>
                <a:cxnLst/>
                <a:rect l="textAreaLeft" t="textAreaTop" r="textAreaRight" b="textAreaBottom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_Curso_AI MS Azure">
    <p:bg>
      <p:bgPr>
        <a:solidFill>
          <a:srgbClr val="292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Google Shape;1476;p86"/>
          <p:cNvSpPr/>
          <p:nvPr/>
        </p:nvSpPr>
        <p:spPr>
          <a:xfrm>
            <a:off x="29865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8" name="Google Shape;1477;p86"/>
          <p:cNvSpPr/>
          <p:nvPr/>
        </p:nvSpPr>
        <p:spPr>
          <a:xfrm>
            <a:off x="35420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9" name="Google Shape;1478;p86"/>
          <p:cNvSpPr/>
          <p:nvPr/>
        </p:nvSpPr>
        <p:spPr>
          <a:xfrm>
            <a:off x="4049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0" name="Google Shape;1479;p86"/>
          <p:cNvSpPr/>
          <p:nvPr/>
        </p:nvSpPr>
        <p:spPr>
          <a:xfrm>
            <a:off x="456408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1" name="Google Shape;1480;p86"/>
          <p:cNvSpPr/>
          <p:nvPr/>
        </p:nvSpPr>
        <p:spPr>
          <a:xfrm>
            <a:off x="50781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2" name="Google Shape;1481;p86"/>
          <p:cNvSpPr/>
          <p:nvPr/>
        </p:nvSpPr>
        <p:spPr>
          <a:xfrm>
            <a:off x="6145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3" name="Google Shape;1482;p86"/>
          <p:cNvSpPr/>
          <p:nvPr/>
        </p:nvSpPr>
        <p:spPr>
          <a:xfrm>
            <a:off x="5633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4" name="Google Shape;1483;p86"/>
          <p:cNvSpPr/>
          <p:nvPr/>
        </p:nvSpPr>
        <p:spPr>
          <a:xfrm>
            <a:off x="67413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5" name="Google Shape;1484;p86"/>
          <p:cNvSpPr/>
          <p:nvPr/>
        </p:nvSpPr>
        <p:spPr>
          <a:xfrm>
            <a:off x="730332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6" name="Google Shape;1485;p86"/>
          <p:cNvSpPr/>
          <p:nvPr/>
        </p:nvSpPr>
        <p:spPr>
          <a:xfrm>
            <a:off x="7846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557" name="Google Shape;1486;p86"/>
          <p:cNvGrpSpPr/>
          <p:nvPr/>
        </p:nvGrpSpPr>
        <p:grpSpPr>
          <a:xfrm>
            <a:off x="730800" y="3085920"/>
            <a:ext cx="6568200" cy="2461320"/>
            <a:chOff x="730800" y="3085920"/>
            <a:chExt cx="6568200" cy="2461320"/>
          </a:xfrm>
        </p:grpSpPr>
        <p:sp>
          <p:nvSpPr>
            <p:cNvPr id="1558" name="Google Shape;1487;p86"/>
            <p:cNvSpPr/>
            <p:nvPr/>
          </p:nvSpPr>
          <p:spPr>
            <a:xfrm>
              <a:off x="1363680" y="3424680"/>
              <a:ext cx="5935320" cy="154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_INTELIGÊNCIA</a:t>
              </a:r>
              <a:br>
                <a:rPr sz="5500"/>
              </a:b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ARTIFICIAL</a:t>
              </a:r>
              <a:endParaRPr b="0" lang="pt-BR" sz="5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9" name="Google Shape;1488;p86"/>
            <p:cNvSpPr/>
            <p:nvPr/>
          </p:nvSpPr>
          <p:spPr>
            <a:xfrm rot="16200000">
              <a:off x="-249120" y="4066200"/>
              <a:ext cx="2412360" cy="451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26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C U R S O</a:t>
              </a:r>
              <a:endParaRPr b="0" lang="pt-BR" sz="26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0" name="Google Shape;1489;p86"/>
            <p:cNvSpPr/>
            <p:nvPr/>
          </p:nvSpPr>
          <p:spPr>
            <a:xfrm>
              <a:off x="1363680" y="4781520"/>
              <a:ext cx="5935320" cy="765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32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COM MICROSOFT AZURE_</a:t>
              </a:r>
              <a:endPara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61" name="Google Shape;1490;p86"/>
          <p:cNvGrpSpPr/>
          <p:nvPr/>
        </p:nvGrpSpPr>
        <p:grpSpPr>
          <a:xfrm>
            <a:off x="755280" y="2845440"/>
            <a:ext cx="688680" cy="688320"/>
            <a:chOff x="755280" y="2845440"/>
            <a:chExt cx="688680" cy="688320"/>
          </a:xfrm>
        </p:grpSpPr>
        <p:sp>
          <p:nvSpPr>
            <p:cNvPr id="1562" name="Google Shape;1491;p86"/>
            <p:cNvSpPr/>
            <p:nvPr/>
          </p:nvSpPr>
          <p:spPr>
            <a:xfrm>
              <a:off x="755280" y="3191760"/>
              <a:ext cx="342000" cy="34200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3" name="Google Shape;1492;p86"/>
            <p:cNvSpPr/>
            <p:nvPr/>
          </p:nvSpPr>
          <p:spPr>
            <a:xfrm>
              <a:off x="1101960" y="2845440"/>
              <a:ext cx="342000" cy="34200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64" name="Google Shape;1493;p86"/>
          <p:cNvGrpSpPr/>
          <p:nvPr/>
        </p:nvGrpSpPr>
        <p:grpSpPr>
          <a:xfrm>
            <a:off x="6717960" y="5098320"/>
            <a:ext cx="688680" cy="688680"/>
            <a:chOff x="6717960" y="5098320"/>
            <a:chExt cx="688680" cy="688680"/>
          </a:xfrm>
        </p:grpSpPr>
        <p:sp>
          <p:nvSpPr>
            <p:cNvPr id="1565" name="Google Shape;1494;p86"/>
            <p:cNvSpPr/>
            <p:nvPr/>
          </p:nvSpPr>
          <p:spPr>
            <a:xfrm>
              <a:off x="6717960" y="5445000"/>
              <a:ext cx="342000" cy="34200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6" name="Google Shape;1495;p86"/>
            <p:cNvSpPr/>
            <p:nvPr/>
          </p:nvSpPr>
          <p:spPr>
            <a:xfrm>
              <a:off x="7064640" y="5098320"/>
              <a:ext cx="342000" cy="34200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567" name="Google Shape;1496;p86" descr=""/>
          <p:cNvPicPr/>
          <p:nvPr/>
        </p:nvPicPr>
        <p:blipFill>
          <a:blip r:embed="rId2"/>
          <a:stretch/>
        </p:blipFill>
        <p:spPr>
          <a:xfrm>
            <a:off x="10026000" y="3773160"/>
            <a:ext cx="1625760" cy="16257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568" name="Google Shape;1497;p86"/>
          <p:cNvGrpSpPr/>
          <p:nvPr/>
        </p:nvGrpSpPr>
        <p:grpSpPr>
          <a:xfrm>
            <a:off x="10113480" y="597240"/>
            <a:ext cx="1476720" cy="1436400"/>
            <a:chOff x="10113480" y="597240"/>
            <a:chExt cx="1476720" cy="1436400"/>
          </a:xfrm>
        </p:grpSpPr>
        <p:grpSp>
          <p:nvGrpSpPr>
            <p:cNvPr id="1569" name="Google Shape;1498;p86"/>
            <p:cNvGrpSpPr/>
            <p:nvPr/>
          </p:nvGrpSpPr>
          <p:grpSpPr>
            <a:xfrm>
              <a:off x="10124640" y="1269360"/>
              <a:ext cx="1465560" cy="764280"/>
              <a:chOff x="10124640" y="1269360"/>
              <a:chExt cx="1465560" cy="764280"/>
            </a:xfrm>
          </p:grpSpPr>
          <p:grpSp>
            <p:nvGrpSpPr>
              <p:cNvPr id="1570" name="Google Shape;1499;p86"/>
              <p:cNvGrpSpPr/>
              <p:nvPr/>
            </p:nvGrpSpPr>
            <p:grpSpPr>
              <a:xfrm>
                <a:off x="10124640" y="1269360"/>
                <a:ext cx="1220040" cy="295200"/>
                <a:chOff x="10124640" y="1269360"/>
                <a:chExt cx="1220040" cy="295200"/>
              </a:xfrm>
            </p:grpSpPr>
            <p:sp>
              <p:nvSpPr>
                <p:cNvPr id="1571" name="Google Shape;1500;p86"/>
                <p:cNvSpPr/>
                <p:nvPr/>
              </p:nvSpPr>
              <p:spPr>
                <a:xfrm>
                  <a:off x="10124640" y="1269360"/>
                  <a:ext cx="145080" cy="293760"/>
                </a:xfrm>
                <a:custGeom>
                  <a:avLst/>
                  <a:gdLst>
                    <a:gd name="textAreaLeft" fmla="*/ 0 w 145080"/>
                    <a:gd name="textAreaRight" fmla="*/ 149760 w 145080"/>
                    <a:gd name="textAreaTop" fmla="*/ 0 h 293760"/>
                    <a:gd name="textAreaBottom" fmla="*/ 298440 h 293760"/>
                  </a:gdLst>
                  <a:ahLst/>
                  <a:cxnLst/>
                  <a:rect l="textAreaLeft" t="textAreaTop" r="textAreaRight" b="textAreaBottom"/>
                  <a:pathLst>
                    <a:path w="174433" h="347735">
                      <a:moveTo>
                        <a:pt x="112186" y="347594"/>
                      </a:moveTo>
                      <a:cubicBezTo>
                        <a:pt x="64794" y="347594"/>
                        <a:pt x="32680" y="328778"/>
                        <a:pt x="32680" y="265541"/>
                      </a:cubicBezTo>
                      <a:lnTo>
                        <a:pt x="32680" y="136095"/>
                      </a:lnTo>
                      <a:lnTo>
                        <a:pt x="0" y="136095"/>
                      </a:lnTo>
                      <a:lnTo>
                        <a:pt x="0" y="69887"/>
                      </a:lnTo>
                      <a:lnTo>
                        <a:pt x="32680" y="69887"/>
                      </a:lnTo>
                      <a:lnTo>
                        <a:pt x="32680" y="0"/>
                      </a:lnTo>
                      <a:lnTo>
                        <a:pt x="110206" y="0"/>
                      </a:lnTo>
                      <a:lnTo>
                        <a:pt x="110206" y="69887"/>
                      </a:lnTo>
                      <a:lnTo>
                        <a:pt x="174434" y="69887"/>
                      </a:lnTo>
                      <a:lnTo>
                        <a:pt x="174434" y="136095"/>
                      </a:lnTo>
                      <a:lnTo>
                        <a:pt x="110206" y="136095"/>
                      </a:lnTo>
                      <a:lnTo>
                        <a:pt x="110206" y="252808"/>
                      </a:lnTo>
                      <a:cubicBezTo>
                        <a:pt x="110206" y="270634"/>
                        <a:pt x="117845" y="279263"/>
                        <a:pt x="135246" y="279263"/>
                      </a:cubicBezTo>
                      <a:cubicBezTo>
                        <a:pt x="149535" y="279263"/>
                        <a:pt x="162267" y="275727"/>
                        <a:pt x="173443" y="269643"/>
                      </a:cubicBezTo>
                      <a:lnTo>
                        <a:pt x="173443" y="331890"/>
                      </a:lnTo>
                      <a:cubicBezTo>
                        <a:pt x="157174" y="341510"/>
                        <a:pt x="138217" y="347735"/>
                        <a:pt x="112328" y="347735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72" name="Google Shape;1501;p86"/>
                <p:cNvSpPr/>
                <p:nvPr/>
              </p:nvSpPr>
              <p:spPr>
                <a:xfrm>
                  <a:off x="10305360" y="1324800"/>
                  <a:ext cx="225360" cy="239400"/>
                </a:xfrm>
                <a:custGeom>
                  <a:avLst/>
                  <a:gdLst>
                    <a:gd name="textAreaLeft" fmla="*/ 0 w 225360"/>
                    <a:gd name="textAreaRight" fmla="*/ 230040 w 225360"/>
                    <a:gd name="textAreaTop" fmla="*/ 0 h 239400"/>
                    <a:gd name="textAreaBottom" fmla="*/ 244080 h 239400"/>
                  </a:gdLst>
                  <a:ahLst/>
                  <a:cxnLst/>
                  <a:rect l="textAreaLeft" t="textAreaTop" r="textAreaRight" b="textAreaBottom"/>
                  <a:pathLst>
                    <a:path w="268087" h="284356">
                      <a:moveTo>
                        <a:pt x="267238" y="168775"/>
                      </a:moveTo>
                      <a:lnTo>
                        <a:pt x="77102" y="168775"/>
                      </a:lnTo>
                      <a:cubicBezTo>
                        <a:pt x="84741" y="204001"/>
                        <a:pt x="109215" y="222251"/>
                        <a:pt x="143876" y="222251"/>
                      </a:cubicBezTo>
                      <a:cubicBezTo>
                        <a:pt x="169906" y="222251"/>
                        <a:pt x="188722" y="214045"/>
                        <a:pt x="210084" y="194239"/>
                      </a:cubicBezTo>
                      <a:lnTo>
                        <a:pt x="254365" y="233427"/>
                      </a:lnTo>
                      <a:cubicBezTo>
                        <a:pt x="228900" y="264975"/>
                        <a:pt x="192117" y="284356"/>
                        <a:pt x="142744" y="284356"/>
                      </a:cubicBezTo>
                      <a:cubicBezTo>
                        <a:pt x="60691" y="284356"/>
                        <a:pt x="0" y="226778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5598" y="0"/>
                        <a:pt x="135105" y="0"/>
                      </a:cubicBezTo>
                      <a:cubicBezTo>
                        <a:pt x="226353" y="0"/>
                        <a:pt x="268087" y="70877"/>
                        <a:pt x="268087" y="148403"/>
                      </a:cubicBezTo>
                      <a:lnTo>
                        <a:pt x="268087" y="149393"/>
                      </a:lnTo>
                      <a:cubicBezTo>
                        <a:pt x="268087" y="157033"/>
                        <a:pt x="267521" y="161560"/>
                        <a:pt x="267097" y="168775"/>
                      </a:cubicBezTo>
                      <a:close/>
                      <a:moveTo>
                        <a:pt x="135246" y="62247"/>
                      </a:moveTo>
                      <a:cubicBezTo>
                        <a:pt x="103132" y="62247"/>
                        <a:pt x="82195" y="85165"/>
                        <a:pt x="76111" y="120392"/>
                      </a:cubicBezTo>
                      <a:lnTo>
                        <a:pt x="192825" y="120392"/>
                      </a:lnTo>
                      <a:cubicBezTo>
                        <a:pt x="188298" y="85731"/>
                        <a:pt x="167784" y="62247"/>
                        <a:pt x="135246" y="62247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73" name="Google Shape;1502;p86"/>
                <p:cNvSpPr/>
                <p:nvPr/>
              </p:nvSpPr>
              <p:spPr>
                <a:xfrm>
                  <a:off x="10573560" y="1325160"/>
                  <a:ext cx="213120" cy="239400"/>
                </a:xfrm>
                <a:custGeom>
                  <a:avLst/>
                  <a:gdLst>
                    <a:gd name="textAreaLeft" fmla="*/ 0 w 213120"/>
                    <a:gd name="textAreaRight" fmla="*/ 217800 w 213120"/>
                    <a:gd name="textAreaTop" fmla="*/ 0 h 239400"/>
                    <a:gd name="textAreaBottom" fmla="*/ 244080 h 239400"/>
                  </a:gdLst>
                  <a:ahLst/>
                  <a:cxnLst/>
                  <a:rect l="textAreaLeft" t="textAreaTop" r="textAreaRight" b="textAreaBottom"/>
                  <a:pathLst>
                    <a:path w="253940" h="284356">
                      <a:moveTo>
                        <a:pt x="142178" y="284356"/>
                      </a:moveTo>
                      <a:cubicBezTo>
                        <a:pt x="60125" y="284356"/>
                        <a:pt x="0" y="221119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9701" y="0"/>
                        <a:pt x="143310" y="0"/>
                      </a:cubicBezTo>
                      <a:cubicBezTo>
                        <a:pt x="194805" y="0"/>
                        <a:pt x="226919" y="17401"/>
                        <a:pt x="252384" y="45837"/>
                      </a:cubicBezTo>
                      <a:lnTo>
                        <a:pt x="204991" y="96766"/>
                      </a:lnTo>
                      <a:cubicBezTo>
                        <a:pt x="187590" y="78375"/>
                        <a:pt x="170331" y="66633"/>
                        <a:pt x="142744" y="66633"/>
                      </a:cubicBezTo>
                      <a:cubicBezTo>
                        <a:pt x="103981" y="66633"/>
                        <a:pt x="76536" y="100727"/>
                        <a:pt x="76536" y="141046"/>
                      </a:cubicBezTo>
                      <a:lnTo>
                        <a:pt x="76536" y="142037"/>
                      </a:lnTo>
                      <a:cubicBezTo>
                        <a:pt x="76536" y="183770"/>
                        <a:pt x="103557" y="217441"/>
                        <a:pt x="145856" y="217441"/>
                      </a:cubicBezTo>
                      <a:cubicBezTo>
                        <a:pt x="171887" y="217441"/>
                        <a:pt x="189712" y="206264"/>
                        <a:pt x="208528" y="188439"/>
                      </a:cubicBezTo>
                      <a:lnTo>
                        <a:pt x="253940" y="234276"/>
                      </a:lnTo>
                      <a:cubicBezTo>
                        <a:pt x="227485" y="263277"/>
                        <a:pt x="196786" y="284215"/>
                        <a:pt x="142320" y="284215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74" name="Google Shape;1503;p86"/>
                <p:cNvSpPr/>
                <p:nvPr/>
              </p:nvSpPr>
              <p:spPr>
                <a:xfrm>
                  <a:off x="10834560" y="1325160"/>
                  <a:ext cx="210240" cy="234000"/>
                </a:xfrm>
                <a:custGeom>
                  <a:avLst/>
                  <a:gdLst>
                    <a:gd name="textAreaLeft" fmla="*/ 0 w 210240"/>
                    <a:gd name="textAreaRight" fmla="*/ 214920 w 210240"/>
                    <a:gd name="textAreaTop" fmla="*/ 0 h 234000"/>
                    <a:gd name="textAreaBottom" fmla="*/ 238680 h 234000"/>
                  </a:gdLst>
                  <a:ahLst/>
                  <a:cxnLst/>
                  <a:rect l="textAreaLeft" t="textAreaTop" r="textAreaRight" b="textAreaBottom"/>
                  <a:pathLst>
                    <a:path w="250403" h="278272">
                      <a:moveTo>
                        <a:pt x="172877" y="278273"/>
                      </a:moveTo>
                      <a:lnTo>
                        <a:pt x="172877" y="125909"/>
                      </a:lnTo>
                      <a:cubicBezTo>
                        <a:pt x="172877" y="89268"/>
                        <a:pt x="155477" y="70311"/>
                        <a:pt x="125909" y="70311"/>
                      </a:cubicBezTo>
                      <a:cubicBezTo>
                        <a:pt x="96342" y="70311"/>
                        <a:pt x="77526" y="89127"/>
                        <a:pt x="77526" y="125909"/>
                      </a:cubicBezTo>
                      <a:lnTo>
                        <a:pt x="77526" y="278273"/>
                      </a:lnTo>
                      <a:lnTo>
                        <a:pt x="0" y="278273"/>
                      </a:lnTo>
                      <a:lnTo>
                        <a:pt x="0" y="5093"/>
                      </a:lnTo>
                      <a:lnTo>
                        <a:pt x="77526" y="5093"/>
                      </a:lnTo>
                      <a:lnTo>
                        <a:pt x="77526" y="43856"/>
                      </a:lnTo>
                      <a:cubicBezTo>
                        <a:pt x="95351" y="20938"/>
                        <a:pt x="118270" y="0"/>
                        <a:pt x="157598" y="0"/>
                      </a:cubicBezTo>
                      <a:cubicBezTo>
                        <a:pt x="216167" y="0"/>
                        <a:pt x="250403" y="38763"/>
                        <a:pt x="250403" y="101435"/>
                      </a:cubicBezTo>
                      <a:lnTo>
                        <a:pt x="250403" y="278273"/>
                      </a:lnTo>
                      <a:lnTo>
                        <a:pt x="172877" y="278273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75" name="Google Shape;1504;p86"/>
                <p:cNvSpPr/>
                <p:nvPr/>
              </p:nvSpPr>
              <p:spPr>
                <a:xfrm>
                  <a:off x="11095560" y="1325160"/>
                  <a:ext cx="249120" cy="239400"/>
                </a:xfrm>
                <a:custGeom>
                  <a:avLst/>
                  <a:gdLst>
                    <a:gd name="textAreaLeft" fmla="*/ 0 w 249120"/>
                    <a:gd name="textAreaRight" fmla="*/ 253800 w 249120"/>
                    <a:gd name="textAreaTop" fmla="*/ 0 h 239400"/>
                    <a:gd name="textAreaBottom" fmla="*/ 244080 h 239400"/>
                  </a:gdLst>
                  <a:ahLst/>
                  <a:cxnLst/>
                  <a:rect l="textAreaLeft" t="textAreaTop" r="textAreaRight" b="textAreaBottom"/>
                  <a:pathLst>
                    <a:path w="295673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8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1576" name="Google Shape;1505;p86"/>
              <p:cNvGrpSpPr/>
              <p:nvPr/>
            </p:nvGrpSpPr>
            <p:grpSpPr>
              <a:xfrm>
                <a:off x="10546560" y="1648080"/>
                <a:ext cx="1043640" cy="385560"/>
                <a:chOff x="10546560" y="1648080"/>
                <a:chExt cx="1043640" cy="385560"/>
              </a:xfrm>
            </p:grpSpPr>
            <p:sp>
              <p:nvSpPr>
                <p:cNvPr id="1577" name="Google Shape;1506;p86"/>
                <p:cNvSpPr/>
                <p:nvPr/>
              </p:nvSpPr>
              <p:spPr>
                <a:xfrm>
                  <a:off x="10546560" y="1648080"/>
                  <a:ext cx="61920" cy="314640"/>
                </a:xfrm>
                <a:custGeom>
                  <a:avLst/>
                  <a:gdLst>
                    <a:gd name="textAreaLeft" fmla="*/ 0 w 61920"/>
                    <a:gd name="textAreaRight" fmla="*/ 66600 w 61920"/>
                    <a:gd name="textAreaTop" fmla="*/ 0 h 314640"/>
                    <a:gd name="textAreaBottom" fmla="*/ 319320 h 314640"/>
                  </a:gdLst>
                  <a:ahLst/>
                  <a:cxnLst/>
                  <a:rect l="textAreaLeft" t="textAreaTop" r="textAreaRight" b="textAreaBottom"/>
                  <a:pathLst>
                    <a:path w="77526" h="372209">
                      <a:moveTo>
                        <a:pt x="0" y="372210"/>
                      </a:moveTo>
                      <a:lnTo>
                        <a:pt x="0" y="0"/>
                      </a:lnTo>
                      <a:lnTo>
                        <a:pt x="77526" y="0"/>
                      </a:lnTo>
                      <a:lnTo>
                        <a:pt x="77526" y="372210"/>
                      </a:lnTo>
                      <a:lnTo>
                        <a:pt x="0" y="372210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78" name="Google Shape;1507;p86"/>
                <p:cNvSpPr/>
                <p:nvPr/>
              </p:nvSpPr>
              <p:spPr>
                <a:xfrm>
                  <a:off x="10664280" y="1728720"/>
                  <a:ext cx="249120" cy="239400"/>
                </a:xfrm>
                <a:custGeom>
                  <a:avLst/>
                  <a:gdLst>
                    <a:gd name="textAreaLeft" fmla="*/ 0 w 249120"/>
                    <a:gd name="textAreaRight" fmla="*/ 253800 w 249120"/>
                    <a:gd name="textAreaTop" fmla="*/ 0 h 239400"/>
                    <a:gd name="textAreaBottom" fmla="*/ 244080 h 239400"/>
                  </a:gdLst>
                  <a:ahLst/>
                  <a:cxnLst/>
                  <a:rect l="textAreaLeft" t="textAreaTop" r="textAreaRight" b="textAreaBottom"/>
                  <a:pathLst>
                    <a:path w="295674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7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79" name="Google Shape;1508;p86"/>
                <p:cNvSpPr/>
                <p:nvPr/>
              </p:nvSpPr>
              <p:spPr>
                <a:xfrm>
                  <a:off x="10955160" y="1728720"/>
                  <a:ext cx="241560" cy="304920"/>
                </a:xfrm>
                <a:custGeom>
                  <a:avLst/>
                  <a:gdLst>
                    <a:gd name="textAreaLeft" fmla="*/ 0 w 241560"/>
                    <a:gd name="textAreaRight" fmla="*/ 246240 w 241560"/>
                    <a:gd name="textAreaTop" fmla="*/ 0 h 304920"/>
                    <a:gd name="textAreaBottom" fmla="*/ 309600 h 304920"/>
                  </a:gdLst>
                  <a:ahLst/>
                  <a:cxnLst/>
                  <a:rect l="textAreaLeft" t="textAreaTop" r="textAreaRight" b="textAreaBottom"/>
                  <a:pathLst>
                    <a:path w="287044" h="361033">
                      <a:moveTo>
                        <a:pt x="134822" y="361033"/>
                      </a:moveTo>
                      <a:cubicBezTo>
                        <a:pt x="90541" y="361033"/>
                        <a:pt x="48666" y="350847"/>
                        <a:pt x="14006" y="332456"/>
                      </a:cubicBezTo>
                      <a:lnTo>
                        <a:pt x="40461" y="274312"/>
                      </a:lnTo>
                      <a:cubicBezTo>
                        <a:pt x="68472" y="290157"/>
                        <a:pt x="96483" y="299352"/>
                        <a:pt x="132700" y="299352"/>
                      </a:cubicBezTo>
                      <a:cubicBezTo>
                        <a:pt x="185751" y="299352"/>
                        <a:pt x="210650" y="273887"/>
                        <a:pt x="210650" y="224939"/>
                      </a:cubicBezTo>
                      <a:lnTo>
                        <a:pt x="210650" y="211640"/>
                      </a:lnTo>
                      <a:cubicBezTo>
                        <a:pt x="187732" y="239227"/>
                        <a:pt x="162691" y="255921"/>
                        <a:pt x="121382" y="255921"/>
                      </a:cubicBezTo>
                      <a:cubicBezTo>
                        <a:pt x="57720" y="255921"/>
                        <a:pt x="0" y="209518"/>
                        <a:pt x="0" y="128455"/>
                      </a:cubicBezTo>
                      <a:lnTo>
                        <a:pt x="0" y="127465"/>
                      </a:lnTo>
                      <a:cubicBezTo>
                        <a:pt x="0" y="45836"/>
                        <a:pt x="58569" y="0"/>
                        <a:pt x="121382" y="0"/>
                      </a:cubicBezTo>
                      <a:cubicBezTo>
                        <a:pt x="163682" y="0"/>
                        <a:pt x="188722" y="17825"/>
                        <a:pt x="209518" y="40744"/>
                      </a:cubicBezTo>
                      <a:lnTo>
                        <a:pt x="209518" y="5093"/>
                      </a:lnTo>
                      <a:lnTo>
                        <a:pt x="287044" y="5093"/>
                      </a:lnTo>
                      <a:lnTo>
                        <a:pt x="287044" y="216592"/>
                      </a:lnTo>
                      <a:cubicBezTo>
                        <a:pt x="287044" y="319582"/>
                        <a:pt x="236115" y="360892"/>
                        <a:pt x="134680" y="360892"/>
                      </a:cubicBezTo>
                      <a:close/>
                      <a:moveTo>
                        <a:pt x="210791" y="127607"/>
                      </a:moveTo>
                      <a:cubicBezTo>
                        <a:pt x="210791" y="90400"/>
                        <a:pt x="181790" y="64369"/>
                        <a:pt x="144017" y="64369"/>
                      </a:cubicBezTo>
                      <a:cubicBezTo>
                        <a:pt x="106245" y="64369"/>
                        <a:pt x="77809" y="90400"/>
                        <a:pt x="77809" y="127607"/>
                      </a:cubicBezTo>
                      <a:lnTo>
                        <a:pt x="77809" y="128597"/>
                      </a:lnTo>
                      <a:cubicBezTo>
                        <a:pt x="77809" y="166370"/>
                        <a:pt x="106386" y="191834"/>
                        <a:pt x="144017" y="191834"/>
                      </a:cubicBezTo>
                      <a:cubicBezTo>
                        <a:pt x="181648" y="191834"/>
                        <a:pt x="210791" y="165804"/>
                        <a:pt x="210791" y="128597"/>
                      </a:cubicBezTo>
                      <a:lnTo>
                        <a:pt x="210791" y="127607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80" name="Google Shape;1509;p86"/>
                <p:cNvSpPr/>
                <p:nvPr/>
              </p:nvSpPr>
              <p:spPr>
                <a:xfrm>
                  <a:off x="11262240" y="1648440"/>
                  <a:ext cx="65520" cy="314640"/>
                </a:xfrm>
                <a:custGeom>
                  <a:avLst/>
                  <a:gdLst>
                    <a:gd name="textAreaLeft" fmla="*/ 0 w 65520"/>
                    <a:gd name="textAreaRight" fmla="*/ 70200 w 65520"/>
                    <a:gd name="textAreaTop" fmla="*/ 0 h 314640"/>
                    <a:gd name="textAreaBottom" fmla="*/ 319320 h 314640"/>
                  </a:gdLst>
                  <a:ahLst/>
                  <a:cxnLst/>
                  <a:rect l="textAreaLeft" t="textAreaTop" r="textAreaRight" b="textAreaBottom"/>
                  <a:pathLst>
                    <a:path w="81628" h="372068">
                      <a:moveTo>
                        <a:pt x="0" y="68755"/>
                      </a:moveTo>
                      <a:lnTo>
                        <a:pt x="0" y="0"/>
                      </a:lnTo>
                      <a:lnTo>
                        <a:pt x="81629" y="0"/>
                      </a:lnTo>
                      <a:lnTo>
                        <a:pt x="81629" y="68755"/>
                      </a:lnTo>
                      <a:lnTo>
                        <a:pt x="0" y="68755"/>
                      </a:lnTo>
                      <a:close/>
                      <a:moveTo>
                        <a:pt x="1981" y="372068"/>
                      </a:moveTo>
                      <a:lnTo>
                        <a:pt x="1981" y="98888"/>
                      </a:lnTo>
                      <a:lnTo>
                        <a:pt x="79507" y="98888"/>
                      </a:lnTo>
                      <a:lnTo>
                        <a:pt x="79507" y="372068"/>
                      </a:lnTo>
                      <a:lnTo>
                        <a:pt x="1981" y="372068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81" name="Google Shape;1510;p86"/>
                <p:cNvSpPr/>
                <p:nvPr/>
              </p:nvSpPr>
              <p:spPr>
                <a:xfrm>
                  <a:off x="11379240" y="1730520"/>
                  <a:ext cx="210960" cy="236880"/>
                </a:xfrm>
                <a:custGeom>
                  <a:avLst/>
                  <a:gdLst>
                    <a:gd name="textAreaLeft" fmla="*/ 0 w 210960"/>
                    <a:gd name="textAreaRight" fmla="*/ 215640 w 210960"/>
                    <a:gd name="textAreaTop" fmla="*/ 0 h 236880"/>
                    <a:gd name="textAreaBottom" fmla="*/ 241560 h 236880"/>
                  </a:gdLst>
                  <a:ahLst/>
                  <a:cxnLst/>
                  <a:rect l="textAreaLeft" t="textAreaTop" r="textAreaRight" b="textAreaBottom"/>
                  <a:pathLst>
                    <a:path w="251252" h="281385">
                      <a:moveTo>
                        <a:pt x="176414" y="276292"/>
                      </a:moveTo>
                      <a:lnTo>
                        <a:pt x="176414" y="246725"/>
                      </a:lnTo>
                      <a:cubicBezTo>
                        <a:pt x="157598" y="267663"/>
                        <a:pt x="131568" y="281385"/>
                        <a:pt x="93795" y="281385"/>
                      </a:cubicBezTo>
                      <a:cubicBezTo>
                        <a:pt x="42300" y="281385"/>
                        <a:pt x="0" y="251818"/>
                        <a:pt x="0" y="197776"/>
                      </a:cubicBezTo>
                      <a:lnTo>
                        <a:pt x="0" y="196786"/>
                      </a:lnTo>
                      <a:cubicBezTo>
                        <a:pt x="0" y="137085"/>
                        <a:pt x="45412" y="109640"/>
                        <a:pt x="110064" y="109640"/>
                      </a:cubicBezTo>
                      <a:cubicBezTo>
                        <a:pt x="137651" y="109640"/>
                        <a:pt x="157457" y="114167"/>
                        <a:pt x="176839" y="120816"/>
                      </a:cubicBezTo>
                      <a:lnTo>
                        <a:pt x="176839" y="116289"/>
                      </a:lnTo>
                      <a:cubicBezTo>
                        <a:pt x="176839" y="84175"/>
                        <a:pt x="156891" y="66350"/>
                        <a:pt x="118270" y="66350"/>
                      </a:cubicBezTo>
                      <a:cubicBezTo>
                        <a:pt x="88702" y="66350"/>
                        <a:pt x="67764" y="72009"/>
                        <a:pt x="42866" y="81063"/>
                      </a:cubicBezTo>
                      <a:lnTo>
                        <a:pt x="23484" y="21928"/>
                      </a:lnTo>
                      <a:cubicBezTo>
                        <a:pt x="53617" y="8630"/>
                        <a:pt x="83185" y="0"/>
                        <a:pt x="129446" y="0"/>
                      </a:cubicBezTo>
                      <a:cubicBezTo>
                        <a:pt x="214045" y="0"/>
                        <a:pt x="251252" y="43856"/>
                        <a:pt x="251252" y="117704"/>
                      </a:cubicBezTo>
                      <a:lnTo>
                        <a:pt x="251252" y="276292"/>
                      </a:lnTo>
                      <a:lnTo>
                        <a:pt x="176273" y="276292"/>
                      </a:lnTo>
                      <a:close/>
                      <a:moveTo>
                        <a:pt x="177970" y="166228"/>
                      </a:moveTo>
                      <a:cubicBezTo>
                        <a:pt x="164672" y="160145"/>
                        <a:pt x="147413" y="156042"/>
                        <a:pt x="128455" y="156042"/>
                      </a:cubicBezTo>
                      <a:cubicBezTo>
                        <a:pt x="95351" y="156042"/>
                        <a:pt x="74979" y="169340"/>
                        <a:pt x="74979" y="193815"/>
                      </a:cubicBezTo>
                      <a:lnTo>
                        <a:pt x="74979" y="194805"/>
                      </a:lnTo>
                      <a:cubicBezTo>
                        <a:pt x="74979" y="215743"/>
                        <a:pt x="92380" y="227909"/>
                        <a:pt x="117279" y="227909"/>
                      </a:cubicBezTo>
                      <a:cubicBezTo>
                        <a:pt x="153496" y="227909"/>
                        <a:pt x="177970" y="207962"/>
                        <a:pt x="177970" y="179951"/>
                      </a:cubicBezTo>
                      <a:lnTo>
                        <a:pt x="177970" y="166228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582" name="Google Shape;1511;p86"/>
            <p:cNvGrpSpPr/>
            <p:nvPr/>
          </p:nvGrpSpPr>
          <p:grpSpPr>
            <a:xfrm>
              <a:off x="10207440" y="873000"/>
              <a:ext cx="1172160" cy="294120"/>
              <a:chOff x="10207440" y="873000"/>
              <a:chExt cx="1172160" cy="294120"/>
            </a:xfrm>
          </p:grpSpPr>
          <p:sp>
            <p:nvSpPr>
              <p:cNvPr id="1583" name="Google Shape;1512;p86"/>
              <p:cNvSpPr/>
              <p:nvPr/>
            </p:nvSpPr>
            <p:spPr>
              <a:xfrm>
                <a:off x="10207440" y="878040"/>
                <a:ext cx="77040" cy="99360"/>
              </a:xfrm>
              <a:custGeom>
                <a:avLst/>
                <a:gdLst>
                  <a:gd name="textAreaLeft" fmla="*/ 0 w 77040"/>
                  <a:gd name="textAreaRight" fmla="*/ 81720 w 77040"/>
                  <a:gd name="textAreaTop" fmla="*/ 0 h 99360"/>
                  <a:gd name="textAreaBottom" fmla="*/ 104040 h 99360"/>
                </a:gdLst>
                <a:ahLst/>
                <a:cxnLst/>
                <a:rect l="textAreaLeft" t="textAreaTop" r="textAreaRight" b="textAreaBottom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84" name="Google Shape;1513;p86"/>
              <p:cNvSpPr/>
              <p:nvPr/>
            </p:nvSpPr>
            <p:spPr>
              <a:xfrm>
                <a:off x="10285560" y="903600"/>
                <a:ext cx="75600" cy="75600"/>
              </a:xfrm>
              <a:custGeom>
                <a:avLst/>
                <a:gdLst>
                  <a:gd name="textAreaLeft" fmla="*/ 0 w 75600"/>
                  <a:gd name="textAreaRight" fmla="*/ 80280 w 75600"/>
                  <a:gd name="textAreaTop" fmla="*/ 0 h 75600"/>
                  <a:gd name="textAreaBottom" fmla="*/ 80280 h 7560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85" name="Google Shape;1514;p86"/>
              <p:cNvSpPr/>
              <p:nvPr/>
            </p:nvSpPr>
            <p:spPr>
              <a:xfrm>
                <a:off x="10381680" y="873720"/>
                <a:ext cx="73080" cy="105480"/>
              </a:xfrm>
              <a:custGeom>
                <a:avLst/>
                <a:gdLst>
                  <a:gd name="textAreaLeft" fmla="*/ 0 w 73080"/>
                  <a:gd name="textAreaRight" fmla="*/ 77760 w 73080"/>
                  <a:gd name="textAreaTop" fmla="*/ 0 h 105480"/>
                  <a:gd name="textAreaBottom" fmla="*/ 110160 h 10548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86" name="Google Shape;1515;p86"/>
              <p:cNvSpPr/>
              <p:nvPr/>
            </p:nvSpPr>
            <p:spPr>
              <a:xfrm>
                <a:off x="10479240" y="903960"/>
                <a:ext cx="62640" cy="74880"/>
              </a:xfrm>
              <a:custGeom>
                <a:avLst/>
                <a:gdLst>
                  <a:gd name="textAreaLeft" fmla="*/ 0 w 62640"/>
                  <a:gd name="textAreaRight" fmla="*/ 67320 w 62640"/>
                  <a:gd name="textAreaTop" fmla="*/ 0 h 74880"/>
                  <a:gd name="textAreaBottom" fmla="*/ 79560 h 7488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87" name="Google Shape;1516;p86"/>
              <p:cNvSpPr/>
              <p:nvPr/>
            </p:nvSpPr>
            <p:spPr>
              <a:xfrm>
                <a:off x="10564560" y="903960"/>
                <a:ext cx="54720" cy="74880"/>
              </a:xfrm>
              <a:custGeom>
                <a:avLst/>
                <a:gdLst>
                  <a:gd name="textAreaLeft" fmla="*/ 0 w 54720"/>
                  <a:gd name="textAreaRight" fmla="*/ 59400 w 54720"/>
                  <a:gd name="textAreaTop" fmla="*/ 0 h 74880"/>
                  <a:gd name="textAreaBottom" fmla="*/ 79560 h 7488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88" name="Google Shape;1517;p86"/>
              <p:cNvSpPr/>
              <p:nvPr/>
            </p:nvSpPr>
            <p:spPr>
              <a:xfrm>
                <a:off x="10683720" y="903960"/>
                <a:ext cx="62640" cy="74880"/>
              </a:xfrm>
              <a:custGeom>
                <a:avLst/>
                <a:gdLst>
                  <a:gd name="textAreaLeft" fmla="*/ 0 w 62640"/>
                  <a:gd name="textAreaRight" fmla="*/ 67320 w 62640"/>
                  <a:gd name="textAreaTop" fmla="*/ 0 h 74880"/>
                  <a:gd name="textAreaBottom" fmla="*/ 79560 h 7488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89" name="Google Shape;1518;p86"/>
              <p:cNvSpPr/>
              <p:nvPr/>
            </p:nvSpPr>
            <p:spPr>
              <a:xfrm>
                <a:off x="10769400" y="903960"/>
                <a:ext cx="54720" cy="74880"/>
              </a:xfrm>
              <a:custGeom>
                <a:avLst/>
                <a:gdLst>
                  <a:gd name="textAreaLeft" fmla="*/ 0 w 54720"/>
                  <a:gd name="textAreaRight" fmla="*/ 59400 w 54720"/>
                  <a:gd name="textAreaTop" fmla="*/ 0 h 74880"/>
                  <a:gd name="textAreaBottom" fmla="*/ 79560 h 74880"/>
                </a:gdLst>
                <a:ahLst/>
                <a:cxnLst/>
                <a:rect l="textAreaLeft" t="textAreaTop" r="textAreaRight" b="textAreaBottom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90" name="Google Shape;1519;p86"/>
              <p:cNvSpPr/>
              <p:nvPr/>
            </p:nvSpPr>
            <p:spPr>
              <a:xfrm>
                <a:off x="10888200" y="873000"/>
                <a:ext cx="41760" cy="104400"/>
              </a:xfrm>
              <a:custGeom>
                <a:avLst/>
                <a:gdLst>
                  <a:gd name="textAreaLeft" fmla="*/ 0 w 41760"/>
                  <a:gd name="textAreaRight" fmla="*/ 46440 w 41760"/>
                  <a:gd name="textAreaTop" fmla="*/ 0 h 104400"/>
                  <a:gd name="textAreaBottom" fmla="*/ 109080 h 104400"/>
                </a:gdLst>
                <a:ahLst/>
                <a:cxnLst/>
                <a:rect l="textAreaLeft" t="textAreaTop" r="textAreaRight" b="textAreaBottom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91" name="Google Shape;1520;p86"/>
              <p:cNvSpPr/>
              <p:nvPr/>
            </p:nvSpPr>
            <p:spPr>
              <a:xfrm>
                <a:off x="10942920" y="903600"/>
                <a:ext cx="75600" cy="75600"/>
              </a:xfrm>
              <a:custGeom>
                <a:avLst/>
                <a:gdLst>
                  <a:gd name="textAreaLeft" fmla="*/ 0 w 75600"/>
                  <a:gd name="textAreaRight" fmla="*/ 80280 w 75600"/>
                  <a:gd name="textAreaTop" fmla="*/ 0 h 75600"/>
                  <a:gd name="textAreaBottom" fmla="*/ 80280 h 7560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92" name="Google Shape;1521;p86"/>
              <p:cNvSpPr/>
              <p:nvPr/>
            </p:nvSpPr>
            <p:spPr>
              <a:xfrm>
                <a:off x="11043720" y="903960"/>
                <a:ext cx="38160" cy="73440"/>
              </a:xfrm>
              <a:custGeom>
                <a:avLst/>
                <a:gdLst>
                  <a:gd name="textAreaLeft" fmla="*/ 0 w 38160"/>
                  <a:gd name="textAreaRight" fmla="*/ 42840 w 38160"/>
                  <a:gd name="textAreaTop" fmla="*/ 0 h 73440"/>
                  <a:gd name="textAreaBottom" fmla="*/ 78120 h 7344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93" name="Google Shape;1522;p86"/>
              <p:cNvSpPr/>
              <p:nvPr/>
            </p:nvSpPr>
            <p:spPr>
              <a:xfrm>
                <a:off x="11103840" y="903600"/>
                <a:ext cx="111600" cy="73800"/>
              </a:xfrm>
              <a:custGeom>
                <a:avLst/>
                <a:gdLst>
                  <a:gd name="textAreaLeft" fmla="*/ 0 w 111600"/>
                  <a:gd name="textAreaRight" fmla="*/ 116280 w 111600"/>
                  <a:gd name="textAreaTop" fmla="*/ 0 h 73800"/>
                  <a:gd name="textAreaBottom" fmla="*/ 78480 h 73800"/>
                </a:gdLst>
                <a:ahLst/>
                <a:cxnLst/>
                <a:rect l="textAreaLeft" t="textAreaTop" r="textAreaRight" b="textAreaBottom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94" name="Google Shape;1523;p86"/>
              <p:cNvSpPr/>
              <p:nvPr/>
            </p:nvSpPr>
            <p:spPr>
              <a:xfrm>
                <a:off x="11239560" y="903960"/>
                <a:ext cx="62640" cy="74880"/>
              </a:xfrm>
              <a:custGeom>
                <a:avLst/>
                <a:gdLst>
                  <a:gd name="textAreaLeft" fmla="*/ 0 w 62640"/>
                  <a:gd name="textAreaRight" fmla="*/ 67320 w 62640"/>
                  <a:gd name="textAreaTop" fmla="*/ 0 h 74880"/>
                  <a:gd name="textAreaBottom" fmla="*/ 79560 h 7488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95" name="Google Shape;1524;p86"/>
              <p:cNvSpPr/>
              <p:nvPr/>
            </p:nvSpPr>
            <p:spPr>
              <a:xfrm>
                <a:off x="11324880" y="903960"/>
                <a:ext cx="54720" cy="74880"/>
              </a:xfrm>
              <a:custGeom>
                <a:avLst/>
                <a:gdLst>
                  <a:gd name="textAreaLeft" fmla="*/ 0 w 54720"/>
                  <a:gd name="textAreaRight" fmla="*/ 59400 w 54720"/>
                  <a:gd name="textAreaTop" fmla="*/ 0 h 74880"/>
                  <a:gd name="textAreaBottom" fmla="*/ 79560 h 7488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96" name="Google Shape;1525;p86"/>
              <p:cNvSpPr/>
              <p:nvPr/>
            </p:nvSpPr>
            <p:spPr>
              <a:xfrm>
                <a:off x="10208160" y="1039680"/>
                <a:ext cx="73080" cy="105480"/>
              </a:xfrm>
              <a:custGeom>
                <a:avLst/>
                <a:gdLst>
                  <a:gd name="textAreaLeft" fmla="*/ 0 w 73080"/>
                  <a:gd name="textAreaRight" fmla="*/ 77760 w 73080"/>
                  <a:gd name="textAreaTop" fmla="*/ 0 h 105480"/>
                  <a:gd name="textAreaBottom" fmla="*/ 110160 h 10548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97" name="Google Shape;1526;p86"/>
              <p:cNvSpPr/>
              <p:nvPr/>
            </p:nvSpPr>
            <p:spPr>
              <a:xfrm>
                <a:off x="10306800" y="1069920"/>
                <a:ext cx="68040" cy="75600"/>
              </a:xfrm>
              <a:custGeom>
                <a:avLst/>
                <a:gdLst>
                  <a:gd name="textAreaLeft" fmla="*/ 0 w 68040"/>
                  <a:gd name="textAreaRight" fmla="*/ 72720 w 68040"/>
                  <a:gd name="textAreaTop" fmla="*/ 0 h 75600"/>
                  <a:gd name="textAreaBottom" fmla="*/ 80280 h 75600"/>
                </a:gdLst>
                <a:ahLst/>
                <a:cxnLst/>
                <a:rect l="textAreaLeft" t="textAreaTop" r="textAreaRight" b="textAreaBottom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98" name="Google Shape;1527;p86"/>
              <p:cNvSpPr/>
              <p:nvPr/>
            </p:nvSpPr>
            <p:spPr>
              <a:xfrm>
                <a:off x="10438200" y="1070280"/>
                <a:ext cx="62640" cy="74880"/>
              </a:xfrm>
              <a:custGeom>
                <a:avLst/>
                <a:gdLst>
                  <a:gd name="textAreaLeft" fmla="*/ 0 w 62640"/>
                  <a:gd name="textAreaRight" fmla="*/ 67320 w 62640"/>
                  <a:gd name="textAreaTop" fmla="*/ 0 h 74880"/>
                  <a:gd name="textAreaBottom" fmla="*/ 79560 h 7488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99" name="Google Shape;1528;p86"/>
              <p:cNvSpPr/>
              <p:nvPr/>
            </p:nvSpPr>
            <p:spPr>
              <a:xfrm>
                <a:off x="10530360" y="1069560"/>
                <a:ext cx="73080" cy="97560"/>
              </a:xfrm>
              <a:custGeom>
                <a:avLst/>
                <a:gdLst>
                  <a:gd name="textAreaLeft" fmla="*/ 0 w 73080"/>
                  <a:gd name="textAreaRight" fmla="*/ 77760 w 73080"/>
                  <a:gd name="textAreaTop" fmla="*/ 0 h 97560"/>
                  <a:gd name="textAreaBottom" fmla="*/ 102240 h 97560"/>
                </a:gdLst>
                <a:ahLst/>
                <a:cxnLst/>
                <a:rect l="textAreaLeft" t="textAreaTop" r="textAreaRight" b="textAreaBottom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00" name="Google Shape;1529;p86"/>
              <p:cNvSpPr/>
              <p:nvPr/>
            </p:nvSpPr>
            <p:spPr>
              <a:xfrm>
                <a:off x="10629000" y="1069920"/>
                <a:ext cx="38160" cy="73440"/>
              </a:xfrm>
              <a:custGeom>
                <a:avLst/>
                <a:gdLst>
                  <a:gd name="textAreaLeft" fmla="*/ 0 w 38160"/>
                  <a:gd name="textAreaRight" fmla="*/ 42840 w 38160"/>
                  <a:gd name="textAreaTop" fmla="*/ 0 h 73440"/>
                  <a:gd name="textAreaBottom" fmla="*/ 78120 h 7344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01" name="Google Shape;1530;p86"/>
              <p:cNvSpPr/>
              <p:nvPr/>
            </p:nvSpPr>
            <p:spPr>
              <a:xfrm>
                <a:off x="10681200" y="1069920"/>
                <a:ext cx="68040" cy="75600"/>
              </a:xfrm>
              <a:custGeom>
                <a:avLst/>
                <a:gdLst>
                  <a:gd name="textAreaLeft" fmla="*/ 0 w 68040"/>
                  <a:gd name="textAreaRight" fmla="*/ 72720 w 68040"/>
                  <a:gd name="textAreaTop" fmla="*/ 0 h 75600"/>
                  <a:gd name="textAreaBottom" fmla="*/ 80280 h 7560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02" name="Google Shape;1531;p86"/>
              <p:cNvSpPr/>
              <p:nvPr/>
            </p:nvSpPr>
            <p:spPr>
              <a:xfrm>
                <a:off x="10774080" y="1069560"/>
                <a:ext cx="62640" cy="73800"/>
              </a:xfrm>
              <a:custGeom>
                <a:avLst/>
                <a:gdLst>
                  <a:gd name="textAreaLeft" fmla="*/ 0 w 62640"/>
                  <a:gd name="textAreaRight" fmla="*/ 67320 w 62640"/>
                  <a:gd name="textAreaTop" fmla="*/ 0 h 73800"/>
                  <a:gd name="textAreaBottom" fmla="*/ 78480 h 73800"/>
                </a:gdLst>
                <a:ahLst/>
                <a:cxnLst/>
                <a:rect l="textAreaLeft" t="textAreaTop" r="textAreaRight" b="textAreaBottom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03" name="Google Shape;1532;p86"/>
              <p:cNvSpPr/>
              <p:nvPr/>
            </p:nvSpPr>
            <p:spPr>
              <a:xfrm>
                <a:off x="10860840" y="1039680"/>
                <a:ext cx="73080" cy="105480"/>
              </a:xfrm>
              <a:custGeom>
                <a:avLst/>
                <a:gdLst>
                  <a:gd name="textAreaLeft" fmla="*/ 0 w 73080"/>
                  <a:gd name="textAreaRight" fmla="*/ 77760 w 73080"/>
                  <a:gd name="textAreaTop" fmla="*/ 0 h 105480"/>
                  <a:gd name="textAreaBottom" fmla="*/ 110160 h 10548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04" name="Google Shape;1533;p86"/>
              <p:cNvSpPr/>
              <p:nvPr/>
            </p:nvSpPr>
            <p:spPr>
              <a:xfrm>
                <a:off x="10959480" y="1069920"/>
                <a:ext cx="68040" cy="75600"/>
              </a:xfrm>
              <a:custGeom>
                <a:avLst/>
                <a:gdLst>
                  <a:gd name="textAreaLeft" fmla="*/ 0 w 68040"/>
                  <a:gd name="textAreaRight" fmla="*/ 72720 w 68040"/>
                  <a:gd name="textAreaTop" fmla="*/ 0 h 75600"/>
                  <a:gd name="textAreaBottom" fmla="*/ 80280 h 7560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05" name="Google Shape;1534;p86"/>
              <p:cNvSpPr/>
              <p:nvPr/>
            </p:nvSpPr>
            <p:spPr>
              <a:xfrm>
                <a:off x="11052360" y="1069920"/>
                <a:ext cx="38160" cy="73440"/>
              </a:xfrm>
              <a:custGeom>
                <a:avLst/>
                <a:gdLst>
                  <a:gd name="textAreaLeft" fmla="*/ 0 w 38160"/>
                  <a:gd name="textAreaRight" fmla="*/ 42840 w 38160"/>
                  <a:gd name="textAreaTop" fmla="*/ 0 h 73440"/>
                  <a:gd name="textAreaBottom" fmla="*/ 78120 h 7344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606" name="Google Shape;1535;p86"/>
            <p:cNvGrpSpPr/>
            <p:nvPr/>
          </p:nvGrpSpPr>
          <p:grpSpPr>
            <a:xfrm>
              <a:off x="10113480" y="597240"/>
              <a:ext cx="604800" cy="147960"/>
              <a:chOff x="10113480" y="597240"/>
              <a:chExt cx="604800" cy="147960"/>
            </a:xfrm>
          </p:grpSpPr>
          <p:sp>
            <p:nvSpPr>
              <p:cNvPr id="1607" name="Google Shape;1536;p86"/>
              <p:cNvSpPr/>
              <p:nvPr/>
            </p:nvSpPr>
            <p:spPr>
              <a:xfrm>
                <a:off x="10627560" y="603360"/>
                <a:ext cx="90720" cy="141120"/>
              </a:xfrm>
              <a:custGeom>
                <a:avLst/>
                <a:gdLst>
                  <a:gd name="textAreaLeft" fmla="*/ 0 w 90720"/>
                  <a:gd name="textAreaRight" fmla="*/ 95400 w 90720"/>
                  <a:gd name="textAreaTop" fmla="*/ 0 h 141120"/>
                  <a:gd name="textAreaBottom" fmla="*/ 145800 h 141120"/>
                </a:gdLst>
                <a:ahLst/>
                <a:cxnLst/>
                <a:rect l="textAreaLeft" t="textAreaTop" r="textAreaRight" b="textAreaBottom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08" name="Google Shape;1537;p86"/>
              <p:cNvSpPr/>
              <p:nvPr/>
            </p:nvSpPr>
            <p:spPr>
              <a:xfrm>
                <a:off x="10113480" y="597240"/>
                <a:ext cx="133200" cy="147960"/>
              </a:xfrm>
              <a:custGeom>
                <a:avLst/>
                <a:gdLst>
                  <a:gd name="textAreaLeft" fmla="*/ 0 w 133200"/>
                  <a:gd name="textAreaRight" fmla="*/ 137880 w 133200"/>
                  <a:gd name="textAreaTop" fmla="*/ 0 h 147960"/>
                  <a:gd name="textAreaBottom" fmla="*/ 152640 h 147960"/>
                </a:gdLst>
                <a:ahLst/>
                <a:cxnLst/>
                <a:rect l="textAreaLeft" t="textAreaTop" r="textAreaRight" b="textAreaBottom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09" name="Google Shape;1538;p86"/>
              <p:cNvSpPr/>
              <p:nvPr/>
            </p:nvSpPr>
            <p:spPr>
              <a:xfrm>
                <a:off x="10246320" y="618480"/>
                <a:ext cx="129600" cy="122040"/>
              </a:xfrm>
              <a:custGeom>
                <a:avLst/>
                <a:gdLst>
                  <a:gd name="textAreaLeft" fmla="*/ 0 w 129600"/>
                  <a:gd name="textAreaRight" fmla="*/ 134280 w 129600"/>
                  <a:gd name="textAreaTop" fmla="*/ 0 h 122040"/>
                  <a:gd name="textAreaBottom" fmla="*/ 126720 h 122040"/>
                </a:gdLst>
                <a:ahLst/>
                <a:cxnLst/>
                <a:rect l="textAreaLeft" t="textAreaTop" r="textAreaRight" b="textAreaBottom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10" name="Google Shape;1539;p86"/>
              <p:cNvSpPr/>
              <p:nvPr/>
            </p:nvSpPr>
            <p:spPr>
              <a:xfrm>
                <a:off x="10378800" y="619920"/>
                <a:ext cx="120960" cy="118440"/>
              </a:xfrm>
              <a:custGeom>
                <a:avLst/>
                <a:gdLst>
                  <a:gd name="textAreaLeft" fmla="*/ 0 w 120960"/>
                  <a:gd name="textAreaRight" fmla="*/ 125640 w 120960"/>
                  <a:gd name="textAreaTop" fmla="*/ 0 h 118440"/>
                  <a:gd name="textAreaBottom" fmla="*/ 123120 h 118440"/>
                </a:gdLst>
                <a:ahLst/>
                <a:cxnLst/>
                <a:rect l="textAreaLeft" t="textAreaTop" r="textAreaRight" b="textAreaBottom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11" name="Google Shape;1540;p86"/>
              <p:cNvSpPr/>
              <p:nvPr/>
            </p:nvSpPr>
            <p:spPr>
              <a:xfrm>
                <a:off x="10503000" y="619200"/>
                <a:ext cx="122040" cy="120600"/>
              </a:xfrm>
              <a:custGeom>
                <a:avLst/>
                <a:gdLst>
                  <a:gd name="textAreaLeft" fmla="*/ 0 w 122040"/>
                  <a:gd name="textAreaRight" fmla="*/ 126720 w 122040"/>
                  <a:gd name="textAreaTop" fmla="*/ 0 h 120600"/>
                  <a:gd name="textAreaBottom" fmla="*/ 125280 h 120600"/>
                </a:gdLst>
                <a:ahLst/>
                <a:cxnLst/>
                <a:rect l="textAreaLeft" t="textAreaTop" r="textAreaRight" b="textAreaBottom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612" name="Google Shape;1541;p86"/>
          <p:cNvGrpSpPr/>
          <p:nvPr/>
        </p:nvGrpSpPr>
        <p:grpSpPr>
          <a:xfrm>
            <a:off x="770400" y="618480"/>
            <a:ext cx="2592360" cy="375120"/>
            <a:chOff x="770400" y="618480"/>
            <a:chExt cx="2592360" cy="375120"/>
          </a:xfrm>
        </p:grpSpPr>
        <p:sp>
          <p:nvSpPr>
            <p:cNvPr id="1613" name="Google Shape;1542;p86"/>
            <p:cNvSpPr/>
            <p:nvPr/>
          </p:nvSpPr>
          <p:spPr>
            <a:xfrm>
              <a:off x="770400" y="618480"/>
              <a:ext cx="176400" cy="176400"/>
            </a:xfrm>
            <a:custGeom>
              <a:avLst/>
              <a:gdLst>
                <a:gd name="textAreaLeft" fmla="*/ 0 w 176400"/>
                <a:gd name="textAreaRight" fmla="*/ 181080 w 176400"/>
                <a:gd name="textAreaTop" fmla="*/ 0 h 176400"/>
                <a:gd name="textAreaBottom" fmla="*/ 181080 h 176400"/>
              </a:gdLst>
              <a:ahLst/>
              <a:cxnLst/>
              <a:rect l="textAreaLeft" t="textAreaTop" r="textAreaRight" b="textAreaBottom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rgbClr val="0dad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14" name="Google Shape;1543;p86"/>
            <p:cNvSpPr/>
            <p:nvPr/>
          </p:nvSpPr>
          <p:spPr>
            <a:xfrm>
              <a:off x="969120" y="618480"/>
              <a:ext cx="176400" cy="176400"/>
            </a:xfrm>
            <a:custGeom>
              <a:avLst/>
              <a:gdLst>
                <a:gd name="textAreaLeft" fmla="*/ 0 w 176400"/>
                <a:gd name="textAreaRight" fmla="*/ 181080 w 176400"/>
                <a:gd name="textAreaTop" fmla="*/ 0 h 176400"/>
                <a:gd name="textAreaBottom" fmla="*/ 181080 h 176400"/>
              </a:gdLst>
              <a:ahLst/>
              <a:cxnLst/>
              <a:rect l="textAreaLeft" t="textAreaTop" r="textAreaRight" b="textAreaBottom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rgbClr val="0dad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15" name="Google Shape;1544;p86"/>
            <p:cNvSpPr/>
            <p:nvPr/>
          </p:nvSpPr>
          <p:spPr>
            <a:xfrm>
              <a:off x="770400" y="817200"/>
              <a:ext cx="176400" cy="176400"/>
            </a:xfrm>
            <a:custGeom>
              <a:avLst/>
              <a:gdLst>
                <a:gd name="textAreaLeft" fmla="*/ 0 w 176400"/>
                <a:gd name="textAreaRight" fmla="*/ 181080 w 176400"/>
                <a:gd name="textAreaTop" fmla="*/ 0 h 176400"/>
                <a:gd name="textAreaBottom" fmla="*/ 181080 h 176400"/>
              </a:gdLst>
              <a:ahLst/>
              <a:cxnLst/>
              <a:rect l="textAreaLeft" t="textAreaTop" r="textAreaRight" b="textAreaBottom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rgbClr val="0dad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16" name="Google Shape;1545;p86"/>
            <p:cNvSpPr/>
            <p:nvPr/>
          </p:nvSpPr>
          <p:spPr>
            <a:xfrm>
              <a:off x="969120" y="817200"/>
              <a:ext cx="176400" cy="176400"/>
            </a:xfrm>
            <a:custGeom>
              <a:avLst/>
              <a:gdLst>
                <a:gd name="textAreaLeft" fmla="*/ 0 w 176400"/>
                <a:gd name="textAreaRight" fmla="*/ 181080 w 176400"/>
                <a:gd name="textAreaTop" fmla="*/ 0 h 176400"/>
                <a:gd name="textAreaBottom" fmla="*/ 181080 h 176400"/>
              </a:gdLst>
              <a:ahLst/>
              <a:cxnLst/>
              <a:rect l="textAreaLeft" t="textAreaTop" r="textAreaRight" b="textAreaBottom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rgbClr val="0dad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617" name="Google Shape;1546;p86" descr=""/>
            <p:cNvPicPr/>
            <p:nvPr/>
          </p:nvPicPr>
          <p:blipFill>
            <a:blip r:embed="rId3"/>
            <a:stretch/>
          </p:blipFill>
          <p:spPr>
            <a:xfrm>
              <a:off x="1256760" y="698400"/>
              <a:ext cx="2106000" cy="2214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_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8" name="Google Shape;98;p51" descr="Logotipo&#10;&#10;Descrição gerada automaticamente"/>
          <p:cNvPicPr/>
          <p:nvPr/>
        </p:nvPicPr>
        <p:blipFill>
          <a:blip r:embed="rId2"/>
          <a:stretch/>
        </p:blipFill>
        <p:spPr>
          <a:xfrm>
            <a:off x="218880" y="5951160"/>
            <a:ext cx="942120" cy="942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19" name="Google Shape;99;p51"/>
          <p:cNvSpPr/>
          <p:nvPr/>
        </p:nvSpPr>
        <p:spPr>
          <a:xfrm>
            <a:off x="-65160" y="0"/>
            <a:ext cx="2727360" cy="47880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0" name="Google Shape;100;p51"/>
          <p:cNvSpPr/>
          <p:nvPr/>
        </p:nvSpPr>
        <p:spPr>
          <a:xfrm flipH="1">
            <a:off x="7615800" y="-2880"/>
            <a:ext cx="4632480" cy="47880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1" name="Google Shape;101;p51"/>
          <p:cNvSpPr/>
          <p:nvPr/>
        </p:nvSpPr>
        <p:spPr>
          <a:xfrm>
            <a:off x="2362320" y="0"/>
            <a:ext cx="5653080" cy="47880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2" name="Google Shape;102;p51"/>
          <p:cNvSpPr/>
          <p:nvPr/>
        </p:nvSpPr>
        <p:spPr>
          <a:xfrm flipH="1" rot="10800000">
            <a:off x="5630760" y="5934240"/>
            <a:ext cx="6621840" cy="94212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3" name="Google Shape;103;p51"/>
          <p:cNvSpPr/>
          <p:nvPr/>
        </p:nvSpPr>
        <p:spPr>
          <a:xfrm rot="10800000">
            <a:off x="-60480" y="5937480"/>
            <a:ext cx="8080560" cy="94212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24" name="Google Shape;104;p51" descr=""/>
          <p:cNvPicPr/>
          <p:nvPr/>
        </p:nvPicPr>
        <p:blipFill>
          <a:blip r:embed="rId3"/>
          <a:stretch/>
        </p:blipFill>
        <p:spPr>
          <a:xfrm>
            <a:off x="339840" y="6109200"/>
            <a:ext cx="821160" cy="582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25" name="Google Shape;105;p51"/>
          <p:cNvSpPr/>
          <p:nvPr/>
        </p:nvSpPr>
        <p:spPr>
          <a:xfrm>
            <a:off x="29865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6" name="Google Shape;106;p51"/>
          <p:cNvSpPr/>
          <p:nvPr/>
        </p:nvSpPr>
        <p:spPr>
          <a:xfrm>
            <a:off x="35420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7" name="Google Shape;107;p51"/>
          <p:cNvSpPr/>
          <p:nvPr/>
        </p:nvSpPr>
        <p:spPr>
          <a:xfrm>
            <a:off x="4049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8" name="Google Shape;108;p51"/>
          <p:cNvSpPr/>
          <p:nvPr/>
        </p:nvSpPr>
        <p:spPr>
          <a:xfrm>
            <a:off x="456408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9" name="Google Shape;109;p51"/>
          <p:cNvSpPr/>
          <p:nvPr/>
        </p:nvSpPr>
        <p:spPr>
          <a:xfrm>
            <a:off x="50781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0" name="Google Shape;110;p51"/>
          <p:cNvSpPr/>
          <p:nvPr/>
        </p:nvSpPr>
        <p:spPr>
          <a:xfrm>
            <a:off x="6145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1" name="Google Shape;111;p51"/>
          <p:cNvSpPr/>
          <p:nvPr/>
        </p:nvSpPr>
        <p:spPr>
          <a:xfrm>
            <a:off x="5633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2" name="Google Shape;112;p51"/>
          <p:cNvSpPr/>
          <p:nvPr/>
        </p:nvSpPr>
        <p:spPr>
          <a:xfrm>
            <a:off x="67413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3" name="Google Shape;113;p51"/>
          <p:cNvSpPr/>
          <p:nvPr/>
        </p:nvSpPr>
        <p:spPr>
          <a:xfrm>
            <a:off x="730332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4" name="Google Shape;114;p51"/>
          <p:cNvSpPr/>
          <p:nvPr/>
        </p:nvSpPr>
        <p:spPr>
          <a:xfrm>
            <a:off x="7846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12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120" cy="397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_dupla-chancela0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7" name="Google Shape;223;p54" descr="Logotipo&#10;&#10;Descrição gerada automaticamente"/>
          <p:cNvPicPr/>
          <p:nvPr/>
        </p:nvPicPr>
        <p:blipFill>
          <a:blip r:embed="rId2"/>
          <a:stretch/>
        </p:blipFill>
        <p:spPr>
          <a:xfrm>
            <a:off x="218880" y="5951160"/>
            <a:ext cx="942120" cy="942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38" name="Google Shape;224;p54"/>
          <p:cNvSpPr/>
          <p:nvPr/>
        </p:nvSpPr>
        <p:spPr>
          <a:xfrm>
            <a:off x="-65160" y="0"/>
            <a:ext cx="2727360" cy="20808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9" name="Google Shape;225;p54"/>
          <p:cNvSpPr/>
          <p:nvPr/>
        </p:nvSpPr>
        <p:spPr>
          <a:xfrm flipH="1">
            <a:off x="7615800" y="-2880"/>
            <a:ext cx="4632480" cy="20808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0" name="Google Shape;226;p54"/>
          <p:cNvSpPr/>
          <p:nvPr/>
        </p:nvSpPr>
        <p:spPr>
          <a:xfrm>
            <a:off x="2362320" y="0"/>
            <a:ext cx="5653080" cy="20808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1" name="Google Shape;227;p54"/>
          <p:cNvSpPr/>
          <p:nvPr/>
        </p:nvSpPr>
        <p:spPr>
          <a:xfrm flipH="1" rot="10800000">
            <a:off x="5630760" y="5934240"/>
            <a:ext cx="6621840" cy="94212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2" name="Google Shape;228;p54"/>
          <p:cNvSpPr/>
          <p:nvPr/>
        </p:nvSpPr>
        <p:spPr>
          <a:xfrm rot="10800000">
            <a:off x="-60480" y="5937480"/>
            <a:ext cx="8080560" cy="94212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43" name="Google Shape;229;p54" descr=""/>
          <p:cNvPicPr/>
          <p:nvPr/>
        </p:nvPicPr>
        <p:blipFill>
          <a:blip r:embed="rId3"/>
          <a:stretch/>
        </p:blipFill>
        <p:spPr>
          <a:xfrm>
            <a:off x="339840" y="6109200"/>
            <a:ext cx="821160" cy="582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44" name="Google Shape;230;p54"/>
          <p:cNvSpPr/>
          <p:nvPr/>
        </p:nvSpPr>
        <p:spPr>
          <a:xfrm>
            <a:off x="29865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5" name="Google Shape;231;p54"/>
          <p:cNvSpPr/>
          <p:nvPr/>
        </p:nvSpPr>
        <p:spPr>
          <a:xfrm>
            <a:off x="35420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6" name="Google Shape;232;p54"/>
          <p:cNvSpPr/>
          <p:nvPr/>
        </p:nvSpPr>
        <p:spPr>
          <a:xfrm>
            <a:off x="4049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7" name="Google Shape;233;p54"/>
          <p:cNvSpPr/>
          <p:nvPr/>
        </p:nvSpPr>
        <p:spPr>
          <a:xfrm>
            <a:off x="456408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8" name="Google Shape;234;p54"/>
          <p:cNvSpPr/>
          <p:nvPr/>
        </p:nvSpPr>
        <p:spPr>
          <a:xfrm>
            <a:off x="50781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9" name="Google Shape;235;p54"/>
          <p:cNvSpPr/>
          <p:nvPr/>
        </p:nvSpPr>
        <p:spPr>
          <a:xfrm>
            <a:off x="6145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0" name="Google Shape;236;p54"/>
          <p:cNvSpPr/>
          <p:nvPr/>
        </p:nvSpPr>
        <p:spPr>
          <a:xfrm>
            <a:off x="5633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1" name="Google Shape;237;p54"/>
          <p:cNvSpPr/>
          <p:nvPr/>
        </p:nvSpPr>
        <p:spPr>
          <a:xfrm>
            <a:off x="67413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2" name="Google Shape;238;p54"/>
          <p:cNvSpPr/>
          <p:nvPr/>
        </p:nvSpPr>
        <p:spPr>
          <a:xfrm>
            <a:off x="730332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3" name="Google Shape;239;p54"/>
          <p:cNvSpPr/>
          <p:nvPr/>
        </p:nvSpPr>
        <p:spPr>
          <a:xfrm>
            <a:off x="7846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12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120" cy="397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5_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6" name="Google Shape;788;p72"/>
          <p:cNvSpPr/>
          <p:nvPr/>
        </p:nvSpPr>
        <p:spPr>
          <a:xfrm>
            <a:off x="29865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7" name="Google Shape;789;p72"/>
          <p:cNvSpPr/>
          <p:nvPr/>
        </p:nvSpPr>
        <p:spPr>
          <a:xfrm>
            <a:off x="35420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8" name="Google Shape;790;p72"/>
          <p:cNvSpPr/>
          <p:nvPr/>
        </p:nvSpPr>
        <p:spPr>
          <a:xfrm>
            <a:off x="4049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9" name="Google Shape;791;p72"/>
          <p:cNvSpPr/>
          <p:nvPr/>
        </p:nvSpPr>
        <p:spPr>
          <a:xfrm>
            <a:off x="456408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0" name="Google Shape;792;p72"/>
          <p:cNvSpPr/>
          <p:nvPr/>
        </p:nvSpPr>
        <p:spPr>
          <a:xfrm>
            <a:off x="50781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1" name="Google Shape;793;p72"/>
          <p:cNvSpPr/>
          <p:nvPr/>
        </p:nvSpPr>
        <p:spPr>
          <a:xfrm>
            <a:off x="6145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2" name="Google Shape;794;p72"/>
          <p:cNvSpPr/>
          <p:nvPr/>
        </p:nvSpPr>
        <p:spPr>
          <a:xfrm>
            <a:off x="5633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3" name="Google Shape;795;p72"/>
          <p:cNvSpPr/>
          <p:nvPr/>
        </p:nvSpPr>
        <p:spPr>
          <a:xfrm>
            <a:off x="67413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4" name="Google Shape;796;p72"/>
          <p:cNvSpPr/>
          <p:nvPr/>
        </p:nvSpPr>
        <p:spPr>
          <a:xfrm>
            <a:off x="730332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5" name="Google Shape;797;p72"/>
          <p:cNvSpPr/>
          <p:nvPr/>
        </p:nvSpPr>
        <p:spPr>
          <a:xfrm>
            <a:off x="7846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6" name="Google Shape;798;p72"/>
          <p:cNvSpPr/>
          <p:nvPr/>
        </p:nvSpPr>
        <p:spPr>
          <a:xfrm>
            <a:off x="1440" y="0"/>
            <a:ext cx="4737240" cy="685332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67" name="Google Shape;799;p72" descr=""/>
          <p:cNvPicPr/>
          <p:nvPr/>
        </p:nvPicPr>
        <p:blipFill>
          <a:blip r:embed="rId2"/>
          <a:stretch/>
        </p:blipFill>
        <p:spPr>
          <a:xfrm>
            <a:off x="5160240" y="270000"/>
            <a:ext cx="4281480" cy="4281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68" name="Google Shape;800;p72" descr=""/>
          <p:cNvPicPr/>
          <p:nvPr/>
        </p:nvPicPr>
        <p:blipFill>
          <a:blip r:embed="rId3"/>
          <a:stretch/>
        </p:blipFill>
        <p:spPr>
          <a:xfrm>
            <a:off x="9863280" y="4556160"/>
            <a:ext cx="2004120" cy="2004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12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120" cy="397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pa de navegação de aulas">
    <p:bg>
      <p:bgPr>
        <a:solidFill>
          <a:srgbClr val="6238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1" name="Google Shape;259;p56"/>
          <p:cNvSpPr/>
          <p:nvPr/>
        </p:nvSpPr>
        <p:spPr>
          <a:xfrm>
            <a:off x="-103320" y="-50760"/>
            <a:ext cx="762840" cy="6954840"/>
          </a:xfrm>
          <a:custGeom>
            <a:avLst/>
            <a:gdLst>
              <a:gd name="textAreaLeft" fmla="*/ 0 w 762840"/>
              <a:gd name="textAreaRight" fmla="*/ 767520 w 762840"/>
              <a:gd name="textAreaTop" fmla="*/ 0 h 6954840"/>
              <a:gd name="textAreaBottom" fmla="*/ 6959520 h 6954840"/>
            </a:gdLst>
            <a:ahLst/>
            <a:cxnLst/>
            <a:rect l="textAreaLeft" t="textAreaTop" r="textAreaRight" b="textAreaBottom"/>
            <a:pathLst>
              <a:path w="767682" h="6959600">
                <a:moveTo>
                  <a:pt x="0" y="0"/>
                </a:moveTo>
                <a:lnTo>
                  <a:pt x="767683" y="0"/>
                </a:lnTo>
                <a:lnTo>
                  <a:pt x="767683" y="6959600"/>
                </a:lnTo>
                <a:lnTo>
                  <a:pt x="0" y="6959600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2" name="Google Shape;260;p56"/>
          <p:cNvSpPr/>
          <p:nvPr/>
        </p:nvSpPr>
        <p:spPr>
          <a:xfrm>
            <a:off x="664560" y="-50760"/>
            <a:ext cx="3884760" cy="6954840"/>
          </a:xfrm>
          <a:custGeom>
            <a:avLst/>
            <a:gdLst>
              <a:gd name="textAreaLeft" fmla="*/ 0 w 3884760"/>
              <a:gd name="textAreaRight" fmla="*/ 3889440 w 3884760"/>
              <a:gd name="textAreaTop" fmla="*/ 0 h 6954840"/>
              <a:gd name="textAreaBottom" fmla="*/ 6959520 h 6954840"/>
            </a:gdLst>
            <a:ahLst/>
            <a:cxnLst/>
            <a:rect l="textAreaLeft" t="textAreaTop" r="textAreaRight" b="textAreaBottom"/>
            <a:pathLst>
              <a:path w="3889449" h="6959600">
                <a:moveTo>
                  <a:pt x="0" y="0"/>
                </a:moveTo>
                <a:lnTo>
                  <a:pt x="3889450" y="0"/>
                </a:lnTo>
                <a:lnTo>
                  <a:pt x="3889450" y="6959600"/>
                </a:lnTo>
                <a:lnTo>
                  <a:pt x="0" y="6959600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3" name="Google Shape;261;p56"/>
          <p:cNvSpPr/>
          <p:nvPr/>
        </p:nvSpPr>
        <p:spPr>
          <a:xfrm>
            <a:off x="3718080" y="3707280"/>
            <a:ext cx="414360" cy="414360"/>
          </a:xfrm>
          <a:custGeom>
            <a:avLst/>
            <a:gdLst>
              <a:gd name="textAreaLeft" fmla="*/ 0 w 414360"/>
              <a:gd name="textAreaRight" fmla="*/ 419040 w 414360"/>
              <a:gd name="textAreaTop" fmla="*/ 0 h 414360"/>
              <a:gd name="textAreaBottom" fmla="*/ 419040 h 41436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4" name="Google Shape;262;p56"/>
          <p:cNvSpPr/>
          <p:nvPr/>
        </p:nvSpPr>
        <p:spPr>
          <a:xfrm>
            <a:off x="4136760" y="3707280"/>
            <a:ext cx="414360" cy="414360"/>
          </a:xfrm>
          <a:custGeom>
            <a:avLst/>
            <a:gdLst>
              <a:gd name="textAreaLeft" fmla="*/ 0 w 414360"/>
              <a:gd name="textAreaRight" fmla="*/ 419040 w 414360"/>
              <a:gd name="textAreaTop" fmla="*/ 0 h 414360"/>
              <a:gd name="textAreaBottom" fmla="*/ 419040 h 41436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5" name="Google Shape;263;p56"/>
          <p:cNvSpPr/>
          <p:nvPr/>
        </p:nvSpPr>
        <p:spPr>
          <a:xfrm>
            <a:off x="4555800" y="3707280"/>
            <a:ext cx="414360" cy="414360"/>
          </a:xfrm>
          <a:custGeom>
            <a:avLst/>
            <a:gdLst>
              <a:gd name="textAreaLeft" fmla="*/ 0 w 414360"/>
              <a:gd name="textAreaRight" fmla="*/ 419040 w 414360"/>
              <a:gd name="textAreaTop" fmla="*/ 0 h 414360"/>
              <a:gd name="textAreaBottom" fmla="*/ 419040 h 41436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6" name="Google Shape;264;p56"/>
          <p:cNvSpPr/>
          <p:nvPr/>
        </p:nvSpPr>
        <p:spPr>
          <a:xfrm rot="10800000">
            <a:off x="4979160" y="3706920"/>
            <a:ext cx="6930720" cy="414360"/>
          </a:xfrm>
          <a:custGeom>
            <a:avLst/>
            <a:gdLst>
              <a:gd name="textAreaLeft" fmla="*/ 0 w 6930720"/>
              <a:gd name="textAreaRight" fmla="*/ 6935400 w 6930720"/>
              <a:gd name="textAreaTop" fmla="*/ 0 h 414360"/>
              <a:gd name="textAreaBottom" fmla="*/ 419040 h 414360"/>
            </a:gdLst>
            <a:ahLst/>
            <a:cxnLst/>
            <a:rect l="textAreaLeft" t="textAreaTop" r="textAreaRight" b="textAreaBottom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7" name="Google Shape;265;p56"/>
          <p:cNvSpPr/>
          <p:nvPr/>
        </p:nvSpPr>
        <p:spPr>
          <a:xfrm rot="10800000">
            <a:off x="5398200" y="4125960"/>
            <a:ext cx="6405120" cy="414360"/>
          </a:xfrm>
          <a:custGeom>
            <a:avLst/>
            <a:gdLst>
              <a:gd name="textAreaLeft" fmla="*/ 0 w 6405120"/>
              <a:gd name="textAreaRight" fmla="*/ 6409800 w 6405120"/>
              <a:gd name="textAreaTop" fmla="*/ 0 h 414360"/>
              <a:gd name="textAreaBottom" fmla="*/ 419040 h 414360"/>
            </a:gdLst>
            <a:ahLst/>
            <a:cxnLst/>
            <a:rect l="textAreaLeft" t="textAreaTop" r="textAreaRight" b="textAreaBottom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8" name="Google Shape;266;p56"/>
          <p:cNvSpPr/>
          <p:nvPr/>
        </p:nvSpPr>
        <p:spPr>
          <a:xfrm rot="10800000">
            <a:off x="5816880" y="4549320"/>
            <a:ext cx="5845320" cy="414360"/>
          </a:xfrm>
          <a:custGeom>
            <a:avLst/>
            <a:gdLst>
              <a:gd name="textAreaLeft" fmla="*/ 0 w 5845320"/>
              <a:gd name="textAreaRight" fmla="*/ 5850000 w 5845320"/>
              <a:gd name="textAreaTop" fmla="*/ 0 h 414360"/>
              <a:gd name="textAreaBottom" fmla="*/ 419040 h 414360"/>
            </a:gdLst>
            <a:ahLst/>
            <a:cxnLst/>
            <a:rect l="textAreaLeft" t="textAreaTop" r="textAreaRight" b="textAreaBottom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9" name="Google Shape;267;p56"/>
          <p:cNvSpPr/>
          <p:nvPr/>
        </p:nvSpPr>
        <p:spPr>
          <a:xfrm rot="10800000">
            <a:off x="5398200" y="4963680"/>
            <a:ext cx="6405120" cy="414360"/>
          </a:xfrm>
          <a:custGeom>
            <a:avLst/>
            <a:gdLst>
              <a:gd name="textAreaLeft" fmla="*/ 0 w 6405120"/>
              <a:gd name="textAreaRight" fmla="*/ 6409800 w 6405120"/>
              <a:gd name="textAreaTop" fmla="*/ 0 h 414360"/>
              <a:gd name="textAreaBottom" fmla="*/ 419040 h 414360"/>
            </a:gdLst>
            <a:ahLst/>
            <a:cxnLst/>
            <a:rect l="textAreaLeft" t="textAreaTop" r="textAreaRight" b="textAreaBottom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0" name="Google Shape;268;p56"/>
          <p:cNvSpPr/>
          <p:nvPr/>
        </p:nvSpPr>
        <p:spPr>
          <a:xfrm rot="10800000">
            <a:off x="4979160" y="5382360"/>
            <a:ext cx="6747840" cy="414360"/>
          </a:xfrm>
          <a:custGeom>
            <a:avLst/>
            <a:gdLst>
              <a:gd name="textAreaLeft" fmla="*/ 0 w 6747840"/>
              <a:gd name="textAreaRight" fmla="*/ 6752520 w 6747840"/>
              <a:gd name="textAreaTop" fmla="*/ 0 h 414360"/>
              <a:gd name="textAreaBottom" fmla="*/ 419040 h 414360"/>
            </a:gdLst>
            <a:ahLst/>
            <a:cxnLst/>
            <a:rect l="textAreaLeft" t="textAreaTop" r="textAreaRight" b="textAreaBottom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1" name="Google Shape;269;p56"/>
          <p:cNvSpPr/>
          <p:nvPr/>
        </p:nvSpPr>
        <p:spPr>
          <a:xfrm rot="10800000">
            <a:off x="5398200" y="5801400"/>
            <a:ext cx="6405120" cy="414360"/>
          </a:xfrm>
          <a:custGeom>
            <a:avLst/>
            <a:gdLst>
              <a:gd name="textAreaLeft" fmla="*/ 0 w 6405120"/>
              <a:gd name="textAreaRight" fmla="*/ 6409800 w 6405120"/>
              <a:gd name="textAreaTop" fmla="*/ 0 h 414360"/>
              <a:gd name="textAreaBottom" fmla="*/ 419040 h 414360"/>
            </a:gdLst>
            <a:ahLst/>
            <a:cxnLst/>
            <a:rect l="textAreaLeft" t="textAreaTop" r="textAreaRight" b="textAreaBottom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2" name="Google Shape;270;p56"/>
          <p:cNvSpPr/>
          <p:nvPr/>
        </p:nvSpPr>
        <p:spPr>
          <a:xfrm>
            <a:off x="3299040" y="4125960"/>
            <a:ext cx="414360" cy="414360"/>
          </a:xfrm>
          <a:custGeom>
            <a:avLst/>
            <a:gdLst>
              <a:gd name="textAreaLeft" fmla="*/ 0 w 414360"/>
              <a:gd name="textAreaRight" fmla="*/ 419040 w 414360"/>
              <a:gd name="textAreaTop" fmla="*/ 0 h 414360"/>
              <a:gd name="textAreaBottom" fmla="*/ 419040 h 41436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3" name="Google Shape;271;p56"/>
          <p:cNvSpPr/>
          <p:nvPr/>
        </p:nvSpPr>
        <p:spPr>
          <a:xfrm>
            <a:off x="3718080" y="4125960"/>
            <a:ext cx="414360" cy="414360"/>
          </a:xfrm>
          <a:custGeom>
            <a:avLst/>
            <a:gdLst>
              <a:gd name="textAreaLeft" fmla="*/ 0 w 414360"/>
              <a:gd name="textAreaRight" fmla="*/ 419040 w 414360"/>
              <a:gd name="textAreaTop" fmla="*/ 0 h 414360"/>
              <a:gd name="textAreaBottom" fmla="*/ 419040 h 41436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4" name="Google Shape;272;p56"/>
          <p:cNvSpPr/>
          <p:nvPr/>
        </p:nvSpPr>
        <p:spPr>
          <a:xfrm>
            <a:off x="4136760" y="4125960"/>
            <a:ext cx="414360" cy="414360"/>
          </a:xfrm>
          <a:custGeom>
            <a:avLst/>
            <a:gdLst>
              <a:gd name="textAreaLeft" fmla="*/ 0 w 414360"/>
              <a:gd name="textAreaRight" fmla="*/ 419040 w 414360"/>
              <a:gd name="textAreaTop" fmla="*/ 0 h 414360"/>
              <a:gd name="textAreaBottom" fmla="*/ 419040 h 41436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5" name="Google Shape;273;p56"/>
          <p:cNvSpPr/>
          <p:nvPr/>
        </p:nvSpPr>
        <p:spPr>
          <a:xfrm>
            <a:off x="4974480" y="4125960"/>
            <a:ext cx="414360" cy="414360"/>
          </a:xfrm>
          <a:custGeom>
            <a:avLst/>
            <a:gdLst>
              <a:gd name="textAreaLeft" fmla="*/ 0 w 414360"/>
              <a:gd name="textAreaRight" fmla="*/ 419040 w 414360"/>
              <a:gd name="textAreaTop" fmla="*/ 0 h 414360"/>
              <a:gd name="textAreaBottom" fmla="*/ 419040 h 41436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6" name="Google Shape;274;p56"/>
          <p:cNvSpPr/>
          <p:nvPr/>
        </p:nvSpPr>
        <p:spPr>
          <a:xfrm>
            <a:off x="2880360" y="4545000"/>
            <a:ext cx="414360" cy="414360"/>
          </a:xfrm>
          <a:custGeom>
            <a:avLst/>
            <a:gdLst>
              <a:gd name="textAreaLeft" fmla="*/ 0 w 414360"/>
              <a:gd name="textAreaRight" fmla="*/ 419040 w 414360"/>
              <a:gd name="textAreaTop" fmla="*/ 0 h 414360"/>
              <a:gd name="textAreaBottom" fmla="*/ 419040 h 41436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7" name="Google Shape;275;p56"/>
          <p:cNvSpPr/>
          <p:nvPr/>
        </p:nvSpPr>
        <p:spPr>
          <a:xfrm>
            <a:off x="3299040" y="4545000"/>
            <a:ext cx="414360" cy="414360"/>
          </a:xfrm>
          <a:custGeom>
            <a:avLst/>
            <a:gdLst>
              <a:gd name="textAreaLeft" fmla="*/ 0 w 414360"/>
              <a:gd name="textAreaRight" fmla="*/ 419040 w 414360"/>
              <a:gd name="textAreaTop" fmla="*/ 0 h 414360"/>
              <a:gd name="textAreaBottom" fmla="*/ 419040 h 41436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8" name="Google Shape;276;p56"/>
          <p:cNvSpPr/>
          <p:nvPr/>
        </p:nvSpPr>
        <p:spPr>
          <a:xfrm>
            <a:off x="3718080" y="4545000"/>
            <a:ext cx="414360" cy="414360"/>
          </a:xfrm>
          <a:custGeom>
            <a:avLst/>
            <a:gdLst>
              <a:gd name="textAreaLeft" fmla="*/ 0 w 414360"/>
              <a:gd name="textAreaRight" fmla="*/ 419040 w 414360"/>
              <a:gd name="textAreaTop" fmla="*/ 0 h 414360"/>
              <a:gd name="textAreaBottom" fmla="*/ 419040 h 41436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9" name="Google Shape;277;p56"/>
          <p:cNvSpPr/>
          <p:nvPr/>
        </p:nvSpPr>
        <p:spPr>
          <a:xfrm>
            <a:off x="4136760" y="4545000"/>
            <a:ext cx="414360" cy="414360"/>
          </a:xfrm>
          <a:custGeom>
            <a:avLst/>
            <a:gdLst>
              <a:gd name="textAreaLeft" fmla="*/ 0 w 414360"/>
              <a:gd name="textAreaRight" fmla="*/ 419040 w 414360"/>
              <a:gd name="textAreaTop" fmla="*/ 0 h 414360"/>
              <a:gd name="textAreaBottom" fmla="*/ 419040 h 41436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0" name="Google Shape;278;p56"/>
          <p:cNvSpPr/>
          <p:nvPr/>
        </p:nvSpPr>
        <p:spPr>
          <a:xfrm>
            <a:off x="5393520" y="4545000"/>
            <a:ext cx="414360" cy="414360"/>
          </a:xfrm>
          <a:custGeom>
            <a:avLst/>
            <a:gdLst>
              <a:gd name="textAreaLeft" fmla="*/ 0 w 414360"/>
              <a:gd name="textAreaRight" fmla="*/ 419040 w 414360"/>
              <a:gd name="textAreaTop" fmla="*/ 0 h 414360"/>
              <a:gd name="textAreaBottom" fmla="*/ 419040 h 41436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1" name="Google Shape;279;p56"/>
          <p:cNvSpPr/>
          <p:nvPr/>
        </p:nvSpPr>
        <p:spPr>
          <a:xfrm>
            <a:off x="2880360" y="4963680"/>
            <a:ext cx="414360" cy="414360"/>
          </a:xfrm>
          <a:custGeom>
            <a:avLst/>
            <a:gdLst>
              <a:gd name="textAreaLeft" fmla="*/ 0 w 414360"/>
              <a:gd name="textAreaRight" fmla="*/ 419040 w 414360"/>
              <a:gd name="textAreaTop" fmla="*/ 0 h 414360"/>
              <a:gd name="textAreaBottom" fmla="*/ 419040 h 41436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2" name="Google Shape;280;p56"/>
          <p:cNvSpPr/>
          <p:nvPr/>
        </p:nvSpPr>
        <p:spPr>
          <a:xfrm>
            <a:off x="3299040" y="4963680"/>
            <a:ext cx="414360" cy="414360"/>
          </a:xfrm>
          <a:custGeom>
            <a:avLst/>
            <a:gdLst>
              <a:gd name="textAreaLeft" fmla="*/ 0 w 414360"/>
              <a:gd name="textAreaRight" fmla="*/ 419040 w 414360"/>
              <a:gd name="textAreaTop" fmla="*/ 0 h 414360"/>
              <a:gd name="textAreaBottom" fmla="*/ 419040 h 41436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3" name="Google Shape;281;p56"/>
          <p:cNvSpPr/>
          <p:nvPr/>
        </p:nvSpPr>
        <p:spPr>
          <a:xfrm>
            <a:off x="3718080" y="4963680"/>
            <a:ext cx="414360" cy="414360"/>
          </a:xfrm>
          <a:custGeom>
            <a:avLst/>
            <a:gdLst>
              <a:gd name="textAreaLeft" fmla="*/ 0 w 414360"/>
              <a:gd name="textAreaRight" fmla="*/ 419040 w 414360"/>
              <a:gd name="textAreaTop" fmla="*/ 0 h 414360"/>
              <a:gd name="textAreaBottom" fmla="*/ 419040 h 41436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4" name="Google Shape;282;p56"/>
          <p:cNvSpPr/>
          <p:nvPr/>
        </p:nvSpPr>
        <p:spPr>
          <a:xfrm>
            <a:off x="4136760" y="4963680"/>
            <a:ext cx="414360" cy="414360"/>
          </a:xfrm>
          <a:custGeom>
            <a:avLst/>
            <a:gdLst>
              <a:gd name="textAreaLeft" fmla="*/ 0 w 414360"/>
              <a:gd name="textAreaRight" fmla="*/ 419040 w 414360"/>
              <a:gd name="textAreaTop" fmla="*/ 0 h 414360"/>
              <a:gd name="textAreaBottom" fmla="*/ 419040 h 41436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5" name="Google Shape;283;p56"/>
          <p:cNvSpPr/>
          <p:nvPr/>
        </p:nvSpPr>
        <p:spPr>
          <a:xfrm>
            <a:off x="4974480" y="4963680"/>
            <a:ext cx="414360" cy="414360"/>
          </a:xfrm>
          <a:custGeom>
            <a:avLst/>
            <a:gdLst>
              <a:gd name="textAreaLeft" fmla="*/ 0 w 414360"/>
              <a:gd name="textAreaRight" fmla="*/ 419040 w 414360"/>
              <a:gd name="textAreaTop" fmla="*/ 0 h 414360"/>
              <a:gd name="textAreaBottom" fmla="*/ 419040 h 41436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6" name="Google Shape;284;p56"/>
          <p:cNvSpPr/>
          <p:nvPr/>
        </p:nvSpPr>
        <p:spPr>
          <a:xfrm>
            <a:off x="3299040" y="5382720"/>
            <a:ext cx="414360" cy="414360"/>
          </a:xfrm>
          <a:custGeom>
            <a:avLst/>
            <a:gdLst>
              <a:gd name="textAreaLeft" fmla="*/ 0 w 414360"/>
              <a:gd name="textAreaRight" fmla="*/ 419040 w 414360"/>
              <a:gd name="textAreaTop" fmla="*/ 0 h 414360"/>
              <a:gd name="textAreaBottom" fmla="*/ 419040 h 41436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7" name="Google Shape;285;p56"/>
          <p:cNvSpPr/>
          <p:nvPr/>
        </p:nvSpPr>
        <p:spPr>
          <a:xfrm>
            <a:off x="3718080" y="5382720"/>
            <a:ext cx="414360" cy="414360"/>
          </a:xfrm>
          <a:custGeom>
            <a:avLst/>
            <a:gdLst>
              <a:gd name="textAreaLeft" fmla="*/ 0 w 414360"/>
              <a:gd name="textAreaRight" fmla="*/ 419040 w 414360"/>
              <a:gd name="textAreaTop" fmla="*/ 0 h 414360"/>
              <a:gd name="textAreaBottom" fmla="*/ 419040 h 41436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8" name="Google Shape;286;p56"/>
          <p:cNvSpPr/>
          <p:nvPr/>
        </p:nvSpPr>
        <p:spPr>
          <a:xfrm>
            <a:off x="4136760" y="5382720"/>
            <a:ext cx="414360" cy="414360"/>
          </a:xfrm>
          <a:custGeom>
            <a:avLst/>
            <a:gdLst>
              <a:gd name="textAreaLeft" fmla="*/ 0 w 414360"/>
              <a:gd name="textAreaRight" fmla="*/ 419040 w 414360"/>
              <a:gd name="textAreaTop" fmla="*/ 0 h 414360"/>
              <a:gd name="textAreaBottom" fmla="*/ 419040 h 41436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9" name="Google Shape;287;p56"/>
          <p:cNvSpPr/>
          <p:nvPr/>
        </p:nvSpPr>
        <p:spPr>
          <a:xfrm>
            <a:off x="4555800" y="5382720"/>
            <a:ext cx="414360" cy="414360"/>
          </a:xfrm>
          <a:custGeom>
            <a:avLst/>
            <a:gdLst>
              <a:gd name="textAreaLeft" fmla="*/ 0 w 414360"/>
              <a:gd name="textAreaRight" fmla="*/ 419040 w 414360"/>
              <a:gd name="textAreaTop" fmla="*/ 0 h 414360"/>
              <a:gd name="textAreaBottom" fmla="*/ 419040 h 41436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0" name="Google Shape;288;p56"/>
          <p:cNvSpPr/>
          <p:nvPr/>
        </p:nvSpPr>
        <p:spPr>
          <a:xfrm>
            <a:off x="3718080" y="5801400"/>
            <a:ext cx="414360" cy="414360"/>
          </a:xfrm>
          <a:custGeom>
            <a:avLst/>
            <a:gdLst>
              <a:gd name="textAreaLeft" fmla="*/ 0 w 414360"/>
              <a:gd name="textAreaRight" fmla="*/ 419040 w 414360"/>
              <a:gd name="textAreaTop" fmla="*/ 0 h 414360"/>
              <a:gd name="textAreaBottom" fmla="*/ 419040 h 41436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1" name="Google Shape;289;p56"/>
          <p:cNvSpPr/>
          <p:nvPr/>
        </p:nvSpPr>
        <p:spPr>
          <a:xfrm>
            <a:off x="4136760" y="5801400"/>
            <a:ext cx="414360" cy="414360"/>
          </a:xfrm>
          <a:custGeom>
            <a:avLst/>
            <a:gdLst>
              <a:gd name="textAreaLeft" fmla="*/ 0 w 414360"/>
              <a:gd name="textAreaRight" fmla="*/ 419040 w 414360"/>
              <a:gd name="textAreaTop" fmla="*/ 0 h 414360"/>
              <a:gd name="textAreaBottom" fmla="*/ 419040 h 41436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2" name="Google Shape;290;p56"/>
          <p:cNvSpPr/>
          <p:nvPr/>
        </p:nvSpPr>
        <p:spPr>
          <a:xfrm>
            <a:off x="4974480" y="5801400"/>
            <a:ext cx="414360" cy="414360"/>
          </a:xfrm>
          <a:custGeom>
            <a:avLst/>
            <a:gdLst>
              <a:gd name="textAreaLeft" fmla="*/ 0 w 414360"/>
              <a:gd name="textAreaRight" fmla="*/ 419040 w 414360"/>
              <a:gd name="textAreaTop" fmla="*/ 0 h 414360"/>
              <a:gd name="textAreaBottom" fmla="*/ 419040 h 41436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3" name="Google Shape;291;p56"/>
          <p:cNvSpPr/>
          <p:nvPr/>
        </p:nvSpPr>
        <p:spPr>
          <a:xfrm rot="16200000">
            <a:off x="3036240" y="4493880"/>
            <a:ext cx="2267280" cy="70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4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AULAS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4" name="Google Shape;292;p56"/>
          <p:cNvSpPr/>
          <p:nvPr/>
        </p:nvSpPr>
        <p:spPr>
          <a:xfrm>
            <a:off x="29865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5" name="Google Shape;293;p56"/>
          <p:cNvSpPr/>
          <p:nvPr/>
        </p:nvSpPr>
        <p:spPr>
          <a:xfrm>
            <a:off x="35420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6" name="Google Shape;294;p56"/>
          <p:cNvSpPr/>
          <p:nvPr/>
        </p:nvSpPr>
        <p:spPr>
          <a:xfrm>
            <a:off x="4049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7" name="Google Shape;295;p56"/>
          <p:cNvSpPr/>
          <p:nvPr/>
        </p:nvSpPr>
        <p:spPr>
          <a:xfrm>
            <a:off x="456408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8" name="Google Shape;296;p56"/>
          <p:cNvSpPr/>
          <p:nvPr/>
        </p:nvSpPr>
        <p:spPr>
          <a:xfrm>
            <a:off x="50781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9" name="Google Shape;297;p56"/>
          <p:cNvSpPr/>
          <p:nvPr/>
        </p:nvSpPr>
        <p:spPr>
          <a:xfrm>
            <a:off x="6145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0" name="Google Shape;298;p56"/>
          <p:cNvSpPr/>
          <p:nvPr/>
        </p:nvSpPr>
        <p:spPr>
          <a:xfrm>
            <a:off x="5633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1" name="Google Shape;299;p56"/>
          <p:cNvSpPr/>
          <p:nvPr/>
        </p:nvSpPr>
        <p:spPr>
          <a:xfrm>
            <a:off x="67413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2" name="Google Shape;300;p56"/>
          <p:cNvSpPr/>
          <p:nvPr/>
        </p:nvSpPr>
        <p:spPr>
          <a:xfrm>
            <a:off x="730332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3" name="Google Shape;301;p56"/>
          <p:cNvSpPr/>
          <p:nvPr/>
        </p:nvSpPr>
        <p:spPr>
          <a:xfrm>
            <a:off x="7846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4" name="Google Shape;302;p56"/>
          <p:cNvSpPr/>
          <p:nvPr/>
        </p:nvSpPr>
        <p:spPr>
          <a:xfrm rot="10800000">
            <a:off x="11607120" y="-46080"/>
            <a:ext cx="686160" cy="6954840"/>
          </a:xfrm>
          <a:custGeom>
            <a:avLst/>
            <a:gdLst>
              <a:gd name="textAreaLeft" fmla="*/ 0 w 686160"/>
              <a:gd name="textAreaRight" fmla="*/ 690840 w 686160"/>
              <a:gd name="textAreaTop" fmla="*/ 0 h 6954840"/>
              <a:gd name="textAreaBottom" fmla="*/ 6959520 h 6954840"/>
            </a:gdLst>
            <a:ahLst/>
            <a:cxnLst/>
            <a:rect l="textAreaLeft" t="textAreaTop" r="textAreaRight" b="textAreaBottom"/>
            <a:pathLst>
              <a:path w="690998" h="6959600">
                <a:moveTo>
                  <a:pt x="0" y="0"/>
                </a:moveTo>
                <a:lnTo>
                  <a:pt x="690998" y="0"/>
                </a:lnTo>
                <a:lnTo>
                  <a:pt x="690998" y="6959600"/>
                </a:lnTo>
                <a:lnTo>
                  <a:pt x="0" y="6959600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12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120" cy="397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Encerramento_Curso_ADM_Redes">
    <p:bg>
      <p:bgPr>
        <a:solidFill>
          <a:srgbClr val="1caf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7" name="Google Shape;1300;p83"/>
          <p:cNvGrpSpPr/>
          <p:nvPr/>
        </p:nvGrpSpPr>
        <p:grpSpPr>
          <a:xfrm>
            <a:off x="795240" y="2890800"/>
            <a:ext cx="3669480" cy="3104280"/>
            <a:chOff x="795240" y="2890800"/>
            <a:chExt cx="3669480" cy="3104280"/>
          </a:xfrm>
        </p:grpSpPr>
        <p:sp>
          <p:nvSpPr>
            <p:cNvPr id="1718" name="Google Shape;1301;p83"/>
            <p:cNvSpPr/>
            <p:nvPr/>
          </p:nvSpPr>
          <p:spPr>
            <a:xfrm>
              <a:off x="795240" y="4303800"/>
              <a:ext cx="560520" cy="1691280"/>
            </a:xfrm>
            <a:custGeom>
              <a:avLst/>
              <a:gdLst>
                <a:gd name="textAreaLeft" fmla="*/ 0 w 560520"/>
                <a:gd name="textAreaRight" fmla="*/ 565200 w 560520"/>
                <a:gd name="textAreaTop" fmla="*/ 0 h 1691280"/>
                <a:gd name="textAreaBottom" fmla="*/ 1695960 h 1691280"/>
              </a:gdLst>
              <a:ahLst/>
              <a:cxnLst/>
              <a:rect l="textAreaLeft" t="textAreaTop" r="textAreaRight" b="textAreaBottom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84c8b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19" name="Google Shape;1302;p83"/>
            <p:cNvSpPr/>
            <p:nvPr/>
          </p:nvSpPr>
          <p:spPr>
            <a:xfrm>
              <a:off x="3904200" y="3738600"/>
              <a:ext cx="560520" cy="1125720"/>
            </a:xfrm>
            <a:custGeom>
              <a:avLst/>
              <a:gdLst>
                <a:gd name="textAreaLeft" fmla="*/ 0 w 560520"/>
                <a:gd name="textAreaRight" fmla="*/ 565200 w 560520"/>
                <a:gd name="textAreaTop" fmla="*/ 0 h 1125720"/>
                <a:gd name="textAreaBottom" fmla="*/ 1130400 h 1125720"/>
              </a:gdLst>
              <a:ahLst/>
              <a:cxnLst/>
              <a:rect l="textAreaLeft" t="textAreaTop" r="textAreaRight" b="textAreaBottom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solidFill>
              <a:srgbClr val="084c8b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20" name="Google Shape;1303;p83"/>
            <p:cNvSpPr/>
            <p:nvPr/>
          </p:nvSpPr>
          <p:spPr>
            <a:xfrm>
              <a:off x="4186800" y="5434560"/>
              <a:ext cx="277920" cy="277920"/>
            </a:xfrm>
            <a:custGeom>
              <a:avLst/>
              <a:gdLst>
                <a:gd name="textAreaLeft" fmla="*/ 0 w 277920"/>
                <a:gd name="textAreaRight" fmla="*/ 282600 w 277920"/>
                <a:gd name="textAreaTop" fmla="*/ 0 h 277920"/>
                <a:gd name="textAreaBottom" fmla="*/ 282600 h 27792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084c8b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21" name="Google Shape;1304;p83"/>
            <p:cNvSpPr/>
            <p:nvPr/>
          </p:nvSpPr>
          <p:spPr>
            <a:xfrm>
              <a:off x="2490840" y="3173400"/>
              <a:ext cx="277920" cy="277920"/>
            </a:xfrm>
            <a:custGeom>
              <a:avLst/>
              <a:gdLst>
                <a:gd name="textAreaLeft" fmla="*/ 0 w 277920"/>
                <a:gd name="textAreaRight" fmla="*/ 282600 w 277920"/>
                <a:gd name="textAreaTop" fmla="*/ 0 h 277920"/>
                <a:gd name="textAreaBottom" fmla="*/ 282600 h 27792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084c8b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22" name="Google Shape;1305;p83"/>
            <p:cNvSpPr/>
            <p:nvPr/>
          </p:nvSpPr>
          <p:spPr>
            <a:xfrm>
              <a:off x="1360440" y="2890800"/>
              <a:ext cx="1125720" cy="1125720"/>
            </a:xfrm>
            <a:custGeom>
              <a:avLst/>
              <a:gdLst>
                <a:gd name="textAreaLeft" fmla="*/ 0 w 1125720"/>
                <a:gd name="textAreaRight" fmla="*/ 1130400 w 1125720"/>
                <a:gd name="textAreaTop" fmla="*/ 0 h 1125720"/>
                <a:gd name="textAreaBottom" fmla="*/ 1130400 h 1125720"/>
              </a:gdLst>
              <a:ahLst/>
              <a:cxnLst/>
              <a:rect l="textAreaLeft" t="textAreaTop" r="textAreaRight" b="textAreaBottom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solidFill>
              <a:srgbClr val="084c8b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23" name="Google Shape;1306;p83"/>
            <p:cNvSpPr/>
            <p:nvPr/>
          </p:nvSpPr>
          <p:spPr>
            <a:xfrm>
              <a:off x="1925640" y="4303800"/>
              <a:ext cx="1408320" cy="1408320"/>
            </a:xfrm>
            <a:custGeom>
              <a:avLst/>
              <a:gdLst>
                <a:gd name="textAreaLeft" fmla="*/ 0 w 1408320"/>
                <a:gd name="textAreaRight" fmla="*/ 1413000 w 1408320"/>
                <a:gd name="textAreaTop" fmla="*/ 0 h 1408320"/>
                <a:gd name="textAreaBottom" fmla="*/ 1413000 h 1408320"/>
              </a:gdLst>
              <a:ahLst/>
              <a:cxnLst/>
              <a:rect l="textAreaLeft" t="textAreaTop" r="textAreaRight" b="textAreaBottom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solidFill>
              <a:srgbClr val="084c8b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24" name="Google Shape;1307;p83"/>
          <p:cNvSpPr/>
          <p:nvPr/>
        </p:nvSpPr>
        <p:spPr>
          <a:xfrm>
            <a:off x="29865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5" name="Google Shape;1308;p83"/>
          <p:cNvSpPr/>
          <p:nvPr/>
        </p:nvSpPr>
        <p:spPr>
          <a:xfrm>
            <a:off x="35420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6" name="Google Shape;1309;p83"/>
          <p:cNvSpPr/>
          <p:nvPr/>
        </p:nvSpPr>
        <p:spPr>
          <a:xfrm>
            <a:off x="4049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7" name="Google Shape;1310;p83"/>
          <p:cNvSpPr/>
          <p:nvPr/>
        </p:nvSpPr>
        <p:spPr>
          <a:xfrm>
            <a:off x="456408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8" name="Google Shape;1311;p83"/>
          <p:cNvSpPr/>
          <p:nvPr/>
        </p:nvSpPr>
        <p:spPr>
          <a:xfrm>
            <a:off x="50781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9" name="Google Shape;1312;p83"/>
          <p:cNvSpPr/>
          <p:nvPr/>
        </p:nvSpPr>
        <p:spPr>
          <a:xfrm>
            <a:off x="6145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0" name="Google Shape;1313;p83"/>
          <p:cNvSpPr/>
          <p:nvPr/>
        </p:nvSpPr>
        <p:spPr>
          <a:xfrm>
            <a:off x="5633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1" name="Google Shape;1314;p83"/>
          <p:cNvSpPr/>
          <p:nvPr/>
        </p:nvSpPr>
        <p:spPr>
          <a:xfrm>
            <a:off x="67413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2" name="Google Shape;1315;p83"/>
          <p:cNvSpPr/>
          <p:nvPr/>
        </p:nvSpPr>
        <p:spPr>
          <a:xfrm>
            <a:off x="730332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3" name="Google Shape;1316;p83"/>
          <p:cNvSpPr/>
          <p:nvPr/>
        </p:nvSpPr>
        <p:spPr>
          <a:xfrm>
            <a:off x="7846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734" name="Google Shape;1317;p83"/>
          <p:cNvGrpSpPr/>
          <p:nvPr/>
        </p:nvGrpSpPr>
        <p:grpSpPr>
          <a:xfrm>
            <a:off x="-2185920" y="0"/>
            <a:ext cx="927720" cy="6853320"/>
            <a:chOff x="-2185920" y="0"/>
            <a:chExt cx="927720" cy="6853320"/>
          </a:xfrm>
        </p:grpSpPr>
        <p:sp>
          <p:nvSpPr>
            <p:cNvPr id="1735" name="Google Shape;1318;p83"/>
            <p:cNvSpPr/>
            <p:nvPr/>
          </p:nvSpPr>
          <p:spPr>
            <a:xfrm>
              <a:off x="-2185920" y="0"/>
              <a:ext cx="312840" cy="6853320"/>
            </a:xfrm>
            <a:prstGeom prst="rect">
              <a:avLst/>
            </a:pr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36" name="Google Shape;1319;p83"/>
            <p:cNvSpPr/>
            <p:nvPr/>
          </p:nvSpPr>
          <p:spPr>
            <a:xfrm>
              <a:off x="-2185920" y="0"/>
              <a:ext cx="312840" cy="2484360"/>
            </a:xfrm>
            <a:prstGeom prst="rect">
              <a:avLst/>
            </a:prstGeom>
            <a:solidFill>
              <a:srgbClr val="084c8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37" name="Google Shape;1320;p83"/>
            <p:cNvSpPr/>
            <p:nvPr/>
          </p:nvSpPr>
          <p:spPr>
            <a:xfrm>
              <a:off x="-1881720" y="0"/>
              <a:ext cx="312840" cy="68533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38" name="Google Shape;1321;p83"/>
            <p:cNvSpPr/>
            <p:nvPr/>
          </p:nvSpPr>
          <p:spPr>
            <a:xfrm>
              <a:off x="-1881720" y="4368960"/>
              <a:ext cx="312840" cy="248436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39" name="Google Shape;1322;p83"/>
            <p:cNvSpPr/>
            <p:nvPr/>
          </p:nvSpPr>
          <p:spPr>
            <a:xfrm>
              <a:off x="-1571040" y="0"/>
              <a:ext cx="312840" cy="6853320"/>
            </a:xfrm>
            <a:prstGeom prst="rect">
              <a:avLst/>
            </a:prstGeom>
            <a:solidFill>
              <a:srgbClr val="0dad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40" name="Google Shape;1323;p83"/>
            <p:cNvSpPr/>
            <p:nvPr/>
          </p:nvSpPr>
          <p:spPr>
            <a:xfrm>
              <a:off x="-1571040" y="0"/>
              <a:ext cx="312840" cy="2484360"/>
            </a:xfrm>
            <a:prstGeom prst="rect">
              <a:avLst/>
            </a:prstGeom>
            <a:solidFill>
              <a:srgbClr val="6deaa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41" name="Google Shape;1324;p83"/>
          <p:cNvGrpSpPr/>
          <p:nvPr/>
        </p:nvGrpSpPr>
        <p:grpSpPr>
          <a:xfrm>
            <a:off x="9761760" y="5104080"/>
            <a:ext cx="1393560" cy="990000"/>
            <a:chOff x="9761760" y="5104080"/>
            <a:chExt cx="1393560" cy="990000"/>
          </a:xfrm>
        </p:grpSpPr>
        <p:grpSp>
          <p:nvGrpSpPr>
            <p:cNvPr id="1742" name="Google Shape;1325;p83"/>
            <p:cNvGrpSpPr/>
            <p:nvPr/>
          </p:nvGrpSpPr>
          <p:grpSpPr>
            <a:xfrm>
              <a:off x="9761760" y="5367240"/>
              <a:ext cx="1393560" cy="726840"/>
              <a:chOff x="9761760" y="5367240"/>
              <a:chExt cx="1393560" cy="726840"/>
            </a:xfrm>
          </p:grpSpPr>
          <p:grpSp>
            <p:nvGrpSpPr>
              <p:cNvPr id="1743" name="Google Shape;1326;p83"/>
              <p:cNvGrpSpPr/>
              <p:nvPr/>
            </p:nvGrpSpPr>
            <p:grpSpPr>
              <a:xfrm>
                <a:off x="9761760" y="5367240"/>
                <a:ext cx="1159920" cy="280440"/>
                <a:chOff x="9761760" y="5367240"/>
                <a:chExt cx="1159920" cy="280440"/>
              </a:xfrm>
            </p:grpSpPr>
            <p:sp>
              <p:nvSpPr>
                <p:cNvPr id="1744" name="Google Shape;1327;p83"/>
                <p:cNvSpPr/>
                <p:nvPr/>
              </p:nvSpPr>
              <p:spPr>
                <a:xfrm>
                  <a:off x="9761760" y="5367240"/>
                  <a:ext cx="137520" cy="279000"/>
                </a:xfrm>
                <a:custGeom>
                  <a:avLst/>
                  <a:gdLst>
                    <a:gd name="textAreaLeft" fmla="*/ 0 w 137520"/>
                    <a:gd name="textAreaRight" fmla="*/ 142200 w 137520"/>
                    <a:gd name="textAreaTop" fmla="*/ 0 h 279000"/>
                    <a:gd name="textAreaBottom" fmla="*/ 283680 h 279000"/>
                  </a:gdLst>
                  <a:ahLst/>
                  <a:cxnLst/>
                  <a:rect l="textAreaLeft" t="textAreaTop" r="textAreaRight" b="textAreaBottom"/>
                  <a:pathLst>
                    <a:path w="142250" h="283668">
                      <a:moveTo>
                        <a:pt x="91506" y="283669"/>
                      </a:moveTo>
                      <a:cubicBezTo>
                        <a:pt x="52824" y="283669"/>
                        <a:pt x="26620" y="268279"/>
                        <a:pt x="26620" y="216703"/>
                      </a:cubicBezTo>
                      <a:lnTo>
                        <a:pt x="26620" y="111055"/>
                      </a:lnTo>
                      <a:lnTo>
                        <a:pt x="0" y="111055"/>
                      </a:lnTo>
                      <a:lnTo>
                        <a:pt x="0" y="56983"/>
                      </a:lnTo>
                      <a:lnTo>
                        <a:pt x="26620" y="56983"/>
                      </a:lnTo>
                      <a:lnTo>
                        <a:pt x="26620" y="0"/>
                      </a:lnTo>
                      <a:lnTo>
                        <a:pt x="89842" y="0"/>
                      </a:lnTo>
                      <a:lnTo>
                        <a:pt x="89842" y="56983"/>
                      </a:lnTo>
                      <a:lnTo>
                        <a:pt x="142250" y="56983"/>
                      </a:lnTo>
                      <a:lnTo>
                        <a:pt x="142250" y="111055"/>
                      </a:lnTo>
                      <a:lnTo>
                        <a:pt x="89842" y="111055"/>
                      </a:lnTo>
                      <a:lnTo>
                        <a:pt x="89842" y="206305"/>
                      </a:lnTo>
                      <a:cubicBezTo>
                        <a:pt x="89842" y="220862"/>
                        <a:pt x="96081" y="227933"/>
                        <a:pt x="110223" y="227933"/>
                      </a:cubicBezTo>
                      <a:cubicBezTo>
                        <a:pt x="121869" y="227933"/>
                        <a:pt x="132268" y="225022"/>
                        <a:pt x="141418" y="220031"/>
                      </a:cubicBezTo>
                      <a:lnTo>
                        <a:pt x="141418" y="270775"/>
                      </a:lnTo>
                      <a:cubicBezTo>
                        <a:pt x="128108" y="278678"/>
                        <a:pt x="112719" y="283669"/>
                        <a:pt x="91506" y="283669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45" name="Google Shape;1328;p83"/>
                <p:cNvSpPr/>
                <p:nvPr/>
              </p:nvSpPr>
              <p:spPr>
                <a:xfrm>
                  <a:off x="9933480" y="5420160"/>
                  <a:ext cx="214200" cy="227520"/>
                </a:xfrm>
                <a:custGeom>
                  <a:avLst/>
                  <a:gdLst>
                    <a:gd name="textAreaLeft" fmla="*/ 0 w 214200"/>
                    <a:gd name="textAreaRight" fmla="*/ 218880 w 214200"/>
                    <a:gd name="textAreaTop" fmla="*/ 0 h 227520"/>
                    <a:gd name="textAreaBottom" fmla="*/ 232200 h 227520"/>
                  </a:gdLst>
                  <a:ahLst/>
                  <a:cxnLst/>
                  <a:rect l="textAreaLeft" t="textAreaTop" r="textAreaRight" b="textAreaBottom"/>
                  <a:pathLst>
                    <a:path w="218782" h="232092">
                      <a:moveTo>
                        <a:pt x="217951" y="137675"/>
                      </a:moveTo>
                      <a:lnTo>
                        <a:pt x="62806" y="137675"/>
                      </a:lnTo>
                      <a:cubicBezTo>
                        <a:pt x="69045" y="166375"/>
                        <a:pt x="89010" y="181348"/>
                        <a:pt x="117294" y="181348"/>
                      </a:cubicBezTo>
                      <a:cubicBezTo>
                        <a:pt x="138507" y="181348"/>
                        <a:pt x="153897" y="174693"/>
                        <a:pt x="171366" y="158472"/>
                      </a:cubicBezTo>
                      <a:lnTo>
                        <a:pt x="207552" y="190499"/>
                      </a:lnTo>
                      <a:cubicBezTo>
                        <a:pt x="186756" y="216287"/>
                        <a:pt x="156808" y="232093"/>
                        <a:pt x="116462" y="232093"/>
                      </a:cubicBezTo>
                      <a:cubicBezTo>
                        <a:pt x="49496" y="232093"/>
                        <a:pt x="0" y="185092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2408"/>
                        <a:pt x="45337" y="0"/>
                        <a:pt x="110223" y="0"/>
                      </a:cubicBezTo>
                      <a:cubicBezTo>
                        <a:pt x="184676" y="0"/>
                        <a:pt x="218783" y="57815"/>
                        <a:pt x="218783" y="121038"/>
                      </a:cubicBezTo>
                      <a:lnTo>
                        <a:pt x="218783" y="121869"/>
                      </a:lnTo>
                      <a:cubicBezTo>
                        <a:pt x="218783" y="128109"/>
                        <a:pt x="218367" y="131852"/>
                        <a:pt x="217951" y="137675"/>
                      </a:cubicBezTo>
                      <a:close/>
                      <a:moveTo>
                        <a:pt x="110223" y="50744"/>
                      </a:moveTo>
                      <a:cubicBezTo>
                        <a:pt x="84019" y="50744"/>
                        <a:pt x="66966" y="69461"/>
                        <a:pt x="61975" y="98161"/>
                      </a:cubicBezTo>
                      <a:lnTo>
                        <a:pt x="157224" y="98161"/>
                      </a:lnTo>
                      <a:cubicBezTo>
                        <a:pt x="153481" y="69877"/>
                        <a:pt x="136843" y="50744"/>
                        <a:pt x="110223" y="50744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46" name="Google Shape;1329;p83"/>
                <p:cNvSpPr/>
                <p:nvPr/>
              </p:nvSpPr>
              <p:spPr>
                <a:xfrm>
                  <a:off x="10188360" y="5420160"/>
                  <a:ext cx="202320" cy="227520"/>
                </a:xfrm>
                <a:custGeom>
                  <a:avLst/>
                  <a:gdLst>
                    <a:gd name="textAreaLeft" fmla="*/ 0 w 202320"/>
                    <a:gd name="textAreaRight" fmla="*/ 207000 w 202320"/>
                    <a:gd name="textAreaTop" fmla="*/ 0 h 227520"/>
                    <a:gd name="textAreaBottom" fmla="*/ 232200 h 227520"/>
                  </a:gdLst>
                  <a:ahLst/>
                  <a:cxnLst/>
                  <a:rect l="textAreaLeft" t="textAreaTop" r="textAreaRight" b="textAreaBottom"/>
                  <a:pathLst>
                    <a:path w="207136" h="232092">
                      <a:moveTo>
                        <a:pt x="116046" y="232093"/>
                      </a:moveTo>
                      <a:cubicBezTo>
                        <a:pt x="49081" y="232093"/>
                        <a:pt x="0" y="180517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2408"/>
                        <a:pt x="48665" y="0"/>
                        <a:pt x="116878" y="0"/>
                      </a:cubicBezTo>
                      <a:cubicBezTo>
                        <a:pt x="158888" y="0"/>
                        <a:pt x="185092" y="14142"/>
                        <a:pt x="205889" y="37434"/>
                      </a:cubicBezTo>
                      <a:lnTo>
                        <a:pt x="167207" y="79028"/>
                      </a:lnTo>
                      <a:cubicBezTo>
                        <a:pt x="153065" y="64054"/>
                        <a:pt x="138923" y="54488"/>
                        <a:pt x="116462" y="54488"/>
                      </a:cubicBezTo>
                      <a:cubicBezTo>
                        <a:pt x="84851" y="54488"/>
                        <a:pt x="62390" y="82355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50153"/>
                        <a:pt x="84435" y="177605"/>
                        <a:pt x="118958" y="177605"/>
                      </a:cubicBezTo>
                      <a:cubicBezTo>
                        <a:pt x="140171" y="177605"/>
                        <a:pt x="154728" y="168454"/>
                        <a:pt x="170118" y="153897"/>
                      </a:cubicBezTo>
                      <a:lnTo>
                        <a:pt x="207136" y="191331"/>
                      </a:lnTo>
                      <a:cubicBezTo>
                        <a:pt x="185508" y="215039"/>
                        <a:pt x="160552" y="232093"/>
                        <a:pt x="116046" y="232093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47" name="Google Shape;1330;p83"/>
                <p:cNvSpPr/>
                <p:nvPr/>
              </p:nvSpPr>
              <p:spPr>
                <a:xfrm>
                  <a:off x="10436760" y="5420160"/>
                  <a:ext cx="199440" cy="222480"/>
                </a:xfrm>
                <a:custGeom>
                  <a:avLst/>
                  <a:gdLst>
                    <a:gd name="textAreaLeft" fmla="*/ 0 w 199440"/>
                    <a:gd name="textAreaRight" fmla="*/ 204120 w 199440"/>
                    <a:gd name="textAreaTop" fmla="*/ 0 h 222480"/>
                    <a:gd name="textAreaBottom" fmla="*/ 227160 h 222480"/>
                  </a:gdLst>
                  <a:ahLst/>
                  <a:cxnLst/>
                  <a:rect l="textAreaLeft" t="textAreaTop" r="textAreaRight" b="textAreaBottom"/>
                  <a:pathLst>
                    <a:path w="204224" h="227101">
                      <a:moveTo>
                        <a:pt x="141002" y="227102"/>
                      </a:moveTo>
                      <a:lnTo>
                        <a:pt x="141002" y="102736"/>
                      </a:lnTo>
                      <a:cubicBezTo>
                        <a:pt x="141002" y="72789"/>
                        <a:pt x="126861" y="57399"/>
                        <a:pt x="102736" y="57399"/>
                      </a:cubicBezTo>
                      <a:cubicBezTo>
                        <a:pt x="78612" y="57399"/>
                        <a:pt x="63222" y="72789"/>
                        <a:pt x="63222" y="102736"/>
                      </a:cubicBezTo>
                      <a:lnTo>
                        <a:pt x="63222" y="227102"/>
                      </a:lnTo>
                      <a:lnTo>
                        <a:pt x="0" y="227102"/>
                      </a:lnTo>
                      <a:lnTo>
                        <a:pt x="0" y="4159"/>
                      </a:lnTo>
                      <a:lnTo>
                        <a:pt x="63222" y="4159"/>
                      </a:lnTo>
                      <a:lnTo>
                        <a:pt x="63222" y="35771"/>
                      </a:lnTo>
                      <a:cubicBezTo>
                        <a:pt x="77780" y="17053"/>
                        <a:pt x="96497" y="0"/>
                        <a:pt x="128524" y="0"/>
                      </a:cubicBezTo>
                      <a:cubicBezTo>
                        <a:pt x="176357" y="0"/>
                        <a:pt x="204225" y="31611"/>
                        <a:pt x="204225" y="82771"/>
                      </a:cubicBezTo>
                      <a:lnTo>
                        <a:pt x="204225" y="227102"/>
                      </a:lnTo>
                      <a:lnTo>
                        <a:pt x="141002" y="227102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48" name="Google Shape;1331;p83"/>
                <p:cNvSpPr/>
                <p:nvPr/>
              </p:nvSpPr>
              <p:spPr>
                <a:xfrm>
                  <a:off x="10685160" y="5420160"/>
                  <a:ext cx="236520" cy="227520"/>
                </a:xfrm>
                <a:custGeom>
                  <a:avLst/>
                  <a:gdLst>
                    <a:gd name="textAreaLeft" fmla="*/ 0 w 236520"/>
                    <a:gd name="textAreaRight" fmla="*/ 241200 w 236520"/>
                    <a:gd name="textAreaTop" fmla="*/ 0 h 227520"/>
                    <a:gd name="textAreaBottom" fmla="*/ 232200 h 227520"/>
                  </a:gdLst>
                  <a:ahLst/>
                  <a:cxnLst/>
                  <a:rect l="textAreaLeft" t="textAreaTop" r="textAreaRight" b="textAreaBottom"/>
                  <a:pathLst>
                    <a:path w="241243" h="232092">
                      <a:moveTo>
                        <a:pt x="120206" y="232093"/>
                      </a:moveTo>
                      <a:cubicBezTo>
                        <a:pt x="51160" y="232093"/>
                        <a:pt x="0" y="180933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1992"/>
                        <a:pt x="51576" y="0"/>
                        <a:pt x="121038" y="0"/>
                      </a:cubicBezTo>
                      <a:cubicBezTo>
                        <a:pt x="190499" y="0"/>
                        <a:pt x="241243" y="51160"/>
                        <a:pt x="241243" y="115214"/>
                      </a:cubicBezTo>
                      <a:lnTo>
                        <a:pt x="241243" y="116046"/>
                      </a:lnTo>
                      <a:cubicBezTo>
                        <a:pt x="241243" y="180101"/>
                        <a:pt x="189667" y="232093"/>
                        <a:pt x="120206" y="232093"/>
                      </a:cubicBezTo>
                      <a:close/>
                      <a:moveTo>
                        <a:pt x="178853" y="116046"/>
                      </a:moveTo>
                      <a:cubicBezTo>
                        <a:pt x="178853" y="83187"/>
                        <a:pt x="155144" y="54488"/>
                        <a:pt x="120206" y="54488"/>
                      </a:cubicBezTo>
                      <a:cubicBezTo>
                        <a:pt x="85267" y="54488"/>
                        <a:pt x="62390" y="82355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48905"/>
                        <a:pt x="86099" y="177605"/>
                        <a:pt x="121038" y="177605"/>
                      </a:cubicBezTo>
                      <a:cubicBezTo>
                        <a:pt x="155976" y="177605"/>
                        <a:pt x="178853" y="149737"/>
                        <a:pt x="178853" y="116878"/>
                      </a:cubicBezTo>
                      <a:lnTo>
                        <a:pt x="178853" y="116046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1749" name="Google Shape;1332;p83"/>
              <p:cNvGrpSpPr/>
              <p:nvPr/>
            </p:nvGrpSpPr>
            <p:grpSpPr>
              <a:xfrm>
                <a:off x="10162800" y="5727600"/>
                <a:ext cx="992520" cy="366480"/>
                <a:chOff x="10162800" y="5727600"/>
                <a:chExt cx="992520" cy="366480"/>
              </a:xfrm>
            </p:grpSpPr>
            <p:sp>
              <p:nvSpPr>
                <p:cNvPr id="1750" name="Google Shape;1333;p83"/>
                <p:cNvSpPr/>
                <p:nvPr/>
              </p:nvSpPr>
              <p:spPr>
                <a:xfrm>
                  <a:off x="10162800" y="5727600"/>
                  <a:ext cx="58680" cy="298800"/>
                </a:xfrm>
                <a:custGeom>
                  <a:avLst/>
                  <a:gdLst>
                    <a:gd name="textAreaLeft" fmla="*/ 0 w 58680"/>
                    <a:gd name="textAreaRight" fmla="*/ 63360 w 58680"/>
                    <a:gd name="textAreaTop" fmla="*/ 0 h 298800"/>
                    <a:gd name="textAreaBottom" fmla="*/ 303480 h 298800"/>
                  </a:gdLst>
                  <a:ahLst/>
                  <a:cxnLst/>
                  <a:rect l="textAreaLeft" t="textAreaTop" r="textAreaRight" b="textAreaBottom"/>
                  <a:pathLst>
                    <a:path w="63222" h="303633">
                      <a:moveTo>
                        <a:pt x="0" y="303634"/>
                      </a:moveTo>
                      <a:lnTo>
                        <a:pt x="0" y="0"/>
                      </a:lnTo>
                      <a:lnTo>
                        <a:pt x="63222" y="0"/>
                      </a:lnTo>
                      <a:lnTo>
                        <a:pt x="63222" y="303634"/>
                      </a:lnTo>
                      <a:lnTo>
                        <a:pt x="0" y="303634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51" name="Google Shape;1334;p83"/>
                <p:cNvSpPr/>
                <p:nvPr/>
              </p:nvSpPr>
              <p:spPr>
                <a:xfrm>
                  <a:off x="10274760" y="5804280"/>
                  <a:ext cx="236520" cy="227520"/>
                </a:xfrm>
                <a:custGeom>
                  <a:avLst/>
                  <a:gdLst>
                    <a:gd name="textAreaLeft" fmla="*/ 0 w 236520"/>
                    <a:gd name="textAreaRight" fmla="*/ 241200 w 236520"/>
                    <a:gd name="textAreaTop" fmla="*/ 0 h 227520"/>
                    <a:gd name="textAreaBottom" fmla="*/ 232200 h 227520"/>
                  </a:gdLst>
                  <a:ahLst/>
                  <a:cxnLst/>
                  <a:rect l="textAreaLeft" t="textAreaTop" r="textAreaRight" b="textAreaBottom"/>
                  <a:pathLst>
                    <a:path w="241243" h="232092">
                      <a:moveTo>
                        <a:pt x="120206" y="232093"/>
                      </a:moveTo>
                      <a:cubicBezTo>
                        <a:pt x="51160" y="232093"/>
                        <a:pt x="0" y="180933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1992"/>
                        <a:pt x="51576" y="0"/>
                        <a:pt x="121038" y="0"/>
                      </a:cubicBezTo>
                      <a:cubicBezTo>
                        <a:pt x="190499" y="0"/>
                        <a:pt x="241243" y="51160"/>
                        <a:pt x="241243" y="115214"/>
                      </a:cubicBezTo>
                      <a:lnTo>
                        <a:pt x="241243" y="116046"/>
                      </a:lnTo>
                      <a:cubicBezTo>
                        <a:pt x="241243" y="180101"/>
                        <a:pt x="189667" y="232093"/>
                        <a:pt x="120206" y="232093"/>
                      </a:cubicBezTo>
                      <a:close/>
                      <a:moveTo>
                        <a:pt x="178853" y="116046"/>
                      </a:moveTo>
                      <a:cubicBezTo>
                        <a:pt x="178853" y="83187"/>
                        <a:pt x="155144" y="54488"/>
                        <a:pt x="120206" y="54488"/>
                      </a:cubicBezTo>
                      <a:cubicBezTo>
                        <a:pt x="85267" y="54488"/>
                        <a:pt x="62390" y="82356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48905"/>
                        <a:pt x="86099" y="177605"/>
                        <a:pt x="121038" y="177605"/>
                      </a:cubicBezTo>
                      <a:cubicBezTo>
                        <a:pt x="155976" y="177605"/>
                        <a:pt x="178853" y="149737"/>
                        <a:pt x="178853" y="116878"/>
                      </a:cubicBezTo>
                      <a:lnTo>
                        <a:pt x="178853" y="116046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52" name="Google Shape;1335;p83"/>
                <p:cNvSpPr/>
                <p:nvPr/>
              </p:nvSpPr>
              <p:spPr>
                <a:xfrm>
                  <a:off x="10551960" y="5804280"/>
                  <a:ext cx="229320" cy="289800"/>
                </a:xfrm>
                <a:custGeom>
                  <a:avLst/>
                  <a:gdLst>
                    <a:gd name="textAreaLeft" fmla="*/ 0 w 229320"/>
                    <a:gd name="textAreaRight" fmla="*/ 234000 w 229320"/>
                    <a:gd name="textAreaTop" fmla="*/ 0 h 289800"/>
                    <a:gd name="textAreaBottom" fmla="*/ 294480 h 289800"/>
                  </a:gdLst>
                  <a:ahLst/>
                  <a:cxnLst/>
                  <a:rect l="textAreaLeft" t="textAreaTop" r="textAreaRight" b="textAreaBottom"/>
                  <a:pathLst>
                    <a:path w="234172" h="294483">
                      <a:moveTo>
                        <a:pt x="109807" y="294483"/>
                      </a:moveTo>
                      <a:cubicBezTo>
                        <a:pt x="73621" y="294483"/>
                        <a:pt x="39514" y="286165"/>
                        <a:pt x="11230" y="271191"/>
                      </a:cubicBezTo>
                      <a:lnTo>
                        <a:pt x="32859" y="223774"/>
                      </a:lnTo>
                      <a:cubicBezTo>
                        <a:pt x="55735" y="236668"/>
                        <a:pt x="78612" y="244155"/>
                        <a:pt x="108144" y="244155"/>
                      </a:cubicBezTo>
                      <a:cubicBezTo>
                        <a:pt x="151401" y="244155"/>
                        <a:pt x="171782" y="223358"/>
                        <a:pt x="171782" y="183428"/>
                      </a:cubicBezTo>
                      <a:lnTo>
                        <a:pt x="171782" y="172614"/>
                      </a:lnTo>
                      <a:cubicBezTo>
                        <a:pt x="153065" y="195074"/>
                        <a:pt x="132684" y="208800"/>
                        <a:pt x="98993" y="208800"/>
                      </a:cubicBezTo>
                      <a:cubicBezTo>
                        <a:pt x="47001" y="208800"/>
                        <a:pt x="0" y="170950"/>
                        <a:pt x="0" y="104816"/>
                      </a:cubicBezTo>
                      <a:lnTo>
                        <a:pt x="0" y="103984"/>
                      </a:lnTo>
                      <a:cubicBezTo>
                        <a:pt x="0" y="37434"/>
                        <a:pt x="47833" y="0"/>
                        <a:pt x="98993" y="0"/>
                      </a:cubicBezTo>
                      <a:cubicBezTo>
                        <a:pt x="133516" y="0"/>
                        <a:pt x="153897" y="14558"/>
                        <a:pt x="170950" y="33275"/>
                      </a:cubicBezTo>
                      <a:lnTo>
                        <a:pt x="170950" y="4159"/>
                      </a:lnTo>
                      <a:lnTo>
                        <a:pt x="234172" y="4159"/>
                      </a:lnTo>
                      <a:lnTo>
                        <a:pt x="234172" y="176773"/>
                      </a:lnTo>
                      <a:cubicBezTo>
                        <a:pt x="234172" y="260792"/>
                        <a:pt x="192579" y="294483"/>
                        <a:pt x="109807" y="294483"/>
                      </a:cubicBezTo>
                      <a:close/>
                      <a:moveTo>
                        <a:pt x="171782" y="103984"/>
                      </a:moveTo>
                      <a:cubicBezTo>
                        <a:pt x="171782" y="73621"/>
                        <a:pt x="148073" y="52408"/>
                        <a:pt x="117294" y="52408"/>
                      </a:cubicBezTo>
                      <a:cubicBezTo>
                        <a:pt x="86515" y="52408"/>
                        <a:pt x="63222" y="73621"/>
                        <a:pt x="63222" y="103984"/>
                      </a:cubicBezTo>
                      <a:lnTo>
                        <a:pt x="63222" y="104816"/>
                      </a:lnTo>
                      <a:cubicBezTo>
                        <a:pt x="63222" y="135595"/>
                        <a:pt x="86515" y="156392"/>
                        <a:pt x="117294" y="156392"/>
                      </a:cubicBezTo>
                      <a:cubicBezTo>
                        <a:pt x="148073" y="156392"/>
                        <a:pt x="171782" y="135179"/>
                        <a:pt x="171782" y="104816"/>
                      </a:cubicBezTo>
                      <a:lnTo>
                        <a:pt x="171782" y="103984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53" name="Google Shape;1336;p83"/>
                <p:cNvSpPr/>
                <p:nvPr/>
              </p:nvSpPr>
              <p:spPr>
                <a:xfrm>
                  <a:off x="10843920" y="5727600"/>
                  <a:ext cx="61920" cy="298800"/>
                </a:xfrm>
                <a:custGeom>
                  <a:avLst/>
                  <a:gdLst>
                    <a:gd name="textAreaLeft" fmla="*/ 0 w 61920"/>
                    <a:gd name="textAreaRight" fmla="*/ 66600 w 61920"/>
                    <a:gd name="textAreaTop" fmla="*/ 0 h 298800"/>
                    <a:gd name="textAreaBottom" fmla="*/ 303480 h 298800"/>
                  </a:gdLst>
                  <a:ahLst/>
                  <a:cxnLst/>
                  <a:rect l="textAreaLeft" t="textAreaTop" r="textAreaRight" b="textAreaBottom"/>
                  <a:pathLst>
                    <a:path w="66549" h="303633">
                      <a:moveTo>
                        <a:pt x="0" y="56151"/>
                      </a:moveTo>
                      <a:lnTo>
                        <a:pt x="0" y="0"/>
                      </a:lnTo>
                      <a:lnTo>
                        <a:pt x="66550" y="0"/>
                      </a:lnTo>
                      <a:lnTo>
                        <a:pt x="66550" y="56151"/>
                      </a:lnTo>
                      <a:lnTo>
                        <a:pt x="0" y="56151"/>
                      </a:lnTo>
                      <a:close/>
                      <a:moveTo>
                        <a:pt x="1664" y="303634"/>
                      </a:moveTo>
                      <a:lnTo>
                        <a:pt x="1664" y="80692"/>
                      </a:lnTo>
                      <a:lnTo>
                        <a:pt x="64886" y="80692"/>
                      </a:lnTo>
                      <a:lnTo>
                        <a:pt x="64886" y="303634"/>
                      </a:lnTo>
                      <a:lnTo>
                        <a:pt x="1664" y="303634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54" name="Google Shape;1337;p83"/>
                <p:cNvSpPr/>
                <p:nvPr/>
              </p:nvSpPr>
              <p:spPr>
                <a:xfrm>
                  <a:off x="10954800" y="5806080"/>
                  <a:ext cx="200520" cy="225000"/>
                </a:xfrm>
                <a:custGeom>
                  <a:avLst/>
                  <a:gdLst>
                    <a:gd name="textAreaLeft" fmla="*/ 0 w 200520"/>
                    <a:gd name="textAreaRight" fmla="*/ 205200 w 200520"/>
                    <a:gd name="textAreaTop" fmla="*/ 0 h 225000"/>
                    <a:gd name="textAreaBottom" fmla="*/ 229680 h 225000"/>
                  </a:gdLst>
                  <a:ahLst/>
                  <a:cxnLst/>
                  <a:rect l="textAreaLeft" t="textAreaTop" r="textAreaRight" b="textAreaBottom"/>
                  <a:pathLst>
                    <a:path w="205056" h="229597">
                      <a:moveTo>
                        <a:pt x="143914" y="225438"/>
                      </a:moveTo>
                      <a:lnTo>
                        <a:pt x="143914" y="201313"/>
                      </a:lnTo>
                      <a:cubicBezTo>
                        <a:pt x="128525" y="218367"/>
                        <a:pt x="107312" y="229597"/>
                        <a:pt x="76532" y="229597"/>
                      </a:cubicBezTo>
                      <a:cubicBezTo>
                        <a:pt x="34523" y="229597"/>
                        <a:pt x="0" y="205473"/>
                        <a:pt x="0" y="161383"/>
                      </a:cubicBezTo>
                      <a:lnTo>
                        <a:pt x="0" y="160552"/>
                      </a:lnTo>
                      <a:cubicBezTo>
                        <a:pt x="0" y="111887"/>
                        <a:pt x="37018" y="89426"/>
                        <a:pt x="89842" y="89426"/>
                      </a:cubicBezTo>
                      <a:cubicBezTo>
                        <a:pt x="112303" y="89426"/>
                        <a:pt x="128525" y="93170"/>
                        <a:pt x="144330" y="98577"/>
                      </a:cubicBezTo>
                      <a:lnTo>
                        <a:pt x="144330" y="94834"/>
                      </a:lnTo>
                      <a:cubicBezTo>
                        <a:pt x="144330" y="68630"/>
                        <a:pt x="128109" y="54072"/>
                        <a:pt x="96497" y="54072"/>
                      </a:cubicBezTo>
                      <a:cubicBezTo>
                        <a:pt x="72373" y="54072"/>
                        <a:pt x="55320" y="58647"/>
                        <a:pt x="34939" y="66134"/>
                      </a:cubicBezTo>
                      <a:lnTo>
                        <a:pt x="19133" y="17885"/>
                      </a:lnTo>
                      <a:cubicBezTo>
                        <a:pt x="43673" y="7071"/>
                        <a:pt x="67798" y="0"/>
                        <a:pt x="105648" y="0"/>
                      </a:cubicBezTo>
                      <a:cubicBezTo>
                        <a:pt x="174693" y="0"/>
                        <a:pt x="205057" y="35771"/>
                        <a:pt x="205057" y="96081"/>
                      </a:cubicBezTo>
                      <a:lnTo>
                        <a:pt x="205057" y="225438"/>
                      </a:lnTo>
                      <a:lnTo>
                        <a:pt x="143914" y="225438"/>
                      </a:lnTo>
                      <a:close/>
                      <a:moveTo>
                        <a:pt x="145162" y="135595"/>
                      </a:moveTo>
                      <a:cubicBezTo>
                        <a:pt x="134348" y="130604"/>
                        <a:pt x="120206" y="127277"/>
                        <a:pt x="104816" y="127277"/>
                      </a:cubicBezTo>
                      <a:cubicBezTo>
                        <a:pt x="77780" y="127277"/>
                        <a:pt x="61143" y="138091"/>
                        <a:pt x="61143" y="158056"/>
                      </a:cubicBezTo>
                      <a:lnTo>
                        <a:pt x="61143" y="158888"/>
                      </a:lnTo>
                      <a:cubicBezTo>
                        <a:pt x="61143" y="175941"/>
                        <a:pt x="75285" y="185924"/>
                        <a:pt x="95665" y="185924"/>
                      </a:cubicBezTo>
                      <a:cubicBezTo>
                        <a:pt x="125197" y="185924"/>
                        <a:pt x="145162" y="169702"/>
                        <a:pt x="145162" y="146826"/>
                      </a:cubicBezTo>
                      <a:lnTo>
                        <a:pt x="145162" y="135595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755" name="Google Shape;1338;p83"/>
            <p:cNvGrpSpPr/>
            <p:nvPr/>
          </p:nvGrpSpPr>
          <p:grpSpPr>
            <a:xfrm>
              <a:off x="9844560" y="5104080"/>
              <a:ext cx="575280" cy="140400"/>
              <a:chOff x="9844560" y="5104080"/>
              <a:chExt cx="575280" cy="140400"/>
            </a:xfrm>
          </p:grpSpPr>
          <p:sp>
            <p:nvSpPr>
              <p:cNvPr id="1756" name="Google Shape;1339;p83"/>
              <p:cNvSpPr/>
              <p:nvPr/>
            </p:nvSpPr>
            <p:spPr>
              <a:xfrm>
                <a:off x="10333800" y="5109840"/>
                <a:ext cx="86040" cy="133920"/>
              </a:xfrm>
              <a:custGeom>
                <a:avLst/>
                <a:gdLst>
                  <a:gd name="textAreaLeft" fmla="*/ 0 w 86040"/>
                  <a:gd name="textAreaRight" fmla="*/ 90720 w 86040"/>
                  <a:gd name="textAreaTop" fmla="*/ 0 h 133920"/>
                  <a:gd name="textAreaBottom" fmla="*/ 138600 h 133920"/>
                </a:gdLst>
                <a:ahLst/>
                <a:cxnLst/>
                <a:rect l="textAreaLeft" t="textAreaTop" r="textAreaRight" b="textAreaBottom"/>
                <a:pathLst>
                  <a:path w="90882" h="138714">
                    <a:moveTo>
                      <a:pt x="90882" y="111014"/>
                    </a:moveTo>
                    <a:cubicBezTo>
                      <a:pt x="90217" y="111014"/>
                      <a:pt x="89551" y="111014"/>
                      <a:pt x="88886" y="111014"/>
                    </a:cubicBezTo>
                    <a:cubicBezTo>
                      <a:pt x="61517" y="111014"/>
                      <a:pt x="41677" y="93503"/>
                      <a:pt x="41677" y="69337"/>
                    </a:cubicBezTo>
                    <a:lnTo>
                      <a:pt x="41677" y="68796"/>
                    </a:lnTo>
                    <a:cubicBezTo>
                      <a:pt x="41677" y="45711"/>
                      <a:pt x="61559" y="27618"/>
                      <a:pt x="86931" y="27618"/>
                    </a:cubicBezTo>
                    <a:cubicBezTo>
                      <a:pt x="88303" y="27618"/>
                      <a:pt x="89593" y="27660"/>
                      <a:pt x="90882" y="27743"/>
                    </a:cubicBezTo>
                    <a:lnTo>
                      <a:pt x="90882" y="42"/>
                    </a:lnTo>
                    <a:cubicBezTo>
                      <a:pt x="89718" y="0"/>
                      <a:pt x="88511" y="0"/>
                      <a:pt x="87263" y="0"/>
                    </a:cubicBezTo>
                    <a:cubicBezTo>
                      <a:pt x="37559" y="0"/>
                      <a:pt x="0" y="29781"/>
                      <a:pt x="0" y="69378"/>
                    </a:cubicBezTo>
                    <a:lnTo>
                      <a:pt x="0" y="69877"/>
                    </a:lnTo>
                    <a:cubicBezTo>
                      <a:pt x="0" y="108476"/>
                      <a:pt x="38058" y="138715"/>
                      <a:pt x="86598" y="138715"/>
                    </a:cubicBezTo>
                    <a:cubicBezTo>
                      <a:pt x="88095" y="138715"/>
                      <a:pt x="89426" y="138715"/>
                      <a:pt x="90841" y="138632"/>
                    </a:cubicBezTo>
                    <a:lnTo>
                      <a:pt x="90841" y="110972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57" name="Google Shape;1340;p83"/>
              <p:cNvSpPr/>
              <p:nvPr/>
            </p:nvSpPr>
            <p:spPr>
              <a:xfrm>
                <a:off x="9844560" y="5104080"/>
                <a:ext cx="126360" cy="140400"/>
              </a:xfrm>
              <a:custGeom>
                <a:avLst/>
                <a:gdLst>
                  <a:gd name="textAreaLeft" fmla="*/ 0 w 126360"/>
                  <a:gd name="textAreaRight" fmla="*/ 131040 w 126360"/>
                  <a:gd name="textAreaTop" fmla="*/ 0 h 140400"/>
                  <a:gd name="textAreaBottom" fmla="*/ 145080 h 140400"/>
                </a:gdLst>
                <a:ahLst/>
                <a:cxnLst/>
                <a:rect l="textAreaLeft" t="textAreaTop" r="textAreaRight" b="textAreaBottom"/>
                <a:pathLst>
                  <a:path w="131186" h="145161">
                    <a:moveTo>
                      <a:pt x="77364" y="58647"/>
                    </a:moveTo>
                    <a:cubicBezTo>
                      <a:pt x="48041" y="52408"/>
                      <a:pt x="43881" y="49372"/>
                      <a:pt x="43881" y="40096"/>
                    </a:cubicBezTo>
                    <a:lnTo>
                      <a:pt x="43881" y="39680"/>
                    </a:lnTo>
                    <a:cubicBezTo>
                      <a:pt x="43881" y="32859"/>
                      <a:pt x="51410" y="27410"/>
                      <a:pt x="65718" y="27410"/>
                    </a:cubicBezTo>
                    <a:cubicBezTo>
                      <a:pt x="72997" y="27410"/>
                      <a:pt x="82522" y="29407"/>
                      <a:pt x="89218" y="31861"/>
                    </a:cubicBezTo>
                    <a:lnTo>
                      <a:pt x="89218" y="2329"/>
                    </a:lnTo>
                    <a:cubicBezTo>
                      <a:pt x="83021" y="1248"/>
                      <a:pt x="73454" y="0"/>
                      <a:pt x="66217" y="0"/>
                    </a:cubicBezTo>
                    <a:cubicBezTo>
                      <a:pt x="31528" y="0"/>
                      <a:pt x="6821" y="16929"/>
                      <a:pt x="6821" y="42550"/>
                    </a:cubicBezTo>
                    <a:lnTo>
                      <a:pt x="6821" y="42925"/>
                    </a:lnTo>
                    <a:cubicBezTo>
                      <a:pt x="6821" y="70959"/>
                      <a:pt x="28866" y="78778"/>
                      <a:pt x="63056" y="86057"/>
                    </a:cubicBezTo>
                    <a:cubicBezTo>
                      <a:pt x="91423" y="92130"/>
                      <a:pt x="94085" y="96123"/>
                      <a:pt x="94085" y="104026"/>
                    </a:cubicBezTo>
                    <a:lnTo>
                      <a:pt x="94085" y="104442"/>
                    </a:lnTo>
                    <a:cubicBezTo>
                      <a:pt x="94085" y="112719"/>
                      <a:pt x="84851" y="117752"/>
                      <a:pt x="69586" y="117752"/>
                    </a:cubicBezTo>
                    <a:cubicBezTo>
                      <a:pt x="50204" y="117752"/>
                      <a:pt x="37351" y="111097"/>
                      <a:pt x="22086" y="100615"/>
                    </a:cubicBezTo>
                    <a:lnTo>
                      <a:pt x="0" y="122577"/>
                    </a:lnTo>
                    <a:cubicBezTo>
                      <a:pt x="20381" y="137675"/>
                      <a:pt x="43174" y="145162"/>
                      <a:pt x="68879" y="145162"/>
                    </a:cubicBezTo>
                    <a:cubicBezTo>
                      <a:pt x="105482" y="145162"/>
                      <a:pt x="131186" y="129440"/>
                      <a:pt x="131186" y="101405"/>
                    </a:cubicBezTo>
                    <a:lnTo>
                      <a:pt x="131186" y="100989"/>
                    </a:lnTo>
                    <a:cubicBezTo>
                      <a:pt x="131186" y="76408"/>
                      <a:pt x="111762" y="66092"/>
                      <a:pt x="77364" y="58647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58" name="Google Shape;1341;p83"/>
              <p:cNvSpPr/>
              <p:nvPr/>
            </p:nvSpPr>
            <p:spPr>
              <a:xfrm>
                <a:off x="9970920" y="5124240"/>
                <a:ext cx="122760" cy="115920"/>
              </a:xfrm>
              <a:custGeom>
                <a:avLst/>
                <a:gdLst>
                  <a:gd name="textAreaLeft" fmla="*/ 0 w 122760"/>
                  <a:gd name="textAreaRight" fmla="*/ 127440 w 122760"/>
                  <a:gd name="textAreaTop" fmla="*/ 0 h 115920"/>
                  <a:gd name="textAreaBottom" fmla="*/ 120600 h 115920"/>
                </a:gdLst>
                <a:ahLst/>
                <a:cxnLst/>
                <a:rect l="textAreaLeft" t="textAreaTop" r="textAreaRight" b="textAreaBottom"/>
                <a:pathLst>
                  <a:path w="127526" h="120455">
                    <a:moveTo>
                      <a:pt x="36353" y="50994"/>
                    </a:moveTo>
                    <a:cubicBezTo>
                      <a:pt x="39264" y="36103"/>
                      <a:pt x="49288" y="26370"/>
                      <a:pt x="64678" y="26370"/>
                    </a:cubicBezTo>
                    <a:cubicBezTo>
                      <a:pt x="80068" y="26370"/>
                      <a:pt x="90050" y="36311"/>
                      <a:pt x="92255" y="50994"/>
                    </a:cubicBezTo>
                    <a:lnTo>
                      <a:pt x="36353" y="50994"/>
                    </a:lnTo>
                    <a:close/>
                    <a:moveTo>
                      <a:pt x="64678" y="42"/>
                    </a:moveTo>
                    <a:cubicBezTo>
                      <a:pt x="26578" y="42"/>
                      <a:pt x="0" y="27244"/>
                      <a:pt x="0" y="60269"/>
                    </a:cubicBezTo>
                    <a:lnTo>
                      <a:pt x="0" y="60685"/>
                    </a:lnTo>
                    <a:cubicBezTo>
                      <a:pt x="0" y="96081"/>
                      <a:pt x="29032" y="120455"/>
                      <a:pt x="68338" y="120455"/>
                    </a:cubicBezTo>
                    <a:cubicBezTo>
                      <a:pt x="69461" y="120455"/>
                      <a:pt x="73122" y="120289"/>
                      <a:pt x="74245" y="120289"/>
                    </a:cubicBezTo>
                    <a:lnTo>
                      <a:pt x="74245" y="93919"/>
                    </a:lnTo>
                    <a:cubicBezTo>
                      <a:pt x="73330" y="93919"/>
                      <a:pt x="69794" y="94127"/>
                      <a:pt x="68796" y="94127"/>
                    </a:cubicBezTo>
                    <a:cubicBezTo>
                      <a:pt x="52200" y="94127"/>
                      <a:pt x="40512" y="86390"/>
                      <a:pt x="36810" y="71458"/>
                    </a:cubicBezTo>
                    <a:lnTo>
                      <a:pt x="127069" y="71458"/>
                    </a:lnTo>
                    <a:cubicBezTo>
                      <a:pt x="127277" y="68422"/>
                      <a:pt x="127526" y="66467"/>
                      <a:pt x="127526" y="63222"/>
                    </a:cubicBezTo>
                    <a:lnTo>
                      <a:pt x="127526" y="62806"/>
                    </a:lnTo>
                    <a:cubicBezTo>
                      <a:pt x="127526" y="29989"/>
                      <a:pt x="108310" y="0"/>
                      <a:pt x="64637" y="0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59" name="Google Shape;1342;p83"/>
              <p:cNvSpPr/>
              <p:nvPr/>
            </p:nvSpPr>
            <p:spPr>
              <a:xfrm>
                <a:off x="10096920" y="5125680"/>
                <a:ext cx="114480" cy="112320"/>
              </a:xfrm>
              <a:custGeom>
                <a:avLst/>
                <a:gdLst>
                  <a:gd name="textAreaLeft" fmla="*/ 0 w 114480"/>
                  <a:gd name="textAreaRight" fmla="*/ 119160 w 114480"/>
                  <a:gd name="textAreaTop" fmla="*/ 0 h 112320"/>
                  <a:gd name="textAreaBottom" fmla="*/ 117000 h 112320"/>
                </a:gdLst>
                <a:ahLst/>
                <a:cxnLst/>
                <a:rect l="textAreaLeft" t="textAreaTop" r="textAreaRight" b="textAreaBottom"/>
                <a:pathLst>
                  <a:path w="119290" h="117003">
                    <a:moveTo>
                      <a:pt x="119291" y="55736"/>
                    </a:moveTo>
                    <a:cubicBezTo>
                      <a:pt x="119291" y="24457"/>
                      <a:pt x="100158" y="0"/>
                      <a:pt x="59687" y="0"/>
                    </a:cubicBezTo>
                    <a:cubicBezTo>
                      <a:pt x="19216" y="0"/>
                      <a:pt x="0" y="24415"/>
                      <a:pt x="0" y="55736"/>
                    </a:cubicBezTo>
                    <a:lnTo>
                      <a:pt x="0" y="117003"/>
                    </a:lnTo>
                    <a:lnTo>
                      <a:pt x="37517" y="117003"/>
                    </a:lnTo>
                    <a:lnTo>
                      <a:pt x="37517" y="53489"/>
                    </a:lnTo>
                    <a:cubicBezTo>
                      <a:pt x="38183" y="41926"/>
                      <a:pt x="42758" y="28242"/>
                      <a:pt x="59687" y="28242"/>
                    </a:cubicBezTo>
                    <a:cubicBezTo>
                      <a:pt x="76616" y="28242"/>
                      <a:pt x="81482" y="41926"/>
                      <a:pt x="82147" y="53489"/>
                    </a:cubicBezTo>
                    <a:lnTo>
                      <a:pt x="82147" y="117003"/>
                    </a:lnTo>
                    <a:lnTo>
                      <a:pt x="119291" y="117003"/>
                    </a:lnTo>
                    <a:lnTo>
                      <a:pt x="119291" y="55736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60" name="Google Shape;1343;p83"/>
              <p:cNvSpPr/>
              <p:nvPr/>
            </p:nvSpPr>
            <p:spPr>
              <a:xfrm>
                <a:off x="10215360" y="5124960"/>
                <a:ext cx="115560" cy="114480"/>
              </a:xfrm>
              <a:custGeom>
                <a:avLst/>
                <a:gdLst>
                  <a:gd name="textAreaLeft" fmla="*/ 0 w 115560"/>
                  <a:gd name="textAreaRight" fmla="*/ 120240 w 115560"/>
                  <a:gd name="textAreaTop" fmla="*/ 0 h 114480"/>
                  <a:gd name="textAreaBottom" fmla="*/ 119160 h 114480"/>
                </a:gdLst>
                <a:ahLst/>
                <a:cxnLst/>
                <a:rect l="textAreaLeft" t="textAreaTop" r="textAreaRight" b="textAreaBottom"/>
                <a:pathLst>
                  <a:path w="120330" h="119165">
                    <a:moveTo>
                      <a:pt x="62016" y="0"/>
                    </a:moveTo>
                    <a:cubicBezTo>
                      <a:pt x="60352" y="0"/>
                      <a:pt x="54696" y="0"/>
                      <a:pt x="53157" y="83"/>
                    </a:cubicBezTo>
                    <a:lnTo>
                      <a:pt x="53157" y="28076"/>
                    </a:lnTo>
                    <a:cubicBezTo>
                      <a:pt x="60394" y="28159"/>
                      <a:pt x="70293" y="29365"/>
                      <a:pt x="74702" y="31694"/>
                    </a:cubicBezTo>
                    <a:cubicBezTo>
                      <a:pt x="81191" y="35105"/>
                      <a:pt x="84560" y="40845"/>
                      <a:pt x="84685" y="48623"/>
                    </a:cubicBezTo>
                    <a:cubicBezTo>
                      <a:pt x="75825" y="47583"/>
                      <a:pt x="65843" y="46876"/>
                      <a:pt x="57150" y="46668"/>
                    </a:cubicBezTo>
                    <a:cubicBezTo>
                      <a:pt x="21753" y="45753"/>
                      <a:pt x="4201" y="57482"/>
                      <a:pt x="707" y="76200"/>
                    </a:cubicBezTo>
                    <a:cubicBezTo>
                      <a:pt x="624" y="76532"/>
                      <a:pt x="582" y="76907"/>
                      <a:pt x="499" y="77281"/>
                    </a:cubicBezTo>
                    <a:cubicBezTo>
                      <a:pt x="499" y="77406"/>
                      <a:pt x="499" y="77531"/>
                      <a:pt x="458" y="77655"/>
                    </a:cubicBezTo>
                    <a:cubicBezTo>
                      <a:pt x="166" y="79444"/>
                      <a:pt x="0" y="81316"/>
                      <a:pt x="0" y="83312"/>
                    </a:cubicBezTo>
                    <a:lnTo>
                      <a:pt x="0" y="83728"/>
                    </a:lnTo>
                    <a:cubicBezTo>
                      <a:pt x="0" y="106646"/>
                      <a:pt x="20256" y="119166"/>
                      <a:pt x="44880" y="119166"/>
                    </a:cubicBezTo>
                    <a:cubicBezTo>
                      <a:pt x="62973" y="119166"/>
                      <a:pt x="75409" y="113301"/>
                      <a:pt x="84435" y="104483"/>
                    </a:cubicBezTo>
                    <a:lnTo>
                      <a:pt x="84435" y="117835"/>
                    </a:lnTo>
                    <a:lnTo>
                      <a:pt x="120330" y="117835"/>
                    </a:lnTo>
                    <a:lnTo>
                      <a:pt x="120330" y="49912"/>
                    </a:lnTo>
                    <a:cubicBezTo>
                      <a:pt x="120330" y="18592"/>
                      <a:pt x="102528" y="83"/>
                      <a:pt x="62016" y="83"/>
                    </a:cubicBezTo>
                    <a:moveTo>
                      <a:pt x="84809" y="76574"/>
                    </a:moveTo>
                    <a:cubicBezTo>
                      <a:pt x="81607" y="93503"/>
                      <a:pt x="64137" y="95998"/>
                      <a:pt x="60144" y="96248"/>
                    </a:cubicBezTo>
                    <a:cubicBezTo>
                      <a:pt x="31902" y="97745"/>
                      <a:pt x="30904" y="78446"/>
                      <a:pt x="40387" y="72539"/>
                    </a:cubicBezTo>
                    <a:cubicBezTo>
                      <a:pt x="53157" y="64637"/>
                      <a:pt x="84893" y="69087"/>
                      <a:pt x="84893" y="69087"/>
                    </a:cubicBezTo>
                    <a:cubicBezTo>
                      <a:pt x="84893" y="70210"/>
                      <a:pt x="85184" y="73122"/>
                      <a:pt x="84768" y="76574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761" name="Google Shape;1344;p83"/>
          <p:cNvSpPr/>
          <p:nvPr/>
        </p:nvSpPr>
        <p:spPr>
          <a:xfrm>
            <a:off x="8377920" y="13320"/>
            <a:ext cx="3607200" cy="3607200"/>
          </a:xfrm>
          <a:custGeom>
            <a:avLst/>
            <a:gdLst>
              <a:gd name="textAreaLeft" fmla="*/ 0 w 3607200"/>
              <a:gd name="textAreaRight" fmla="*/ 3611880 w 3607200"/>
              <a:gd name="textAreaTop" fmla="*/ 0 h 3607200"/>
              <a:gd name="textAreaBottom" fmla="*/ 3611880 h 3607200"/>
            </a:gdLst>
            <a:ahLst/>
            <a:cxnLst/>
            <a:rect l="textAreaLeft" t="textAreaTop" r="textAreaRight" b="textAreaBottom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084c8b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2" name="Google Shape;1345;p83"/>
          <p:cNvSpPr/>
          <p:nvPr/>
        </p:nvSpPr>
        <p:spPr>
          <a:xfrm>
            <a:off x="706680" y="3871800"/>
            <a:ext cx="3554280" cy="168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Chegamos ao final</a:t>
            </a:r>
            <a:br>
              <a:rPr sz="2600"/>
            </a:b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do nosso encontro!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Até o </a:t>
            </a:r>
            <a:r>
              <a:rPr b="1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próximo</a:t>
            </a: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!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63" name="Google Shape;1346;p83" descr=""/>
          <p:cNvPicPr/>
          <p:nvPr/>
        </p:nvPicPr>
        <p:blipFill>
          <a:blip r:embed="rId2"/>
          <a:stretch/>
        </p:blipFill>
        <p:spPr>
          <a:xfrm>
            <a:off x="9719280" y="1364760"/>
            <a:ext cx="924480" cy="4834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764" name="Google Shape;1347;p83"/>
          <p:cNvGrpSpPr/>
          <p:nvPr/>
        </p:nvGrpSpPr>
        <p:grpSpPr>
          <a:xfrm>
            <a:off x="401040" y="198360"/>
            <a:ext cx="6897600" cy="1620360"/>
            <a:chOff x="401040" y="198360"/>
            <a:chExt cx="6897600" cy="1620360"/>
          </a:xfrm>
        </p:grpSpPr>
        <p:sp>
          <p:nvSpPr>
            <p:cNvPr id="1765" name="Google Shape;1348;p83"/>
            <p:cNvSpPr/>
            <p:nvPr/>
          </p:nvSpPr>
          <p:spPr>
            <a:xfrm>
              <a:off x="690480" y="275760"/>
              <a:ext cx="3209040" cy="154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_ADMINISTRAÇÃO</a:t>
              </a:r>
              <a:br>
                <a:rPr sz="2100"/>
              </a:b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DE REDES</a:t>
              </a:r>
              <a:endParaRPr b="0" lang="pt-BR" sz="2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6" name="Google Shape;1349;p83"/>
            <p:cNvSpPr/>
            <p:nvPr/>
          </p:nvSpPr>
          <p:spPr>
            <a:xfrm>
              <a:off x="2085480" y="838080"/>
              <a:ext cx="5213160" cy="765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16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_CISCO CCNA V7.0</a:t>
              </a:r>
              <a:endParaRPr b="0" lang="pt-BR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767" name="Google Shape;1350;p83"/>
            <p:cNvGrpSpPr/>
            <p:nvPr/>
          </p:nvGrpSpPr>
          <p:grpSpPr>
            <a:xfrm>
              <a:off x="401040" y="198360"/>
              <a:ext cx="688680" cy="688680"/>
              <a:chOff x="401040" y="198360"/>
              <a:chExt cx="688680" cy="688680"/>
            </a:xfrm>
          </p:grpSpPr>
          <p:sp>
            <p:nvSpPr>
              <p:cNvPr id="1768" name="Google Shape;1351;p83"/>
              <p:cNvSpPr/>
              <p:nvPr/>
            </p:nvSpPr>
            <p:spPr>
              <a:xfrm>
                <a:off x="401040" y="545040"/>
                <a:ext cx="342000" cy="342000"/>
              </a:xfrm>
              <a:prstGeom prst="rect">
                <a:avLst/>
              </a:prstGeom>
              <a:solidFill>
                <a:srgbClr val="292255">
                  <a:alpha val="2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69" name="Google Shape;1352;p83"/>
              <p:cNvSpPr/>
              <p:nvPr/>
            </p:nvSpPr>
            <p:spPr>
              <a:xfrm>
                <a:off x="747720" y="198360"/>
                <a:ext cx="342000" cy="342000"/>
              </a:xfrm>
              <a:prstGeom prst="rect">
                <a:avLst/>
              </a:prstGeom>
              <a:solidFill>
                <a:srgbClr val="292255">
                  <a:alpha val="2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amos_começa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0" name="Google Shape;304;p57"/>
          <p:cNvSpPr/>
          <p:nvPr/>
        </p:nvSpPr>
        <p:spPr>
          <a:xfrm>
            <a:off x="-183240" y="-89640"/>
            <a:ext cx="2742480" cy="7059240"/>
          </a:xfrm>
          <a:custGeom>
            <a:avLst/>
            <a:gdLst>
              <a:gd name="textAreaLeft" fmla="*/ 0 w 2742480"/>
              <a:gd name="textAreaRight" fmla="*/ 2747160 w 2742480"/>
              <a:gd name="textAreaTop" fmla="*/ 0 h 7059240"/>
              <a:gd name="textAreaBottom" fmla="*/ 7063920 h 7059240"/>
            </a:gdLst>
            <a:ahLst/>
            <a:cxnLst/>
            <a:rect l="textAreaLeft" t="textAreaTop" r="textAreaRight" b="textAreaBottom"/>
            <a:pathLst>
              <a:path w="2747136" h="7064064">
                <a:moveTo>
                  <a:pt x="0" y="0"/>
                </a:moveTo>
                <a:lnTo>
                  <a:pt x="2747137" y="0"/>
                </a:lnTo>
                <a:lnTo>
                  <a:pt x="2747137" y="7064065"/>
                </a:lnTo>
                <a:lnTo>
                  <a:pt x="0" y="70640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1" name="Google Shape;305;p57"/>
          <p:cNvSpPr/>
          <p:nvPr/>
        </p:nvSpPr>
        <p:spPr>
          <a:xfrm>
            <a:off x="-183240" y="2396160"/>
            <a:ext cx="2742480" cy="4573800"/>
          </a:xfrm>
          <a:custGeom>
            <a:avLst/>
            <a:gdLst>
              <a:gd name="textAreaLeft" fmla="*/ 0 w 2742480"/>
              <a:gd name="textAreaRight" fmla="*/ 2747160 w 2742480"/>
              <a:gd name="textAreaTop" fmla="*/ 0 h 4573800"/>
              <a:gd name="textAreaBottom" fmla="*/ 4578480 h 4573800"/>
            </a:gdLst>
            <a:ahLst/>
            <a:cxnLst/>
            <a:rect l="textAreaLeft" t="textAreaTop" r="textAreaRight" b="textAreaBottom"/>
            <a:pathLst>
              <a:path w="2747136" h="4578560">
                <a:moveTo>
                  <a:pt x="0" y="0"/>
                </a:moveTo>
                <a:lnTo>
                  <a:pt x="2747137" y="0"/>
                </a:lnTo>
                <a:lnTo>
                  <a:pt x="2747137" y="4578561"/>
                </a:lnTo>
                <a:lnTo>
                  <a:pt x="0" y="4578561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2" name="Google Shape;306;p57"/>
          <p:cNvSpPr/>
          <p:nvPr/>
        </p:nvSpPr>
        <p:spPr>
          <a:xfrm>
            <a:off x="88920" y="-102960"/>
            <a:ext cx="9534600" cy="7059240"/>
          </a:xfrm>
          <a:custGeom>
            <a:avLst/>
            <a:gdLst>
              <a:gd name="textAreaLeft" fmla="*/ 0 w 9534600"/>
              <a:gd name="textAreaRight" fmla="*/ 9539280 w 9534600"/>
              <a:gd name="textAreaTop" fmla="*/ 0 h 7059240"/>
              <a:gd name="textAreaBottom" fmla="*/ 7063920 h 7059240"/>
            </a:gdLst>
            <a:ahLst/>
            <a:cxnLst/>
            <a:rect l="textAreaLeft" t="textAreaTop" r="textAreaRight" b="textAreaBottom"/>
            <a:pathLst>
              <a:path w="9378396" h="7064064">
                <a:moveTo>
                  <a:pt x="0" y="0"/>
                </a:moveTo>
                <a:lnTo>
                  <a:pt x="9378397" y="0"/>
                </a:lnTo>
                <a:lnTo>
                  <a:pt x="9378397" y="7064065"/>
                </a:lnTo>
                <a:lnTo>
                  <a:pt x="0" y="706406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3" name="Google Shape;307;p57"/>
          <p:cNvSpPr/>
          <p:nvPr/>
        </p:nvSpPr>
        <p:spPr>
          <a:xfrm rot="10800000">
            <a:off x="9632520" y="-84600"/>
            <a:ext cx="2742480" cy="7059240"/>
          </a:xfrm>
          <a:custGeom>
            <a:avLst/>
            <a:gdLst>
              <a:gd name="textAreaLeft" fmla="*/ 0 w 2742480"/>
              <a:gd name="textAreaRight" fmla="*/ 2747160 w 2742480"/>
              <a:gd name="textAreaTop" fmla="*/ 0 h 7059240"/>
              <a:gd name="textAreaBottom" fmla="*/ 7063920 h 7059240"/>
            </a:gdLst>
            <a:ahLst/>
            <a:cxnLst/>
            <a:rect l="textAreaLeft" t="textAreaTop" r="textAreaRight" b="textAreaBottom"/>
            <a:pathLst>
              <a:path w="2747136" h="7064064">
                <a:moveTo>
                  <a:pt x="0" y="0"/>
                </a:moveTo>
                <a:lnTo>
                  <a:pt x="2747137" y="0"/>
                </a:lnTo>
                <a:lnTo>
                  <a:pt x="2747137" y="7064065"/>
                </a:lnTo>
                <a:lnTo>
                  <a:pt x="0" y="70640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4" name="Google Shape;308;p57"/>
          <p:cNvSpPr/>
          <p:nvPr/>
        </p:nvSpPr>
        <p:spPr>
          <a:xfrm rot="10800000">
            <a:off x="9632520" y="-84960"/>
            <a:ext cx="2742480" cy="4573440"/>
          </a:xfrm>
          <a:custGeom>
            <a:avLst/>
            <a:gdLst>
              <a:gd name="textAreaLeft" fmla="*/ 0 w 2742480"/>
              <a:gd name="textAreaRight" fmla="*/ 2747160 w 2742480"/>
              <a:gd name="textAreaTop" fmla="*/ 0 h 4573440"/>
              <a:gd name="textAreaBottom" fmla="*/ 4578120 h 4573440"/>
            </a:gdLst>
            <a:ahLst/>
            <a:cxnLst/>
            <a:rect l="textAreaLeft" t="textAreaTop" r="textAreaRight" b="textAreaBottom"/>
            <a:pathLst>
              <a:path w="2747136" h="4578102">
                <a:moveTo>
                  <a:pt x="0" y="0"/>
                </a:moveTo>
                <a:lnTo>
                  <a:pt x="2747137" y="0"/>
                </a:lnTo>
                <a:lnTo>
                  <a:pt x="2747137" y="4578103"/>
                </a:lnTo>
                <a:lnTo>
                  <a:pt x="0" y="4578103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5" name="Google Shape;309;p57"/>
          <p:cNvSpPr/>
          <p:nvPr/>
        </p:nvSpPr>
        <p:spPr>
          <a:xfrm>
            <a:off x="8813880" y="1191240"/>
            <a:ext cx="1761480" cy="1761480"/>
          </a:xfrm>
          <a:custGeom>
            <a:avLst/>
            <a:gdLst>
              <a:gd name="textAreaLeft" fmla="*/ 0 w 1761480"/>
              <a:gd name="textAreaRight" fmla="*/ 1766160 w 1761480"/>
              <a:gd name="textAreaTop" fmla="*/ 0 h 1761480"/>
              <a:gd name="textAreaBottom" fmla="*/ 1766160 h 1761480"/>
            </a:gdLst>
            <a:ahLst/>
            <a:cxnLst/>
            <a:rect l="textAreaLeft" t="textAreaTop" r="textAreaRight" b="textAreaBottom"/>
            <a:pathLst>
              <a:path w="1766016" h="1766016">
                <a:moveTo>
                  <a:pt x="0" y="0"/>
                </a:moveTo>
                <a:lnTo>
                  <a:pt x="1766016" y="0"/>
                </a:lnTo>
                <a:lnTo>
                  <a:pt x="1766016" y="1766016"/>
                </a:lnTo>
                <a:lnTo>
                  <a:pt x="0" y="1766016"/>
                </a:lnTo>
                <a:close/>
              </a:path>
            </a:pathLst>
          </a:custGeom>
          <a:noFill/>
          <a:ln w="19600">
            <a:solidFill>
              <a:srgbClr val="72e9a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6" name="Google Shape;310;p57"/>
          <p:cNvSpPr/>
          <p:nvPr/>
        </p:nvSpPr>
        <p:spPr>
          <a:xfrm>
            <a:off x="10736280" y="-116280"/>
            <a:ext cx="1257840" cy="7059240"/>
          </a:xfrm>
          <a:custGeom>
            <a:avLst/>
            <a:gdLst>
              <a:gd name="textAreaLeft" fmla="*/ 0 w 1257840"/>
              <a:gd name="textAreaRight" fmla="*/ 1262520 w 1257840"/>
              <a:gd name="textAreaTop" fmla="*/ 0 h 7059240"/>
              <a:gd name="textAreaBottom" fmla="*/ 7063920 h 7059240"/>
            </a:gdLst>
            <a:ahLst/>
            <a:cxnLst/>
            <a:rect l="textAreaLeft" t="textAreaTop" r="textAreaRight" b="textAreaBottom"/>
            <a:pathLst>
              <a:path w="1262571" h="7064064">
                <a:moveTo>
                  <a:pt x="0" y="0"/>
                </a:moveTo>
                <a:lnTo>
                  <a:pt x="0" y="523264"/>
                </a:lnTo>
                <a:lnTo>
                  <a:pt x="420836" y="523264"/>
                </a:lnTo>
                <a:lnTo>
                  <a:pt x="420836" y="1177344"/>
                </a:lnTo>
                <a:lnTo>
                  <a:pt x="931869" y="1177344"/>
                </a:lnTo>
                <a:lnTo>
                  <a:pt x="931869" y="2190253"/>
                </a:lnTo>
                <a:lnTo>
                  <a:pt x="1262571" y="2190253"/>
                </a:lnTo>
                <a:lnTo>
                  <a:pt x="1262571" y="6693856"/>
                </a:lnTo>
                <a:lnTo>
                  <a:pt x="931869" y="6693856"/>
                </a:lnTo>
                <a:lnTo>
                  <a:pt x="931869" y="7064065"/>
                </a:lnTo>
              </a:path>
            </a:pathLst>
          </a:custGeom>
          <a:noFill/>
          <a:ln w="19600">
            <a:solidFill>
              <a:srgbClr val="72e9a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7" name="Google Shape;311;p57"/>
          <p:cNvSpPr/>
          <p:nvPr/>
        </p:nvSpPr>
        <p:spPr>
          <a:xfrm>
            <a:off x="7870680" y="-89640"/>
            <a:ext cx="3126240" cy="7032600"/>
          </a:xfrm>
          <a:custGeom>
            <a:avLst/>
            <a:gdLst>
              <a:gd name="textAreaLeft" fmla="*/ 0 w 3126240"/>
              <a:gd name="textAreaRight" fmla="*/ 3130920 w 3126240"/>
              <a:gd name="textAreaTop" fmla="*/ 0 h 7032600"/>
              <a:gd name="textAreaBottom" fmla="*/ 7037280 h 7032600"/>
            </a:gdLst>
            <a:ahLst/>
            <a:cxnLst/>
            <a:rect l="textAreaLeft" t="textAreaTop" r="textAreaRight" b="textAreaBottom"/>
            <a:pathLst>
              <a:path w="3130820" h="7037443">
                <a:moveTo>
                  <a:pt x="3130820" y="7037444"/>
                </a:moveTo>
                <a:lnTo>
                  <a:pt x="3130820" y="6652191"/>
                </a:lnTo>
                <a:lnTo>
                  <a:pt x="2709069" y="6652191"/>
                </a:lnTo>
                <a:lnTo>
                  <a:pt x="2709069" y="3666250"/>
                </a:lnTo>
                <a:lnTo>
                  <a:pt x="0" y="3666250"/>
                </a:lnTo>
                <a:lnTo>
                  <a:pt x="0" y="2163632"/>
                </a:lnTo>
                <a:lnTo>
                  <a:pt x="561070" y="2163632"/>
                </a:lnTo>
                <a:lnTo>
                  <a:pt x="561070" y="0"/>
                </a:lnTo>
              </a:path>
            </a:pathLst>
          </a:custGeom>
          <a:noFill/>
          <a:ln w="19600">
            <a:solidFill>
              <a:srgbClr val="72e9a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8" name="Google Shape;312;p57"/>
          <p:cNvSpPr/>
          <p:nvPr/>
        </p:nvSpPr>
        <p:spPr>
          <a:xfrm>
            <a:off x="29865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9" name="Google Shape;313;p57"/>
          <p:cNvSpPr/>
          <p:nvPr/>
        </p:nvSpPr>
        <p:spPr>
          <a:xfrm>
            <a:off x="35420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0" name="Google Shape;314;p57"/>
          <p:cNvSpPr/>
          <p:nvPr/>
        </p:nvSpPr>
        <p:spPr>
          <a:xfrm>
            <a:off x="4049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1" name="Google Shape;315;p57"/>
          <p:cNvSpPr/>
          <p:nvPr/>
        </p:nvSpPr>
        <p:spPr>
          <a:xfrm>
            <a:off x="456408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2" name="Google Shape;316;p57"/>
          <p:cNvSpPr/>
          <p:nvPr/>
        </p:nvSpPr>
        <p:spPr>
          <a:xfrm>
            <a:off x="50781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3" name="Google Shape;317;p57"/>
          <p:cNvSpPr/>
          <p:nvPr/>
        </p:nvSpPr>
        <p:spPr>
          <a:xfrm>
            <a:off x="6145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4" name="Google Shape;318;p57"/>
          <p:cNvSpPr/>
          <p:nvPr/>
        </p:nvSpPr>
        <p:spPr>
          <a:xfrm>
            <a:off x="5633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5" name="Google Shape;319;p57"/>
          <p:cNvSpPr/>
          <p:nvPr/>
        </p:nvSpPr>
        <p:spPr>
          <a:xfrm>
            <a:off x="67413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6" name="Google Shape;320;p57"/>
          <p:cNvSpPr/>
          <p:nvPr/>
        </p:nvSpPr>
        <p:spPr>
          <a:xfrm>
            <a:off x="730332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7" name="Google Shape;321;p57"/>
          <p:cNvSpPr/>
          <p:nvPr/>
        </p:nvSpPr>
        <p:spPr>
          <a:xfrm>
            <a:off x="7846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12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120" cy="397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em-vindo_Geral">
    <p:bg>
      <p:bgPr>
        <a:solidFill>
          <a:srgbClr val="dfd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0" name="Google Shape;31;p48"/>
          <p:cNvSpPr/>
          <p:nvPr/>
        </p:nvSpPr>
        <p:spPr>
          <a:xfrm>
            <a:off x="-187920" y="-628560"/>
            <a:ext cx="342000" cy="7805880"/>
          </a:xfrm>
          <a:prstGeom prst="rect">
            <a:avLst/>
          </a:prstGeom>
          <a:solidFill>
            <a:srgbClr val="7030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91" name="Google Shape;32;p48" descr=""/>
          <p:cNvPicPr/>
          <p:nvPr/>
        </p:nvPicPr>
        <p:blipFill>
          <a:blip r:embed="rId2"/>
          <a:stretch/>
        </p:blipFill>
        <p:spPr>
          <a:xfrm>
            <a:off x="9843120" y="2676960"/>
            <a:ext cx="2396520" cy="420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92" name="Google Shape;33;p48"/>
          <p:cNvSpPr/>
          <p:nvPr/>
        </p:nvSpPr>
        <p:spPr>
          <a:xfrm>
            <a:off x="29865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3" name="Google Shape;34;p48"/>
          <p:cNvSpPr/>
          <p:nvPr/>
        </p:nvSpPr>
        <p:spPr>
          <a:xfrm>
            <a:off x="35420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4" name="Google Shape;35;p48"/>
          <p:cNvSpPr/>
          <p:nvPr/>
        </p:nvSpPr>
        <p:spPr>
          <a:xfrm>
            <a:off x="4049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5" name="Google Shape;36;p48"/>
          <p:cNvSpPr/>
          <p:nvPr/>
        </p:nvSpPr>
        <p:spPr>
          <a:xfrm>
            <a:off x="456408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6" name="Google Shape;37;p48"/>
          <p:cNvSpPr/>
          <p:nvPr/>
        </p:nvSpPr>
        <p:spPr>
          <a:xfrm>
            <a:off x="50781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7" name="Google Shape;38;p48"/>
          <p:cNvSpPr/>
          <p:nvPr/>
        </p:nvSpPr>
        <p:spPr>
          <a:xfrm>
            <a:off x="6145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8" name="Google Shape;39;p48"/>
          <p:cNvSpPr/>
          <p:nvPr/>
        </p:nvSpPr>
        <p:spPr>
          <a:xfrm>
            <a:off x="5633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9" name="Google Shape;40;p48"/>
          <p:cNvSpPr/>
          <p:nvPr/>
        </p:nvSpPr>
        <p:spPr>
          <a:xfrm>
            <a:off x="67413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0" name="Google Shape;41;p48"/>
          <p:cNvSpPr/>
          <p:nvPr/>
        </p:nvSpPr>
        <p:spPr>
          <a:xfrm>
            <a:off x="730332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1" name="Google Shape;42;p48"/>
          <p:cNvSpPr/>
          <p:nvPr/>
        </p:nvSpPr>
        <p:spPr>
          <a:xfrm>
            <a:off x="7846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802" name="Google Shape;43;p48"/>
          <p:cNvGrpSpPr/>
          <p:nvPr/>
        </p:nvGrpSpPr>
        <p:grpSpPr>
          <a:xfrm>
            <a:off x="10113480" y="597240"/>
            <a:ext cx="604800" cy="147960"/>
            <a:chOff x="10113480" y="597240"/>
            <a:chExt cx="604800" cy="147960"/>
          </a:xfrm>
        </p:grpSpPr>
        <p:sp>
          <p:nvSpPr>
            <p:cNvPr id="1803" name="Google Shape;44;p48"/>
            <p:cNvSpPr/>
            <p:nvPr/>
          </p:nvSpPr>
          <p:spPr>
            <a:xfrm>
              <a:off x="10627560" y="603360"/>
              <a:ext cx="90720" cy="141120"/>
            </a:xfrm>
            <a:custGeom>
              <a:avLst/>
              <a:gdLst>
                <a:gd name="textAreaLeft" fmla="*/ 0 w 90720"/>
                <a:gd name="textAreaRight" fmla="*/ 95400 w 90720"/>
                <a:gd name="textAreaTop" fmla="*/ 0 h 141120"/>
                <a:gd name="textAreaBottom" fmla="*/ 145800 h 141120"/>
              </a:gdLst>
              <a:ahLst/>
              <a:cxnLst/>
              <a:rect l="textAreaLeft" t="textAreaTop" r="textAreaRight" b="textAreaBottom"/>
              <a:pathLst>
                <a:path w="111337" h="169906">
                  <a:moveTo>
                    <a:pt x="111338" y="135953"/>
                  </a:moveTo>
                  <a:cubicBezTo>
                    <a:pt x="110489" y="135953"/>
                    <a:pt x="109781" y="135953"/>
                    <a:pt x="108933" y="135953"/>
                  </a:cubicBezTo>
                  <a:cubicBezTo>
                    <a:pt x="75404" y="135953"/>
                    <a:pt x="51071" y="114450"/>
                    <a:pt x="51071" y="84882"/>
                  </a:cubicBezTo>
                  <a:lnTo>
                    <a:pt x="51071" y="84175"/>
                  </a:lnTo>
                  <a:cubicBezTo>
                    <a:pt x="51071" y="55881"/>
                    <a:pt x="75404" y="33670"/>
                    <a:pt x="106528" y="33670"/>
                  </a:cubicBezTo>
                  <a:cubicBezTo>
                    <a:pt x="108225" y="33670"/>
                    <a:pt x="109781" y="33670"/>
                    <a:pt x="111338" y="33812"/>
                  </a:cubicBezTo>
                  <a:lnTo>
                    <a:pt x="111338" y="0"/>
                  </a:lnTo>
                  <a:cubicBezTo>
                    <a:pt x="109923" y="0"/>
                    <a:pt x="108367" y="0"/>
                    <a:pt x="106952" y="0"/>
                  </a:cubicBezTo>
                  <a:cubicBezTo>
                    <a:pt x="45978" y="0"/>
                    <a:pt x="0" y="36499"/>
                    <a:pt x="0" y="85024"/>
                  </a:cubicBezTo>
                  <a:lnTo>
                    <a:pt x="0" y="85590"/>
                  </a:lnTo>
                  <a:cubicBezTo>
                    <a:pt x="0" y="132841"/>
                    <a:pt x="46685" y="169906"/>
                    <a:pt x="106103" y="169906"/>
                  </a:cubicBezTo>
                  <a:cubicBezTo>
                    <a:pt x="107942" y="169906"/>
                    <a:pt x="109640" y="169906"/>
                    <a:pt x="111338" y="169906"/>
                  </a:cubicBezTo>
                  <a:lnTo>
                    <a:pt x="111338" y="135953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4" name="Google Shape;45;p48"/>
            <p:cNvSpPr/>
            <p:nvPr/>
          </p:nvSpPr>
          <p:spPr>
            <a:xfrm>
              <a:off x="10113480" y="597240"/>
              <a:ext cx="133200" cy="147960"/>
            </a:xfrm>
            <a:custGeom>
              <a:avLst/>
              <a:gdLst>
                <a:gd name="textAreaLeft" fmla="*/ 0 w 133200"/>
                <a:gd name="textAreaRight" fmla="*/ 137880 w 133200"/>
                <a:gd name="textAreaTop" fmla="*/ 0 h 147960"/>
                <a:gd name="textAreaBottom" fmla="*/ 152640 h 147960"/>
              </a:gdLst>
              <a:ahLst/>
              <a:cxnLst/>
              <a:rect l="textAreaLeft" t="textAreaTop" r="textAreaRight" b="textAreaBottom"/>
              <a:pathLst>
                <a:path w="160852" h="177970">
                  <a:moveTo>
                    <a:pt x="94785" y="71867"/>
                  </a:moveTo>
                  <a:cubicBezTo>
                    <a:pt x="58852" y="64228"/>
                    <a:pt x="53759" y="60549"/>
                    <a:pt x="53759" y="49090"/>
                  </a:cubicBezTo>
                  <a:lnTo>
                    <a:pt x="53759" y="48524"/>
                  </a:lnTo>
                  <a:cubicBezTo>
                    <a:pt x="53759" y="40178"/>
                    <a:pt x="62955" y="33529"/>
                    <a:pt x="80497" y="33529"/>
                  </a:cubicBezTo>
                  <a:cubicBezTo>
                    <a:pt x="89410" y="33529"/>
                    <a:pt x="101152" y="35934"/>
                    <a:pt x="109357" y="39046"/>
                  </a:cubicBezTo>
                  <a:lnTo>
                    <a:pt x="109357" y="2829"/>
                  </a:lnTo>
                  <a:cubicBezTo>
                    <a:pt x="101718" y="1556"/>
                    <a:pt x="90117" y="0"/>
                    <a:pt x="81204" y="0"/>
                  </a:cubicBezTo>
                  <a:cubicBezTo>
                    <a:pt x="38622" y="0"/>
                    <a:pt x="8347" y="20796"/>
                    <a:pt x="8347" y="52203"/>
                  </a:cubicBezTo>
                  <a:lnTo>
                    <a:pt x="8347" y="52627"/>
                  </a:lnTo>
                  <a:cubicBezTo>
                    <a:pt x="8347" y="87005"/>
                    <a:pt x="35368" y="96625"/>
                    <a:pt x="77243" y="105537"/>
                  </a:cubicBezTo>
                  <a:cubicBezTo>
                    <a:pt x="112045" y="112894"/>
                    <a:pt x="115299" y="117845"/>
                    <a:pt x="115299" y="127607"/>
                  </a:cubicBezTo>
                  <a:lnTo>
                    <a:pt x="115299" y="128031"/>
                  </a:lnTo>
                  <a:cubicBezTo>
                    <a:pt x="115299" y="138217"/>
                    <a:pt x="103981" y="144300"/>
                    <a:pt x="85307" y="144300"/>
                  </a:cubicBezTo>
                  <a:cubicBezTo>
                    <a:pt x="61540" y="144300"/>
                    <a:pt x="45837" y="136095"/>
                    <a:pt x="27021" y="123363"/>
                  </a:cubicBezTo>
                  <a:lnTo>
                    <a:pt x="0" y="150242"/>
                  </a:lnTo>
                  <a:cubicBezTo>
                    <a:pt x="24899" y="168775"/>
                    <a:pt x="52910" y="177970"/>
                    <a:pt x="84458" y="177970"/>
                  </a:cubicBezTo>
                  <a:cubicBezTo>
                    <a:pt x="129304" y="177970"/>
                    <a:pt x="160852" y="158730"/>
                    <a:pt x="160852" y="124353"/>
                  </a:cubicBezTo>
                  <a:lnTo>
                    <a:pt x="160852" y="123928"/>
                  </a:lnTo>
                  <a:cubicBezTo>
                    <a:pt x="160852" y="93795"/>
                    <a:pt x="137085" y="81204"/>
                    <a:pt x="94927" y="72009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5" name="Google Shape;46;p48"/>
            <p:cNvSpPr/>
            <p:nvPr/>
          </p:nvSpPr>
          <p:spPr>
            <a:xfrm>
              <a:off x="10246320" y="618480"/>
              <a:ext cx="129600" cy="122040"/>
            </a:xfrm>
            <a:custGeom>
              <a:avLst/>
              <a:gdLst>
                <a:gd name="textAreaLeft" fmla="*/ 0 w 129600"/>
                <a:gd name="textAreaRight" fmla="*/ 134280 w 129600"/>
                <a:gd name="textAreaTop" fmla="*/ 0 h 122040"/>
                <a:gd name="textAreaBottom" fmla="*/ 126720 h 122040"/>
              </a:gdLst>
              <a:ahLst/>
              <a:cxnLst/>
              <a:rect l="textAreaLeft" t="textAreaTop" r="textAreaRight" b="textAreaBottom"/>
              <a:pathLst>
                <a:path w="156325" h="147695">
                  <a:moveTo>
                    <a:pt x="44563" y="62389"/>
                  </a:moveTo>
                  <a:cubicBezTo>
                    <a:pt x="48100" y="44139"/>
                    <a:pt x="60408" y="32255"/>
                    <a:pt x="79224" y="32255"/>
                  </a:cubicBezTo>
                  <a:cubicBezTo>
                    <a:pt x="98039" y="32255"/>
                    <a:pt x="110347" y="44422"/>
                    <a:pt x="113035" y="62389"/>
                  </a:cubicBezTo>
                  <a:lnTo>
                    <a:pt x="44563" y="62389"/>
                  </a:lnTo>
                  <a:close/>
                  <a:moveTo>
                    <a:pt x="79224" y="0"/>
                  </a:moveTo>
                  <a:cubicBezTo>
                    <a:pt x="32538" y="0"/>
                    <a:pt x="0" y="33387"/>
                    <a:pt x="0" y="73848"/>
                  </a:cubicBezTo>
                  <a:lnTo>
                    <a:pt x="0" y="74414"/>
                  </a:lnTo>
                  <a:cubicBezTo>
                    <a:pt x="0" y="117845"/>
                    <a:pt x="35651" y="147695"/>
                    <a:pt x="83751" y="147695"/>
                  </a:cubicBezTo>
                  <a:cubicBezTo>
                    <a:pt x="85165" y="147695"/>
                    <a:pt x="89551" y="147554"/>
                    <a:pt x="90966" y="147554"/>
                  </a:cubicBezTo>
                  <a:lnTo>
                    <a:pt x="90966" y="115157"/>
                  </a:lnTo>
                  <a:cubicBezTo>
                    <a:pt x="89834" y="115157"/>
                    <a:pt x="85448" y="115440"/>
                    <a:pt x="84317" y="115440"/>
                  </a:cubicBezTo>
                  <a:cubicBezTo>
                    <a:pt x="63945" y="115440"/>
                    <a:pt x="49656" y="105962"/>
                    <a:pt x="45129" y="87712"/>
                  </a:cubicBezTo>
                  <a:lnTo>
                    <a:pt x="155759" y="87712"/>
                  </a:lnTo>
                  <a:cubicBezTo>
                    <a:pt x="156042" y="84034"/>
                    <a:pt x="156325" y="81629"/>
                    <a:pt x="156325" y="77667"/>
                  </a:cubicBezTo>
                  <a:lnTo>
                    <a:pt x="156325" y="77102"/>
                  </a:lnTo>
                  <a:cubicBezTo>
                    <a:pt x="156325" y="36924"/>
                    <a:pt x="132841" y="141"/>
                    <a:pt x="79224" y="141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6" name="Google Shape;47;p48"/>
            <p:cNvSpPr/>
            <p:nvPr/>
          </p:nvSpPr>
          <p:spPr>
            <a:xfrm>
              <a:off x="10378800" y="619920"/>
              <a:ext cx="120960" cy="118440"/>
            </a:xfrm>
            <a:custGeom>
              <a:avLst/>
              <a:gdLst>
                <a:gd name="textAreaLeft" fmla="*/ 0 w 120960"/>
                <a:gd name="textAreaRight" fmla="*/ 125640 w 120960"/>
                <a:gd name="textAreaTop" fmla="*/ 0 h 118440"/>
                <a:gd name="textAreaBottom" fmla="*/ 123120 h 118440"/>
              </a:gdLst>
              <a:ahLst/>
              <a:cxnLst/>
              <a:rect l="textAreaLeft" t="textAreaTop" r="textAreaRight" b="textAreaBottom"/>
              <a:pathLst>
                <a:path w="146280" h="143451">
                  <a:moveTo>
                    <a:pt x="146139" y="68330"/>
                  </a:moveTo>
                  <a:cubicBezTo>
                    <a:pt x="146139" y="29992"/>
                    <a:pt x="122655" y="0"/>
                    <a:pt x="73140" y="0"/>
                  </a:cubicBezTo>
                  <a:cubicBezTo>
                    <a:pt x="23626" y="0"/>
                    <a:pt x="0" y="29992"/>
                    <a:pt x="0" y="68330"/>
                  </a:cubicBezTo>
                  <a:lnTo>
                    <a:pt x="0" y="143451"/>
                  </a:lnTo>
                  <a:lnTo>
                    <a:pt x="45978" y="143451"/>
                  </a:lnTo>
                  <a:lnTo>
                    <a:pt x="45978" y="65642"/>
                  </a:lnTo>
                  <a:cubicBezTo>
                    <a:pt x="46827" y="51495"/>
                    <a:pt x="52344" y="34660"/>
                    <a:pt x="73140" y="34660"/>
                  </a:cubicBezTo>
                  <a:cubicBezTo>
                    <a:pt x="93937" y="34660"/>
                    <a:pt x="99878" y="51495"/>
                    <a:pt x="100727" y="65642"/>
                  </a:cubicBezTo>
                  <a:lnTo>
                    <a:pt x="100727" y="143451"/>
                  </a:lnTo>
                  <a:lnTo>
                    <a:pt x="146281" y="143451"/>
                  </a:lnTo>
                  <a:lnTo>
                    <a:pt x="146281" y="68330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7" name="Google Shape;48;p48"/>
            <p:cNvSpPr/>
            <p:nvPr/>
          </p:nvSpPr>
          <p:spPr>
            <a:xfrm>
              <a:off x="10503000" y="619200"/>
              <a:ext cx="122040" cy="120600"/>
            </a:xfrm>
            <a:custGeom>
              <a:avLst/>
              <a:gdLst>
                <a:gd name="textAreaLeft" fmla="*/ 0 w 122040"/>
                <a:gd name="textAreaRight" fmla="*/ 126720 w 122040"/>
                <a:gd name="textAreaTop" fmla="*/ 0 h 120600"/>
                <a:gd name="textAreaBottom" fmla="*/ 125280 h 120600"/>
              </a:gdLst>
              <a:ahLst/>
              <a:cxnLst/>
              <a:rect l="textAreaLeft" t="textAreaTop" r="textAreaRight" b="textAreaBottom"/>
              <a:pathLst>
                <a:path w="147554" h="145856">
                  <a:moveTo>
                    <a:pt x="75970" y="0"/>
                  </a:moveTo>
                  <a:cubicBezTo>
                    <a:pt x="73989" y="0"/>
                    <a:pt x="67057" y="0"/>
                    <a:pt x="65077" y="0"/>
                  </a:cubicBezTo>
                  <a:lnTo>
                    <a:pt x="65077" y="34236"/>
                  </a:lnTo>
                  <a:cubicBezTo>
                    <a:pt x="73989" y="34236"/>
                    <a:pt x="86014" y="35792"/>
                    <a:pt x="91532" y="38622"/>
                  </a:cubicBezTo>
                  <a:cubicBezTo>
                    <a:pt x="99454" y="42866"/>
                    <a:pt x="103557" y="49798"/>
                    <a:pt x="103840" y="59418"/>
                  </a:cubicBezTo>
                  <a:cubicBezTo>
                    <a:pt x="92946" y="58144"/>
                    <a:pt x="80780" y="57296"/>
                    <a:pt x="70028" y="57013"/>
                  </a:cubicBezTo>
                  <a:cubicBezTo>
                    <a:pt x="26597" y="55881"/>
                    <a:pt x="5093" y="70311"/>
                    <a:pt x="849" y="93229"/>
                  </a:cubicBezTo>
                  <a:cubicBezTo>
                    <a:pt x="849" y="93654"/>
                    <a:pt x="707" y="94078"/>
                    <a:pt x="566" y="94502"/>
                  </a:cubicBezTo>
                  <a:cubicBezTo>
                    <a:pt x="566" y="94644"/>
                    <a:pt x="566" y="94785"/>
                    <a:pt x="566" y="94927"/>
                  </a:cubicBezTo>
                  <a:cubicBezTo>
                    <a:pt x="283" y="97049"/>
                    <a:pt x="0" y="99454"/>
                    <a:pt x="0" y="101859"/>
                  </a:cubicBezTo>
                  <a:lnTo>
                    <a:pt x="0" y="102425"/>
                  </a:lnTo>
                  <a:cubicBezTo>
                    <a:pt x="0" y="130578"/>
                    <a:pt x="24899" y="145856"/>
                    <a:pt x="55032" y="145856"/>
                  </a:cubicBezTo>
                  <a:cubicBezTo>
                    <a:pt x="77243" y="145856"/>
                    <a:pt x="92522" y="138641"/>
                    <a:pt x="103557" y="127890"/>
                  </a:cubicBezTo>
                  <a:lnTo>
                    <a:pt x="103557" y="144300"/>
                  </a:lnTo>
                  <a:lnTo>
                    <a:pt x="147554" y="144300"/>
                  </a:lnTo>
                  <a:lnTo>
                    <a:pt x="147554" y="61115"/>
                  </a:lnTo>
                  <a:cubicBezTo>
                    <a:pt x="147554" y="22777"/>
                    <a:pt x="125768" y="0"/>
                    <a:pt x="76111" y="0"/>
                  </a:cubicBezTo>
                  <a:moveTo>
                    <a:pt x="103981" y="93654"/>
                  </a:moveTo>
                  <a:cubicBezTo>
                    <a:pt x="100020" y="114450"/>
                    <a:pt x="78658" y="117421"/>
                    <a:pt x="73848" y="117704"/>
                  </a:cubicBezTo>
                  <a:cubicBezTo>
                    <a:pt x="39187" y="119543"/>
                    <a:pt x="38056" y="95917"/>
                    <a:pt x="49656" y="88702"/>
                  </a:cubicBezTo>
                  <a:cubicBezTo>
                    <a:pt x="65218" y="79082"/>
                    <a:pt x="104264" y="84458"/>
                    <a:pt x="104264" y="84458"/>
                  </a:cubicBezTo>
                  <a:cubicBezTo>
                    <a:pt x="104264" y="85873"/>
                    <a:pt x="104688" y="89410"/>
                    <a:pt x="104264" y="93654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808" name="Google Shape;49;p48"/>
          <p:cNvGrpSpPr/>
          <p:nvPr/>
        </p:nvGrpSpPr>
        <p:grpSpPr>
          <a:xfrm>
            <a:off x="10033920" y="603360"/>
            <a:ext cx="1464840" cy="1040760"/>
            <a:chOff x="10033920" y="603360"/>
            <a:chExt cx="1464840" cy="1040760"/>
          </a:xfrm>
        </p:grpSpPr>
        <p:grpSp>
          <p:nvGrpSpPr>
            <p:cNvPr id="1809" name="Google Shape;50;p48"/>
            <p:cNvGrpSpPr/>
            <p:nvPr/>
          </p:nvGrpSpPr>
          <p:grpSpPr>
            <a:xfrm>
              <a:off x="10033920" y="880200"/>
              <a:ext cx="1464840" cy="763920"/>
              <a:chOff x="10033920" y="880200"/>
              <a:chExt cx="1464840" cy="763920"/>
            </a:xfrm>
          </p:grpSpPr>
          <p:grpSp>
            <p:nvGrpSpPr>
              <p:cNvPr id="1810" name="Google Shape;51;p48"/>
              <p:cNvGrpSpPr/>
              <p:nvPr/>
            </p:nvGrpSpPr>
            <p:grpSpPr>
              <a:xfrm>
                <a:off x="10033920" y="880200"/>
                <a:ext cx="1218960" cy="294840"/>
                <a:chOff x="10033920" y="880200"/>
                <a:chExt cx="1218960" cy="294840"/>
              </a:xfrm>
            </p:grpSpPr>
            <p:sp>
              <p:nvSpPr>
                <p:cNvPr id="1811" name="Google Shape;52;p48"/>
                <p:cNvSpPr/>
                <p:nvPr/>
              </p:nvSpPr>
              <p:spPr>
                <a:xfrm>
                  <a:off x="10033920" y="880200"/>
                  <a:ext cx="144720" cy="293400"/>
                </a:xfrm>
                <a:custGeom>
                  <a:avLst/>
                  <a:gdLst>
                    <a:gd name="textAreaLeft" fmla="*/ 0 w 144720"/>
                    <a:gd name="textAreaRight" fmla="*/ 149400 w 144720"/>
                    <a:gd name="textAreaTop" fmla="*/ 0 h 293400"/>
                    <a:gd name="textAreaBottom" fmla="*/ 298080 h 293400"/>
                  </a:gdLst>
                  <a:ahLst/>
                  <a:cxnLst/>
                  <a:rect l="textAreaLeft" t="textAreaTop" r="textAreaRight" b="textAreaBottom"/>
                  <a:pathLst>
                    <a:path w="149489" h="298105">
                      <a:moveTo>
                        <a:pt x="96163" y="298106"/>
                      </a:moveTo>
                      <a:cubicBezTo>
                        <a:pt x="55512" y="298106"/>
                        <a:pt x="27975" y="281933"/>
                        <a:pt x="27975" y="227732"/>
                      </a:cubicBezTo>
                      <a:lnTo>
                        <a:pt x="27975" y="116707"/>
                      </a:lnTo>
                      <a:lnTo>
                        <a:pt x="0" y="116707"/>
                      </a:lnTo>
                      <a:lnTo>
                        <a:pt x="0" y="59883"/>
                      </a:lnTo>
                      <a:lnTo>
                        <a:pt x="27975" y="59883"/>
                      </a:lnTo>
                      <a:lnTo>
                        <a:pt x="27975" y="0"/>
                      </a:lnTo>
                      <a:lnTo>
                        <a:pt x="94415" y="0"/>
                      </a:lnTo>
                      <a:lnTo>
                        <a:pt x="94415" y="59883"/>
                      </a:lnTo>
                      <a:lnTo>
                        <a:pt x="149490" y="59883"/>
                      </a:lnTo>
                      <a:lnTo>
                        <a:pt x="149490" y="116707"/>
                      </a:lnTo>
                      <a:lnTo>
                        <a:pt x="94415" y="116707"/>
                      </a:lnTo>
                      <a:lnTo>
                        <a:pt x="94415" y="216804"/>
                      </a:lnTo>
                      <a:cubicBezTo>
                        <a:pt x="94415" y="232103"/>
                        <a:pt x="100971" y="239534"/>
                        <a:pt x="115833" y="239534"/>
                      </a:cubicBezTo>
                      <a:cubicBezTo>
                        <a:pt x="128072" y="239534"/>
                        <a:pt x="138999" y="236474"/>
                        <a:pt x="148616" y="231229"/>
                      </a:cubicBezTo>
                      <a:lnTo>
                        <a:pt x="148616" y="284555"/>
                      </a:lnTo>
                      <a:cubicBezTo>
                        <a:pt x="134628" y="292860"/>
                        <a:pt x="118455" y="298106"/>
                        <a:pt x="96163" y="298106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812" name="Google Shape;53;p48"/>
                <p:cNvSpPr/>
                <p:nvPr/>
              </p:nvSpPr>
              <p:spPr>
                <a:xfrm>
                  <a:off x="10214280" y="935640"/>
                  <a:ext cx="225360" cy="239400"/>
                </a:xfrm>
                <a:custGeom>
                  <a:avLst/>
                  <a:gdLst>
                    <a:gd name="textAreaLeft" fmla="*/ 0 w 225360"/>
                    <a:gd name="textAreaRight" fmla="*/ 230040 w 225360"/>
                    <a:gd name="textAreaTop" fmla="*/ 0 h 239400"/>
                    <a:gd name="textAreaBottom" fmla="*/ 244080 h 239400"/>
                  </a:gdLst>
                  <a:ahLst/>
                  <a:cxnLst/>
                  <a:rect l="textAreaLeft" t="textAreaTop" r="textAreaRight" b="textAreaBottom"/>
                  <a:pathLst>
                    <a:path w="229917" h="243904">
                      <a:moveTo>
                        <a:pt x="229043" y="144682"/>
                      </a:moveTo>
                      <a:lnTo>
                        <a:pt x="66003" y="144682"/>
                      </a:lnTo>
                      <a:cubicBezTo>
                        <a:pt x="72559" y="174842"/>
                        <a:pt x="93540" y="190578"/>
                        <a:pt x="123264" y="190578"/>
                      </a:cubicBezTo>
                      <a:cubicBezTo>
                        <a:pt x="145556" y="190578"/>
                        <a:pt x="161729" y="183584"/>
                        <a:pt x="180087" y="166537"/>
                      </a:cubicBezTo>
                      <a:lnTo>
                        <a:pt x="218115" y="200194"/>
                      </a:lnTo>
                      <a:cubicBezTo>
                        <a:pt x="196260" y="227295"/>
                        <a:pt x="164789" y="243905"/>
                        <a:pt x="122389" y="243905"/>
                      </a:cubicBezTo>
                      <a:cubicBezTo>
                        <a:pt x="52016" y="243905"/>
                        <a:pt x="0" y="194512"/>
                        <a:pt x="0" y="122827"/>
                      </a:cubicBezTo>
                      <a:lnTo>
                        <a:pt x="0" y="121952"/>
                      </a:lnTo>
                      <a:cubicBezTo>
                        <a:pt x="0" y="55075"/>
                        <a:pt x="47644" y="0"/>
                        <a:pt x="115833" y="0"/>
                      </a:cubicBezTo>
                      <a:cubicBezTo>
                        <a:pt x="194075" y="0"/>
                        <a:pt x="229917" y="60758"/>
                        <a:pt x="229917" y="127198"/>
                      </a:cubicBezTo>
                      <a:lnTo>
                        <a:pt x="229917" y="128072"/>
                      </a:lnTo>
                      <a:cubicBezTo>
                        <a:pt x="229917" y="134628"/>
                        <a:pt x="229480" y="138562"/>
                        <a:pt x="229043" y="144682"/>
                      </a:cubicBezTo>
                      <a:close/>
                      <a:moveTo>
                        <a:pt x="115833" y="53327"/>
                      </a:moveTo>
                      <a:cubicBezTo>
                        <a:pt x="88295" y="53327"/>
                        <a:pt x="70374" y="72997"/>
                        <a:pt x="65129" y="103157"/>
                      </a:cubicBezTo>
                      <a:lnTo>
                        <a:pt x="165226" y="103157"/>
                      </a:lnTo>
                      <a:cubicBezTo>
                        <a:pt x="161292" y="73434"/>
                        <a:pt x="143808" y="53327"/>
                        <a:pt x="115833" y="53327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813" name="Google Shape;54;p48"/>
                <p:cNvSpPr/>
                <p:nvPr/>
              </p:nvSpPr>
              <p:spPr>
                <a:xfrm>
                  <a:off x="10482120" y="935640"/>
                  <a:ext cx="213120" cy="239400"/>
                </a:xfrm>
                <a:custGeom>
                  <a:avLst/>
                  <a:gdLst>
                    <a:gd name="textAreaLeft" fmla="*/ 0 w 213120"/>
                    <a:gd name="textAreaRight" fmla="*/ 217800 w 213120"/>
                    <a:gd name="textAreaTop" fmla="*/ 0 h 239400"/>
                    <a:gd name="textAreaBottom" fmla="*/ 244080 h 239400"/>
                  </a:gdLst>
                  <a:ahLst/>
                  <a:cxnLst/>
                  <a:rect l="textAreaLeft" t="textAreaTop" r="textAreaRight" b="textAreaBottom"/>
                  <a:pathLst>
                    <a:path w="217678" h="243904">
                      <a:moveTo>
                        <a:pt x="121952" y="243905"/>
                      </a:moveTo>
                      <a:cubicBezTo>
                        <a:pt x="51578" y="243905"/>
                        <a:pt x="0" y="189704"/>
                        <a:pt x="0" y="122827"/>
                      </a:cubicBezTo>
                      <a:lnTo>
                        <a:pt x="0" y="121952"/>
                      </a:lnTo>
                      <a:cubicBezTo>
                        <a:pt x="0" y="55075"/>
                        <a:pt x="51141" y="0"/>
                        <a:pt x="122827" y="0"/>
                      </a:cubicBezTo>
                      <a:cubicBezTo>
                        <a:pt x="166974" y="0"/>
                        <a:pt x="194512" y="14862"/>
                        <a:pt x="216367" y="39339"/>
                      </a:cubicBezTo>
                      <a:lnTo>
                        <a:pt x="175716" y="83050"/>
                      </a:lnTo>
                      <a:cubicBezTo>
                        <a:pt x="160855" y="67314"/>
                        <a:pt x="145993" y="57261"/>
                        <a:pt x="122389" y="57261"/>
                      </a:cubicBezTo>
                      <a:cubicBezTo>
                        <a:pt x="89169" y="57261"/>
                        <a:pt x="65566" y="86547"/>
                        <a:pt x="65566" y="121078"/>
                      </a:cubicBezTo>
                      <a:lnTo>
                        <a:pt x="65566" y="121952"/>
                      </a:lnTo>
                      <a:cubicBezTo>
                        <a:pt x="65566" y="157795"/>
                        <a:pt x="88732" y="186644"/>
                        <a:pt x="125012" y="186644"/>
                      </a:cubicBezTo>
                      <a:cubicBezTo>
                        <a:pt x="147304" y="186644"/>
                        <a:pt x="162603" y="177028"/>
                        <a:pt x="178776" y="161729"/>
                      </a:cubicBezTo>
                      <a:lnTo>
                        <a:pt x="217678" y="201068"/>
                      </a:lnTo>
                      <a:cubicBezTo>
                        <a:pt x="194949" y="225983"/>
                        <a:pt x="168723" y="243905"/>
                        <a:pt x="121952" y="243905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814" name="Google Shape;55;p48"/>
                <p:cNvSpPr/>
                <p:nvPr/>
              </p:nvSpPr>
              <p:spPr>
                <a:xfrm>
                  <a:off x="10743120" y="935640"/>
                  <a:ext cx="209880" cy="234000"/>
                </a:xfrm>
                <a:custGeom>
                  <a:avLst/>
                  <a:gdLst>
                    <a:gd name="textAreaLeft" fmla="*/ 0 w 209880"/>
                    <a:gd name="textAreaRight" fmla="*/ 214560 w 209880"/>
                    <a:gd name="textAreaTop" fmla="*/ 0 h 234000"/>
                    <a:gd name="textAreaBottom" fmla="*/ 238680 h 234000"/>
                  </a:gdLst>
                  <a:ahLst/>
                  <a:cxnLst/>
                  <a:rect l="textAreaLeft" t="textAreaTop" r="textAreaRight" b="textAreaBottom"/>
                  <a:pathLst>
                    <a:path w="214618" h="238659">
                      <a:moveTo>
                        <a:pt x="148179" y="238659"/>
                      </a:moveTo>
                      <a:lnTo>
                        <a:pt x="148179" y="107965"/>
                      </a:lnTo>
                      <a:cubicBezTo>
                        <a:pt x="148179" y="76493"/>
                        <a:pt x="133317" y="60320"/>
                        <a:pt x="107965" y="60320"/>
                      </a:cubicBezTo>
                      <a:cubicBezTo>
                        <a:pt x="82613" y="60320"/>
                        <a:pt x="66440" y="76493"/>
                        <a:pt x="66440" y="107965"/>
                      </a:cubicBezTo>
                      <a:lnTo>
                        <a:pt x="66440" y="238659"/>
                      </a:lnTo>
                      <a:lnTo>
                        <a:pt x="0" y="238659"/>
                      </a:lnTo>
                      <a:lnTo>
                        <a:pt x="0" y="4371"/>
                      </a:lnTo>
                      <a:lnTo>
                        <a:pt x="66440" y="4371"/>
                      </a:lnTo>
                      <a:lnTo>
                        <a:pt x="66440" y="37591"/>
                      </a:lnTo>
                      <a:cubicBezTo>
                        <a:pt x="81739" y="17921"/>
                        <a:pt x="101408" y="0"/>
                        <a:pt x="135065" y="0"/>
                      </a:cubicBezTo>
                      <a:cubicBezTo>
                        <a:pt x="185333" y="0"/>
                        <a:pt x="214619" y="33220"/>
                        <a:pt x="214619" y="86984"/>
                      </a:cubicBezTo>
                      <a:lnTo>
                        <a:pt x="214619" y="238659"/>
                      </a:lnTo>
                      <a:lnTo>
                        <a:pt x="148179" y="238659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815" name="Google Shape;56;p48"/>
                <p:cNvSpPr/>
                <p:nvPr/>
              </p:nvSpPr>
              <p:spPr>
                <a:xfrm>
                  <a:off x="11004120" y="935640"/>
                  <a:ext cx="248760" cy="239400"/>
                </a:xfrm>
                <a:custGeom>
                  <a:avLst/>
                  <a:gdLst>
                    <a:gd name="textAreaLeft" fmla="*/ 0 w 248760"/>
                    <a:gd name="textAreaRight" fmla="*/ 253440 w 248760"/>
                    <a:gd name="textAreaTop" fmla="*/ 0 h 239400"/>
                    <a:gd name="textAreaBottom" fmla="*/ 244080 h 239400"/>
                  </a:gdLst>
                  <a:ahLst/>
                  <a:cxnLst/>
                  <a:rect l="textAreaLeft" t="textAreaTop" r="textAreaRight" b="textAreaBottom"/>
                  <a:pathLst>
                    <a:path w="253520" h="243904">
                      <a:moveTo>
                        <a:pt x="126323" y="243905"/>
                      </a:moveTo>
                      <a:cubicBezTo>
                        <a:pt x="53764" y="243905"/>
                        <a:pt x="0" y="190141"/>
                        <a:pt x="0" y="122827"/>
                      </a:cubicBezTo>
                      <a:lnTo>
                        <a:pt x="0" y="121952"/>
                      </a:lnTo>
                      <a:cubicBezTo>
                        <a:pt x="0" y="54638"/>
                        <a:pt x="54201" y="0"/>
                        <a:pt x="127198" y="0"/>
                      </a:cubicBezTo>
                      <a:cubicBezTo>
                        <a:pt x="200194" y="0"/>
                        <a:pt x="253521" y="53764"/>
                        <a:pt x="253521" y="121078"/>
                      </a:cubicBezTo>
                      <a:lnTo>
                        <a:pt x="253521" y="121952"/>
                      </a:lnTo>
                      <a:cubicBezTo>
                        <a:pt x="253521" y="189266"/>
                        <a:pt x="199320" y="243905"/>
                        <a:pt x="126323" y="243905"/>
                      </a:cubicBezTo>
                      <a:close/>
                      <a:moveTo>
                        <a:pt x="187955" y="121952"/>
                      </a:moveTo>
                      <a:cubicBezTo>
                        <a:pt x="187955" y="87421"/>
                        <a:pt x="163040" y="57261"/>
                        <a:pt x="126323" y="57261"/>
                      </a:cubicBezTo>
                      <a:cubicBezTo>
                        <a:pt x="89607" y="57261"/>
                        <a:pt x="65566" y="86547"/>
                        <a:pt x="65566" y="121078"/>
                      </a:cubicBezTo>
                      <a:lnTo>
                        <a:pt x="65566" y="121952"/>
                      </a:lnTo>
                      <a:cubicBezTo>
                        <a:pt x="65566" y="156484"/>
                        <a:pt x="90481" y="186644"/>
                        <a:pt x="127198" y="186644"/>
                      </a:cubicBezTo>
                      <a:cubicBezTo>
                        <a:pt x="163914" y="186644"/>
                        <a:pt x="187955" y="157358"/>
                        <a:pt x="187955" y="122827"/>
                      </a:cubicBezTo>
                      <a:lnTo>
                        <a:pt x="187955" y="121952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1816" name="Google Shape;57;p48"/>
              <p:cNvGrpSpPr/>
              <p:nvPr/>
            </p:nvGrpSpPr>
            <p:grpSpPr>
              <a:xfrm>
                <a:off x="10455480" y="1258560"/>
                <a:ext cx="1043280" cy="385560"/>
                <a:chOff x="10455480" y="1258560"/>
                <a:chExt cx="1043280" cy="385560"/>
              </a:xfrm>
            </p:grpSpPr>
            <p:sp>
              <p:nvSpPr>
                <p:cNvPr id="1817" name="Google Shape;58;p48"/>
                <p:cNvSpPr/>
                <p:nvPr/>
              </p:nvSpPr>
              <p:spPr>
                <a:xfrm>
                  <a:off x="10455480" y="1258920"/>
                  <a:ext cx="61920" cy="314280"/>
                </a:xfrm>
                <a:custGeom>
                  <a:avLst/>
                  <a:gdLst>
                    <a:gd name="textAreaLeft" fmla="*/ 0 w 61920"/>
                    <a:gd name="textAreaRight" fmla="*/ 66600 w 61920"/>
                    <a:gd name="textAreaTop" fmla="*/ 0 h 314280"/>
                    <a:gd name="textAreaBottom" fmla="*/ 318960 h 314280"/>
                  </a:gdLst>
                  <a:ahLst/>
                  <a:cxnLst/>
                  <a:rect l="textAreaLeft" t="textAreaTop" r="textAreaRight" b="textAreaBottom"/>
                  <a:pathLst>
                    <a:path w="66439" h="319086">
                      <a:moveTo>
                        <a:pt x="0" y="319087"/>
                      </a:moveTo>
                      <a:lnTo>
                        <a:pt x="0" y="0"/>
                      </a:lnTo>
                      <a:lnTo>
                        <a:pt x="66440" y="0"/>
                      </a:lnTo>
                      <a:lnTo>
                        <a:pt x="66440" y="319087"/>
                      </a:lnTo>
                      <a:lnTo>
                        <a:pt x="0" y="319087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818" name="Google Shape;59;p48"/>
                <p:cNvSpPr/>
                <p:nvPr/>
              </p:nvSpPr>
              <p:spPr>
                <a:xfrm>
                  <a:off x="10572840" y="1339200"/>
                  <a:ext cx="248760" cy="239400"/>
                </a:xfrm>
                <a:custGeom>
                  <a:avLst/>
                  <a:gdLst>
                    <a:gd name="textAreaLeft" fmla="*/ 0 w 248760"/>
                    <a:gd name="textAreaRight" fmla="*/ 253440 w 248760"/>
                    <a:gd name="textAreaTop" fmla="*/ 0 h 239400"/>
                    <a:gd name="textAreaBottom" fmla="*/ 244080 h 239400"/>
                  </a:gdLst>
                  <a:ahLst/>
                  <a:cxnLst/>
                  <a:rect l="textAreaLeft" t="textAreaTop" r="textAreaRight" b="textAreaBottom"/>
                  <a:pathLst>
                    <a:path w="253520" h="243904">
                      <a:moveTo>
                        <a:pt x="126323" y="243905"/>
                      </a:moveTo>
                      <a:cubicBezTo>
                        <a:pt x="53764" y="243905"/>
                        <a:pt x="0" y="190141"/>
                        <a:pt x="0" y="122827"/>
                      </a:cubicBezTo>
                      <a:lnTo>
                        <a:pt x="0" y="121952"/>
                      </a:lnTo>
                      <a:cubicBezTo>
                        <a:pt x="0" y="54638"/>
                        <a:pt x="54201" y="0"/>
                        <a:pt x="127198" y="0"/>
                      </a:cubicBezTo>
                      <a:cubicBezTo>
                        <a:pt x="200194" y="0"/>
                        <a:pt x="253521" y="53764"/>
                        <a:pt x="253521" y="121078"/>
                      </a:cubicBezTo>
                      <a:lnTo>
                        <a:pt x="253521" y="121952"/>
                      </a:lnTo>
                      <a:cubicBezTo>
                        <a:pt x="253521" y="189266"/>
                        <a:pt x="199320" y="243905"/>
                        <a:pt x="126323" y="243905"/>
                      </a:cubicBezTo>
                      <a:close/>
                      <a:moveTo>
                        <a:pt x="187955" y="121952"/>
                      </a:moveTo>
                      <a:cubicBezTo>
                        <a:pt x="187955" y="87421"/>
                        <a:pt x="163040" y="57261"/>
                        <a:pt x="126323" y="57261"/>
                      </a:cubicBezTo>
                      <a:cubicBezTo>
                        <a:pt x="89607" y="57261"/>
                        <a:pt x="65566" y="86547"/>
                        <a:pt x="65566" y="121078"/>
                      </a:cubicBezTo>
                      <a:lnTo>
                        <a:pt x="65566" y="121952"/>
                      </a:lnTo>
                      <a:cubicBezTo>
                        <a:pt x="65566" y="156484"/>
                        <a:pt x="90481" y="186644"/>
                        <a:pt x="127198" y="186644"/>
                      </a:cubicBezTo>
                      <a:cubicBezTo>
                        <a:pt x="163914" y="186644"/>
                        <a:pt x="187955" y="157358"/>
                        <a:pt x="187955" y="122827"/>
                      </a:cubicBezTo>
                      <a:lnTo>
                        <a:pt x="187955" y="121952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819" name="Google Shape;60;p48"/>
                <p:cNvSpPr/>
                <p:nvPr/>
              </p:nvSpPr>
              <p:spPr>
                <a:xfrm>
                  <a:off x="10864080" y="1339200"/>
                  <a:ext cx="241560" cy="304920"/>
                </a:xfrm>
                <a:custGeom>
                  <a:avLst/>
                  <a:gdLst>
                    <a:gd name="textAreaLeft" fmla="*/ 0 w 241560"/>
                    <a:gd name="textAreaRight" fmla="*/ 246240 w 241560"/>
                    <a:gd name="textAreaTop" fmla="*/ 0 h 304920"/>
                    <a:gd name="textAreaBottom" fmla="*/ 309600 h 304920"/>
                  </a:gdLst>
                  <a:ahLst/>
                  <a:cxnLst/>
                  <a:rect l="textAreaLeft" t="textAreaTop" r="textAreaRight" b="textAreaBottom"/>
                  <a:pathLst>
                    <a:path w="246090" h="309470">
                      <a:moveTo>
                        <a:pt x="115396" y="309470"/>
                      </a:moveTo>
                      <a:cubicBezTo>
                        <a:pt x="77368" y="309470"/>
                        <a:pt x="41525" y="300728"/>
                        <a:pt x="11802" y="284992"/>
                      </a:cubicBezTo>
                      <a:lnTo>
                        <a:pt x="34531" y="235163"/>
                      </a:lnTo>
                      <a:cubicBezTo>
                        <a:pt x="58572" y="248713"/>
                        <a:pt x="82613" y="256581"/>
                        <a:pt x="113647" y="256581"/>
                      </a:cubicBezTo>
                      <a:cubicBezTo>
                        <a:pt x="159106" y="256581"/>
                        <a:pt x="180524" y="234725"/>
                        <a:pt x="180524" y="192763"/>
                      </a:cubicBezTo>
                      <a:lnTo>
                        <a:pt x="180524" y="181399"/>
                      </a:lnTo>
                      <a:cubicBezTo>
                        <a:pt x="160855" y="205002"/>
                        <a:pt x="139436" y="219427"/>
                        <a:pt x="104031" y="219427"/>
                      </a:cubicBezTo>
                      <a:cubicBezTo>
                        <a:pt x="49393" y="219427"/>
                        <a:pt x="0" y="179650"/>
                        <a:pt x="0" y="110150"/>
                      </a:cubicBezTo>
                      <a:lnTo>
                        <a:pt x="0" y="109276"/>
                      </a:lnTo>
                      <a:cubicBezTo>
                        <a:pt x="0" y="39339"/>
                        <a:pt x="50267" y="0"/>
                        <a:pt x="104031" y="0"/>
                      </a:cubicBezTo>
                      <a:cubicBezTo>
                        <a:pt x="140311" y="0"/>
                        <a:pt x="161729" y="15299"/>
                        <a:pt x="179650" y="34968"/>
                      </a:cubicBezTo>
                      <a:lnTo>
                        <a:pt x="179650" y="4371"/>
                      </a:lnTo>
                      <a:lnTo>
                        <a:pt x="246090" y="4371"/>
                      </a:lnTo>
                      <a:lnTo>
                        <a:pt x="246090" y="185770"/>
                      </a:lnTo>
                      <a:cubicBezTo>
                        <a:pt x="246090" y="274065"/>
                        <a:pt x="202380" y="309470"/>
                        <a:pt x="115396" y="309470"/>
                      </a:cubicBezTo>
                      <a:close/>
                      <a:moveTo>
                        <a:pt x="180524" y="109276"/>
                      </a:moveTo>
                      <a:cubicBezTo>
                        <a:pt x="180524" y="77368"/>
                        <a:pt x="155609" y="55075"/>
                        <a:pt x="123264" y="55075"/>
                      </a:cubicBezTo>
                      <a:cubicBezTo>
                        <a:pt x="90918" y="55075"/>
                        <a:pt x="66440" y="77368"/>
                        <a:pt x="66440" y="109276"/>
                      </a:cubicBezTo>
                      <a:lnTo>
                        <a:pt x="66440" y="110150"/>
                      </a:lnTo>
                      <a:cubicBezTo>
                        <a:pt x="66440" y="142496"/>
                        <a:pt x="90918" y="164352"/>
                        <a:pt x="123264" y="164352"/>
                      </a:cubicBezTo>
                      <a:cubicBezTo>
                        <a:pt x="155609" y="164352"/>
                        <a:pt x="180524" y="142059"/>
                        <a:pt x="180524" y="110150"/>
                      </a:cubicBezTo>
                      <a:lnTo>
                        <a:pt x="180524" y="109276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820" name="Google Shape;61;p48"/>
                <p:cNvSpPr/>
                <p:nvPr/>
              </p:nvSpPr>
              <p:spPr>
                <a:xfrm>
                  <a:off x="11170800" y="1258560"/>
                  <a:ext cx="65160" cy="314280"/>
                </a:xfrm>
                <a:custGeom>
                  <a:avLst/>
                  <a:gdLst>
                    <a:gd name="textAreaLeft" fmla="*/ 0 w 65160"/>
                    <a:gd name="textAreaRight" fmla="*/ 69840 w 65160"/>
                    <a:gd name="textAreaTop" fmla="*/ 0 h 314280"/>
                    <a:gd name="textAreaBottom" fmla="*/ 318960 h 314280"/>
                  </a:gdLst>
                  <a:ahLst/>
                  <a:cxnLst/>
                  <a:rect l="textAreaLeft" t="textAreaTop" r="textAreaRight" b="textAreaBottom"/>
                  <a:pathLst>
                    <a:path w="69936" h="319086">
                      <a:moveTo>
                        <a:pt x="0" y="59009"/>
                      </a:moveTo>
                      <a:lnTo>
                        <a:pt x="0" y="0"/>
                      </a:lnTo>
                      <a:lnTo>
                        <a:pt x="69937" y="0"/>
                      </a:lnTo>
                      <a:lnTo>
                        <a:pt x="69937" y="59009"/>
                      </a:lnTo>
                      <a:lnTo>
                        <a:pt x="0" y="59009"/>
                      </a:lnTo>
                      <a:close/>
                      <a:moveTo>
                        <a:pt x="1748" y="319087"/>
                      </a:moveTo>
                      <a:lnTo>
                        <a:pt x="1748" y="84798"/>
                      </a:lnTo>
                      <a:lnTo>
                        <a:pt x="68188" y="84798"/>
                      </a:lnTo>
                      <a:lnTo>
                        <a:pt x="68188" y="319087"/>
                      </a:lnTo>
                      <a:lnTo>
                        <a:pt x="1748" y="319087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821" name="Google Shape;62;p48"/>
                <p:cNvSpPr/>
                <p:nvPr/>
              </p:nvSpPr>
              <p:spPr>
                <a:xfrm>
                  <a:off x="11287800" y="1341000"/>
                  <a:ext cx="210960" cy="236520"/>
                </a:xfrm>
                <a:custGeom>
                  <a:avLst/>
                  <a:gdLst>
                    <a:gd name="textAreaLeft" fmla="*/ 0 w 210960"/>
                    <a:gd name="textAreaRight" fmla="*/ 215640 w 210960"/>
                    <a:gd name="textAreaTop" fmla="*/ 0 h 236520"/>
                    <a:gd name="textAreaBottom" fmla="*/ 241200 h 236520"/>
                  </a:gdLst>
                  <a:ahLst/>
                  <a:cxnLst/>
                  <a:rect l="textAreaLeft" t="textAreaTop" r="textAreaRight" b="textAreaBottom"/>
                  <a:pathLst>
                    <a:path w="215492" h="241281">
                      <a:moveTo>
                        <a:pt x="151238" y="236911"/>
                      </a:moveTo>
                      <a:lnTo>
                        <a:pt x="151238" y="211559"/>
                      </a:lnTo>
                      <a:cubicBezTo>
                        <a:pt x="135066" y="229480"/>
                        <a:pt x="112773" y="241282"/>
                        <a:pt x="80427" y="241282"/>
                      </a:cubicBezTo>
                      <a:cubicBezTo>
                        <a:pt x="36280" y="241282"/>
                        <a:pt x="0" y="215930"/>
                        <a:pt x="0" y="169597"/>
                      </a:cubicBezTo>
                      <a:lnTo>
                        <a:pt x="0" y="168723"/>
                      </a:lnTo>
                      <a:cubicBezTo>
                        <a:pt x="0" y="117581"/>
                        <a:pt x="38902" y="93978"/>
                        <a:pt x="94415" y="93978"/>
                      </a:cubicBezTo>
                      <a:cubicBezTo>
                        <a:pt x="118018" y="93978"/>
                        <a:pt x="135066" y="97912"/>
                        <a:pt x="151676" y="103594"/>
                      </a:cubicBezTo>
                      <a:lnTo>
                        <a:pt x="151676" y="99660"/>
                      </a:lnTo>
                      <a:cubicBezTo>
                        <a:pt x="151676" y="72122"/>
                        <a:pt x="134628" y="56824"/>
                        <a:pt x="101408" y="56824"/>
                      </a:cubicBezTo>
                      <a:cubicBezTo>
                        <a:pt x="76056" y="56824"/>
                        <a:pt x="58135" y="61632"/>
                        <a:pt x="36717" y="69500"/>
                      </a:cubicBezTo>
                      <a:lnTo>
                        <a:pt x="20107" y="18795"/>
                      </a:lnTo>
                      <a:cubicBezTo>
                        <a:pt x="45896" y="7431"/>
                        <a:pt x="71248" y="0"/>
                        <a:pt x="111025" y="0"/>
                      </a:cubicBezTo>
                      <a:cubicBezTo>
                        <a:pt x="183584" y="0"/>
                        <a:pt x="215493" y="37591"/>
                        <a:pt x="215493" y="100971"/>
                      </a:cubicBezTo>
                      <a:lnTo>
                        <a:pt x="215493" y="236911"/>
                      </a:lnTo>
                      <a:lnTo>
                        <a:pt x="151238" y="236911"/>
                      </a:lnTo>
                      <a:close/>
                      <a:moveTo>
                        <a:pt x="152550" y="142496"/>
                      </a:moveTo>
                      <a:cubicBezTo>
                        <a:pt x="141185" y="137251"/>
                        <a:pt x="126323" y="133754"/>
                        <a:pt x="110151" y="133754"/>
                      </a:cubicBezTo>
                      <a:cubicBezTo>
                        <a:pt x="81739" y="133754"/>
                        <a:pt x="64254" y="145119"/>
                        <a:pt x="64254" y="166100"/>
                      </a:cubicBezTo>
                      <a:lnTo>
                        <a:pt x="64254" y="166974"/>
                      </a:lnTo>
                      <a:cubicBezTo>
                        <a:pt x="64254" y="184895"/>
                        <a:pt x="79116" y="195386"/>
                        <a:pt x="100534" y="195386"/>
                      </a:cubicBezTo>
                      <a:cubicBezTo>
                        <a:pt x="131569" y="195386"/>
                        <a:pt x="152550" y="178339"/>
                        <a:pt x="152550" y="154298"/>
                      </a:cubicBezTo>
                      <a:lnTo>
                        <a:pt x="152550" y="142496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822" name="Google Shape;63;p48"/>
            <p:cNvGrpSpPr/>
            <p:nvPr/>
          </p:nvGrpSpPr>
          <p:grpSpPr>
            <a:xfrm>
              <a:off x="10120680" y="603360"/>
              <a:ext cx="604800" cy="147960"/>
              <a:chOff x="10120680" y="603360"/>
              <a:chExt cx="604800" cy="147960"/>
            </a:xfrm>
          </p:grpSpPr>
          <p:sp>
            <p:nvSpPr>
              <p:cNvPr id="1823" name="Google Shape;64;p48"/>
              <p:cNvSpPr/>
              <p:nvPr/>
            </p:nvSpPr>
            <p:spPr>
              <a:xfrm>
                <a:off x="10634760" y="609480"/>
                <a:ext cx="90720" cy="141120"/>
              </a:xfrm>
              <a:custGeom>
                <a:avLst/>
                <a:gdLst>
                  <a:gd name="textAreaLeft" fmla="*/ 0 w 90720"/>
                  <a:gd name="textAreaRight" fmla="*/ 95400 w 90720"/>
                  <a:gd name="textAreaTop" fmla="*/ 0 h 141120"/>
                  <a:gd name="textAreaBottom" fmla="*/ 145800 h 141120"/>
                </a:gdLst>
                <a:ahLst/>
                <a:cxnLst/>
                <a:rect l="textAreaLeft" t="textAreaTop" r="textAreaRight" b="textAreaBottom"/>
                <a:pathLst>
                  <a:path w="95507" h="145774">
                    <a:moveTo>
                      <a:pt x="95507" y="116663"/>
                    </a:moveTo>
                    <a:cubicBezTo>
                      <a:pt x="94808" y="116663"/>
                      <a:pt x="94109" y="116663"/>
                      <a:pt x="93409" y="116663"/>
                    </a:cubicBezTo>
                    <a:cubicBezTo>
                      <a:pt x="64648" y="116663"/>
                      <a:pt x="43798" y="98261"/>
                      <a:pt x="43798" y="72865"/>
                    </a:cubicBezTo>
                    <a:lnTo>
                      <a:pt x="43798" y="72297"/>
                    </a:lnTo>
                    <a:cubicBezTo>
                      <a:pt x="43798" y="48038"/>
                      <a:pt x="64692" y="29024"/>
                      <a:pt x="91355" y="29024"/>
                    </a:cubicBezTo>
                    <a:cubicBezTo>
                      <a:pt x="92797" y="29024"/>
                      <a:pt x="94152" y="29067"/>
                      <a:pt x="95507" y="29155"/>
                    </a:cubicBezTo>
                    <a:lnTo>
                      <a:pt x="95507" y="44"/>
                    </a:lnTo>
                    <a:cubicBezTo>
                      <a:pt x="94284" y="0"/>
                      <a:pt x="93016" y="0"/>
                      <a:pt x="91705" y="0"/>
                    </a:cubicBezTo>
                    <a:cubicBezTo>
                      <a:pt x="39471" y="0"/>
                      <a:pt x="0" y="31297"/>
                      <a:pt x="0" y="72909"/>
                    </a:cubicBezTo>
                    <a:lnTo>
                      <a:pt x="0" y="73434"/>
                    </a:lnTo>
                    <a:cubicBezTo>
                      <a:pt x="0" y="113997"/>
                      <a:pt x="39995" y="145775"/>
                      <a:pt x="91005" y="145775"/>
                    </a:cubicBezTo>
                    <a:cubicBezTo>
                      <a:pt x="92579" y="145775"/>
                      <a:pt x="93978" y="145775"/>
                      <a:pt x="95464" y="145687"/>
                    </a:cubicBezTo>
                    <a:lnTo>
                      <a:pt x="95464" y="11662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24" name="Google Shape;65;p48"/>
              <p:cNvSpPr/>
              <p:nvPr/>
            </p:nvSpPr>
            <p:spPr>
              <a:xfrm>
                <a:off x="10120680" y="603360"/>
                <a:ext cx="133200" cy="147960"/>
              </a:xfrm>
              <a:custGeom>
                <a:avLst/>
                <a:gdLst>
                  <a:gd name="textAreaLeft" fmla="*/ 0 w 133200"/>
                  <a:gd name="textAreaRight" fmla="*/ 137880 w 133200"/>
                  <a:gd name="textAreaTop" fmla="*/ 0 h 147960"/>
                  <a:gd name="textAreaBottom" fmla="*/ 152640 h 147960"/>
                </a:gdLst>
                <a:ahLst/>
                <a:cxnLst/>
                <a:rect l="textAreaLeft" t="textAreaTop" r="textAreaRight" b="textAreaBottom"/>
                <a:pathLst>
                  <a:path w="137862" h="152549">
                    <a:moveTo>
                      <a:pt x="81302" y="61632"/>
                    </a:moveTo>
                    <a:cubicBezTo>
                      <a:pt x="50486" y="55075"/>
                      <a:pt x="46115" y="51884"/>
                      <a:pt x="46115" y="42137"/>
                    </a:cubicBezTo>
                    <a:lnTo>
                      <a:pt x="46115" y="41700"/>
                    </a:lnTo>
                    <a:cubicBezTo>
                      <a:pt x="46115" y="34531"/>
                      <a:pt x="54026" y="28805"/>
                      <a:pt x="69063" y="28805"/>
                    </a:cubicBezTo>
                    <a:cubicBezTo>
                      <a:pt x="76712" y="28805"/>
                      <a:pt x="86722" y="30903"/>
                      <a:pt x="93759" y="33482"/>
                    </a:cubicBezTo>
                    <a:lnTo>
                      <a:pt x="93759" y="2448"/>
                    </a:lnTo>
                    <a:cubicBezTo>
                      <a:pt x="87246" y="1311"/>
                      <a:pt x="77193" y="0"/>
                      <a:pt x="69587" y="0"/>
                    </a:cubicBezTo>
                    <a:cubicBezTo>
                      <a:pt x="33133" y="0"/>
                      <a:pt x="7169" y="17790"/>
                      <a:pt x="7169" y="44716"/>
                    </a:cubicBezTo>
                    <a:lnTo>
                      <a:pt x="7169" y="45109"/>
                    </a:lnTo>
                    <a:cubicBezTo>
                      <a:pt x="7169" y="74570"/>
                      <a:pt x="30335" y="82788"/>
                      <a:pt x="66265" y="90437"/>
                    </a:cubicBezTo>
                    <a:cubicBezTo>
                      <a:pt x="96076" y="96819"/>
                      <a:pt x="98873" y="101015"/>
                      <a:pt x="98873" y="109320"/>
                    </a:cubicBezTo>
                    <a:lnTo>
                      <a:pt x="98873" y="109757"/>
                    </a:lnTo>
                    <a:cubicBezTo>
                      <a:pt x="98873" y="118455"/>
                      <a:pt x="89169" y="123744"/>
                      <a:pt x="73128" y="123744"/>
                    </a:cubicBezTo>
                    <a:cubicBezTo>
                      <a:pt x="52759" y="123744"/>
                      <a:pt x="39252" y="116751"/>
                      <a:pt x="23210" y="105736"/>
                    </a:cubicBezTo>
                    <a:lnTo>
                      <a:pt x="0" y="128815"/>
                    </a:lnTo>
                    <a:cubicBezTo>
                      <a:pt x="21418" y="144682"/>
                      <a:pt x="45372" y="152550"/>
                      <a:pt x="72385" y="152550"/>
                    </a:cubicBezTo>
                    <a:cubicBezTo>
                      <a:pt x="110850" y="152550"/>
                      <a:pt x="137863" y="136027"/>
                      <a:pt x="137863" y="106566"/>
                    </a:cubicBezTo>
                    <a:lnTo>
                      <a:pt x="137863" y="106129"/>
                    </a:lnTo>
                    <a:cubicBezTo>
                      <a:pt x="137863" y="80296"/>
                      <a:pt x="117450" y="69456"/>
                      <a:pt x="81302" y="61632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25" name="Google Shape;66;p48"/>
              <p:cNvSpPr/>
              <p:nvPr/>
            </p:nvSpPr>
            <p:spPr>
              <a:xfrm>
                <a:off x="10253880" y="624600"/>
                <a:ext cx="129240" cy="122040"/>
              </a:xfrm>
              <a:custGeom>
                <a:avLst/>
                <a:gdLst>
                  <a:gd name="textAreaLeft" fmla="*/ 0 w 129240"/>
                  <a:gd name="textAreaRight" fmla="*/ 133920 w 129240"/>
                  <a:gd name="textAreaTop" fmla="*/ 0 h 122040"/>
                  <a:gd name="textAreaBottom" fmla="*/ 126720 h 122040"/>
                </a:gdLst>
                <a:ahLst/>
                <a:cxnLst/>
                <a:rect l="textAreaLeft" t="textAreaTop" r="textAreaRight" b="textAreaBottom"/>
                <a:pathLst>
                  <a:path w="134016" h="126585">
                    <a:moveTo>
                      <a:pt x="38203" y="53589"/>
                    </a:moveTo>
                    <a:cubicBezTo>
                      <a:pt x="41263" y="37941"/>
                      <a:pt x="51797" y="27712"/>
                      <a:pt x="67970" y="27712"/>
                    </a:cubicBezTo>
                    <a:cubicBezTo>
                      <a:pt x="84143" y="27712"/>
                      <a:pt x="94633" y="38159"/>
                      <a:pt x="96950" y="53589"/>
                    </a:cubicBezTo>
                    <a:lnTo>
                      <a:pt x="38203" y="53589"/>
                    </a:lnTo>
                    <a:close/>
                    <a:moveTo>
                      <a:pt x="67970" y="44"/>
                    </a:moveTo>
                    <a:cubicBezTo>
                      <a:pt x="27931" y="44"/>
                      <a:pt x="0" y="28630"/>
                      <a:pt x="0" y="63337"/>
                    </a:cubicBezTo>
                    <a:lnTo>
                      <a:pt x="0" y="63774"/>
                    </a:lnTo>
                    <a:cubicBezTo>
                      <a:pt x="0" y="100971"/>
                      <a:pt x="30510" y="126586"/>
                      <a:pt x="71816" y="126586"/>
                    </a:cubicBezTo>
                    <a:cubicBezTo>
                      <a:pt x="72997" y="126586"/>
                      <a:pt x="76843" y="126411"/>
                      <a:pt x="78023" y="126411"/>
                    </a:cubicBezTo>
                    <a:lnTo>
                      <a:pt x="78023" y="98698"/>
                    </a:lnTo>
                    <a:cubicBezTo>
                      <a:pt x="77062" y="98698"/>
                      <a:pt x="73346" y="98917"/>
                      <a:pt x="72297" y="98917"/>
                    </a:cubicBezTo>
                    <a:cubicBezTo>
                      <a:pt x="54857" y="98917"/>
                      <a:pt x="42574" y="90787"/>
                      <a:pt x="38684" y="75095"/>
                    </a:cubicBezTo>
                    <a:lnTo>
                      <a:pt x="133536" y="75095"/>
                    </a:lnTo>
                    <a:cubicBezTo>
                      <a:pt x="133754" y="71904"/>
                      <a:pt x="134016" y="69849"/>
                      <a:pt x="134016" y="66440"/>
                    </a:cubicBezTo>
                    <a:lnTo>
                      <a:pt x="134016" y="66003"/>
                    </a:lnTo>
                    <a:cubicBezTo>
                      <a:pt x="134016" y="31515"/>
                      <a:pt x="113822" y="0"/>
                      <a:pt x="67926" y="0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26" name="Google Shape;67;p48"/>
              <p:cNvSpPr/>
              <p:nvPr/>
            </p:nvSpPr>
            <p:spPr>
              <a:xfrm>
                <a:off x="10386000" y="626040"/>
                <a:ext cx="120600" cy="118440"/>
              </a:xfrm>
              <a:custGeom>
                <a:avLst/>
                <a:gdLst>
                  <a:gd name="textAreaLeft" fmla="*/ 0 w 120600"/>
                  <a:gd name="textAreaRight" fmla="*/ 125280 w 120600"/>
                  <a:gd name="textAreaTop" fmla="*/ 0 h 118440"/>
                  <a:gd name="textAreaBottom" fmla="*/ 123120 h 118440"/>
                </a:gdLst>
                <a:ahLst/>
                <a:cxnLst/>
                <a:rect l="textAreaLeft" t="textAreaTop" r="textAreaRight" b="textAreaBottom"/>
                <a:pathLst>
                  <a:path w="125361" h="122957">
                    <a:moveTo>
                      <a:pt x="125362" y="58572"/>
                    </a:moveTo>
                    <a:cubicBezTo>
                      <a:pt x="125362" y="25702"/>
                      <a:pt x="105255" y="0"/>
                      <a:pt x="62725" y="0"/>
                    </a:cubicBezTo>
                    <a:cubicBezTo>
                      <a:pt x="20194" y="0"/>
                      <a:pt x="0" y="25658"/>
                      <a:pt x="0" y="58572"/>
                    </a:cubicBezTo>
                    <a:lnTo>
                      <a:pt x="0" y="122958"/>
                    </a:lnTo>
                    <a:lnTo>
                      <a:pt x="39427" y="122958"/>
                    </a:lnTo>
                    <a:lnTo>
                      <a:pt x="39427" y="56212"/>
                    </a:lnTo>
                    <a:cubicBezTo>
                      <a:pt x="40126" y="44060"/>
                      <a:pt x="44934" y="29679"/>
                      <a:pt x="62725" y="29679"/>
                    </a:cubicBezTo>
                    <a:cubicBezTo>
                      <a:pt x="80515" y="29679"/>
                      <a:pt x="85629" y="44060"/>
                      <a:pt x="86328" y="56212"/>
                    </a:cubicBezTo>
                    <a:lnTo>
                      <a:pt x="86328" y="122958"/>
                    </a:lnTo>
                    <a:lnTo>
                      <a:pt x="125362" y="122958"/>
                    </a:lnTo>
                    <a:lnTo>
                      <a:pt x="125362" y="58572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27" name="Google Shape;68;p48"/>
              <p:cNvSpPr/>
              <p:nvPr/>
            </p:nvSpPr>
            <p:spPr>
              <a:xfrm>
                <a:off x="10510560" y="625320"/>
                <a:ext cx="121680" cy="120600"/>
              </a:xfrm>
              <a:custGeom>
                <a:avLst/>
                <a:gdLst>
                  <a:gd name="textAreaLeft" fmla="*/ 0 w 121680"/>
                  <a:gd name="textAreaRight" fmla="*/ 126360 w 121680"/>
                  <a:gd name="textAreaTop" fmla="*/ 0 h 120600"/>
                  <a:gd name="textAreaBottom" fmla="*/ 125280 h 120600"/>
                </a:gdLst>
                <a:ahLst/>
                <a:cxnLst/>
                <a:rect l="textAreaLeft" t="textAreaTop" r="textAreaRight" b="textAreaBottom"/>
                <a:pathLst>
                  <a:path w="126454" h="125230">
                    <a:moveTo>
                      <a:pt x="65172" y="0"/>
                    </a:moveTo>
                    <a:cubicBezTo>
                      <a:pt x="63424" y="0"/>
                      <a:pt x="57479" y="0"/>
                      <a:pt x="55862" y="87"/>
                    </a:cubicBezTo>
                    <a:lnTo>
                      <a:pt x="55862" y="29505"/>
                    </a:lnTo>
                    <a:cubicBezTo>
                      <a:pt x="63468" y="29592"/>
                      <a:pt x="73871" y="30860"/>
                      <a:pt x="78504" y="33307"/>
                    </a:cubicBezTo>
                    <a:cubicBezTo>
                      <a:pt x="85323" y="36892"/>
                      <a:pt x="88863" y="42924"/>
                      <a:pt x="88995" y="51098"/>
                    </a:cubicBezTo>
                    <a:cubicBezTo>
                      <a:pt x="79684" y="50005"/>
                      <a:pt x="69194" y="49262"/>
                      <a:pt x="60058" y="49043"/>
                    </a:cubicBezTo>
                    <a:cubicBezTo>
                      <a:pt x="22861" y="48082"/>
                      <a:pt x="4415" y="60408"/>
                      <a:pt x="743" y="80078"/>
                    </a:cubicBezTo>
                    <a:cubicBezTo>
                      <a:pt x="656" y="80427"/>
                      <a:pt x="612" y="80821"/>
                      <a:pt x="525" y="81214"/>
                    </a:cubicBezTo>
                    <a:cubicBezTo>
                      <a:pt x="525" y="81345"/>
                      <a:pt x="525" y="81476"/>
                      <a:pt x="481" y="81608"/>
                    </a:cubicBezTo>
                    <a:cubicBezTo>
                      <a:pt x="175" y="83487"/>
                      <a:pt x="0" y="85454"/>
                      <a:pt x="0" y="87552"/>
                    </a:cubicBezTo>
                    <a:lnTo>
                      <a:pt x="0" y="87989"/>
                    </a:lnTo>
                    <a:cubicBezTo>
                      <a:pt x="0" y="112074"/>
                      <a:pt x="21287" y="125231"/>
                      <a:pt x="47164" y="125231"/>
                    </a:cubicBezTo>
                    <a:cubicBezTo>
                      <a:pt x="66178" y="125231"/>
                      <a:pt x="79247" y="119067"/>
                      <a:pt x="88732" y="109801"/>
                    </a:cubicBezTo>
                    <a:lnTo>
                      <a:pt x="88732" y="123832"/>
                    </a:lnTo>
                    <a:lnTo>
                      <a:pt x="126454" y="123832"/>
                    </a:lnTo>
                    <a:lnTo>
                      <a:pt x="126454" y="52453"/>
                    </a:lnTo>
                    <a:cubicBezTo>
                      <a:pt x="126454" y="19539"/>
                      <a:pt x="107746" y="87"/>
                      <a:pt x="65172" y="87"/>
                    </a:cubicBezTo>
                    <a:moveTo>
                      <a:pt x="89126" y="80471"/>
                    </a:moveTo>
                    <a:cubicBezTo>
                      <a:pt x="85760" y="98261"/>
                      <a:pt x="67402" y="100884"/>
                      <a:pt x="63205" y="101146"/>
                    </a:cubicBezTo>
                    <a:cubicBezTo>
                      <a:pt x="33526" y="102720"/>
                      <a:pt x="32477" y="82438"/>
                      <a:pt x="42443" y="76231"/>
                    </a:cubicBezTo>
                    <a:cubicBezTo>
                      <a:pt x="55862" y="67926"/>
                      <a:pt x="89213" y="72603"/>
                      <a:pt x="89213" y="72603"/>
                    </a:cubicBezTo>
                    <a:cubicBezTo>
                      <a:pt x="89213" y="73783"/>
                      <a:pt x="89519" y="76843"/>
                      <a:pt x="89082" y="80471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8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12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120" cy="397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alão_de_texto">
    <p:bg>
      <p:bgPr>
        <a:solidFill>
          <a:srgbClr val="dfd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0" name="Google Shape;727;p70" descr=""/>
          <p:cNvPicPr/>
          <p:nvPr/>
        </p:nvPicPr>
        <p:blipFill>
          <a:blip r:embed="rId2"/>
          <a:stretch/>
        </p:blipFill>
        <p:spPr>
          <a:xfrm>
            <a:off x="5816160" y="-2890440"/>
            <a:ext cx="6036840" cy="10186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31" name="Google Shape;728;p70" descr=""/>
          <p:cNvPicPr/>
          <p:nvPr/>
        </p:nvPicPr>
        <p:blipFill>
          <a:blip r:embed="rId3"/>
          <a:stretch/>
        </p:blipFill>
        <p:spPr>
          <a:xfrm flipH="1">
            <a:off x="506160" y="1314000"/>
            <a:ext cx="6076440" cy="4783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32" name="Google Shape;729;p70"/>
          <p:cNvSpPr/>
          <p:nvPr/>
        </p:nvSpPr>
        <p:spPr>
          <a:xfrm>
            <a:off x="29865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3" name="Google Shape;730;p70"/>
          <p:cNvSpPr/>
          <p:nvPr/>
        </p:nvSpPr>
        <p:spPr>
          <a:xfrm>
            <a:off x="35420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4" name="Google Shape;731;p70"/>
          <p:cNvSpPr/>
          <p:nvPr/>
        </p:nvSpPr>
        <p:spPr>
          <a:xfrm>
            <a:off x="4049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5" name="Google Shape;732;p70"/>
          <p:cNvSpPr/>
          <p:nvPr/>
        </p:nvSpPr>
        <p:spPr>
          <a:xfrm>
            <a:off x="456408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6" name="Google Shape;733;p70"/>
          <p:cNvSpPr/>
          <p:nvPr/>
        </p:nvSpPr>
        <p:spPr>
          <a:xfrm>
            <a:off x="50781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7" name="Google Shape;734;p70"/>
          <p:cNvSpPr/>
          <p:nvPr/>
        </p:nvSpPr>
        <p:spPr>
          <a:xfrm>
            <a:off x="6145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8" name="Google Shape;735;p70"/>
          <p:cNvSpPr/>
          <p:nvPr/>
        </p:nvSpPr>
        <p:spPr>
          <a:xfrm>
            <a:off x="5633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9" name="Google Shape;736;p70"/>
          <p:cNvSpPr/>
          <p:nvPr/>
        </p:nvSpPr>
        <p:spPr>
          <a:xfrm>
            <a:off x="67413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0" name="Google Shape;737;p70"/>
          <p:cNvSpPr/>
          <p:nvPr/>
        </p:nvSpPr>
        <p:spPr>
          <a:xfrm>
            <a:off x="730332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1" name="Google Shape;738;p70"/>
          <p:cNvSpPr/>
          <p:nvPr/>
        </p:nvSpPr>
        <p:spPr>
          <a:xfrm>
            <a:off x="7846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12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120" cy="397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erramento_Curso_IA-Azure">
    <p:bg>
      <p:bgPr>
        <a:solidFill>
          <a:srgbClr val="292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" name="Google Shape;1548;p87"/>
          <p:cNvSpPr/>
          <p:nvPr/>
        </p:nvSpPr>
        <p:spPr>
          <a:xfrm>
            <a:off x="8377920" y="13320"/>
            <a:ext cx="3607200" cy="3607200"/>
          </a:xfrm>
          <a:custGeom>
            <a:avLst/>
            <a:gdLst>
              <a:gd name="textAreaLeft" fmla="*/ 0 w 3607200"/>
              <a:gd name="textAreaRight" fmla="*/ 3611880 w 3607200"/>
              <a:gd name="textAreaTop" fmla="*/ 0 h 3607200"/>
              <a:gd name="textAreaBottom" fmla="*/ 3611880 h 3607200"/>
            </a:gdLst>
            <a:ahLst/>
            <a:cxnLst/>
            <a:rect l="textAreaLeft" t="textAreaTop" r="textAreaRight" b="textAreaBottom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623889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5" name="Google Shape;1549;p87"/>
          <p:cNvSpPr/>
          <p:nvPr/>
        </p:nvSpPr>
        <p:spPr>
          <a:xfrm>
            <a:off x="29865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6" name="Google Shape;1550;p87"/>
          <p:cNvSpPr/>
          <p:nvPr/>
        </p:nvSpPr>
        <p:spPr>
          <a:xfrm>
            <a:off x="35420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7" name="Google Shape;1551;p87"/>
          <p:cNvSpPr/>
          <p:nvPr/>
        </p:nvSpPr>
        <p:spPr>
          <a:xfrm>
            <a:off x="4049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8" name="Google Shape;1552;p87"/>
          <p:cNvSpPr/>
          <p:nvPr/>
        </p:nvSpPr>
        <p:spPr>
          <a:xfrm>
            <a:off x="456408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9" name="Google Shape;1553;p87"/>
          <p:cNvSpPr/>
          <p:nvPr/>
        </p:nvSpPr>
        <p:spPr>
          <a:xfrm>
            <a:off x="50781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0" name="Google Shape;1554;p87"/>
          <p:cNvSpPr/>
          <p:nvPr/>
        </p:nvSpPr>
        <p:spPr>
          <a:xfrm>
            <a:off x="6145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1" name="Google Shape;1555;p87"/>
          <p:cNvSpPr/>
          <p:nvPr/>
        </p:nvSpPr>
        <p:spPr>
          <a:xfrm>
            <a:off x="5633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2" name="Google Shape;1556;p87"/>
          <p:cNvSpPr/>
          <p:nvPr/>
        </p:nvSpPr>
        <p:spPr>
          <a:xfrm>
            <a:off x="67413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3" name="Google Shape;1557;p87"/>
          <p:cNvSpPr/>
          <p:nvPr/>
        </p:nvSpPr>
        <p:spPr>
          <a:xfrm>
            <a:off x="730332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4" name="Google Shape;1558;p87"/>
          <p:cNvSpPr/>
          <p:nvPr/>
        </p:nvSpPr>
        <p:spPr>
          <a:xfrm>
            <a:off x="7846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855" name="Google Shape;1559;p87"/>
          <p:cNvGrpSpPr/>
          <p:nvPr/>
        </p:nvGrpSpPr>
        <p:grpSpPr>
          <a:xfrm>
            <a:off x="755280" y="2845440"/>
            <a:ext cx="688680" cy="688320"/>
            <a:chOff x="755280" y="2845440"/>
            <a:chExt cx="688680" cy="688320"/>
          </a:xfrm>
        </p:grpSpPr>
        <p:sp>
          <p:nvSpPr>
            <p:cNvPr id="1856" name="Google Shape;1560;p87"/>
            <p:cNvSpPr/>
            <p:nvPr/>
          </p:nvSpPr>
          <p:spPr>
            <a:xfrm>
              <a:off x="755280" y="3191760"/>
              <a:ext cx="342000" cy="34200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57" name="Google Shape;1561;p87"/>
            <p:cNvSpPr/>
            <p:nvPr/>
          </p:nvSpPr>
          <p:spPr>
            <a:xfrm>
              <a:off x="1101960" y="2845440"/>
              <a:ext cx="342000" cy="34200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858" name="Google Shape;1562;p87"/>
          <p:cNvGrpSpPr/>
          <p:nvPr/>
        </p:nvGrpSpPr>
        <p:grpSpPr>
          <a:xfrm>
            <a:off x="6717960" y="5098320"/>
            <a:ext cx="688680" cy="688680"/>
            <a:chOff x="6717960" y="5098320"/>
            <a:chExt cx="688680" cy="688680"/>
          </a:xfrm>
        </p:grpSpPr>
        <p:sp>
          <p:nvSpPr>
            <p:cNvPr id="1859" name="Google Shape;1563;p87"/>
            <p:cNvSpPr/>
            <p:nvPr/>
          </p:nvSpPr>
          <p:spPr>
            <a:xfrm>
              <a:off x="6717960" y="5445000"/>
              <a:ext cx="342000" cy="34200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60" name="Google Shape;1564;p87"/>
            <p:cNvSpPr/>
            <p:nvPr/>
          </p:nvSpPr>
          <p:spPr>
            <a:xfrm>
              <a:off x="7064640" y="5098320"/>
              <a:ext cx="342000" cy="34200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861" name="Google Shape;1565;p87"/>
          <p:cNvGrpSpPr/>
          <p:nvPr/>
        </p:nvGrpSpPr>
        <p:grpSpPr>
          <a:xfrm>
            <a:off x="795240" y="2890800"/>
            <a:ext cx="3669480" cy="3104280"/>
            <a:chOff x="795240" y="2890800"/>
            <a:chExt cx="3669480" cy="3104280"/>
          </a:xfrm>
        </p:grpSpPr>
        <p:sp>
          <p:nvSpPr>
            <p:cNvPr id="1862" name="Google Shape;1566;p87"/>
            <p:cNvSpPr/>
            <p:nvPr/>
          </p:nvSpPr>
          <p:spPr>
            <a:xfrm>
              <a:off x="795240" y="4303800"/>
              <a:ext cx="560520" cy="1691280"/>
            </a:xfrm>
            <a:custGeom>
              <a:avLst/>
              <a:gdLst>
                <a:gd name="textAreaLeft" fmla="*/ 0 w 560520"/>
                <a:gd name="textAreaRight" fmla="*/ 565200 w 560520"/>
                <a:gd name="textAreaTop" fmla="*/ 0 h 1691280"/>
                <a:gd name="textAreaBottom" fmla="*/ 1695960 h 1691280"/>
              </a:gdLst>
              <a:ahLst/>
              <a:cxnLst/>
              <a:rect l="textAreaLeft" t="textAreaTop" r="textAreaRight" b="textAreaBottom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23889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63" name="Google Shape;1567;p87"/>
            <p:cNvSpPr/>
            <p:nvPr/>
          </p:nvSpPr>
          <p:spPr>
            <a:xfrm>
              <a:off x="3904200" y="3738600"/>
              <a:ext cx="560520" cy="1125720"/>
            </a:xfrm>
            <a:custGeom>
              <a:avLst/>
              <a:gdLst>
                <a:gd name="textAreaLeft" fmla="*/ 0 w 560520"/>
                <a:gd name="textAreaRight" fmla="*/ 565200 w 560520"/>
                <a:gd name="textAreaTop" fmla="*/ 0 h 1125720"/>
                <a:gd name="textAreaBottom" fmla="*/ 1130400 h 1125720"/>
              </a:gdLst>
              <a:ahLst/>
              <a:cxnLst/>
              <a:rect l="textAreaLeft" t="textAreaTop" r="textAreaRight" b="textAreaBottom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solidFill>
              <a:srgbClr val="623889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64" name="Google Shape;1568;p87"/>
            <p:cNvSpPr/>
            <p:nvPr/>
          </p:nvSpPr>
          <p:spPr>
            <a:xfrm>
              <a:off x="4186800" y="5434560"/>
              <a:ext cx="277920" cy="277920"/>
            </a:xfrm>
            <a:custGeom>
              <a:avLst/>
              <a:gdLst>
                <a:gd name="textAreaLeft" fmla="*/ 0 w 277920"/>
                <a:gd name="textAreaRight" fmla="*/ 282600 w 277920"/>
                <a:gd name="textAreaTop" fmla="*/ 0 h 277920"/>
                <a:gd name="textAreaBottom" fmla="*/ 282600 h 27792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623889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65" name="Google Shape;1569;p87"/>
            <p:cNvSpPr/>
            <p:nvPr/>
          </p:nvSpPr>
          <p:spPr>
            <a:xfrm>
              <a:off x="2490840" y="3173400"/>
              <a:ext cx="277920" cy="277920"/>
            </a:xfrm>
            <a:custGeom>
              <a:avLst/>
              <a:gdLst>
                <a:gd name="textAreaLeft" fmla="*/ 0 w 277920"/>
                <a:gd name="textAreaRight" fmla="*/ 282600 w 277920"/>
                <a:gd name="textAreaTop" fmla="*/ 0 h 277920"/>
                <a:gd name="textAreaBottom" fmla="*/ 282600 h 27792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623889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66" name="Google Shape;1570;p87"/>
            <p:cNvSpPr/>
            <p:nvPr/>
          </p:nvSpPr>
          <p:spPr>
            <a:xfrm>
              <a:off x="1360440" y="2890800"/>
              <a:ext cx="1125720" cy="1125720"/>
            </a:xfrm>
            <a:custGeom>
              <a:avLst/>
              <a:gdLst>
                <a:gd name="textAreaLeft" fmla="*/ 0 w 1125720"/>
                <a:gd name="textAreaRight" fmla="*/ 1130400 w 1125720"/>
                <a:gd name="textAreaTop" fmla="*/ 0 h 1125720"/>
                <a:gd name="textAreaBottom" fmla="*/ 1130400 h 1125720"/>
              </a:gdLst>
              <a:ahLst/>
              <a:cxnLst/>
              <a:rect l="textAreaLeft" t="textAreaTop" r="textAreaRight" b="textAreaBottom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solidFill>
              <a:srgbClr val="623889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67" name="Google Shape;1571;p87"/>
            <p:cNvSpPr/>
            <p:nvPr/>
          </p:nvSpPr>
          <p:spPr>
            <a:xfrm>
              <a:off x="1925640" y="4303800"/>
              <a:ext cx="1408320" cy="1408320"/>
            </a:xfrm>
            <a:custGeom>
              <a:avLst/>
              <a:gdLst>
                <a:gd name="textAreaLeft" fmla="*/ 0 w 1408320"/>
                <a:gd name="textAreaRight" fmla="*/ 1413000 w 1408320"/>
                <a:gd name="textAreaTop" fmla="*/ 0 h 1408320"/>
                <a:gd name="textAreaBottom" fmla="*/ 1413000 h 1408320"/>
              </a:gdLst>
              <a:ahLst/>
              <a:cxnLst/>
              <a:rect l="textAreaLeft" t="textAreaTop" r="textAreaRight" b="textAreaBottom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solidFill>
              <a:srgbClr val="623889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868" name="Google Shape;1572;p87"/>
          <p:cNvGrpSpPr/>
          <p:nvPr/>
        </p:nvGrpSpPr>
        <p:grpSpPr>
          <a:xfrm>
            <a:off x="1684080" y="792720"/>
            <a:ext cx="1365480" cy="1091520"/>
            <a:chOff x="1684080" y="792720"/>
            <a:chExt cx="1365480" cy="1091520"/>
          </a:xfrm>
        </p:grpSpPr>
        <p:sp>
          <p:nvSpPr>
            <p:cNvPr id="1869" name="Google Shape;1573;p87"/>
            <p:cNvSpPr/>
            <p:nvPr/>
          </p:nvSpPr>
          <p:spPr>
            <a:xfrm>
              <a:off x="2232000" y="792720"/>
              <a:ext cx="269280" cy="269280"/>
            </a:xfrm>
            <a:custGeom>
              <a:avLst/>
              <a:gdLst>
                <a:gd name="textAreaLeft" fmla="*/ 0 w 269280"/>
                <a:gd name="textAreaRight" fmla="*/ 273960 w 269280"/>
                <a:gd name="textAreaTop" fmla="*/ 0 h 269280"/>
                <a:gd name="textAreaBottom" fmla="*/ 273960 h 2692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70" name="Google Shape;1574;p87"/>
            <p:cNvSpPr/>
            <p:nvPr/>
          </p:nvSpPr>
          <p:spPr>
            <a:xfrm>
              <a:off x="1958040" y="1066680"/>
              <a:ext cx="269280" cy="269280"/>
            </a:xfrm>
            <a:custGeom>
              <a:avLst/>
              <a:gdLst>
                <a:gd name="textAreaLeft" fmla="*/ 0 w 269280"/>
                <a:gd name="textAreaRight" fmla="*/ 273960 w 269280"/>
                <a:gd name="textAreaTop" fmla="*/ 0 h 269280"/>
                <a:gd name="textAreaBottom" fmla="*/ 273960 h 2692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71" name="Google Shape;1575;p87"/>
            <p:cNvSpPr/>
            <p:nvPr/>
          </p:nvSpPr>
          <p:spPr>
            <a:xfrm>
              <a:off x="1684080" y="1341000"/>
              <a:ext cx="269280" cy="269280"/>
            </a:xfrm>
            <a:custGeom>
              <a:avLst/>
              <a:gdLst>
                <a:gd name="textAreaLeft" fmla="*/ 0 w 269280"/>
                <a:gd name="textAreaRight" fmla="*/ 273960 w 269280"/>
                <a:gd name="textAreaTop" fmla="*/ 0 h 269280"/>
                <a:gd name="textAreaBottom" fmla="*/ 273960 h 2692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72" name="Google Shape;1576;p87"/>
            <p:cNvSpPr/>
            <p:nvPr/>
          </p:nvSpPr>
          <p:spPr>
            <a:xfrm>
              <a:off x="1684080" y="1614960"/>
              <a:ext cx="269280" cy="269280"/>
            </a:xfrm>
            <a:custGeom>
              <a:avLst/>
              <a:gdLst>
                <a:gd name="textAreaLeft" fmla="*/ 0 w 269280"/>
                <a:gd name="textAreaRight" fmla="*/ 273960 w 269280"/>
                <a:gd name="textAreaTop" fmla="*/ 0 h 269280"/>
                <a:gd name="textAreaBottom" fmla="*/ 273960 h 2692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73" name="Google Shape;1577;p87"/>
            <p:cNvSpPr/>
            <p:nvPr/>
          </p:nvSpPr>
          <p:spPr>
            <a:xfrm>
              <a:off x="1958040" y="1614960"/>
              <a:ext cx="269280" cy="269280"/>
            </a:xfrm>
            <a:custGeom>
              <a:avLst/>
              <a:gdLst>
                <a:gd name="textAreaLeft" fmla="*/ 0 w 269280"/>
                <a:gd name="textAreaRight" fmla="*/ 273960 w 269280"/>
                <a:gd name="textAreaTop" fmla="*/ 0 h 269280"/>
                <a:gd name="textAreaBottom" fmla="*/ 273960 h 2692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74" name="Google Shape;1578;p87"/>
            <p:cNvSpPr/>
            <p:nvPr/>
          </p:nvSpPr>
          <p:spPr>
            <a:xfrm>
              <a:off x="2232000" y="1614960"/>
              <a:ext cx="269280" cy="269280"/>
            </a:xfrm>
            <a:custGeom>
              <a:avLst/>
              <a:gdLst>
                <a:gd name="textAreaLeft" fmla="*/ 0 w 269280"/>
                <a:gd name="textAreaRight" fmla="*/ 273960 w 269280"/>
                <a:gd name="textAreaTop" fmla="*/ 0 h 269280"/>
                <a:gd name="textAreaBottom" fmla="*/ 273960 h 2692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75" name="Google Shape;1579;p87"/>
            <p:cNvSpPr/>
            <p:nvPr/>
          </p:nvSpPr>
          <p:spPr>
            <a:xfrm>
              <a:off x="2506320" y="1614960"/>
              <a:ext cx="269280" cy="269280"/>
            </a:xfrm>
            <a:custGeom>
              <a:avLst/>
              <a:gdLst>
                <a:gd name="textAreaLeft" fmla="*/ 0 w 269280"/>
                <a:gd name="textAreaRight" fmla="*/ 273960 w 269280"/>
                <a:gd name="textAreaTop" fmla="*/ 0 h 269280"/>
                <a:gd name="textAreaBottom" fmla="*/ 273960 h 2692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76" name="Google Shape;1580;p87"/>
            <p:cNvSpPr/>
            <p:nvPr/>
          </p:nvSpPr>
          <p:spPr>
            <a:xfrm>
              <a:off x="2780280" y="1614960"/>
              <a:ext cx="269280" cy="269280"/>
            </a:xfrm>
            <a:custGeom>
              <a:avLst/>
              <a:gdLst>
                <a:gd name="textAreaLeft" fmla="*/ 0 w 269280"/>
                <a:gd name="textAreaRight" fmla="*/ 273960 w 269280"/>
                <a:gd name="textAreaTop" fmla="*/ 0 h 269280"/>
                <a:gd name="textAreaBottom" fmla="*/ 273960 h 2692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77" name="Google Shape;1581;p87"/>
            <p:cNvSpPr/>
            <p:nvPr/>
          </p:nvSpPr>
          <p:spPr>
            <a:xfrm>
              <a:off x="2780280" y="1341000"/>
              <a:ext cx="269280" cy="269280"/>
            </a:xfrm>
            <a:custGeom>
              <a:avLst/>
              <a:gdLst>
                <a:gd name="textAreaLeft" fmla="*/ 0 w 269280"/>
                <a:gd name="textAreaRight" fmla="*/ 273960 w 269280"/>
                <a:gd name="textAreaTop" fmla="*/ 0 h 269280"/>
                <a:gd name="textAreaBottom" fmla="*/ 273960 h 2692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78" name="Google Shape;1582;p87"/>
            <p:cNvSpPr/>
            <p:nvPr/>
          </p:nvSpPr>
          <p:spPr>
            <a:xfrm>
              <a:off x="2506320" y="1066680"/>
              <a:ext cx="269280" cy="269280"/>
            </a:xfrm>
            <a:custGeom>
              <a:avLst/>
              <a:gdLst>
                <a:gd name="textAreaLeft" fmla="*/ 0 w 269280"/>
                <a:gd name="textAreaRight" fmla="*/ 273960 w 269280"/>
                <a:gd name="textAreaTop" fmla="*/ 0 h 269280"/>
                <a:gd name="textAreaBottom" fmla="*/ 273960 h 2692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879" name="Google Shape;1583;p87"/>
          <p:cNvGrpSpPr/>
          <p:nvPr/>
        </p:nvGrpSpPr>
        <p:grpSpPr>
          <a:xfrm>
            <a:off x="9798120" y="5367240"/>
            <a:ext cx="1393560" cy="726840"/>
            <a:chOff x="9798120" y="5367240"/>
            <a:chExt cx="1393560" cy="726840"/>
          </a:xfrm>
        </p:grpSpPr>
        <p:grpSp>
          <p:nvGrpSpPr>
            <p:cNvPr id="1880" name="Google Shape;1584;p87"/>
            <p:cNvGrpSpPr/>
            <p:nvPr/>
          </p:nvGrpSpPr>
          <p:grpSpPr>
            <a:xfrm>
              <a:off x="9798120" y="5367240"/>
              <a:ext cx="1159920" cy="280440"/>
              <a:chOff x="9798120" y="5367240"/>
              <a:chExt cx="1159920" cy="280440"/>
            </a:xfrm>
          </p:grpSpPr>
          <p:sp>
            <p:nvSpPr>
              <p:cNvPr id="1881" name="Google Shape;1585;p87"/>
              <p:cNvSpPr/>
              <p:nvPr/>
            </p:nvSpPr>
            <p:spPr>
              <a:xfrm>
                <a:off x="9798120" y="5367240"/>
                <a:ext cx="137520" cy="279000"/>
              </a:xfrm>
              <a:custGeom>
                <a:avLst/>
                <a:gdLst>
                  <a:gd name="textAreaLeft" fmla="*/ 0 w 137520"/>
                  <a:gd name="textAreaRight" fmla="*/ 142200 w 137520"/>
                  <a:gd name="textAreaTop" fmla="*/ 0 h 279000"/>
                  <a:gd name="textAreaBottom" fmla="*/ 283680 h 279000"/>
                </a:gdLst>
                <a:ahLst/>
                <a:cxnLst/>
                <a:rect l="textAreaLeft" t="textAreaTop" r="textAreaRight" b="textAreaBottom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82" name="Google Shape;1586;p87"/>
              <p:cNvSpPr/>
              <p:nvPr/>
            </p:nvSpPr>
            <p:spPr>
              <a:xfrm>
                <a:off x="9969840" y="5420160"/>
                <a:ext cx="214200" cy="227520"/>
              </a:xfrm>
              <a:custGeom>
                <a:avLst/>
                <a:gdLst>
                  <a:gd name="textAreaLeft" fmla="*/ 0 w 214200"/>
                  <a:gd name="textAreaRight" fmla="*/ 218880 w 214200"/>
                  <a:gd name="textAreaTop" fmla="*/ 0 h 227520"/>
                  <a:gd name="textAreaBottom" fmla="*/ 232200 h 227520"/>
                </a:gdLst>
                <a:ahLst/>
                <a:cxnLst/>
                <a:rect l="textAreaLeft" t="textAreaTop" r="textAreaRight" b="textAreaBottom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83" name="Google Shape;1587;p87"/>
              <p:cNvSpPr/>
              <p:nvPr/>
            </p:nvSpPr>
            <p:spPr>
              <a:xfrm>
                <a:off x="10224720" y="5420160"/>
                <a:ext cx="202320" cy="227520"/>
              </a:xfrm>
              <a:custGeom>
                <a:avLst/>
                <a:gdLst>
                  <a:gd name="textAreaLeft" fmla="*/ 0 w 202320"/>
                  <a:gd name="textAreaRight" fmla="*/ 207000 w 202320"/>
                  <a:gd name="textAreaTop" fmla="*/ 0 h 227520"/>
                  <a:gd name="textAreaBottom" fmla="*/ 232200 h 227520"/>
                </a:gdLst>
                <a:ahLst/>
                <a:cxnLst/>
                <a:rect l="textAreaLeft" t="textAreaTop" r="textAreaRight" b="textAreaBottom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84" name="Google Shape;1588;p87"/>
              <p:cNvSpPr/>
              <p:nvPr/>
            </p:nvSpPr>
            <p:spPr>
              <a:xfrm>
                <a:off x="10473120" y="5420160"/>
                <a:ext cx="199440" cy="222480"/>
              </a:xfrm>
              <a:custGeom>
                <a:avLst/>
                <a:gdLst>
                  <a:gd name="textAreaLeft" fmla="*/ 0 w 199440"/>
                  <a:gd name="textAreaRight" fmla="*/ 204120 w 199440"/>
                  <a:gd name="textAreaTop" fmla="*/ 0 h 222480"/>
                  <a:gd name="textAreaBottom" fmla="*/ 227160 h 222480"/>
                </a:gdLst>
                <a:ahLst/>
                <a:cxnLst/>
                <a:rect l="textAreaLeft" t="textAreaTop" r="textAreaRight" b="textAreaBottom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85" name="Google Shape;1589;p87"/>
              <p:cNvSpPr/>
              <p:nvPr/>
            </p:nvSpPr>
            <p:spPr>
              <a:xfrm>
                <a:off x="10721520" y="5420160"/>
                <a:ext cx="236520" cy="227520"/>
              </a:xfrm>
              <a:custGeom>
                <a:avLst/>
                <a:gdLst>
                  <a:gd name="textAreaLeft" fmla="*/ 0 w 236520"/>
                  <a:gd name="textAreaRight" fmla="*/ 241200 w 236520"/>
                  <a:gd name="textAreaTop" fmla="*/ 0 h 227520"/>
                  <a:gd name="textAreaBottom" fmla="*/ 232200 h 22752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886" name="Google Shape;1590;p87"/>
            <p:cNvGrpSpPr/>
            <p:nvPr/>
          </p:nvGrpSpPr>
          <p:grpSpPr>
            <a:xfrm>
              <a:off x="10199160" y="5727600"/>
              <a:ext cx="992520" cy="366480"/>
              <a:chOff x="10199160" y="5727600"/>
              <a:chExt cx="992520" cy="366480"/>
            </a:xfrm>
          </p:grpSpPr>
          <p:sp>
            <p:nvSpPr>
              <p:cNvPr id="1887" name="Google Shape;1591;p87"/>
              <p:cNvSpPr/>
              <p:nvPr/>
            </p:nvSpPr>
            <p:spPr>
              <a:xfrm>
                <a:off x="10199160" y="5727600"/>
                <a:ext cx="58680" cy="298800"/>
              </a:xfrm>
              <a:custGeom>
                <a:avLst/>
                <a:gdLst>
                  <a:gd name="textAreaLeft" fmla="*/ 0 w 58680"/>
                  <a:gd name="textAreaRight" fmla="*/ 63360 w 58680"/>
                  <a:gd name="textAreaTop" fmla="*/ 0 h 298800"/>
                  <a:gd name="textAreaBottom" fmla="*/ 303480 h 298800"/>
                </a:gdLst>
                <a:ahLst/>
                <a:cxnLst/>
                <a:rect l="textAreaLeft" t="textAreaTop" r="textAreaRight" b="textAreaBottom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88" name="Google Shape;1592;p87"/>
              <p:cNvSpPr/>
              <p:nvPr/>
            </p:nvSpPr>
            <p:spPr>
              <a:xfrm>
                <a:off x="10311120" y="5804280"/>
                <a:ext cx="236520" cy="227520"/>
              </a:xfrm>
              <a:custGeom>
                <a:avLst/>
                <a:gdLst>
                  <a:gd name="textAreaLeft" fmla="*/ 0 w 236520"/>
                  <a:gd name="textAreaRight" fmla="*/ 241200 w 236520"/>
                  <a:gd name="textAreaTop" fmla="*/ 0 h 227520"/>
                  <a:gd name="textAreaBottom" fmla="*/ 232200 h 22752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89" name="Google Shape;1593;p87"/>
              <p:cNvSpPr/>
              <p:nvPr/>
            </p:nvSpPr>
            <p:spPr>
              <a:xfrm>
                <a:off x="10588320" y="5804280"/>
                <a:ext cx="229320" cy="289800"/>
              </a:xfrm>
              <a:custGeom>
                <a:avLst/>
                <a:gdLst>
                  <a:gd name="textAreaLeft" fmla="*/ 0 w 229320"/>
                  <a:gd name="textAreaRight" fmla="*/ 234000 w 229320"/>
                  <a:gd name="textAreaTop" fmla="*/ 0 h 289800"/>
                  <a:gd name="textAreaBottom" fmla="*/ 294480 h 289800"/>
                </a:gdLst>
                <a:ahLst/>
                <a:cxnLst/>
                <a:rect l="textAreaLeft" t="textAreaTop" r="textAreaRight" b="textAreaBottom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90" name="Google Shape;1594;p87"/>
              <p:cNvSpPr/>
              <p:nvPr/>
            </p:nvSpPr>
            <p:spPr>
              <a:xfrm>
                <a:off x="10880280" y="5727600"/>
                <a:ext cx="61920" cy="298800"/>
              </a:xfrm>
              <a:custGeom>
                <a:avLst/>
                <a:gdLst>
                  <a:gd name="textAreaLeft" fmla="*/ 0 w 61920"/>
                  <a:gd name="textAreaRight" fmla="*/ 66600 w 61920"/>
                  <a:gd name="textAreaTop" fmla="*/ 0 h 298800"/>
                  <a:gd name="textAreaBottom" fmla="*/ 303480 h 298800"/>
                </a:gdLst>
                <a:ahLst/>
                <a:cxnLst/>
                <a:rect l="textAreaLeft" t="textAreaTop" r="textAreaRight" b="textAreaBottom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91" name="Google Shape;1595;p87"/>
              <p:cNvSpPr/>
              <p:nvPr/>
            </p:nvSpPr>
            <p:spPr>
              <a:xfrm>
                <a:off x="10991160" y="5806080"/>
                <a:ext cx="200520" cy="225000"/>
              </a:xfrm>
              <a:custGeom>
                <a:avLst/>
                <a:gdLst>
                  <a:gd name="textAreaLeft" fmla="*/ 0 w 200520"/>
                  <a:gd name="textAreaRight" fmla="*/ 205200 w 200520"/>
                  <a:gd name="textAreaTop" fmla="*/ 0 h 225000"/>
                  <a:gd name="textAreaBottom" fmla="*/ 229680 h 225000"/>
                </a:gdLst>
                <a:ahLst/>
                <a:cxnLst/>
                <a:rect l="textAreaLeft" t="textAreaTop" r="textAreaRight" b="textAreaBottom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892" name="Google Shape;1596;p87"/>
          <p:cNvGrpSpPr/>
          <p:nvPr/>
        </p:nvGrpSpPr>
        <p:grpSpPr>
          <a:xfrm>
            <a:off x="9880920" y="5104080"/>
            <a:ext cx="574920" cy="140400"/>
            <a:chOff x="9880920" y="5104080"/>
            <a:chExt cx="574920" cy="140400"/>
          </a:xfrm>
        </p:grpSpPr>
        <p:sp>
          <p:nvSpPr>
            <p:cNvPr id="1893" name="Google Shape;1597;p87"/>
            <p:cNvSpPr/>
            <p:nvPr/>
          </p:nvSpPr>
          <p:spPr>
            <a:xfrm>
              <a:off x="10369800" y="5109840"/>
              <a:ext cx="86040" cy="133920"/>
            </a:xfrm>
            <a:custGeom>
              <a:avLst/>
              <a:gdLst>
                <a:gd name="textAreaLeft" fmla="*/ 0 w 86040"/>
                <a:gd name="textAreaRight" fmla="*/ 90720 w 86040"/>
                <a:gd name="textAreaTop" fmla="*/ 0 h 133920"/>
                <a:gd name="textAreaBottom" fmla="*/ 138600 h 133920"/>
              </a:gdLst>
              <a:ahLst/>
              <a:cxnLst/>
              <a:rect l="textAreaLeft" t="textAreaTop" r="textAreaRight" b="textAreaBottom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94" name="Google Shape;1598;p87"/>
            <p:cNvSpPr/>
            <p:nvPr/>
          </p:nvSpPr>
          <p:spPr>
            <a:xfrm>
              <a:off x="9880920" y="5104080"/>
              <a:ext cx="126360" cy="140400"/>
            </a:xfrm>
            <a:custGeom>
              <a:avLst/>
              <a:gdLst>
                <a:gd name="textAreaLeft" fmla="*/ 0 w 126360"/>
                <a:gd name="textAreaRight" fmla="*/ 131040 w 126360"/>
                <a:gd name="textAreaTop" fmla="*/ 0 h 140400"/>
                <a:gd name="textAreaBottom" fmla="*/ 145080 h 140400"/>
              </a:gdLst>
              <a:ahLst/>
              <a:cxnLst/>
              <a:rect l="textAreaLeft" t="textAreaTop" r="textAreaRight" b="textAreaBottom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95" name="Google Shape;1599;p87"/>
            <p:cNvSpPr/>
            <p:nvPr/>
          </p:nvSpPr>
          <p:spPr>
            <a:xfrm>
              <a:off x="10007280" y="5124240"/>
              <a:ext cx="122760" cy="115920"/>
            </a:xfrm>
            <a:custGeom>
              <a:avLst/>
              <a:gdLst>
                <a:gd name="textAreaLeft" fmla="*/ 0 w 122760"/>
                <a:gd name="textAreaRight" fmla="*/ 127440 w 122760"/>
                <a:gd name="textAreaTop" fmla="*/ 0 h 115920"/>
                <a:gd name="textAreaBottom" fmla="*/ 120600 h 115920"/>
              </a:gdLst>
              <a:ahLst/>
              <a:cxnLst/>
              <a:rect l="textAreaLeft" t="textAreaTop" r="textAreaRight" b="textAreaBottom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96" name="Google Shape;1600;p87"/>
            <p:cNvSpPr/>
            <p:nvPr/>
          </p:nvSpPr>
          <p:spPr>
            <a:xfrm>
              <a:off x="10133280" y="5125680"/>
              <a:ext cx="114480" cy="112320"/>
            </a:xfrm>
            <a:custGeom>
              <a:avLst/>
              <a:gdLst>
                <a:gd name="textAreaLeft" fmla="*/ 0 w 114480"/>
                <a:gd name="textAreaRight" fmla="*/ 119160 w 114480"/>
                <a:gd name="textAreaTop" fmla="*/ 0 h 112320"/>
                <a:gd name="textAreaBottom" fmla="*/ 117000 h 112320"/>
              </a:gdLst>
              <a:ahLst/>
              <a:cxnLst/>
              <a:rect l="textAreaLeft" t="textAreaTop" r="textAreaRight" b="textAreaBottom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97" name="Google Shape;1601;p87"/>
            <p:cNvSpPr/>
            <p:nvPr/>
          </p:nvSpPr>
          <p:spPr>
            <a:xfrm>
              <a:off x="10251720" y="5124960"/>
              <a:ext cx="115560" cy="114480"/>
            </a:xfrm>
            <a:custGeom>
              <a:avLst/>
              <a:gdLst>
                <a:gd name="textAreaLeft" fmla="*/ 0 w 115560"/>
                <a:gd name="textAreaRight" fmla="*/ 120240 w 115560"/>
                <a:gd name="textAreaTop" fmla="*/ 0 h 114480"/>
                <a:gd name="textAreaBottom" fmla="*/ 119160 h 114480"/>
              </a:gdLst>
              <a:ahLst/>
              <a:cxnLst/>
              <a:rect l="textAreaLeft" t="textAreaTop" r="textAreaRight" b="textAreaBottom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898" name="Google Shape;1602;p87"/>
          <p:cNvGrpSpPr/>
          <p:nvPr/>
        </p:nvGrpSpPr>
        <p:grpSpPr>
          <a:xfrm>
            <a:off x="401040" y="198360"/>
            <a:ext cx="7670520" cy="1620360"/>
            <a:chOff x="401040" y="198360"/>
            <a:chExt cx="7670520" cy="1620360"/>
          </a:xfrm>
        </p:grpSpPr>
        <p:sp>
          <p:nvSpPr>
            <p:cNvPr id="1899" name="Google Shape;1603;p87"/>
            <p:cNvSpPr/>
            <p:nvPr/>
          </p:nvSpPr>
          <p:spPr>
            <a:xfrm>
              <a:off x="690480" y="275760"/>
              <a:ext cx="3774240" cy="154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_INTELIGÊNCIA</a:t>
              </a:r>
              <a:br>
                <a:rPr sz="2100"/>
              </a:b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ARTIFICIAL</a:t>
              </a:r>
              <a:endParaRPr b="0" lang="pt-BR" sz="21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0" name="Google Shape;1604;p87"/>
            <p:cNvSpPr/>
            <p:nvPr/>
          </p:nvSpPr>
          <p:spPr>
            <a:xfrm>
              <a:off x="2858400" y="821880"/>
              <a:ext cx="5213160" cy="765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16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_COM MICROSOFT AZURE</a:t>
              </a:r>
              <a:endParaRPr b="0" lang="pt-BR" sz="16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901" name="Google Shape;1605;p87"/>
            <p:cNvGrpSpPr/>
            <p:nvPr/>
          </p:nvGrpSpPr>
          <p:grpSpPr>
            <a:xfrm>
              <a:off x="401040" y="198360"/>
              <a:ext cx="688680" cy="688680"/>
              <a:chOff x="401040" y="198360"/>
              <a:chExt cx="688680" cy="688680"/>
            </a:xfrm>
          </p:grpSpPr>
          <p:sp>
            <p:nvSpPr>
              <p:cNvPr id="1902" name="Google Shape;1606;p87"/>
              <p:cNvSpPr/>
              <p:nvPr/>
            </p:nvSpPr>
            <p:spPr>
              <a:xfrm>
                <a:off x="401040" y="545040"/>
                <a:ext cx="342000" cy="342000"/>
              </a:xfrm>
              <a:prstGeom prst="rect">
                <a:avLst/>
              </a:prstGeom>
              <a:solidFill>
                <a:srgbClr val="acb8ca">
                  <a:alpha val="17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03" name="Google Shape;1607;p87"/>
              <p:cNvSpPr/>
              <p:nvPr/>
            </p:nvSpPr>
            <p:spPr>
              <a:xfrm>
                <a:off x="747720" y="198360"/>
                <a:ext cx="342000" cy="342000"/>
              </a:xfrm>
              <a:prstGeom prst="rect">
                <a:avLst/>
              </a:prstGeom>
              <a:solidFill>
                <a:srgbClr val="acb8ca">
                  <a:alpha val="17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904" name="Google Shape;1608;p87"/>
          <p:cNvSpPr/>
          <p:nvPr/>
        </p:nvSpPr>
        <p:spPr>
          <a:xfrm>
            <a:off x="706680" y="3871800"/>
            <a:ext cx="3554280" cy="168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Chegamos ao final</a:t>
            </a:r>
            <a:br>
              <a:rPr sz="2600"/>
            </a:b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do nosso encontro!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Até o </a:t>
            </a:r>
            <a:r>
              <a:rPr b="1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próximo</a:t>
            </a: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905" name="Google Shape;1609;p87"/>
          <p:cNvGrpSpPr/>
          <p:nvPr/>
        </p:nvGrpSpPr>
        <p:grpSpPr>
          <a:xfrm>
            <a:off x="8925840" y="1445400"/>
            <a:ext cx="2592360" cy="375120"/>
            <a:chOff x="8925840" y="1445400"/>
            <a:chExt cx="2592360" cy="375120"/>
          </a:xfrm>
        </p:grpSpPr>
        <p:sp>
          <p:nvSpPr>
            <p:cNvPr id="1906" name="Google Shape;1610;p87"/>
            <p:cNvSpPr/>
            <p:nvPr/>
          </p:nvSpPr>
          <p:spPr>
            <a:xfrm>
              <a:off x="8925840" y="1445400"/>
              <a:ext cx="176400" cy="176400"/>
            </a:xfrm>
            <a:custGeom>
              <a:avLst/>
              <a:gdLst>
                <a:gd name="textAreaLeft" fmla="*/ 0 w 176400"/>
                <a:gd name="textAreaRight" fmla="*/ 181080 w 176400"/>
                <a:gd name="textAreaTop" fmla="*/ 0 h 176400"/>
                <a:gd name="textAreaBottom" fmla="*/ 181080 h 176400"/>
              </a:gdLst>
              <a:ahLst/>
              <a:cxnLst/>
              <a:rect l="textAreaLeft" t="textAreaTop" r="textAreaRight" b="textAreaBottom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7" name="Google Shape;1611;p87"/>
            <p:cNvSpPr/>
            <p:nvPr/>
          </p:nvSpPr>
          <p:spPr>
            <a:xfrm>
              <a:off x="9124560" y="1445400"/>
              <a:ext cx="176400" cy="176400"/>
            </a:xfrm>
            <a:custGeom>
              <a:avLst/>
              <a:gdLst>
                <a:gd name="textAreaLeft" fmla="*/ 0 w 176400"/>
                <a:gd name="textAreaRight" fmla="*/ 181080 w 176400"/>
                <a:gd name="textAreaTop" fmla="*/ 0 h 176400"/>
                <a:gd name="textAreaBottom" fmla="*/ 181080 h 176400"/>
              </a:gdLst>
              <a:ahLst/>
              <a:cxnLst/>
              <a:rect l="textAreaLeft" t="textAreaTop" r="textAreaRight" b="textAreaBottom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8" name="Google Shape;1612;p87"/>
            <p:cNvSpPr/>
            <p:nvPr/>
          </p:nvSpPr>
          <p:spPr>
            <a:xfrm>
              <a:off x="8925840" y="1644120"/>
              <a:ext cx="176400" cy="176400"/>
            </a:xfrm>
            <a:custGeom>
              <a:avLst/>
              <a:gdLst>
                <a:gd name="textAreaLeft" fmla="*/ 0 w 176400"/>
                <a:gd name="textAreaRight" fmla="*/ 181080 w 176400"/>
                <a:gd name="textAreaTop" fmla="*/ 0 h 176400"/>
                <a:gd name="textAreaBottom" fmla="*/ 181080 h 176400"/>
              </a:gdLst>
              <a:ahLst/>
              <a:cxnLst/>
              <a:rect l="textAreaLeft" t="textAreaTop" r="textAreaRight" b="textAreaBottom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9" name="Google Shape;1613;p87"/>
            <p:cNvSpPr/>
            <p:nvPr/>
          </p:nvSpPr>
          <p:spPr>
            <a:xfrm>
              <a:off x="9124560" y="1644120"/>
              <a:ext cx="176400" cy="176400"/>
            </a:xfrm>
            <a:custGeom>
              <a:avLst/>
              <a:gdLst>
                <a:gd name="textAreaLeft" fmla="*/ 0 w 176400"/>
                <a:gd name="textAreaRight" fmla="*/ 181080 w 176400"/>
                <a:gd name="textAreaTop" fmla="*/ 0 h 176400"/>
                <a:gd name="textAreaBottom" fmla="*/ 181080 h 176400"/>
              </a:gdLst>
              <a:ahLst/>
              <a:cxnLst/>
              <a:rect l="textAreaLeft" t="textAreaTop" r="textAreaRight" b="textAreaBottom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910" name="Google Shape;1614;p87" descr=""/>
            <p:cNvPicPr/>
            <p:nvPr/>
          </p:nvPicPr>
          <p:blipFill>
            <a:blip r:embed="rId2"/>
            <a:stretch/>
          </p:blipFill>
          <p:spPr>
            <a:xfrm>
              <a:off x="9412200" y="1525320"/>
              <a:ext cx="2106000" cy="22140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_Curso_Power Platform">
    <p:bg>
      <p:bgPr>
        <a:solidFill>
          <a:srgbClr val="7973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11" name="Google Shape;1616;p88"/>
          <p:cNvGrpSpPr/>
          <p:nvPr/>
        </p:nvGrpSpPr>
        <p:grpSpPr>
          <a:xfrm>
            <a:off x="730800" y="3085920"/>
            <a:ext cx="5703480" cy="2416320"/>
            <a:chOff x="730800" y="3085920"/>
            <a:chExt cx="5703480" cy="2416320"/>
          </a:xfrm>
        </p:grpSpPr>
        <p:sp>
          <p:nvSpPr>
            <p:cNvPr id="1912" name="Google Shape;1617;p88"/>
            <p:cNvSpPr/>
            <p:nvPr/>
          </p:nvSpPr>
          <p:spPr>
            <a:xfrm>
              <a:off x="1363680" y="3959280"/>
              <a:ext cx="5070600" cy="154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_POWER</a:t>
              </a:r>
              <a:br>
                <a:rPr sz="5500"/>
              </a:b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PLATFORM</a:t>
              </a:r>
              <a:endParaRPr b="0" lang="pt-BR" sz="5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3" name="Google Shape;1618;p88"/>
            <p:cNvSpPr/>
            <p:nvPr/>
          </p:nvSpPr>
          <p:spPr>
            <a:xfrm rot="16200000">
              <a:off x="-249120" y="4066200"/>
              <a:ext cx="2412360" cy="451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26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C U R S O</a:t>
              </a:r>
              <a:endParaRPr b="0" lang="pt-BR" sz="26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914" name="Google Shape;1619;p88"/>
          <p:cNvGrpSpPr/>
          <p:nvPr/>
        </p:nvGrpSpPr>
        <p:grpSpPr>
          <a:xfrm>
            <a:off x="755280" y="2794320"/>
            <a:ext cx="688680" cy="688680"/>
            <a:chOff x="755280" y="2794320"/>
            <a:chExt cx="688680" cy="688680"/>
          </a:xfrm>
        </p:grpSpPr>
        <p:sp>
          <p:nvSpPr>
            <p:cNvPr id="1915" name="Google Shape;1620;p88"/>
            <p:cNvSpPr/>
            <p:nvPr/>
          </p:nvSpPr>
          <p:spPr>
            <a:xfrm>
              <a:off x="755280" y="3141000"/>
              <a:ext cx="342000" cy="342000"/>
            </a:xfrm>
            <a:prstGeom prst="rect">
              <a:avLst/>
            </a:prstGeom>
            <a:solidFill>
              <a:srgbClr val="a9a39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6" name="Google Shape;1621;p88"/>
            <p:cNvSpPr/>
            <p:nvPr/>
          </p:nvSpPr>
          <p:spPr>
            <a:xfrm>
              <a:off x="1101960" y="2794320"/>
              <a:ext cx="342000" cy="342000"/>
            </a:xfrm>
            <a:prstGeom prst="rect">
              <a:avLst/>
            </a:prstGeom>
            <a:solidFill>
              <a:srgbClr val="a9a39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917" name="Google Shape;1622;p88"/>
          <p:cNvGrpSpPr/>
          <p:nvPr/>
        </p:nvGrpSpPr>
        <p:grpSpPr>
          <a:xfrm>
            <a:off x="5847480" y="5352120"/>
            <a:ext cx="688680" cy="688680"/>
            <a:chOff x="5847480" y="5352120"/>
            <a:chExt cx="688680" cy="688680"/>
          </a:xfrm>
        </p:grpSpPr>
        <p:sp>
          <p:nvSpPr>
            <p:cNvPr id="1918" name="Google Shape;1623;p88"/>
            <p:cNvSpPr/>
            <p:nvPr/>
          </p:nvSpPr>
          <p:spPr>
            <a:xfrm>
              <a:off x="5847480" y="5698800"/>
              <a:ext cx="342000" cy="342000"/>
            </a:xfrm>
            <a:prstGeom prst="rect">
              <a:avLst/>
            </a:prstGeom>
            <a:solidFill>
              <a:srgbClr val="a9a39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9" name="Google Shape;1624;p88"/>
            <p:cNvSpPr/>
            <p:nvPr/>
          </p:nvSpPr>
          <p:spPr>
            <a:xfrm>
              <a:off x="6194160" y="5352120"/>
              <a:ext cx="342000" cy="342000"/>
            </a:xfrm>
            <a:prstGeom prst="rect">
              <a:avLst/>
            </a:prstGeom>
            <a:solidFill>
              <a:srgbClr val="a9a39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920" name="Google Shape;1625;p88" descr=""/>
          <p:cNvPicPr/>
          <p:nvPr/>
        </p:nvPicPr>
        <p:blipFill>
          <a:blip r:embed="rId2"/>
          <a:stretch/>
        </p:blipFill>
        <p:spPr>
          <a:xfrm>
            <a:off x="10186920" y="3980880"/>
            <a:ext cx="1343160" cy="144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21" name="Google Shape;1626;p88"/>
          <p:cNvSpPr/>
          <p:nvPr/>
        </p:nvSpPr>
        <p:spPr>
          <a:xfrm>
            <a:off x="29865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2" name="Google Shape;1627;p88"/>
          <p:cNvSpPr/>
          <p:nvPr/>
        </p:nvSpPr>
        <p:spPr>
          <a:xfrm>
            <a:off x="35420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3" name="Google Shape;1628;p88"/>
          <p:cNvSpPr/>
          <p:nvPr/>
        </p:nvSpPr>
        <p:spPr>
          <a:xfrm>
            <a:off x="4049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4" name="Google Shape;1629;p88"/>
          <p:cNvSpPr/>
          <p:nvPr/>
        </p:nvSpPr>
        <p:spPr>
          <a:xfrm>
            <a:off x="456408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5" name="Google Shape;1630;p88"/>
          <p:cNvSpPr/>
          <p:nvPr/>
        </p:nvSpPr>
        <p:spPr>
          <a:xfrm>
            <a:off x="50781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6" name="Google Shape;1631;p88"/>
          <p:cNvSpPr/>
          <p:nvPr/>
        </p:nvSpPr>
        <p:spPr>
          <a:xfrm>
            <a:off x="6145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7" name="Google Shape;1632;p88"/>
          <p:cNvSpPr/>
          <p:nvPr/>
        </p:nvSpPr>
        <p:spPr>
          <a:xfrm>
            <a:off x="5633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8" name="Google Shape;1633;p88"/>
          <p:cNvSpPr/>
          <p:nvPr/>
        </p:nvSpPr>
        <p:spPr>
          <a:xfrm>
            <a:off x="67413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9" name="Google Shape;1634;p88"/>
          <p:cNvSpPr/>
          <p:nvPr/>
        </p:nvSpPr>
        <p:spPr>
          <a:xfrm>
            <a:off x="730332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0" name="Google Shape;1635;p88"/>
          <p:cNvSpPr/>
          <p:nvPr/>
        </p:nvSpPr>
        <p:spPr>
          <a:xfrm>
            <a:off x="7846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931" name="Google Shape;1636;p88"/>
          <p:cNvGrpSpPr/>
          <p:nvPr/>
        </p:nvGrpSpPr>
        <p:grpSpPr>
          <a:xfrm>
            <a:off x="747000" y="880560"/>
            <a:ext cx="459360" cy="481680"/>
            <a:chOff x="747000" y="880560"/>
            <a:chExt cx="459360" cy="481680"/>
          </a:xfrm>
        </p:grpSpPr>
        <p:sp>
          <p:nvSpPr>
            <p:cNvPr id="1932" name="Google Shape;1637;p88"/>
            <p:cNvSpPr/>
            <p:nvPr/>
          </p:nvSpPr>
          <p:spPr>
            <a:xfrm>
              <a:off x="747000" y="1177920"/>
              <a:ext cx="184680" cy="184320"/>
            </a:xfrm>
            <a:custGeom>
              <a:avLst/>
              <a:gdLst>
                <a:gd name="textAreaLeft" fmla="*/ 0 w 184680"/>
                <a:gd name="textAreaRight" fmla="*/ 189360 w 184680"/>
                <a:gd name="textAreaTop" fmla="*/ 0 h 184320"/>
                <a:gd name="textAreaBottom" fmla="*/ 189000 h 184320"/>
              </a:gdLst>
              <a:ahLst/>
              <a:cxnLst/>
              <a:rect l="textAreaLeft" t="textAreaTop" r="textAreaRight" b="textAreaBottom"/>
              <a:pathLst>
                <a:path w="131152" h="130746">
                  <a:moveTo>
                    <a:pt x="25760" y="0"/>
                  </a:moveTo>
                  <a:lnTo>
                    <a:pt x="131153" y="0"/>
                  </a:lnTo>
                  <a:lnTo>
                    <a:pt x="69410" y="123485"/>
                  </a:lnTo>
                  <a:cubicBezTo>
                    <a:pt x="64553" y="133167"/>
                    <a:pt x="50731" y="133167"/>
                    <a:pt x="45906" y="123485"/>
                  </a:cubicBezTo>
                  <a:lnTo>
                    <a:pt x="2745" y="37228"/>
                  </a:lnTo>
                  <a:cubicBezTo>
                    <a:pt x="-5796" y="20114"/>
                    <a:pt x="6624" y="0"/>
                    <a:pt x="25760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159455"/>
                </a:gs>
                <a:gs pos="50000">
                  <a:srgbClr val="2aa87f"/>
                </a:gs>
                <a:gs pos="100000">
                  <a:srgbClr val="3fbda9"/>
                </a:gs>
              </a:gsLst>
              <a:lin ang="4512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3" name="Google Shape;1638;p88"/>
            <p:cNvSpPr/>
            <p:nvPr/>
          </p:nvSpPr>
          <p:spPr>
            <a:xfrm>
              <a:off x="852480" y="880560"/>
              <a:ext cx="353880" cy="271440"/>
            </a:xfrm>
            <a:custGeom>
              <a:avLst/>
              <a:gdLst>
                <a:gd name="textAreaLeft" fmla="*/ 0 w 353880"/>
                <a:gd name="textAreaRight" fmla="*/ 358560 w 353880"/>
                <a:gd name="textAreaTop" fmla="*/ 0 h 271440"/>
                <a:gd name="textAreaBottom" fmla="*/ 276120 h 271440"/>
              </a:gdLst>
              <a:ahLst/>
              <a:cxnLst/>
              <a:rect l="textAreaLeft" t="textAreaTop" r="textAreaRight" b="textAreaBottom"/>
              <a:pathLst>
                <a:path w="248294" h="191161">
                  <a:moveTo>
                    <a:pt x="47825" y="0"/>
                  </a:moveTo>
                  <a:lnTo>
                    <a:pt x="193086" y="0"/>
                  </a:lnTo>
                  <a:cubicBezTo>
                    <a:pt x="234063" y="0"/>
                    <a:pt x="260729" y="43129"/>
                    <a:pt x="242409" y="79803"/>
                  </a:cubicBezTo>
                  <a:lnTo>
                    <a:pt x="195075" y="174503"/>
                  </a:lnTo>
                  <a:cubicBezTo>
                    <a:pt x="194944" y="174797"/>
                    <a:pt x="194781" y="175090"/>
                    <a:pt x="194618" y="175416"/>
                  </a:cubicBezTo>
                  <a:lnTo>
                    <a:pt x="186729" y="191161"/>
                  </a:lnTo>
                  <a:lnTo>
                    <a:pt x="195042" y="174503"/>
                  </a:lnTo>
                  <a:cubicBezTo>
                    <a:pt x="212515" y="138057"/>
                    <a:pt x="185947" y="95581"/>
                    <a:pt x="145296" y="95581"/>
                  </a:cubicBezTo>
                  <a:lnTo>
                    <a:pt x="13172" y="95581"/>
                  </a:lnTo>
                  <a:cubicBezTo>
                    <a:pt x="3392" y="95581"/>
                    <a:pt x="-2965" y="85312"/>
                    <a:pt x="1404" y="76543"/>
                  </a:cubicBezTo>
                  <a:lnTo>
                    <a:pt x="36056" y="7270"/>
                  </a:lnTo>
                  <a:cubicBezTo>
                    <a:pt x="38273" y="2804"/>
                    <a:pt x="42837" y="0"/>
                    <a:pt x="47825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23a794"/>
                </a:gs>
                <a:gs pos="57000">
                  <a:srgbClr val="007a84"/>
                </a:gs>
                <a:gs pos="100000">
                  <a:srgbClr val="005158"/>
                </a:gs>
              </a:gsLst>
              <a:lin ang="1434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4" name="Google Shape;1639;p88"/>
            <p:cNvSpPr/>
            <p:nvPr/>
          </p:nvSpPr>
          <p:spPr>
            <a:xfrm>
              <a:off x="852480" y="880560"/>
              <a:ext cx="353880" cy="260640"/>
            </a:xfrm>
            <a:custGeom>
              <a:avLst/>
              <a:gdLst>
                <a:gd name="textAreaLeft" fmla="*/ 0 w 353880"/>
                <a:gd name="textAreaRight" fmla="*/ 358560 w 353880"/>
                <a:gd name="textAreaTop" fmla="*/ 0 h 260640"/>
                <a:gd name="textAreaBottom" fmla="*/ 265320 h 260640"/>
              </a:gdLst>
              <a:ahLst/>
              <a:cxnLst/>
              <a:rect l="textAreaLeft" t="textAreaTop" r="textAreaRight" b="textAreaBottom"/>
              <a:pathLst>
                <a:path w="248294" h="183793">
                  <a:moveTo>
                    <a:pt x="47825" y="0"/>
                  </a:moveTo>
                  <a:lnTo>
                    <a:pt x="193086" y="0"/>
                  </a:lnTo>
                  <a:cubicBezTo>
                    <a:pt x="234063" y="0"/>
                    <a:pt x="260729" y="43129"/>
                    <a:pt x="242409" y="79803"/>
                  </a:cubicBezTo>
                  <a:lnTo>
                    <a:pt x="194977" y="174699"/>
                  </a:lnTo>
                  <a:cubicBezTo>
                    <a:pt x="194879" y="174927"/>
                    <a:pt x="194749" y="175155"/>
                    <a:pt x="194651" y="175383"/>
                  </a:cubicBezTo>
                  <a:lnTo>
                    <a:pt x="190446" y="183794"/>
                  </a:lnTo>
                  <a:lnTo>
                    <a:pt x="194977" y="174699"/>
                  </a:lnTo>
                  <a:cubicBezTo>
                    <a:pt x="212646" y="138188"/>
                    <a:pt x="186077" y="95581"/>
                    <a:pt x="145329" y="95581"/>
                  </a:cubicBezTo>
                  <a:lnTo>
                    <a:pt x="13172" y="95581"/>
                  </a:lnTo>
                  <a:cubicBezTo>
                    <a:pt x="3392" y="95581"/>
                    <a:pt x="-2965" y="85312"/>
                    <a:pt x="1404" y="76543"/>
                  </a:cubicBezTo>
                  <a:lnTo>
                    <a:pt x="36056" y="7270"/>
                  </a:lnTo>
                  <a:cubicBezTo>
                    <a:pt x="38273" y="2804"/>
                    <a:pt x="42837" y="0"/>
                    <a:pt x="47825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004a8b"/>
                </a:gs>
                <a:gs pos="41000">
                  <a:srgbClr val="105da8">
                    <a:alpha val="50000"/>
                  </a:srgbClr>
                </a:gs>
                <a:gs pos="100000">
                  <a:srgbClr val="2170c6">
                    <a:alpha val="0"/>
                  </a:srgbClr>
                </a:gs>
              </a:gsLst>
              <a:lin ang="1494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5" name="Google Shape;1640;p88"/>
            <p:cNvSpPr/>
            <p:nvPr/>
          </p:nvSpPr>
          <p:spPr>
            <a:xfrm>
              <a:off x="750960" y="988920"/>
              <a:ext cx="451800" cy="207360"/>
            </a:xfrm>
            <a:custGeom>
              <a:avLst/>
              <a:gdLst>
                <a:gd name="textAreaLeft" fmla="*/ 0 w 451800"/>
                <a:gd name="textAreaRight" fmla="*/ 456480 w 451800"/>
                <a:gd name="textAreaTop" fmla="*/ 0 h 207360"/>
                <a:gd name="textAreaBottom" fmla="*/ 212040 h 207360"/>
              </a:gdLst>
              <a:ahLst/>
              <a:cxnLst/>
              <a:rect l="textAreaLeft" t="textAreaTop" r="textAreaRight" b="textAreaBottom"/>
              <a:pathLst>
                <a:path w="316015" h="146859">
                  <a:moveTo>
                    <a:pt x="215773" y="132320"/>
                  </a:moveTo>
                  <a:lnTo>
                    <a:pt x="23504" y="132320"/>
                  </a:lnTo>
                  <a:cubicBezTo>
                    <a:pt x="13561" y="132320"/>
                    <a:pt x="4433" y="137960"/>
                    <a:pt x="0" y="146859"/>
                  </a:cubicBezTo>
                  <a:lnTo>
                    <a:pt x="47790" y="51311"/>
                  </a:lnTo>
                  <a:cubicBezTo>
                    <a:pt x="52256" y="42411"/>
                    <a:pt x="61351" y="36772"/>
                    <a:pt x="71294" y="36772"/>
                  </a:cubicBezTo>
                  <a:lnTo>
                    <a:pt x="263531" y="36772"/>
                  </a:lnTo>
                  <a:cubicBezTo>
                    <a:pt x="284395" y="36772"/>
                    <a:pt x="303465" y="25004"/>
                    <a:pt x="312821" y="6357"/>
                  </a:cubicBezTo>
                  <a:lnTo>
                    <a:pt x="316016" y="0"/>
                  </a:lnTo>
                  <a:lnTo>
                    <a:pt x="265096" y="101840"/>
                  </a:lnTo>
                  <a:cubicBezTo>
                    <a:pt x="255773" y="120519"/>
                    <a:pt x="236669" y="132320"/>
                    <a:pt x="215773" y="132320"/>
                  </a:cubicBez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6" name="Google Shape;1641;p88"/>
            <p:cNvSpPr/>
            <p:nvPr/>
          </p:nvSpPr>
          <p:spPr>
            <a:xfrm>
              <a:off x="750960" y="997200"/>
              <a:ext cx="451800" cy="207360"/>
            </a:xfrm>
            <a:custGeom>
              <a:avLst/>
              <a:gdLst>
                <a:gd name="textAreaLeft" fmla="*/ 0 w 451800"/>
                <a:gd name="textAreaRight" fmla="*/ 456480 w 451800"/>
                <a:gd name="textAreaTop" fmla="*/ 0 h 207360"/>
                <a:gd name="textAreaBottom" fmla="*/ 212040 h 207360"/>
              </a:gdLst>
              <a:ahLst/>
              <a:cxnLst/>
              <a:rect l="textAreaLeft" t="textAreaTop" r="textAreaRight" b="textAreaBottom"/>
              <a:pathLst>
                <a:path w="316015" h="146859">
                  <a:moveTo>
                    <a:pt x="215773" y="132320"/>
                  </a:moveTo>
                  <a:lnTo>
                    <a:pt x="23504" y="132320"/>
                  </a:lnTo>
                  <a:cubicBezTo>
                    <a:pt x="13561" y="132320"/>
                    <a:pt x="4433" y="137960"/>
                    <a:pt x="0" y="146859"/>
                  </a:cubicBezTo>
                  <a:lnTo>
                    <a:pt x="47790" y="51311"/>
                  </a:lnTo>
                  <a:cubicBezTo>
                    <a:pt x="52256" y="42411"/>
                    <a:pt x="61351" y="36772"/>
                    <a:pt x="71294" y="36772"/>
                  </a:cubicBezTo>
                  <a:lnTo>
                    <a:pt x="263531" y="36772"/>
                  </a:lnTo>
                  <a:cubicBezTo>
                    <a:pt x="284395" y="36772"/>
                    <a:pt x="303465" y="25004"/>
                    <a:pt x="312821" y="6357"/>
                  </a:cubicBezTo>
                  <a:lnTo>
                    <a:pt x="316016" y="0"/>
                  </a:lnTo>
                  <a:lnTo>
                    <a:pt x="265096" y="101840"/>
                  </a:lnTo>
                  <a:cubicBezTo>
                    <a:pt x="255773" y="120519"/>
                    <a:pt x="236669" y="132320"/>
                    <a:pt x="215773" y="132320"/>
                  </a:cubicBez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7" name="Google Shape;1642;p88"/>
            <p:cNvSpPr/>
            <p:nvPr/>
          </p:nvSpPr>
          <p:spPr>
            <a:xfrm>
              <a:off x="750960" y="986760"/>
              <a:ext cx="451800" cy="207360"/>
            </a:xfrm>
            <a:custGeom>
              <a:avLst/>
              <a:gdLst>
                <a:gd name="textAreaLeft" fmla="*/ 0 w 451800"/>
                <a:gd name="textAreaRight" fmla="*/ 456480 w 451800"/>
                <a:gd name="textAreaTop" fmla="*/ 0 h 207360"/>
                <a:gd name="textAreaBottom" fmla="*/ 212040 h 207360"/>
              </a:gdLst>
              <a:ahLst/>
              <a:cxnLst/>
              <a:rect l="textAreaLeft" t="textAreaTop" r="textAreaRight" b="textAreaBottom"/>
              <a:pathLst>
                <a:path w="316015" h="146859">
                  <a:moveTo>
                    <a:pt x="215773" y="132320"/>
                  </a:moveTo>
                  <a:lnTo>
                    <a:pt x="23504" y="132320"/>
                  </a:lnTo>
                  <a:cubicBezTo>
                    <a:pt x="13561" y="132320"/>
                    <a:pt x="4433" y="137960"/>
                    <a:pt x="0" y="146859"/>
                  </a:cubicBezTo>
                  <a:lnTo>
                    <a:pt x="47790" y="51311"/>
                  </a:lnTo>
                  <a:cubicBezTo>
                    <a:pt x="52256" y="42411"/>
                    <a:pt x="61351" y="36772"/>
                    <a:pt x="71294" y="36772"/>
                  </a:cubicBezTo>
                  <a:lnTo>
                    <a:pt x="263531" y="36772"/>
                  </a:lnTo>
                  <a:cubicBezTo>
                    <a:pt x="284395" y="36772"/>
                    <a:pt x="303465" y="25004"/>
                    <a:pt x="312821" y="6357"/>
                  </a:cubicBezTo>
                  <a:lnTo>
                    <a:pt x="316016" y="0"/>
                  </a:lnTo>
                  <a:lnTo>
                    <a:pt x="265096" y="101840"/>
                  </a:lnTo>
                  <a:cubicBezTo>
                    <a:pt x="255773" y="120519"/>
                    <a:pt x="236669" y="132320"/>
                    <a:pt x="215773" y="132320"/>
                  </a:cubicBezTo>
                  <a:close/>
                </a:path>
              </a:pathLst>
            </a:custGeom>
            <a:gradFill rotWithShape="0">
              <a:gsLst>
                <a:gs pos="0">
                  <a:srgbClr val="7fd9a2"/>
                </a:gs>
                <a:gs pos="20000">
                  <a:srgbClr val="47bf79"/>
                </a:gs>
                <a:gs pos="71000">
                  <a:srgbClr val="009280"/>
                </a:gs>
                <a:gs pos="100000">
                  <a:srgbClr val="007a84"/>
                </a:gs>
              </a:gsLst>
              <a:lin ang="1578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8" name="Google Shape;1643;p88"/>
            <p:cNvSpPr/>
            <p:nvPr/>
          </p:nvSpPr>
          <p:spPr>
            <a:xfrm>
              <a:off x="750960" y="997560"/>
              <a:ext cx="446400" cy="196920"/>
            </a:xfrm>
            <a:custGeom>
              <a:avLst/>
              <a:gdLst>
                <a:gd name="textAreaLeft" fmla="*/ 0 w 446400"/>
                <a:gd name="textAreaRight" fmla="*/ 451080 w 446400"/>
                <a:gd name="textAreaTop" fmla="*/ 0 h 196920"/>
                <a:gd name="textAreaBottom" fmla="*/ 201600 h 196920"/>
              </a:gdLst>
              <a:ahLst/>
              <a:cxnLst/>
              <a:rect l="textAreaLeft" t="textAreaTop" r="textAreaRight" b="textAreaBottom"/>
              <a:pathLst>
                <a:path w="312201" h="139491">
                  <a:moveTo>
                    <a:pt x="215513" y="124952"/>
                  </a:moveTo>
                  <a:lnTo>
                    <a:pt x="23504" y="124952"/>
                  </a:lnTo>
                  <a:cubicBezTo>
                    <a:pt x="13529" y="124952"/>
                    <a:pt x="4433" y="130592"/>
                    <a:pt x="0" y="139492"/>
                  </a:cubicBezTo>
                  <a:lnTo>
                    <a:pt x="47790" y="43944"/>
                  </a:lnTo>
                  <a:cubicBezTo>
                    <a:pt x="52256" y="35044"/>
                    <a:pt x="61351" y="29404"/>
                    <a:pt x="71294" y="29404"/>
                  </a:cubicBezTo>
                  <a:lnTo>
                    <a:pt x="264411" y="29404"/>
                  </a:lnTo>
                  <a:cubicBezTo>
                    <a:pt x="284623" y="29404"/>
                    <a:pt x="303074" y="18027"/>
                    <a:pt x="312202" y="0"/>
                  </a:cubicBezTo>
                  <a:lnTo>
                    <a:pt x="264835" y="94537"/>
                  </a:lnTo>
                  <a:cubicBezTo>
                    <a:pt x="255479" y="113184"/>
                    <a:pt x="236409" y="124985"/>
                    <a:pt x="215545" y="124985"/>
                  </a:cubicBezTo>
                  <a:close/>
                </a:path>
              </a:pathLst>
            </a:custGeom>
            <a:gradFill rotWithShape="0">
              <a:gsLst>
                <a:gs pos="0">
                  <a:srgbClr val="a8e47c">
                    <a:alpha val="85000"/>
                  </a:srgbClr>
                </a:gs>
                <a:gs pos="37000">
                  <a:srgbClr val="87d152">
                    <a:alpha val="20000"/>
                  </a:srgbClr>
                </a:gs>
                <a:gs pos="100000">
                  <a:srgbClr val="58be5a">
                    <a:alpha val="0"/>
                  </a:srgbClr>
                </a:gs>
              </a:gsLst>
              <a:lin ang="159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939" name="Google Shape;1644;p88"/>
          <p:cNvGrpSpPr/>
          <p:nvPr/>
        </p:nvGrpSpPr>
        <p:grpSpPr>
          <a:xfrm>
            <a:off x="10124640" y="1269360"/>
            <a:ext cx="1465560" cy="764280"/>
            <a:chOff x="10124640" y="1269360"/>
            <a:chExt cx="1465560" cy="764280"/>
          </a:xfrm>
        </p:grpSpPr>
        <p:grpSp>
          <p:nvGrpSpPr>
            <p:cNvPr id="1940" name="Google Shape;1645;p88"/>
            <p:cNvGrpSpPr/>
            <p:nvPr/>
          </p:nvGrpSpPr>
          <p:grpSpPr>
            <a:xfrm>
              <a:off x="10124640" y="1269360"/>
              <a:ext cx="1220040" cy="295200"/>
              <a:chOff x="10124640" y="1269360"/>
              <a:chExt cx="1220040" cy="295200"/>
            </a:xfrm>
          </p:grpSpPr>
          <p:sp>
            <p:nvSpPr>
              <p:cNvPr id="1941" name="Google Shape;1646;p88"/>
              <p:cNvSpPr/>
              <p:nvPr/>
            </p:nvSpPr>
            <p:spPr>
              <a:xfrm>
                <a:off x="10124640" y="1269360"/>
                <a:ext cx="145080" cy="293760"/>
              </a:xfrm>
              <a:custGeom>
                <a:avLst/>
                <a:gdLst>
                  <a:gd name="textAreaLeft" fmla="*/ 0 w 145080"/>
                  <a:gd name="textAreaRight" fmla="*/ 149760 w 145080"/>
                  <a:gd name="textAreaTop" fmla="*/ 0 h 293760"/>
                  <a:gd name="textAreaBottom" fmla="*/ 298440 h 293760"/>
                </a:gdLst>
                <a:ahLst/>
                <a:cxnLst/>
                <a:rect l="textAreaLeft" t="textAreaTop" r="textAreaRight" b="textAreaBottom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42" name="Google Shape;1647;p88"/>
              <p:cNvSpPr/>
              <p:nvPr/>
            </p:nvSpPr>
            <p:spPr>
              <a:xfrm>
                <a:off x="10305360" y="1324800"/>
                <a:ext cx="225360" cy="239400"/>
              </a:xfrm>
              <a:custGeom>
                <a:avLst/>
                <a:gdLst>
                  <a:gd name="textAreaLeft" fmla="*/ 0 w 225360"/>
                  <a:gd name="textAreaRight" fmla="*/ 230040 w 225360"/>
                  <a:gd name="textAreaTop" fmla="*/ 0 h 239400"/>
                  <a:gd name="textAreaBottom" fmla="*/ 244080 h 239400"/>
                </a:gdLst>
                <a:ahLst/>
                <a:cxnLst/>
                <a:rect l="textAreaLeft" t="textAreaTop" r="textAreaRight" b="textAreaBottom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43" name="Google Shape;1648;p88"/>
              <p:cNvSpPr/>
              <p:nvPr/>
            </p:nvSpPr>
            <p:spPr>
              <a:xfrm>
                <a:off x="10573560" y="1325160"/>
                <a:ext cx="213120" cy="239400"/>
              </a:xfrm>
              <a:custGeom>
                <a:avLst/>
                <a:gdLst>
                  <a:gd name="textAreaLeft" fmla="*/ 0 w 213120"/>
                  <a:gd name="textAreaRight" fmla="*/ 217800 w 213120"/>
                  <a:gd name="textAreaTop" fmla="*/ 0 h 239400"/>
                  <a:gd name="textAreaBottom" fmla="*/ 244080 h 239400"/>
                </a:gdLst>
                <a:ahLst/>
                <a:cxnLst/>
                <a:rect l="textAreaLeft" t="textAreaTop" r="textAreaRight" b="textAreaBottom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44" name="Google Shape;1649;p88"/>
              <p:cNvSpPr/>
              <p:nvPr/>
            </p:nvSpPr>
            <p:spPr>
              <a:xfrm>
                <a:off x="10834560" y="1325160"/>
                <a:ext cx="210240" cy="234000"/>
              </a:xfrm>
              <a:custGeom>
                <a:avLst/>
                <a:gdLst>
                  <a:gd name="textAreaLeft" fmla="*/ 0 w 210240"/>
                  <a:gd name="textAreaRight" fmla="*/ 214920 w 210240"/>
                  <a:gd name="textAreaTop" fmla="*/ 0 h 234000"/>
                  <a:gd name="textAreaBottom" fmla="*/ 238680 h 234000"/>
                </a:gdLst>
                <a:ahLst/>
                <a:cxnLst/>
                <a:rect l="textAreaLeft" t="textAreaTop" r="textAreaRight" b="textAreaBottom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45" name="Google Shape;1650;p88"/>
              <p:cNvSpPr/>
              <p:nvPr/>
            </p:nvSpPr>
            <p:spPr>
              <a:xfrm>
                <a:off x="11095560" y="1325160"/>
                <a:ext cx="249120" cy="239400"/>
              </a:xfrm>
              <a:custGeom>
                <a:avLst/>
                <a:gdLst>
                  <a:gd name="textAreaLeft" fmla="*/ 0 w 249120"/>
                  <a:gd name="textAreaRight" fmla="*/ 253800 w 249120"/>
                  <a:gd name="textAreaTop" fmla="*/ 0 h 239400"/>
                  <a:gd name="textAreaBottom" fmla="*/ 244080 h 239400"/>
                </a:gdLst>
                <a:ahLst/>
                <a:cxnLst/>
                <a:rect l="textAreaLeft" t="textAreaTop" r="textAreaRight" b="textAreaBottom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946" name="Google Shape;1651;p88"/>
            <p:cNvGrpSpPr/>
            <p:nvPr/>
          </p:nvGrpSpPr>
          <p:grpSpPr>
            <a:xfrm>
              <a:off x="10546560" y="1648080"/>
              <a:ext cx="1043640" cy="385560"/>
              <a:chOff x="10546560" y="1648080"/>
              <a:chExt cx="1043640" cy="385560"/>
            </a:xfrm>
          </p:grpSpPr>
          <p:sp>
            <p:nvSpPr>
              <p:cNvPr id="1947" name="Google Shape;1652;p88"/>
              <p:cNvSpPr/>
              <p:nvPr/>
            </p:nvSpPr>
            <p:spPr>
              <a:xfrm>
                <a:off x="10546560" y="1648080"/>
                <a:ext cx="61920" cy="314640"/>
              </a:xfrm>
              <a:custGeom>
                <a:avLst/>
                <a:gdLst>
                  <a:gd name="textAreaLeft" fmla="*/ 0 w 61920"/>
                  <a:gd name="textAreaRight" fmla="*/ 66600 w 61920"/>
                  <a:gd name="textAreaTop" fmla="*/ 0 h 314640"/>
                  <a:gd name="textAreaBottom" fmla="*/ 319320 h 314640"/>
                </a:gdLst>
                <a:ahLst/>
                <a:cxnLst/>
                <a:rect l="textAreaLeft" t="textAreaTop" r="textAreaRight" b="textAreaBottom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48" name="Google Shape;1653;p88"/>
              <p:cNvSpPr/>
              <p:nvPr/>
            </p:nvSpPr>
            <p:spPr>
              <a:xfrm>
                <a:off x="10664280" y="1728720"/>
                <a:ext cx="249120" cy="239400"/>
              </a:xfrm>
              <a:custGeom>
                <a:avLst/>
                <a:gdLst>
                  <a:gd name="textAreaLeft" fmla="*/ 0 w 249120"/>
                  <a:gd name="textAreaRight" fmla="*/ 253800 w 249120"/>
                  <a:gd name="textAreaTop" fmla="*/ 0 h 239400"/>
                  <a:gd name="textAreaBottom" fmla="*/ 244080 h 239400"/>
                </a:gdLst>
                <a:ahLst/>
                <a:cxnLst/>
                <a:rect l="textAreaLeft" t="textAreaTop" r="textAreaRight" b="textAreaBottom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49" name="Google Shape;1654;p88"/>
              <p:cNvSpPr/>
              <p:nvPr/>
            </p:nvSpPr>
            <p:spPr>
              <a:xfrm>
                <a:off x="10955160" y="1728720"/>
                <a:ext cx="241560" cy="304920"/>
              </a:xfrm>
              <a:custGeom>
                <a:avLst/>
                <a:gdLst>
                  <a:gd name="textAreaLeft" fmla="*/ 0 w 241560"/>
                  <a:gd name="textAreaRight" fmla="*/ 246240 w 241560"/>
                  <a:gd name="textAreaTop" fmla="*/ 0 h 304920"/>
                  <a:gd name="textAreaBottom" fmla="*/ 309600 h 304920"/>
                </a:gdLst>
                <a:ahLst/>
                <a:cxnLst/>
                <a:rect l="textAreaLeft" t="textAreaTop" r="textAreaRight" b="textAreaBottom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50" name="Google Shape;1655;p88"/>
              <p:cNvSpPr/>
              <p:nvPr/>
            </p:nvSpPr>
            <p:spPr>
              <a:xfrm>
                <a:off x="11262240" y="1648440"/>
                <a:ext cx="65520" cy="314640"/>
              </a:xfrm>
              <a:custGeom>
                <a:avLst/>
                <a:gdLst>
                  <a:gd name="textAreaLeft" fmla="*/ 0 w 65520"/>
                  <a:gd name="textAreaRight" fmla="*/ 70200 w 65520"/>
                  <a:gd name="textAreaTop" fmla="*/ 0 h 314640"/>
                  <a:gd name="textAreaBottom" fmla="*/ 319320 h 314640"/>
                </a:gdLst>
                <a:ahLst/>
                <a:cxnLst/>
                <a:rect l="textAreaLeft" t="textAreaTop" r="textAreaRight" b="textAreaBottom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51" name="Google Shape;1656;p88"/>
              <p:cNvSpPr/>
              <p:nvPr/>
            </p:nvSpPr>
            <p:spPr>
              <a:xfrm>
                <a:off x="11379240" y="1730520"/>
                <a:ext cx="210960" cy="236880"/>
              </a:xfrm>
              <a:custGeom>
                <a:avLst/>
                <a:gdLst>
                  <a:gd name="textAreaLeft" fmla="*/ 0 w 210960"/>
                  <a:gd name="textAreaRight" fmla="*/ 215640 w 210960"/>
                  <a:gd name="textAreaTop" fmla="*/ 0 h 236880"/>
                  <a:gd name="textAreaBottom" fmla="*/ 241560 h 236880"/>
                </a:gdLst>
                <a:ahLst/>
                <a:cxnLst/>
                <a:rect l="textAreaLeft" t="textAreaTop" r="textAreaRight" b="textAreaBottom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952" name="Google Shape;1657;p88"/>
          <p:cNvGrpSpPr/>
          <p:nvPr/>
        </p:nvGrpSpPr>
        <p:grpSpPr>
          <a:xfrm>
            <a:off x="10113480" y="597240"/>
            <a:ext cx="1266120" cy="569880"/>
            <a:chOff x="10113480" y="597240"/>
            <a:chExt cx="1266120" cy="569880"/>
          </a:xfrm>
        </p:grpSpPr>
        <p:grpSp>
          <p:nvGrpSpPr>
            <p:cNvPr id="1953" name="Google Shape;1658;p88"/>
            <p:cNvGrpSpPr/>
            <p:nvPr/>
          </p:nvGrpSpPr>
          <p:grpSpPr>
            <a:xfrm>
              <a:off x="10207440" y="873000"/>
              <a:ext cx="1172160" cy="294120"/>
              <a:chOff x="10207440" y="873000"/>
              <a:chExt cx="1172160" cy="294120"/>
            </a:xfrm>
          </p:grpSpPr>
          <p:sp>
            <p:nvSpPr>
              <p:cNvPr id="1954" name="Google Shape;1659;p88"/>
              <p:cNvSpPr/>
              <p:nvPr/>
            </p:nvSpPr>
            <p:spPr>
              <a:xfrm>
                <a:off x="10207440" y="878040"/>
                <a:ext cx="77040" cy="99360"/>
              </a:xfrm>
              <a:custGeom>
                <a:avLst/>
                <a:gdLst>
                  <a:gd name="textAreaLeft" fmla="*/ 0 w 77040"/>
                  <a:gd name="textAreaRight" fmla="*/ 81720 w 77040"/>
                  <a:gd name="textAreaTop" fmla="*/ 0 h 99360"/>
                  <a:gd name="textAreaBottom" fmla="*/ 104040 h 99360"/>
                </a:gdLst>
                <a:ahLst/>
                <a:cxnLst/>
                <a:rect l="textAreaLeft" t="textAreaTop" r="textAreaRight" b="textAreaBottom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55" name="Google Shape;1660;p88"/>
              <p:cNvSpPr/>
              <p:nvPr/>
            </p:nvSpPr>
            <p:spPr>
              <a:xfrm>
                <a:off x="10285560" y="903600"/>
                <a:ext cx="75600" cy="75600"/>
              </a:xfrm>
              <a:custGeom>
                <a:avLst/>
                <a:gdLst>
                  <a:gd name="textAreaLeft" fmla="*/ 0 w 75600"/>
                  <a:gd name="textAreaRight" fmla="*/ 80280 w 75600"/>
                  <a:gd name="textAreaTop" fmla="*/ 0 h 75600"/>
                  <a:gd name="textAreaBottom" fmla="*/ 80280 h 7560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56" name="Google Shape;1661;p88"/>
              <p:cNvSpPr/>
              <p:nvPr/>
            </p:nvSpPr>
            <p:spPr>
              <a:xfrm>
                <a:off x="10381680" y="873720"/>
                <a:ext cx="73080" cy="105480"/>
              </a:xfrm>
              <a:custGeom>
                <a:avLst/>
                <a:gdLst>
                  <a:gd name="textAreaLeft" fmla="*/ 0 w 73080"/>
                  <a:gd name="textAreaRight" fmla="*/ 77760 w 73080"/>
                  <a:gd name="textAreaTop" fmla="*/ 0 h 105480"/>
                  <a:gd name="textAreaBottom" fmla="*/ 110160 h 10548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57" name="Google Shape;1662;p88"/>
              <p:cNvSpPr/>
              <p:nvPr/>
            </p:nvSpPr>
            <p:spPr>
              <a:xfrm>
                <a:off x="10479240" y="903960"/>
                <a:ext cx="62640" cy="74880"/>
              </a:xfrm>
              <a:custGeom>
                <a:avLst/>
                <a:gdLst>
                  <a:gd name="textAreaLeft" fmla="*/ 0 w 62640"/>
                  <a:gd name="textAreaRight" fmla="*/ 67320 w 62640"/>
                  <a:gd name="textAreaTop" fmla="*/ 0 h 74880"/>
                  <a:gd name="textAreaBottom" fmla="*/ 79560 h 7488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58" name="Google Shape;1663;p88"/>
              <p:cNvSpPr/>
              <p:nvPr/>
            </p:nvSpPr>
            <p:spPr>
              <a:xfrm>
                <a:off x="10564560" y="903960"/>
                <a:ext cx="54720" cy="74880"/>
              </a:xfrm>
              <a:custGeom>
                <a:avLst/>
                <a:gdLst>
                  <a:gd name="textAreaLeft" fmla="*/ 0 w 54720"/>
                  <a:gd name="textAreaRight" fmla="*/ 59400 w 54720"/>
                  <a:gd name="textAreaTop" fmla="*/ 0 h 74880"/>
                  <a:gd name="textAreaBottom" fmla="*/ 79560 h 7488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59" name="Google Shape;1664;p88"/>
              <p:cNvSpPr/>
              <p:nvPr/>
            </p:nvSpPr>
            <p:spPr>
              <a:xfrm>
                <a:off x="10683720" y="903960"/>
                <a:ext cx="62640" cy="74880"/>
              </a:xfrm>
              <a:custGeom>
                <a:avLst/>
                <a:gdLst>
                  <a:gd name="textAreaLeft" fmla="*/ 0 w 62640"/>
                  <a:gd name="textAreaRight" fmla="*/ 67320 w 62640"/>
                  <a:gd name="textAreaTop" fmla="*/ 0 h 74880"/>
                  <a:gd name="textAreaBottom" fmla="*/ 79560 h 7488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60" name="Google Shape;1665;p88"/>
              <p:cNvSpPr/>
              <p:nvPr/>
            </p:nvSpPr>
            <p:spPr>
              <a:xfrm>
                <a:off x="10769400" y="903960"/>
                <a:ext cx="54720" cy="74880"/>
              </a:xfrm>
              <a:custGeom>
                <a:avLst/>
                <a:gdLst>
                  <a:gd name="textAreaLeft" fmla="*/ 0 w 54720"/>
                  <a:gd name="textAreaRight" fmla="*/ 59400 w 54720"/>
                  <a:gd name="textAreaTop" fmla="*/ 0 h 74880"/>
                  <a:gd name="textAreaBottom" fmla="*/ 79560 h 74880"/>
                </a:gdLst>
                <a:ahLst/>
                <a:cxnLst/>
                <a:rect l="textAreaLeft" t="textAreaTop" r="textAreaRight" b="textAreaBottom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61" name="Google Shape;1666;p88"/>
              <p:cNvSpPr/>
              <p:nvPr/>
            </p:nvSpPr>
            <p:spPr>
              <a:xfrm>
                <a:off x="10888200" y="873000"/>
                <a:ext cx="41760" cy="104400"/>
              </a:xfrm>
              <a:custGeom>
                <a:avLst/>
                <a:gdLst>
                  <a:gd name="textAreaLeft" fmla="*/ 0 w 41760"/>
                  <a:gd name="textAreaRight" fmla="*/ 46440 w 41760"/>
                  <a:gd name="textAreaTop" fmla="*/ 0 h 104400"/>
                  <a:gd name="textAreaBottom" fmla="*/ 109080 h 104400"/>
                </a:gdLst>
                <a:ahLst/>
                <a:cxnLst/>
                <a:rect l="textAreaLeft" t="textAreaTop" r="textAreaRight" b="textAreaBottom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62" name="Google Shape;1667;p88"/>
              <p:cNvSpPr/>
              <p:nvPr/>
            </p:nvSpPr>
            <p:spPr>
              <a:xfrm>
                <a:off x="10942920" y="903600"/>
                <a:ext cx="75600" cy="75600"/>
              </a:xfrm>
              <a:custGeom>
                <a:avLst/>
                <a:gdLst>
                  <a:gd name="textAreaLeft" fmla="*/ 0 w 75600"/>
                  <a:gd name="textAreaRight" fmla="*/ 80280 w 75600"/>
                  <a:gd name="textAreaTop" fmla="*/ 0 h 75600"/>
                  <a:gd name="textAreaBottom" fmla="*/ 80280 h 7560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63" name="Google Shape;1668;p88"/>
              <p:cNvSpPr/>
              <p:nvPr/>
            </p:nvSpPr>
            <p:spPr>
              <a:xfrm>
                <a:off x="11043720" y="903960"/>
                <a:ext cx="38160" cy="73440"/>
              </a:xfrm>
              <a:custGeom>
                <a:avLst/>
                <a:gdLst>
                  <a:gd name="textAreaLeft" fmla="*/ 0 w 38160"/>
                  <a:gd name="textAreaRight" fmla="*/ 42840 w 38160"/>
                  <a:gd name="textAreaTop" fmla="*/ 0 h 73440"/>
                  <a:gd name="textAreaBottom" fmla="*/ 78120 h 7344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64" name="Google Shape;1669;p88"/>
              <p:cNvSpPr/>
              <p:nvPr/>
            </p:nvSpPr>
            <p:spPr>
              <a:xfrm>
                <a:off x="11103840" y="903600"/>
                <a:ext cx="111600" cy="73800"/>
              </a:xfrm>
              <a:custGeom>
                <a:avLst/>
                <a:gdLst>
                  <a:gd name="textAreaLeft" fmla="*/ 0 w 111600"/>
                  <a:gd name="textAreaRight" fmla="*/ 116280 w 111600"/>
                  <a:gd name="textAreaTop" fmla="*/ 0 h 73800"/>
                  <a:gd name="textAreaBottom" fmla="*/ 78480 h 73800"/>
                </a:gdLst>
                <a:ahLst/>
                <a:cxnLst/>
                <a:rect l="textAreaLeft" t="textAreaTop" r="textAreaRight" b="textAreaBottom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65" name="Google Shape;1670;p88"/>
              <p:cNvSpPr/>
              <p:nvPr/>
            </p:nvSpPr>
            <p:spPr>
              <a:xfrm>
                <a:off x="11239560" y="903960"/>
                <a:ext cx="62640" cy="74880"/>
              </a:xfrm>
              <a:custGeom>
                <a:avLst/>
                <a:gdLst>
                  <a:gd name="textAreaLeft" fmla="*/ 0 w 62640"/>
                  <a:gd name="textAreaRight" fmla="*/ 67320 w 62640"/>
                  <a:gd name="textAreaTop" fmla="*/ 0 h 74880"/>
                  <a:gd name="textAreaBottom" fmla="*/ 79560 h 7488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66" name="Google Shape;1671;p88"/>
              <p:cNvSpPr/>
              <p:nvPr/>
            </p:nvSpPr>
            <p:spPr>
              <a:xfrm>
                <a:off x="11324880" y="903960"/>
                <a:ext cx="54720" cy="74880"/>
              </a:xfrm>
              <a:custGeom>
                <a:avLst/>
                <a:gdLst>
                  <a:gd name="textAreaLeft" fmla="*/ 0 w 54720"/>
                  <a:gd name="textAreaRight" fmla="*/ 59400 w 54720"/>
                  <a:gd name="textAreaTop" fmla="*/ 0 h 74880"/>
                  <a:gd name="textAreaBottom" fmla="*/ 79560 h 7488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67" name="Google Shape;1672;p88"/>
              <p:cNvSpPr/>
              <p:nvPr/>
            </p:nvSpPr>
            <p:spPr>
              <a:xfrm>
                <a:off x="10208160" y="1039680"/>
                <a:ext cx="73080" cy="105480"/>
              </a:xfrm>
              <a:custGeom>
                <a:avLst/>
                <a:gdLst>
                  <a:gd name="textAreaLeft" fmla="*/ 0 w 73080"/>
                  <a:gd name="textAreaRight" fmla="*/ 77760 w 73080"/>
                  <a:gd name="textAreaTop" fmla="*/ 0 h 105480"/>
                  <a:gd name="textAreaBottom" fmla="*/ 110160 h 10548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68" name="Google Shape;1673;p88"/>
              <p:cNvSpPr/>
              <p:nvPr/>
            </p:nvSpPr>
            <p:spPr>
              <a:xfrm>
                <a:off x="10306800" y="1069920"/>
                <a:ext cx="68040" cy="75600"/>
              </a:xfrm>
              <a:custGeom>
                <a:avLst/>
                <a:gdLst>
                  <a:gd name="textAreaLeft" fmla="*/ 0 w 68040"/>
                  <a:gd name="textAreaRight" fmla="*/ 72720 w 68040"/>
                  <a:gd name="textAreaTop" fmla="*/ 0 h 75600"/>
                  <a:gd name="textAreaBottom" fmla="*/ 80280 h 75600"/>
                </a:gdLst>
                <a:ahLst/>
                <a:cxnLst/>
                <a:rect l="textAreaLeft" t="textAreaTop" r="textAreaRight" b="textAreaBottom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69" name="Google Shape;1674;p88"/>
              <p:cNvSpPr/>
              <p:nvPr/>
            </p:nvSpPr>
            <p:spPr>
              <a:xfrm>
                <a:off x="10438200" y="1070280"/>
                <a:ext cx="62640" cy="74880"/>
              </a:xfrm>
              <a:custGeom>
                <a:avLst/>
                <a:gdLst>
                  <a:gd name="textAreaLeft" fmla="*/ 0 w 62640"/>
                  <a:gd name="textAreaRight" fmla="*/ 67320 w 62640"/>
                  <a:gd name="textAreaTop" fmla="*/ 0 h 74880"/>
                  <a:gd name="textAreaBottom" fmla="*/ 79560 h 7488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70" name="Google Shape;1675;p88"/>
              <p:cNvSpPr/>
              <p:nvPr/>
            </p:nvSpPr>
            <p:spPr>
              <a:xfrm>
                <a:off x="10530360" y="1069560"/>
                <a:ext cx="73080" cy="97560"/>
              </a:xfrm>
              <a:custGeom>
                <a:avLst/>
                <a:gdLst>
                  <a:gd name="textAreaLeft" fmla="*/ 0 w 73080"/>
                  <a:gd name="textAreaRight" fmla="*/ 77760 w 73080"/>
                  <a:gd name="textAreaTop" fmla="*/ 0 h 97560"/>
                  <a:gd name="textAreaBottom" fmla="*/ 102240 h 97560"/>
                </a:gdLst>
                <a:ahLst/>
                <a:cxnLst/>
                <a:rect l="textAreaLeft" t="textAreaTop" r="textAreaRight" b="textAreaBottom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71" name="Google Shape;1676;p88"/>
              <p:cNvSpPr/>
              <p:nvPr/>
            </p:nvSpPr>
            <p:spPr>
              <a:xfrm>
                <a:off x="10629000" y="1069920"/>
                <a:ext cx="38160" cy="73440"/>
              </a:xfrm>
              <a:custGeom>
                <a:avLst/>
                <a:gdLst>
                  <a:gd name="textAreaLeft" fmla="*/ 0 w 38160"/>
                  <a:gd name="textAreaRight" fmla="*/ 42840 w 38160"/>
                  <a:gd name="textAreaTop" fmla="*/ 0 h 73440"/>
                  <a:gd name="textAreaBottom" fmla="*/ 78120 h 7344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72" name="Google Shape;1677;p88"/>
              <p:cNvSpPr/>
              <p:nvPr/>
            </p:nvSpPr>
            <p:spPr>
              <a:xfrm>
                <a:off x="10681200" y="1069920"/>
                <a:ext cx="68040" cy="75600"/>
              </a:xfrm>
              <a:custGeom>
                <a:avLst/>
                <a:gdLst>
                  <a:gd name="textAreaLeft" fmla="*/ 0 w 68040"/>
                  <a:gd name="textAreaRight" fmla="*/ 72720 w 68040"/>
                  <a:gd name="textAreaTop" fmla="*/ 0 h 75600"/>
                  <a:gd name="textAreaBottom" fmla="*/ 80280 h 7560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73" name="Google Shape;1678;p88"/>
              <p:cNvSpPr/>
              <p:nvPr/>
            </p:nvSpPr>
            <p:spPr>
              <a:xfrm>
                <a:off x="10774080" y="1069560"/>
                <a:ext cx="62640" cy="73800"/>
              </a:xfrm>
              <a:custGeom>
                <a:avLst/>
                <a:gdLst>
                  <a:gd name="textAreaLeft" fmla="*/ 0 w 62640"/>
                  <a:gd name="textAreaRight" fmla="*/ 67320 w 62640"/>
                  <a:gd name="textAreaTop" fmla="*/ 0 h 73800"/>
                  <a:gd name="textAreaBottom" fmla="*/ 78480 h 73800"/>
                </a:gdLst>
                <a:ahLst/>
                <a:cxnLst/>
                <a:rect l="textAreaLeft" t="textAreaTop" r="textAreaRight" b="textAreaBottom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74" name="Google Shape;1679;p88"/>
              <p:cNvSpPr/>
              <p:nvPr/>
            </p:nvSpPr>
            <p:spPr>
              <a:xfrm>
                <a:off x="10860840" y="1039680"/>
                <a:ext cx="73080" cy="105480"/>
              </a:xfrm>
              <a:custGeom>
                <a:avLst/>
                <a:gdLst>
                  <a:gd name="textAreaLeft" fmla="*/ 0 w 73080"/>
                  <a:gd name="textAreaRight" fmla="*/ 77760 w 73080"/>
                  <a:gd name="textAreaTop" fmla="*/ 0 h 105480"/>
                  <a:gd name="textAreaBottom" fmla="*/ 110160 h 10548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75" name="Google Shape;1680;p88"/>
              <p:cNvSpPr/>
              <p:nvPr/>
            </p:nvSpPr>
            <p:spPr>
              <a:xfrm>
                <a:off x="10959480" y="1069920"/>
                <a:ext cx="68040" cy="75600"/>
              </a:xfrm>
              <a:custGeom>
                <a:avLst/>
                <a:gdLst>
                  <a:gd name="textAreaLeft" fmla="*/ 0 w 68040"/>
                  <a:gd name="textAreaRight" fmla="*/ 72720 w 68040"/>
                  <a:gd name="textAreaTop" fmla="*/ 0 h 75600"/>
                  <a:gd name="textAreaBottom" fmla="*/ 80280 h 7560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76" name="Google Shape;1681;p88"/>
              <p:cNvSpPr/>
              <p:nvPr/>
            </p:nvSpPr>
            <p:spPr>
              <a:xfrm>
                <a:off x="11052360" y="1069920"/>
                <a:ext cx="38160" cy="73440"/>
              </a:xfrm>
              <a:custGeom>
                <a:avLst/>
                <a:gdLst>
                  <a:gd name="textAreaLeft" fmla="*/ 0 w 38160"/>
                  <a:gd name="textAreaRight" fmla="*/ 42840 w 38160"/>
                  <a:gd name="textAreaTop" fmla="*/ 0 h 73440"/>
                  <a:gd name="textAreaBottom" fmla="*/ 78120 h 7344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977" name="Google Shape;1682;p88"/>
            <p:cNvGrpSpPr/>
            <p:nvPr/>
          </p:nvGrpSpPr>
          <p:grpSpPr>
            <a:xfrm>
              <a:off x="10113480" y="597240"/>
              <a:ext cx="604800" cy="147960"/>
              <a:chOff x="10113480" y="597240"/>
              <a:chExt cx="604800" cy="147960"/>
            </a:xfrm>
          </p:grpSpPr>
          <p:sp>
            <p:nvSpPr>
              <p:cNvPr id="1978" name="Google Shape;1683;p88"/>
              <p:cNvSpPr/>
              <p:nvPr/>
            </p:nvSpPr>
            <p:spPr>
              <a:xfrm>
                <a:off x="10627560" y="603360"/>
                <a:ext cx="90720" cy="141120"/>
              </a:xfrm>
              <a:custGeom>
                <a:avLst/>
                <a:gdLst>
                  <a:gd name="textAreaLeft" fmla="*/ 0 w 90720"/>
                  <a:gd name="textAreaRight" fmla="*/ 95400 w 90720"/>
                  <a:gd name="textAreaTop" fmla="*/ 0 h 141120"/>
                  <a:gd name="textAreaBottom" fmla="*/ 145800 h 141120"/>
                </a:gdLst>
                <a:ahLst/>
                <a:cxnLst/>
                <a:rect l="textAreaLeft" t="textAreaTop" r="textAreaRight" b="textAreaBottom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79" name="Google Shape;1684;p88"/>
              <p:cNvSpPr/>
              <p:nvPr/>
            </p:nvSpPr>
            <p:spPr>
              <a:xfrm>
                <a:off x="10113480" y="597240"/>
                <a:ext cx="133200" cy="147960"/>
              </a:xfrm>
              <a:custGeom>
                <a:avLst/>
                <a:gdLst>
                  <a:gd name="textAreaLeft" fmla="*/ 0 w 133200"/>
                  <a:gd name="textAreaRight" fmla="*/ 137880 w 133200"/>
                  <a:gd name="textAreaTop" fmla="*/ 0 h 147960"/>
                  <a:gd name="textAreaBottom" fmla="*/ 152640 h 147960"/>
                </a:gdLst>
                <a:ahLst/>
                <a:cxnLst/>
                <a:rect l="textAreaLeft" t="textAreaTop" r="textAreaRight" b="textAreaBottom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80" name="Google Shape;1685;p88"/>
              <p:cNvSpPr/>
              <p:nvPr/>
            </p:nvSpPr>
            <p:spPr>
              <a:xfrm>
                <a:off x="10246320" y="618480"/>
                <a:ext cx="129600" cy="122040"/>
              </a:xfrm>
              <a:custGeom>
                <a:avLst/>
                <a:gdLst>
                  <a:gd name="textAreaLeft" fmla="*/ 0 w 129600"/>
                  <a:gd name="textAreaRight" fmla="*/ 134280 w 129600"/>
                  <a:gd name="textAreaTop" fmla="*/ 0 h 122040"/>
                  <a:gd name="textAreaBottom" fmla="*/ 126720 h 122040"/>
                </a:gdLst>
                <a:ahLst/>
                <a:cxnLst/>
                <a:rect l="textAreaLeft" t="textAreaTop" r="textAreaRight" b="textAreaBottom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81" name="Google Shape;1686;p88"/>
              <p:cNvSpPr/>
              <p:nvPr/>
            </p:nvSpPr>
            <p:spPr>
              <a:xfrm>
                <a:off x="10378800" y="619920"/>
                <a:ext cx="120960" cy="118440"/>
              </a:xfrm>
              <a:custGeom>
                <a:avLst/>
                <a:gdLst>
                  <a:gd name="textAreaLeft" fmla="*/ 0 w 120960"/>
                  <a:gd name="textAreaRight" fmla="*/ 125640 w 120960"/>
                  <a:gd name="textAreaTop" fmla="*/ 0 h 118440"/>
                  <a:gd name="textAreaBottom" fmla="*/ 123120 h 118440"/>
                </a:gdLst>
                <a:ahLst/>
                <a:cxnLst/>
                <a:rect l="textAreaLeft" t="textAreaTop" r="textAreaRight" b="textAreaBottom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82" name="Google Shape;1687;p88"/>
              <p:cNvSpPr/>
              <p:nvPr/>
            </p:nvSpPr>
            <p:spPr>
              <a:xfrm>
                <a:off x="10503000" y="619200"/>
                <a:ext cx="122040" cy="120600"/>
              </a:xfrm>
              <a:custGeom>
                <a:avLst/>
                <a:gdLst>
                  <a:gd name="textAreaLeft" fmla="*/ 0 w 122040"/>
                  <a:gd name="textAreaRight" fmla="*/ 126720 w 122040"/>
                  <a:gd name="textAreaTop" fmla="*/ 0 h 120600"/>
                  <a:gd name="textAreaBottom" fmla="*/ 125280 h 120600"/>
                </a:gdLst>
                <a:ahLst/>
                <a:cxnLst/>
                <a:rect l="textAreaLeft" t="textAreaTop" r="textAreaRight" b="textAreaBottom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983" name="Google Shape;1688;p88"/>
          <p:cNvGrpSpPr/>
          <p:nvPr/>
        </p:nvGrpSpPr>
        <p:grpSpPr>
          <a:xfrm>
            <a:off x="1275480" y="995040"/>
            <a:ext cx="1188720" cy="207720"/>
            <a:chOff x="1275480" y="995040"/>
            <a:chExt cx="1188720" cy="207720"/>
          </a:xfrm>
        </p:grpSpPr>
        <p:sp>
          <p:nvSpPr>
            <p:cNvPr id="1984" name="Google Shape;1689;p88"/>
            <p:cNvSpPr/>
            <p:nvPr/>
          </p:nvSpPr>
          <p:spPr>
            <a:xfrm>
              <a:off x="1275480" y="1010160"/>
              <a:ext cx="204480" cy="189360"/>
            </a:xfrm>
            <a:custGeom>
              <a:avLst/>
              <a:gdLst>
                <a:gd name="textAreaLeft" fmla="*/ 0 w 204480"/>
                <a:gd name="textAreaRight" fmla="*/ 209160 w 204480"/>
                <a:gd name="textAreaTop" fmla="*/ 0 h 189360"/>
                <a:gd name="textAreaBottom" fmla="*/ 194040 h 189360"/>
              </a:gdLst>
              <a:ahLst/>
              <a:cxnLst/>
              <a:rect l="textAreaLeft" t="textAreaTop" r="textAreaRight" b="textAreaBottom"/>
              <a:pathLst>
                <a:path w="209156" h="194045">
                  <a:moveTo>
                    <a:pt x="113638" y="125028"/>
                  </a:moveTo>
                  <a:cubicBezTo>
                    <a:pt x="112473" y="128102"/>
                    <a:pt x="111147" y="131693"/>
                    <a:pt x="109723" y="135835"/>
                  </a:cubicBezTo>
                  <a:cubicBezTo>
                    <a:pt x="108267" y="139977"/>
                    <a:pt x="106746" y="144669"/>
                    <a:pt x="105128" y="149911"/>
                  </a:cubicBezTo>
                  <a:lnTo>
                    <a:pt x="104319" y="149911"/>
                  </a:lnTo>
                  <a:cubicBezTo>
                    <a:pt x="103607" y="146384"/>
                    <a:pt x="102572" y="142598"/>
                    <a:pt x="101278" y="138553"/>
                  </a:cubicBezTo>
                  <a:cubicBezTo>
                    <a:pt x="99983" y="134509"/>
                    <a:pt x="98333" y="130108"/>
                    <a:pt x="96327" y="125416"/>
                  </a:cubicBezTo>
                  <a:lnTo>
                    <a:pt x="46530" y="0"/>
                  </a:lnTo>
                  <a:lnTo>
                    <a:pt x="0" y="0"/>
                  </a:lnTo>
                  <a:lnTo>
                    <a:pt x="0" y="194013"/>
                  </a:lnTo>
                  <a:lnTo>
                    <a:pt x="30448" y="194013"/>
                  </a:lnTo>
                  <a:lnTo>
                    <a:pt x="30448" y="74971"/>
                  </a:lnTo>
                  <a:cubicBezTo>
                    <a:pt x="30448" y="67044"/>
                    <a:pt x="30319" y="59408"/>
                    <a:pt x="30124" y="52095"/>
                  </a:cubicBezTo>
                  <a:cubicBezTo>
                    <a:pt x="29930" y="44782"/>
                    <a:pt x="29510" y="37761"/>
                    <a:pt x="28960" y="30998"/>
                  </a:cubicBezTo>
                  <a:lnTo>
                    <a:pt x="29898" y="30998"/>
                  </a:lnTo>
                  <a:cubicBezTo>
                    <a:pt x="30966" y="36855"/>
                    <a:pt x="32034" y="41741"/>
                    <a:pt x="33069" y="45624"/>
                  </a:cubicBezTo>
                  <a:cubicBezTo>
                    <a:pt x="34104" y="49506"/>
                    <a:pt x="34978" y="52419"/>
                    <a:pt x="35722" y="54425"/>
                  </a:cubicBezTo>
                  <a:lnTo>
                    <a:pt x="92282" y="194046"/>
                  </a:lnTo>
                  <a:lnTo>
                    <a:pt x="115288" y="194046"/>
                  </a:lnTo>
                  <a:lnTo>
                    <a:pt x="171557" y="53357"/>
                  </a:lnTo>
                  <a:cubicBezTo>
                    <a:pt x="172463" y="51092"/>
                    <a:pt x="173369" y="48115"/>
                    <a:pt x="174340" y="44426"/>
                  </a:cubicBezTo>
                  <a:cubicBezTo>
                    <a:pt x="175278" y="40738"/>
                    <a:pt x="176314" y="36272"/>
                    <a:pt x="177382" y="31030"/>
                  </a:cubicBezTo>
                  <a:lnTo>
                    <a:pt x="178320" y="31030"/>
                  </a:lnTo>
                  <a:cubicBezTo>
                    <a:pt x="177770" y="38505"/>
                    <a:pt x="177349" y="45624"/>
                    <a:pt x="177026" y="52321"/>
                  </a:cubicBezTo>
                  <a:cubicBezTo>
                    <a:pt x="176702" y="59052"/>
                    <a:pt x="176540" y="65200"/>
                    <a:pt x="176540" y="70797"/>
                  </a:cubicBezTo>
                  <a:lnTo>
                    <a:pt x="176540" y="194046"/>
                  </a:lnTo>
                  <a:lnTo>
                    <a:pt x="209156" y="194046"/>
                  </a:lnTo>
                  <a:lnTo>
                    <a:pt x="209156" y="0"/>
                  </a:lnTo>
                  <a:lnTo>
                    <a:pt x="163986" y="0"/>
                  </a:lnTo>
                  <a:lnTo>
                    <a:pt x="113671" y="124996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85" name="Google Shape;1690;p88"/>
            <p:cNvSpPr/>
            <p:nvPr/>
          </p:nvSpPr>
          <p:spPr>
            <a:xfrm>
              <a:off x="1527480" y="1062360"/>
              <a:ext cx="27360" cy="137160"/>
            </a:xfrm>
            <a:custGeom>
              <a:avLst/>
              <a:gdLst>
                <a:gd name="textAreaLeft" fmla="*/ 0 w 27360"/>
                <a:gd name="textAreaRight" fmla="*/ 32040 w 27360"/>
                <a:gd name="textAreaTop" fmla="*/ 0 h 137160"/>
                <a:gd name="textAreaBottom" fmla="*/ 141840 h 137160"/>
              </a:gdLst>
              <a:ahLst/>
              <a:cxnLst/>
              <a:rect l="textAreaLeft" t="textAreaTop" r="textAreaRight" b="textAreaBottom"/>
              <a:pathLst>
                <a:path w="32195" h="141918">
                  <a:moveTo>
                    <a:pt x="0" y="0"/>
                  </a:moveTo>
                  <a:lnTo>
                    <a:pt x="32195" y="0"/>
                  </a:lnTo>
                  <a:lnTo>
                    <a:pt x="32195" y="141918"/>
                  </a:lnTo>
                  <a:lnTo>
                    <a:pt x="0" y="14191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86" name="Google Shape;1691;p88"/>
            <p:cNvSpPr/>
            <p:nvPr/>
          </p:nvSpPr>
          <p:spPr>
            <a:xfrm>
              <a:off x="1523520" y="998640"/>
              <a:ext cx="36000" cy="33840"/>
            </a:xfrm>
            <a:custGeom>
              <a:avLst/>
              <a:gdLst>
                <a:gd name="textAreaLeft" fmla="*/ 0 w 36000"/>
                <a:gd name="textAreaRight" fmla="*/ 40680 w 36000"/>
                <a:gd name="textAreaTop" fmla="*/ 0 h 33840"/>
                <a:gd name="textAreaBottom" fmla="*/ 38520 h 33840"/>
              </a:gdLst>
              <a:ahLst/>
              <a:cxnLst/>
              <a:rect l="textAreaLeft" t="textAreaTop" r="textAreaRight" b="textAreaBottom"/>
              <a:pathLst>
                <a:path w="40737" h="38537">
                  <a:moveTo>
                    <a:pt x="20320" y="0"/>
                  </a:moveTo>
                  <a:cubicBezTo>
                    <a:pt x="14464" y="0"/>
                    <a:pt x="9610" y="1812"/>
                    <a:pt x="5760" y="5404"/>
                  </a:cubicBezTo>
                  <a:cubicBezTo>
                    <a:pt x="1941" y="9028"/>
                    <a:pt x="0" y="13655"/>
                    <a:pt x="0" y="19350"/>
                  </a:cubicBezTo>
                  <a:cubicBezTo>
                    <a:pt x="0" y="25044"/>
                    <a:pt x="1909" y="29316"/>
                    <a:pt x="5760" y="33004"/>
                  </a:cubicBezTo>
                  <a:cubicBezTo>
                    <a:pt x="9578" y="36693"/>
                    <a:pt x="14431" y="38537"/>
                    <a:pt x="20320" y="38537"/>
                  </a:cubicBezTo>
                  <a:cubicBezTo>
                    <a:pt x="26209" y="38537"/>
                    <a:pt x="31063" y="36725"/>
                    <a:pt x="34913" y="33069"/>
                  </a:cubicBezTo>
                  <a:cubicBezTo>
                    <a:pt x="38764" y="29413"/>
                    <a:pt x="40738" y="24850"/>
                    <a:pt x="40738" y="19350"/>
                  </a:cubicBezTo>
                  <a:cubicBezTo>
                    <a:pt x="40738" y="13849"/>
                    <a:pt x="38796" y="9028"/>
                    <a:pt x="34913" y="5404"/>
                  </a:cubicBezTo>
                  <a:cubicBezTo>
                    <a:pt x="31030" y="1812"/>
                    <a:pt x="26177" y="0"/>
                    <a:pt x="2032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9080" bIns="190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87" name="Google Shape;1692;p88"/>
            <p:cNvSpPr/>
            <p:nvPr/>
          </p:nvSpPr>
          <p:spPr>
            <a:xfrm>
              <a:off x="1592280" y="1058760"/>
              <a:ext cx="112320" cy="144000"/>
            </a:xfrm>
            <a:custGeom>
              <a:avLst/>
              <a:gdLst>
                <a:gd name="textAreaLeft" fmla="*/ 0 w 112320"/>
                <a:gd name="textAreaRight" fmla="*/ 117000 w 112320"/>
                <a:gd name="textAreaTop" fmla="*/ 0 h 144000"/>
                <a:gd name="textAreaBottom" fmla="*/ 148680 h 144000"/>
              </a:gdLst>
              <a:ahLst/>
              <a:cxnLst/>
              <a:rect l="textAreaLeft" t="textAreaTop" r="textAreaRight" b="textAreaBottom"/>
              <a:pathLst>
                <a:path w="117035" h="148680">
                  <a:moveTo>
                    <a:pt x="75748" y="25562"/>
                  </a:moveTo>
                  <a:cubicBezTo>
                    <a:pt x="80990" y="25562"/>
                    <a:pt x="85876" y="26177"/>
                    <a:pt x="90438" y="27374"/>
                  </a:cubicBezTo>
                  <a:cubicBezTo>
                    <a:pt x="95000" y="28571"/>
                    <a:pt x="99628" y="30545"/>
                    <a:pt x="104319" y="33263"/>
                  </a:cubicBezTo>
                  <a:lnTo>
                    <a:pt x="117036" y="10807"/>
                  </a:lnTo>
                  <a:cubicBezTo>
                    <a:pt x="110370" y="7021"/>
                    <a:pt x="103737" y="4271"/>
                    <a:pt x="97136" y="2556"/>
                  </a:cubicBezTo>
                  <a:cubicBezTo>
                    <a:pt x="90568" y="841"/>
                    <a:pt x="83287" y="0"/>
                    <a:pt x="75360" y="0"/>
                  </a:cubicBezTo>
                  <a:cubicBezTo>
                    <a:pt x="52354" y="0"/>
                    <a:pt x="34040" y="7021"/>
                    <a:pt x="20417" y="21032"/>
                  </a:cubicBezTo>
                  <a:cubicBezTo>
                    <a:pt x="6795" y="35043"/>
                    <a:pt x="0" y="53939"/>
                    <a:pt x="0" y="77657"/>
                  </a:cubicBezTo>
                  <a:cubicBezTo>
                    <a:pt x="0" y="99401"/>
                    <a:pt x="6504" y="116680"/>
                    <a:pt x="19544" y="129461"/>
                  </a:cubicBezTo>
                  <a:cubicBezTo>
                    <a:pt x="32584" y="142274"/>
                    <a:pt x="49992" y="148681"/>
                    <a:pt x="71833" y="148681"/>
                  </a:cubicBezTo>
                  <a:cubicBezTo>
                    <a:pt x="80052" y="148681"/>
                    <a:pt x="87688" y="147678"/>
                    <a:pt x="94774" y="145704"/>
                  </a:cubicBezTo>
                  <a:cubicBezTo>
                    <a:pt x="101860" y="143730"/>
                    <a:pt x="108914" y="140527"/>
                    <a:pt x="115936" y="136094"/>
                  </a:cubicBezTo>
                  <a:lnTo>
                    <a:pt x="102669" y="114188"/>
                  </a:lnTo>
                  <a:cubicBezTo>
                    <a:pt x="97718" y="117424"/>
                    <a:pt x="92800" y="119721"/>
                    <a:pt x="87979" y="121080"/>
                  </a:cubicBezTo>
                  <a:cubicBezTo>
                    <a:pt x="83158" y="122439"/>
                    <a:pt x="78757" y="123119"/>
                    <a:pt x="74777" y="123119"/>
                  </a:cubicBezTo>
                  <a:cubicBezTo>
                    <a:pt x="62611" y="123119"/>
                    <a:pt x="52580" y="118945"/>
                    <a:pt x="44685" y="110597"/>
                  </a:cubicBezTo>
                  <a:cubicBezTo>
                    <a:pt x="36790" y="102249"/>
                    <a:pt x="32842" y="90373"/>
                    <a:pt x="32842" y="74939"/>
                  </a:cubicBezTo>
                  <a:cubicBezTo>
                    <a:pt x="32842" y="59505"/>
                    <a:pt x="36564" y="47986"/>
                    <a:pt x="44006" y="39023"/>
                  </a:cubicBezTo>
                  <a:cubicBezTo>
                    <a:pt x="51448" y="30060"/>
                    <a:pt x="62029" y="25562"/>
                    <a:pt x="75716" y="25562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88" name="Google Shape;1693;p88"/>
            <p:cNvSpPr/>
            <p:nvPr/>
          </p:nvSpPr>
          <p:spPr>
            <a:xfrm>
              <a:off x="1734120" y="1059840"/>
              <a:ext cx="78480" cy="139680"/>
            </a:xfrm>
            <a:custGeom>
              <a:avLst/>
              <a:gdLst>
                <a:gd name="textAreaLeft" fmla="*/ 0 w 78480"/>
                <a:gd name="textAreaRight" fmla="*/ 83160 w 78480"/>
                <a:gd name="textAreaTop" fmla="*/ 0 h 139680"/>
                <a:gd name="textAreaBottom" fmla="*/ 144360 h 139680"/>
              </a:gdLst>
              <a:ahLst/>
              <a:cxnLst/>
              <a:rect l="textAreaLeft" t="textAreaTop" r="textAreaRight" b="textAreaBottom"/>
              <a:pathLst>
                <a:path w="83190" h="144377">
                  <a:moveTo>
                    <a:pt x="70506" y="32"/>
                  </a:moveTo>
                  <a:cubicBezTo>
                    <a:pt x="61673" y="32"/>
                    <a:pt x="54004" y="2524"/>
                    <a:pt x="47500" y="7539"/>
                  </a:cubicBezTo>
                  <a:cubicBezTo>
                    <a:pt x="40996" y="12555"/>
                    <a:pt x="36143" y="19964"/>
                    <a:pt x="32875" y="29801"/>
                  </a:cubicBezTo>
                  <a:lnTo>
                    <a:pt x="32325" y="29801"/>
                  </a:lnTo>
                  <a:lnTo>
                    <a:pt x="32325" y="2459"/>
                  </a:lnTo>
                  <a:lnTo>
                    <a:pt x="0" y="2459"/>
                  </a:lnTo>
                  <a:lnTo>
                    <a:pt x="0" y="144377"/>
                  </a:lnTo>
                  <a:lnTo>
                    <a:pt x="32325" y="144377"/>
                  </a:lnTo>
                  <a:lnTo>
                    <a:pt x="32325" y="74292"/>
                  </a:lnTo>
                  <a:cubicBezTo>
                    <a:pt x="32325" y="60508"/>
                    <a:pt x="35399" y="49345"/>
                    <a:pt x="41579" y="40802"/>
                  </a:cubicBezTo>
                  <a:cubicBezTo>
                    <a:pt x="47759" y="32292"/>
                    <a:pt x="56496" y="28021"/>
                    <a:pt x="67756" y="28021"/>
                  </a:cubicBezTo>
                  <a:cubicBezTo>
                    <a:pt x="70021" y="28021"/>
                    <a:pt x="71995" y="28151"/>
                    <a:pt x="73709" y="28442"/>
                  </a:cubicBezTo>
                  <a:cubicBezTo>
                    <a:pt x="75424" y="28733"/>
                    <a:pt x="77172" y="29089"/>
                    <a:pt x="78984" y="29510"/>
                  </a:cubicBezTo>
                  <a:lnTo>
                    <a:pt x="83190" y="1650"/>
                  </a:lnTo>
                  <a:cubicBezTo>
                    <a:pt x="81313" y="1100"/>
                    <a:pt x="79307" y="712"/>
                    <a:pt x="77236" y="421"/>
                  </a:cubicBezTo>
                  <a:cubicBezTo>
                    <a:pt x="75166" y="162"/>
                    <a:pt x="72901" y="0"/>
                    <a:pt x="70474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89" name="Google Shape;1694;p88"/>
            <p:cNvSpPr/>
            <p:nvPr/>
          </p:nvSpPr>
          <p:spPr>
            <a:xfrm>
              <a:off x="1828800" y="1058760"/>
              <a:ext cx="141480" cy="144000"/>
            </a:xfrm>
            <a:custGeom>
              <a:avLst/>
              <a:gdLst>
                <a:gd name="textAreaLeft" fmla="*/ 0 w 141480"/>
                <a:gd name="textAreaRight" fmla="*/ 146160 w 141480"/>
                <a:gd name="textAreaTop" fmla="*/ 0 h 144000"/>
                <a:gd name="textAreaBottom" fmla="*/ 148680 h 144000"/>
              </a:gdLst>
              <a:ahLst/>
              <a:cxnLst/>
              <a:rect l="textAreaLeft" t="textAreaTop" r="textAreaRight" b="textAreaBottom"/>
              <a:pathLst>
                <a:path w="145995" h="148682">
                  <a:moveTo>
                    <a:pt x="74939" y="1"/>
                  </a:moveTo>
                  <a:cubicBezTo>
                    <a:pt x="51836" y="1"/>
                    <a:pt x="33619" y="6667"/>
                    <a:pt x="20223" y="19965"/>
                  </a:cubicBezTo>
                  <a:cubicBezTo>
                    <a:pt x="6827" y="33264"/>
                    <a:pt x="97" y="51740"/>
                    <a:pt x="0" y="75361"/>
                  </a:cubicBezTo>
                  <a:cubicBezTo>
                    <a:pt x="0" y="97655"/>
                    <a:pt x="6504" y="115419"/>
                    <a:pt x="19479" y="128718"/>
                  </a:cubicBezTo>
                  <a:cubicBezTo>
                    <a:pt x="32454" y="142016"/>
                    <a:pt x="50089" y="148682"/>
                    <a:pt x="72383" y="148682"/>
                  </a:cubicBezTo>
                  <a:cubicBezTo>
                    <a:pt x="94677" y="148682"/>
                    <a:pt x="112829" y="141855"/>
                    <a:pt x="126096" y="128200"/>
                  </a:cubicBezTo>
                  <a:cubicBezTo>
                    <a:pt x="139362" y="114545"/>
                    <a:pt x="145995" y="96166"/>
                    <a:pt x="145995" y="73063"/>
                  </a:cubicBezTo>
                  <a:cubicBezTo>
                    <a:pt x="145995" y="49960"/>
                    <a:pt x="139718" y="32779"/>
                    <a:pt x="127131" y="19609"/>
                  </a:cubicBezTo>
                  <a:cubicBezTo>
                    <a:pt x="114544" y="6440"/>
                    <a:pt x="97168" y="-96"/>
                    <a:pt x="74971" y="1"/>
                  </a:cubicBezTo>
                  <a:close/>
                  <a:moveTo>
                    <a:pt x="103090" y="110468"/>
                  </a:moveTo>
                  <a:cubicBezTo>
                    <a:pt x="96424" y="118913"/>
                    <a:pt x="86685" y="123120"/>
                    <a:pt x="73871" y="123120"/>
                  </a:cubicBezTo>
                  <a:cubicBezTo>
                    <a:pt x="61058" y="123120"/>
                    <a:pt x="50801" y="118913"/>
                    <a:pt x="43650" y="110533"/>
                  </a:cubicBezTo>
                  <a:cubicBezTo>
                    <a:pt x="36499" y="102152"/>
                    <a:pt x="32907" y="90245"/>
                    <a:pt x="32907" y="74811"/>
                  </a:cubicBezTo>
                  <a:cubicBezTo>
                    <a:pt x="32907" y="59376"/>
                    <a:pt x="36531" y="47340"/>
                    <a:pt x="43812" y="38635"/>
                  </a:cubicBezTo>
                  <a:cubicBezTo>
                    <a:pt x="51060" y="29931"/>
                    <a:pt x="61058" y="25563"/>
                    <a:pt x="73774" y="25563"/>
                  </a:cubicBezTo>
                  <a:cubicBezTo>
                    <a:pt x="86491" y="25563"/>
                    <a:pt x="96327" y="29705"/>
                    <a:pt x="103057" y="37956"/>
                  </a:cubicBezTo>
                  <a:cubicBezTo>
                    <a:pt x="109788" y="46207"/>
                    <a:pt x="113120" y="58179"/>
                    <a:pt x="113120" y="73872"/>
                  </a:cubicBezTo>
                  <a:cubicBezTo>
                    <a:pt x="113120" y="89566"/>
                    <a:pt x="109788" y="102023"/>
                    <a:pt x="103122" y="1104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0" name="Google Shape;1695;p88"/>
            <p:cNvSpPr/>
            <p:nvPr/>
          </p:nvSpPr>
          <p:spPr>
            <a:xfrm>
              <a:off x="1992600" y="1058760"/>
              <a:ext cx="101520" cy="144000"/>
            </a:xfrm>
            <a:custGeom>
              <a:avLst/>
              <a:gdLst>
                <a:gd name="textAreaLeft" fmla="*/ 0 w 101520"/>
                <a:gd name="textAreaRight" fmla="*/ 106200 w 101520"/>
                <a:gd name="textAreaTop" fmla="*/ 0 h 144000"/>
                <a:gd name="textAreaBottom" fmla="*/ 148680 h 144000"/>
              </a:gdLst>
              <a:ahLst/>
              <a:cxnLst/>
              <a:rect l="textAreaLeft" t="textAreaTop" r="textAreaRight" b="textAreaBottom"/>
              <a:pathLst>
                <a:path w="106293" h="148648">
                  <a:moveTo>
                    <a:pt x="61640" y="59667"/>
                  </a:moveTo>
                  <a:cubicBezTo>
                    <a:pt x="51448" y="57240"/>
                    <a:pt x="44297" y="54716"/>
                    <a:pt x="40188" y="52160"/>
                  </a:cubicBezTo>
                  <a:cubicBezTo>
                    <a:pt x="36078" y="49603"/>
                    <a:pt x="34040" y="45721"/>
                    <a:pt x="34040" y="40576"/>
                  </a:cubicBezTo>
                  <a:cubicBezTo>
                    <a:pt x="34040" y="35431"/>
                    <a:pt x="36175" y="31419"/>
                    <a:pt x="40479" y="28539"/>
                  </a:cubicBezTo>
                  <a:cubicBezTo>
                    <a:pt x="44750" y="25659"/>
                    <a:pt x="50736" y="24203"/>
                    <a:pt x="58405" y="24203"/>
                  </a:cubicBezTo>
                  <a:cubicBezTo>
                    <a:pt x="63711" y="24203"/>
                    <a:pt x="68888" y="25012"/>
                    <a:pt x="73904" y="26630"/>
                  </a:cubicBezTo>
                  <a:cubicBezTo>
                    <a:pt x="78919" y="28248"/>
                    <a:pt x="84420" y="30966"/>
                    <a:pt x="90470" y="34752"/>
                  </a:cubicBezTo>
                  <a:lnTo>
                    <a:pt x="103187" y="12716"/>
                  </a:lnTo>
                  <a:cubicBezTo>
                    <a:pt x="96424" y="8283"/>
                    <a:pt x="89435" y="5080"/>
                    <a:pt x="82219" y="3042"/>
                  </a:cubicBezTo>
                  <a:cubicBezTo>
                    <a:pt x="75004" y="1003"/>
                    <a:pt x="67432" y="0"/>
                    <a:pt x="59505" y="0"/>
                  </a:cubicBezTo>
                  <a:cubicBezTo>
                    <a:pt x="43456" y="0"/>
                    <a:pt x="30351" y="4077"/>
                    <a:pt x="20191" y="12231"/>
                  </a:cubicBezTo>
                  <a:cubicBezTo>
                    <a:pt x="10031" y="20385"/>
                    <a:pt x="4983" y="30933"/>
                    <a:pt x="4983" y="43812"/>
                  </a:cubicBezTo>
                  <a:cubicBezTo>
                    <a:pt x="4983" y="55007"/>
                    <a:pt x="8510" y="64002"/>
                    <a:pt x="15596" y="70862"/>
                  </a:cubicBezTo>
                  <a:cubicBezTo>
                    <a:pt x="22682" y="77722"/>
                    <a:pt x="35043" y="83223"/>
                    <a:pt x="52742" y="87364"/>
                  </a:cubicBezTo>
                  <a:cubicBezTo>
                    <a:pt x="61414" y="89435"/>
                    <a:pt x="67594" y="92024"/>
                    <a:pt x="71347" y="95065"/>
                  </a:cubicBezTo>
                  <a:cubicBezTo>
                    <a:pt x="75101" y="98139"/>
                    <a:pt x="76978" y="102022"/>
                    <a:pt x="76978" y="106714"/>
                  </a:cubicBezTo>
                  <a:cubicBezTo>
                    <a:pt x="76978" y="112570"/>
                    <a:pt x="74777" y="116939"/>
                    <a:pt x="70344" y="119851"/>
                  </a:cubicBezTo>
                  <a:cubicBezTo>
                    <a:pt x="65911" y="122731"/>
                    <a:pt x="59731" y="124187"/>
                    <a:pt x="51804" y="124187"/>
                  </a:cubicBezTo>
                  <a:cubicBezTo>
                    <a:pt x="44394" y="124187"/>
                    <a:pt x="37631" y="123022"/>
                    <a:pt x="31451" y="120660"/>
                  </a:cubicBezTo>
                  <a:cubicBezTo>
                    <a:pt x="25271" y="118330"/>
                    <a:pt x="19479" y="115256"/>
                    <a:pt x="14075" y="111470"/>
                  </a:cubicBezTo>
                  <a:lnTo>
                    <a:pt x="0" y="134185"/>
                  </a:lnTo>
                  <a:cubicBezTo>
                    <a:pt x="7669" y="138974"/>
                    <a:pt x="15693" y="142565"/>
                    <a:pt x="24074" y="144992"/>
                  </a:cubicBezTo>
                  <a:cubicBezTo>
                    <a:pt x="32454" y="147419"/>
                    <a:pt x="41288" y="148649"/>
                    <a:pt x="50574" y="148649"/>
                  </a:cubicBezTo>
                  <a:cubicBezTo>
                    <a:pt x="67626" y="148649"/>
                    <a:pt x="81184" y="144539"/>
                    <a:pt x="91215" y="136353"/>
                  </a:cubicBezTo>
                  <a:cubicBezTo>
                    <a:pt x="101278" y="128134"/>
                    <a:pt x="106293" y="117230"/>
                    <a:pt x="106293" y="103608"/>
                  </a:cubicBezTo>
                  <a:cubicBezTo>
                    <a:pt x="106293" y="91894"/>
                    <a:pt x="102701" y="82543"/>
                    <a:pt x="95551" y="75619"/>
                  </a:cubicBezTo>
                  <a:cubicBezTo>
                    <a:pt x="88367" y="68662"/>
                    <a:pt x="77075" y="63355"/>
                    <a:pt x="61673" y="59667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1" name="Google Shape;1696;p88"/>
            <p:cNvSpPr/>
            <p:nvPr/>
          </p:nvSpPr>
          <p:spPr>
            <a:xfrm>
              <a:off x="2117880" y="1058760"/>
              <a:ext cx="141480" cy="144000"/>
            </a:xfrm>
            <a:custGeom>
              <a:avLst/>
              <a:gdLst>
                <a:gd name="textAreaLeft" fmla="*/ 0 w 141480"/>
                <a:gd name="textAreaRight" fmla="*/ 146160 w 141480"/>
                <a:gd name="textAreaTop" fmla="*/ 0 h 144000"/>
                <a:gd name="textAreaBottom" fmla="*/ 148680 h 144000"/>
              </a:gdLst>
              <a:ahLst/>
              <a:cxnLst/>
              <a:rect l="textAreaLeft" t="textAreaTop" r="textAreaRight" b="textAreaBottom"/>
              <a:pathLst>
                <a:path w="145995" h="148682">
                  <a:moveTo>
                    <a:pt x="74939" y="1"/>
                  </a:moveTo>
                  <a:cubicBezTo>
                    <a:pt x="51836" y="1"/>
                    <a:pt x="33619" y="6667"/>
                    <a:pt x="20223" y="19965"/>
                  </a:cubicBezTo>
                  <a:cubicBezTo>
                    <a:pt x="6827" y="33264"/>
                    <a:pt x="97" y="51740"/>
                    <a:pt x="0" y="75361"/>
                  </a:cubicBezTo>
                  <a:cubicBezTo>
                    <a:pt x="0" y="97655"/>
                    <a:pt x="6504" y="115419"/>
                    <a:pt x="19479" y="128718"/>
                  </a:cubicBezTo>
                  <a:cubicBezTo>
                    <a:pt x="32454" y="142016"/>
                    <a:pt x="50089" y="148682"/>
                    <a:pt x="72383" y="148682"/>
                  </a:cubicBezTo>
                  <a:cubicBezTo>
                    <a:pt x="94677" y="148682"/>
                    <a:pt x="112829" y="141855"/>
                    <a:pt x="126096" y="128200"/>
                  </a:cubicBezTo>
                  <a:cubicBezTo>
                    <a:pt x="139362" y="114545"/>
                    <a:pt x="145995" y="96166"/>
                    <a:pt x="145995" y="73063"/>
                  </a:cubicBezTo>
                  <a:cubicBezTo>
                    <a:pt x="145995" y="49960"/>
                    <a:pt x="139718" y="32779"/>
                    <a:pt x="127131" y="19609"/>
                  </a:cubicBezTo>
                  <a:cubicBezTo>
                    <a:pt x="114544" y="6440"/>
                    <a:pt x="97168" y="-96"/>
                    <a:pt x="74971" y="1"/>
                  </a:cubicBezTo>
                  <a:close/>
                  <a:moveTo>
                    <a:pt x="103090" y="110468"/>
                  </a:moveTo>
                  <a:cubicBezTo>
                    <a:pt x="96424" y="118913"/>
                    <a:pt x="86685" y="123120"/>
                    <a:pt x="73871" y="123120"/>
                  </a:cubicBezTo>
                  <a:cubicBezTo>
                    <a:pt x="61058" y="123120"/>
                    <a:pt x="50801" y="118913"/>
                    <a:pt x="43650" y="110533"/>
                  </a:cubicBezTo>
                  <a:cubicBezTo>
                    <a:pt x="36499" y="102152"/>
                    <a:pt x="32907" y="90245"/>
                    <a:pt x="32907" y="74811"/>
                  </a:cubicBezTo>
                  <a:cubicBezTo>
                    <a:pt x="32907" y="59376"/>
                    <a:pt x="36531" y="47340"/>
                    <a:pt x="43812" y="38635"/>
                  </a:cubicBezTo>
                  <a:cubicBezTo>
                    <a:pt x="51060" y="29931"/>
                    <a:pt x="61058" y="25563"/>
                    <a:pt x="73774" y="25563"/>
                  </a:cubicBezTo>
                  <a:cubicBezTo>
                    <a:pt x="86491" y="25563"/>
                    <a:pt x="96327" y="29705"/>
                    <a:pt x="103057" y="37956"/>
                  </a:cubicBezTo>
                  <a:cubicBezTo>
                    <a:pt x="109788" y="46207"/>
                    <a:pt x="113120" y="58179"/>
                    <a:pt x="113120" y="73872"/>
                  </a:cubicBezTo>
                  <a:cubicBezTo>
                    <a:pt x="113120" y="89566"/>
                    <a:pt x="109788" y="102023"/>
                    <a:pt x="103122" y="1104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2" name="Google Shape;1697;p88"/>
            <p:cNvSpPr/>
            <p:nvPr/>
          </p:nvSpPr>
          <p:spPr>
            <a:xfrm>
              <a:off x="2280960" y="995040"/>
              <a:ext cx="183240" cy="207720"/>
            </a:xfrm>
            <a:custGeom>
              <a:avLst/>
              <a:gdLst>
                <a:gd name="textAreaLeft" fmla="*/ 0 w 183240"/>
                <a:gd name="textAreaRight" fmla="*/ 187920 w 183240"/>
                <a:gd name="textAreaTop" fmla="*/ 0 h 207720"/>
                <a:gd name="textAreaBottom" fmla="*/ 212400 h 207720"/>
              </a:gdLst>
              <a:ahLst/>
              <a:cxnLst/>
              <a:rect l="textAreaLeft" t="textAreaTop" r="textAreaRight" b="textAreaBottom"/>
              <a:pathLst>
                <a:path w="187962" h="212262">
                  <a:moveTo>
                    <a:pt x="174825" y="186636"/>
                  </a:moveTo>
                  <a:cubicBezTo>
                    <a:pt x="172496" y="187218"/>
                    <a:pt x="170004" y="187510"/>
                    <a:pt x="167383" y="187510"/>
                  </a:cubicBezTo>
                  <a:cubicBezTo>
                    <a:pt x="162077" y="187510"/>
                    <a:pt x="158129" y="185989"/>
                    <a:pt x="155541" y="182915"/>
                  </a:cubicBezTo>
                  <a:cubicBezTo>
                    <a:pt x="152984" y="179841"/>
                    <a:pt x="151690" y="174793"/>
                    <a:pt x="151690" y="167772"/>
                  </a:cubicBezTo>
                  <a:lnTo>
                    <a:pt x="151690" y="92283"/>
                  </a:lnTo>
                  <a:lnTo>
                    <a:pt x="185633" y="92283"/>
                  </a:lnTo>
                  <a:lnTo>
                    <a:pt x="185633" y="67270"/>
                  </a:lnTo>
                  <a:lnTo>
                    <a:pt x="151690" y="67270"/>
                  </a:lnTo>
                  <a:lnTo>
                    <a:pt x="151690" y="25303"/>
                  </a:lnTo>
                  <a:lnTo>
                    <a:pt x="119495" y="35043"/>
                  </a:lnTo>
                  <a:lnTo>
                    <a:pt x="119495" y="67238"/>
                  </a:lnTo>
                  <a:lnTo>
                    <a:pt x="55848" y="67238"/>
                  </a:lnTo>
                  <a:lnTo>
                    <a:pt x="55848" y="47889"/>
                  </a:lnTo>
                  <a:cubicBezTo>
                    <a:pt x="55848" y="40770"/>
                    <a:pt x="57563" y="35302"/>
                    <a:pt x="60993" y="31451"/>
                  </a:cubicBezTo>
                  <a:cubicBezTo>
                    <a:pt x="64423" y="27633"/>
                    <a:pt x="69568" y="25692"/>
                    <a:pt x="76428" y="25692"/>
                  </a:cubicBezTo>
                  <a:cubicBezTo>
                    <a:pt x="78854" y="25692"/>
                    <a:pt x="81119" y="25886"/>
                    <a:pt x="83190" y="26306"/>
                  </a:cubicBezTo>
                  <a:cubicBezTo>
                    <a:pt x="85261" y="26695"/>
                    <a:pt x="87623" y="27471"/>
                    <a:pt x="90212" y="28539"/>
                  </a:cubicBezTo>
                  <a:lnTo>
                    <a:pt x="97654" y="3786"/>
                  </a:lnTo>
                  <a:cubicBezTo>
                    <a:pt x="93771" y="2524"/>
                    <a:pt x="90082" y="1585"/>
                    <a:pt x="86555" y="938"/>
                  </a:cubicBezTo>
                  <a:cubicBezTo>
                    <a:pt x="83028" y="324"/>
                    <a:pt x="78919" y="0"/>
                    <a:pt x="74260" y="0"/>
                  </a:cubicBezTo>
                  <a:cubicBezTo>
                    <a:pt x="59019" y="0"/>
                    <a:pt x="46788" y="4142"/>
                    <a:pt x="37599" y="12457"/>
                  </a:cubicBezTo>
                  <a:cubicBezTo>
                    <a:pt x="28410" y="20773"/>
                    <a:pt x="23815" y="32001"/>
                    <a:pt x="23815" y="46141"/>
                  </a:cubicBezTo>
                  <a:lnTo>
                    <a:pt x="23815" y="67238"/>
                  </a:lnTo>
                  <a:lnTo>
                    <a:pt x="0" y="67238"/>
                  </a:lnTo>
                  <a:lnTo>
                    <a:pt x="0" y="92250"/>
                  </a:lnTo>
                  <a:lnTo>
                    <a:pt x="23815" y="92250"/>
                  </a:lnTo>
                  <a:lnTo>
                    <a:pt x="23815" y="209124"/>
                  </a:lnTo>
                  <a:lnTo>
                    <a:pt x="55881" y="209124"/>
                  </a:lnTo>
                  <a:lnTo>
                    <a:pt x="55881" y="92250"/>
                  </a:lnTo>
                  <a:lnTo>
                    <a:pt x="119527" y="92250"/>
                  </a:lnTo>
                  <a:lnTo>
                    <a:pt x="119527" y="170587"/>
                  </a:lnTo>
                  <a:cubicBezTo>
                    <a:pt x="119527" y="184371"/>
                    <a:pt x="123054" y="194790"/>
                    <a:pt x="130140" y="201779"/>
                  </a:cubicBezTo>
                  <a:cubicBezTo>
                    <a:pt x="137227" y="208768"/>
                    <a:pt x="147387" y="212263"/>
                    <a:pt x="160653" y="212263"/>
                  </a:cubicBezTo>
                  <a:cubicBezTo>
                    <a:pt x="165798" y="212263"/>
                    <a:pt x="170619" y="211842"/>
                    <a:pt x="175117" y="211033"/>
                  </a:cubicBezTo>
                  <a:cubicBezTo>
                    <a:pt x="179614" y="210224"/>
                    <a:pt x="183918" y="208930"/>
                    <a:pt x="187963" y="207118"/>
                  </a:cubicBezTo>
                  <a:lnTo>
                    <a:pt x="181200" y="184241"/>
                  </a:lnTo>
                  <a:cubicBezTo>
                    <a:pt x="179323" y="185245"/>
                    <a:pt x="177188" y="186021"/>
                    <a:pt x="174858" y="186604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993" name="Google Shape;1698;p88"/>
          <p:cNvGrpSpPr/>
          <p:nvPr/>
        </p:nvGrpSpPr>
        <p:grpSpPr>
          <a:xfrm>
            <a:off x="2568960" y="995040"/>
            <a:ext cx="1911960" cy="207720"/>
            <a:chOff x="2568960" y="995040"/>
            <a:chExt cx="1911960" cy="207720"/>
          </a:xfrm>
        </p:grpSpPr>
        <p:sp>
          <p:nvSpPr>
            <p:cNvPr id="1994" name="Google Shape;1699;p88"/>
            <p:cNvSpPr/>
            <p:nvPr/>
          </p:nvSpPr>
          <p:spPr>
            <a:xfrm>
              <a:off x="2568960" y="1010160"/>
              <a:ext cx="125280" cy="189360"/>
            </a:xfrm>
            <a:custGeom>
              <a:avLst/>
              <a:gdLst>
                <a:gd name="textAreaLeft" fmla="*/ 0 w 125280"/>
                <a:gd name="textAreaRight" fmla="*/ 129960 w 125280"/>
                <a:gd name="textAreaTop" fmla="*/ 0 h 189360"/>
                <a:gd name="textAreaBottom" fmla="*/ 194040 h 189360"/>
              </a:gdLst>
              <a:ahLst/>
              <a:cxnLst/>
              <a:rect l="textAreaLeft" t="textAreaTop" r="textAreaRight" b="textAreaBottom"/>
              <a:pathLst>
                <a:path w="130010" h="194013">
                  <a:moveTo>
                    <a:pt x="112279" y="15628"/>
                  </a:moveTo>
                  <a:cubicBezTo>
                    <a:pt x="100469" y="5209"/>
                    <a:pt x="83287" y="0"/>
                    <a:pt x="60734" y="0"/>
                  </a:cubicBezTo>
                  <a:lnTo>
                    <a:pt x="0" y="0"/>
                  </a:lnTo>
                  <a:lnTo>
                    <a:pt x="0" y="194013"/>
                  </a:lnTo>
                  <a:lnTo>
                    <a:pt x="32875" y="194013"/>
                  </a:lnTo>
                  <a:lnTo>
                    <a:pt x="32875" y="126516"/>
                  </a:lnTo>
                  <a:lnTo>
                    <a:pt x="56269" y="126516"/>
                  </a:lnTo>
                  <a:cubicBezTo>
                    <a:pt x="78822" y="126516"/>
                    <a:pt x="96748" y="120466"/>
                    <a:pt x="110046" y="108396"/>
                  </a:cubicBezTo>
                  <a:cubicBezTo>
                    <a:pt x="123345" y="96327"/>
                    <a:pt x="130011" y="80569"/>
                    <a:pt x="130011" y="61187"/>
                  </a:cubicBezTo>
                  <a:cubicBezTo>
                    <a:pt x="130011" y="41805"/>
                    <a:pt x="124090" y="26080"/>
                    <a:pt x="112279" y="15661"/>
                  </a:cubicBezTo>
                  <a:close/>
                  <a:moveTo>
                    <a:pt x="84678" y="90244"/>
                  </a:moveTo>
                  <a:cubicBezTo>
                    <a:pt x="77657" y="96554"/>
                    <a:pt x="67238" y="99725"/>
                    <a:pt x="53422" y="99725"/>
                  </a:cubicBezTo>
                  <a:lnTo>
                    <a:pt x="32842" y="99725"/>
                  </a:lnTo>
                  <a:lnTo>
                    <a:pt x="32842" y="26921"/>
                  </a:lnTo>
                  <a:lnTo>
                    <a:pt x="54910" y="26921"/>
                  </a:lnTo>
                  <a:cubicBezTo>
                    <a:pt x="68338" y="26921"/>
                    <a:pt x="78434" y="29866"/>
                    <a:pt x="85132" y="35787"/>
                  </a:cubicBezTo>
                  <a:cubicBezTo>
                    <a:pt x="91829" y="41708"/>
                    <a:pt x="95227" y="50639"/>
                    <a:pt x="95227" y="62643"/>
                  </a:cubicBezTo>
                  <a:cubicBezTo>
                    <a:pt x="95227" y="74648"/>
                    <a:pt x="91700" y="83934"/>
                    <a:pt x="84678" y="90244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5" name="Google Shape;1700;p88"/>
            <p:cNvSpPr/>
            <p:nvPr/>
          </p:nvSpPr>
          <p:spPr>
            <a:xfrm>
              <a:off x="2707920" y="1058760"/>
              <a:ext cx="141480" cy="144000"/>
            </a:xfrm>
            <a:custGeom>
              <a:avLst/>
              <a:gdLst>
                <a:gd name="textAreaLeft" fmla="*/ 0 w 141480"/>
                <a:gd name="textAreaRight" fmla="*/ 146160 w 141480"/>
                <a:gd name="textAreaTop" fmla="*/ 0 h 144000"/>
                <a:gd name="textAreaBottom" fmla="*/ 148680 h 144000"/>
              </a:gdLst>
              <a:ahLst/>
              <a:cxnLst/>
              <a:rect l="textAreaLeft" t="textAreaTop" r="textAreaRight" b="textAreaBottom"/>
              <a:pathLst>
                <a:path w="145995" h="148682">
                  <a:moveTo>
                    <a:pt x="74939" y="1"/>
                  </a:moveTo>
                  <a:cubicBezTo>
                    <a:pt x="51836" y="1"/>
                    <a:pt x="33619" y="6667"/>
                    <a:pt x="20223" y="19965"/>
                  </a:cubicBezTo>
                  <a:cubicBezTo>
                    <a:pt x="6827" y="33264"/>
                    <a:pt x="97" y="51740"/>
                    <a:pt x="0" y="75361"/>
                  </a:cubicBezTo>
                  <a:cubicBezTo>
                    <a:pt x="0" y="97655"/>
                    <a:pt x="6504" y="115419"/>
                    <a:pt x="19479" y="128718"/>
                  </a:cubicBezTo>
                  <a:cubicBezTo>
                    <a:pt x="32454" y="142016"/>
                    <a:pt x="50089" y="148682"/>
                    <a:pt x="72383" y="148682"/>
                  </a:cubicBezTo>
                  <a:cubicBezTo>
                    <a:pt x="94677" y="148682"/>
                    <a:pt x="112829" y="141855"/>
                    <a:pt x="126096" y="128200"/>
                  </a:cubicBezTo>
                  <a:cubicBezTo>
                    <a:pt x="139362" y="114545"/>
                    <a:pt x="145995" y="96166"/>
                    <a:pt x="145995" y="73063"/>
                  </a:cubicBezTo>
                  <a:cubicBezTo>
                    <a:pt x="145995" y="49960"/>
                    <a:pt x="139718" y="32779"/>
                    <a:pt x="127131" y="19609"/>
                  </a:cubicBezTo>
                  <a:cubicBezTo>
                    <a:pt x="114544" y="6440"/>
                    <a:pt x="97168" y="-96"/>
                    <a:pt x="74971" y="1"/>
                  </a:cubicBezTo>
                  <a:close/>
                  <a:moveTo>
                    <a:pt x="103090" y="110468"/>
                  </a:moveTo>
                  <a:cubicBezTo>
                    <a:pt x="96424" y="118913"/>
                    <a:pt x="86685" y="123120"/>
                    <a:pt x="73871" y="123120"/>
                  </a:cubicBezTo>
                  <a:cubicBezTo>
                    <a:pt x="61058" y="123120"/>
                    <a:pt x="50801" y="118913"/>
                    <a:pt x="43650" y="110533"/>
                  </a:cubicBezTo>
                  <a:cubicBezTo>
                    <a:pt x="36499" y="102152"/>
                    <a:pt x="32907" y="90245"/>
                    <a:pt x="32907" y="74811"/>
                  </a:cubicBezTo>
                  <a:cubicBezTo>
                    <a:pt x="32907" y="59376"/>
                    <a:pt x="36531" y="47340"/>
                    <a:pt x="43811" y="38635"/>
                  </a:cubicBezTo>
                  <a:cubicBezTo>
                    <a:pt x="51060" y="29931"/>
                    <a:pt x="61058" y="25563"/>
                    <a:pt x="73774" y="25563"/>
                  </a:cubicBezTo>
                  <a:cubicBezTo>
                    <a:pt x="86490" y="25563"/>
                    <a:pt x="96327" y="29705"/>
                    <a:pt x="103057" y="37956"/>
                  </a:cubicBezTo>
                  <a:cubicBezTo>
                    <a:pt x="109788" y="46207"/>
                    <a:pt x="113120" y="58179"/>
                    <a:pt x="113120" y="73872"/>
                  </a:cubicBezTo>
                  <a:cubicBezTo>
                    <a:pt x="113120" y="89566"/>
                    <a:pt x="109788" y="102023"/>
                    <a:pt x="103122" y="110468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6" name="Google Shape;1701;p88"/>
            <p:cNvSpPr/>
            <p:nvPr/>
          </p:nvSpPr>
          <p:spPr>
            <a:xfrm>
              <a:off x="2867040" y="1062360"/>
              <a:ext cx="204120" cy="137160"/>
            </a:xfrm>
            <a:custGeom>
              <a:avLst/>
              <a:gdLst>
                <a:gd name="textAreaLeft" fmla="*/ 0 w 204120"/>
                <a:gd name="textAreaRight" fmla="*/ 208800 w 204120"/>
                <a:gd name="textAreaTop" fmla="*/ 0 h 137160"/>
                <a:gd name="textAreaBottom" fmla="*/ 141840 h 137160"/>
              </a:gdLst>
              <a:ahLst/>
              <a:cxnLst/>
              <a:rect l="textAreaLeft" t="textAreaTop" r="textAreaRight" b="textAreaBottom"/>
              <a:pathLst>
                <a:path w="208735" h="141950">
                  <a:moveTo>
                    <a:pt x="154020" y="100501"/>
                  </a:moveTo>
                  <a:cubicBezTo>
                    <a:pt x="153373" y="103025"/>
                    <a:pt x="152887" y="105484"/>
                    <a:pt x="152531" y="107879"/>
                  </a:cubicBezTo>
                  <a:cubicBezTo>
                    <a:pt x="152175" y="110273"/>
                    <a:pt x="151884" y="112603"/>
                    <a:pt x="151723" y="114835"/>
                  </a:cubicBezTo>
                  <a:lnTo>
                    <a:pt x="150784" y="114835"/>
                  </a:lnTo>
                  <a:cubicBezTo>
                    <a:pt x="150428" y="111503"/>
                    <a:pt x="150072" y="108623"/>
                    <a:pt x="149716" y="106261"/>
                  </a:cubicBezTo>
                  <a:cubicBezTo>
                    <a:pt x="149360" y="103866"/>
                    <a:pt x="149004" y="101957"/>
                    <a:pt x="148649" y="100501"/>
                  </a:cubicBezTo>
                  <a:lnTo>
                    <a:pt x="122666" y="0"/>
                  </a:lnTo>
                  <a:lnTo>
                    <a:pt x="92638" y="0"/>
                  </a:lnTo>
                  <a:lnTo>
                    <a:pt x="63679" y="99984"/>
                  </a:lnTo>
                  <a:cubicBezTo>
                    <a:pt x="63032" y="102249"/>
                    <a:pt x="62514" y="104578"/>
                    <a:pt x="62061" y="107005"/>
                  </a:cubicBezTo>
                  <a:cubicBezTo>
                    <a:pt x="61608" y="109432"/>
                    <a:pt x="61284" y="111956"/>
                    <a:pt x="61123" y="114577"/>
                  </a:cubicBezTo>
                  <a:lnTo>
                    <a:pt x="60055" y="114577"/>
                  </a:lnTo>
                  <a:cubicBezTo>
                    <a:pt x="59861" y="111697"/>
                    <a:pt x="59634" y="109076"/>
                    <a:pt x="59311" y="106746"/>
                  </a:cubicBezTo>
                  <a:cubicBezTo>
                    <a:pt x="58987" y="104416"/>
                    <a:pt x="58599" y="102281"/>
                    <a:pt x="58146" y="100372"/>
                  </a:cubicBezTo>
                  <a:lnTo>
                    <a:pt x="33134" y="0"/>
                  </a:lnTo>
                  <a:lnTo>
                    <a:pt x="0" y="0"/>
                  </a:lnTo>
                  <a:lnTo>
                    <a:pt x="41676" y="141918"/>
                  </a:lnTo>
                  <a:lnTo>
                    <a:pt x="74551" y="141918"/>
                  </a:lnTo>
                  <a:lnTo>
                    <a:pt x="102022" y="48180"/>
                  </a:lnTo>
                  <a:cubicBezTo>
                    <a:pt x="102831" y="45753"/>
                    <a:pt x="103478" y="43391"/>
                    <a:pt x="103899" y="41094"/>
                  </a:cubicBezTo>
                  <a:cubicBezTo>
                    <a:pt x="104352" y="38796"/>
                    <a:pt x="104708" y="36208"/>
                    <a:pt x="104966" y="33328"/>
                  </a:cubicBezTo>
                  <a:lnTo>
                    <a:pt x="105516" y="33328"/>
                  </a:lnTo>
                  <a:cubicBezTo>
                    <a:pt x="105711" y="36111"/>
                    <a:pt x="105937" y="38699"/>
                    <a:pt x="106261" y="41029"/>
                  </a:cubicBezTo>
                  <a:cubicBezTo>
                    <a:pt x="106584" y="43391"/>
                    <a:pt x="107102" y="45882"/>
                    <a:pt x="107814" y="48600"/>
                  </a:cubicBezTo>
                  <a:lnTo>
                    <a:pt x="133376" y="141951"/>
                  </a:lnTo>
                  <a:lnTo>
                    <a:pt x="166930" y="141951"/>
                  </a:lnTo>
                  <a:lnTo>
                    <a:pt x="208736" y="32"/>
                  </a:lnTo>
                  <a:lnTo>
                    <a:pt x="178158" y="32"/>
                  </a:lnTo>
                  <a:lnTo>
                    <a:pt x="154085" y="100534"/>
                  </a:ln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7" name="Google Shape;1702;p88"/>
            <p:cNvSpPr/>
            <p:nvPr/>
          </p:nvSpPr>
          <p:spPr>
            <a:xfrm>
              <a:off x="3089160" y="1058760"/>
              <a:ext cx="124560" cy="144000"/>
            </a:xfrm>
            <a:custGeom>
              <a:avLst/>
              <a:gdLst>
                <a:gd name="textAreaLeft" fmla="*/ 0 w 124560"/>
                <a:gd name="textAreaRight" fmla="*/ 129240 w 124560"/>
                <a:gd name="textAreaTop" fmla="*/ 0 h 144000"/>
                <a:gd name="textAreaBottom" fmla="*/ 148680 h 144000"/>
              </a:gdLst>
              <a:ahLst/>
              <a:cxnLst/>
              <a:rect l="textAreaLeft" t="textAreaTop" r="textAreaRight" b="textAreaBottom"/>
              <a:pathLst>
                <a:path w="129201" h="148680">
                  <a:moveTo>
                    <a:pt x="67918" y="0"/>
                  </a:moveTo>
                  <a:cubicBezTo>
                    <a:pt x="48083" y="0"/>
                    <a:pt x="31807" y="7021"/>
                    <a:pt x="19091" y="21032"/>
                  </a:cubicBezTo>
                  <a:cubicBezTo>
                    <a:pt x="6374" y="35043"/>
                    <a:pt x="0" y="53422"/>
                    <a:pt x="0" y="76169"/>
                  </a:cubicBezTo>
                  <a:cubicBezTo>
                    <a:pt x="97" y="99078"/>
                    <a:pt x="6277" y="116874"/>
                    <a:pt x="18541" y="129623"/>
                  </a:cubicBezTo>
                  <a:cubicBezTo>
                    <a:pt x="30804" y="142339"/>
                    <a:pt x="47953" y="148681"/>
                    <a:pt x="69956" y="148681"/>
                  </a:cubicBezTo>
                  <a:cubicBezTo>
                    <a:pt x="80861" y="148681"/>
                    <a:pt x="90891" y="147225"/>
                    <a:pt x="99984" y="144345"/>
                  </a:cubicBezTo>
                  <a:cubicBezTo>
                    <a:pt x="109076" y="141465"/>
                    <a:pt x="118103" y="136871"/>
                    <a:pt x="127034" y="130561"/>
                  </a:cubicBezTo>
                  <a:lnTo>
                    <a:pt x="112700" y="110402"/>
                  </a:lnTo>
                  <a:cubicBezTo>
                    <a:pt x="105937" y="115191"/>
                    <a:pt x="99142" y="118621"/>
                    <a:pt x="92347" y="120757"/>
                  </a:cubicBezTo>
                  <a:cubicBezTo>
                    <a:pt x="85520" y="122892"/>
                    <a:pt x="79566" y="123928"/>
                    <a:pt x="74421" y="123928"/>
                  </a:cubicBezTo>
                  <a:cubicBezTo>
                    <a:pt x="61349" y="123928"/>
                    <a:pt x="51221" y="120401"/>
                    <a:pt x="44038" y="113379"/>
                  </a:cubicBezTo>
                  <a:cubicBezTo>
                    <a:pt x="36855" y="106358"/>
                    <a:pt x="32972" y="96101"/>
                    <a:pt x="32325" y="82672"/>
                  </a:cubicBezTo>
                  <a:lnTo>
                    <a:pt x="129202" y="82672"/>
                  </a:lnTo>
                  <a:lnTo>
                    <a:pt x="129202" y="68727"/>
                  </a:lnTo>
                  <a:cubicBezTo>
                    <a:pt x="129202" y="46821"/>
                    <a:pt x="123766" y="29866"/>
                    <a:pt x="112894" y="17926"/>
                  </a:cubicBezTo>
                  <a:cubicBezTo>
                    <a:pt x="102022" y="5986"/>
                    <a:pt x="87041" y="0"/>
                    <a:pt x="67918" y="0"/>
                  </a:cubicBezTo>
                  <a:close/>
                  <a:moveTo>
                    <a:pt x="32487" y="60475"/>
                  </a:moveTo>
                  <a:cubicBezTo>
                    <a:pt x="33943" y="49215"/>
                    <a:pt x="37858" y="40220"/>
                    <a:pt x="44265" y="33554"/>
                  </a:cubicBezTo>
                  <a:cubicBezTo>
                    <a:pt x="50671" y="26889"/>
                    <a:pt x="58469" y="23556"/>
                    <a:pt x="67659" y="23556"/>
                  </a:cubicBezTo>
                  <a:cubicBezTo>
                    <a:pt x="77398" y="23556"/>
                    <a:pt x="84937" y="26662"/>
                    <a:pt x="90244" y="32875"/>
                  </a:cubicBezTo>
                  <a:cubicBezTo>
                    <a:pt x="95551" y="39087"/>
                    <a:pt x="98269" y="48309"/>
                    <a:pt x="98366" y="60475"/>
                  </a:cubicBezTo>
                  <a:lnTo>
                    <a:pt x="32487" y="60475"/>
                  </a:ln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8" name="Google Shape;1703;p88"/>
            <p:cNvSpPr/>
            <p:nvPr/>
          </p:nvSpPr>
          <p:spPr>
            <a:xfrm>
              <a:off x="3247200" y="1059840"/>
              <a:ext cx="78480" cy="139680"/>
            </a:xfrm>
            <a:custGeom>
              <a:avLst/>
              <a:gdLst>
                <a:gd name="textAreaLeft" fmla="*/ 0 w 78480"/>
                <a:gd name="textAreaRight" fmla="*/ 83160 w 78480"/>
                <a:gd name="textAreaTop" fmla="*/ 0 h 139680"/>
                <a:gd name="textAreaBottom" fmla="*/ 144360 h 139680"/>
              </a:gdLst>
              <a:ahLst/>
              <a:cxnLst/>
              <a:rect l="textAreaLeft" t="textAreaTop" r="textAreaRight" b="textAreaBottom"/>
              <a:pathLst>
                <a:path w="83190" h="144377">
                  <a:moveTo>
                    <a:pt x="70506" y="32"/>
                  </a:moveTo>
                  <a:cubicBezTo>
                    <a:pt x="61673" y="32"/>
                    <a:pt x="54004" y="2524"/>
                    <a:pt x="47500" y="7539"/>
                  </a:cubicBezTo>
                  <a:cubicBezTo>
                    <a:pt x="40996" y="12555"/>
                    <a:pt x="36143" y="19964"/>
                    <a:pt x="32875" y="29801"/>
                  </a:cubicBezTo>
                  <a:lnTo>
                    <a:pt x="32325" y="29801"/>
                  </a:lnTo>
                  <a:lnTo>
                    <a:pt x="32325" y="2459"/>
                  </a:lnTo>
                  <a:lnTo>
                    <a:pt x="0" y="2459"/>
                  </a:lnTo>
                  <a:lnTo>
                    <a:pt x="0" y="144377"/>
                  </a:lnTo>
                  <a:lnTo>
                    <a:pt x="32325" y="144377"/>
                  </a:lnTo>
                  <a:lnTo>
                    <a:pt x="32325" y="74292"/>
                  </a:lnTo>
                  <a:cubicBezTo>
                    <a:pt x="32325" y="60508"/>
                    <a:pt x="35399" y="49345"/>
                    <a:pt x="41579" y="40802"/>
                  </a:cubicBezTo>
                  <a:cubicBezTo>
                    <a:pt x="47759" y="32292"/>
                    <a:pt x="56496" y="28021"/>
                    <a:pt x="67756" y="28021"/>
                  </a:cubicBezTo>
                  <a:cubicBezTo>
                    <a:pt x="70021" y="28021"/>
                    <a:pt x="71995" y="28151"/>
                    <a:pt x="73709" y="28442"/>
                  </a:cubicBezTo>
                  <a:cubicBezTo>
                    <a:pt x="75424" y="28733"/>
                    <a:pt x="77172" y="29089"/>
                    <a:pt x="78984" y="29510"/>
                  </a:cubicBezTo>
                  <a:lnTo>
                    <a:pt x="83190" y="1650"/>
                  </a:lnTo>
                  <a:cubicBezTo>
                    <a:pt x="81313" y="1100"/>
                    <a:pt x="79307" y="712"/>
                    <a:pt x="77236" y="421"/>
                  </a:cubicBezTo>
                  <a:cubicBezTo>
                    <a:pt x="75165" y="162"/>
                    <a:pt x="72900" y="0"/>
                    <a:pt x="70474" y="0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9" name="Google Shape;1704;p88"/>
            <p:cNvSpPr/>
            <p:nvPr/>
          </p:nvSpPr>
          <p:spPr>
            <a:xfrm>
              <a:off x="3427200" y="1010160"/>
              <a:ext cx="125280" cy="189360"/>
            </a:xfrm>
            <a:custGeom>
              <a:avLst/>
              <a:gdLst>
                <a:gd name="textAreaLeft" fmla="*/ 0 w 125280"/>
                <a:gd name="textAreaRight" fmla="*/ 129960 w 125280"/>
                <a:gd name="textAreaTop" fmla="*/ 0 h 189360"/>
                <a:gd name="textAreaBottom" fmla="*/ 194040 h 189360"/>
              </a:gdLst>
              <a:ahLst/>
              <a:cxnLst/>
              <a:rect l="textAreaLeft" t="textAreaTop" r="textAreaRight" b="textAreaBottom"/>
              <a:pathLst>
                <a:path w="130010" h="194013">
                  <a:moveTo>
                    <a:pt x="112279" y="15628"/>
                  </a:moveTo>
                  <a:cubicBezTo>
                    <a:pt x="100469" y="5209"/>
                    <a:pt x="83287" y="0"/>
                    <a:pt x="60734" y="0"/>
                  </a:cubicBezTo>
                  <a:lnTo>
                    <a:pt x="0" y="0"/>
                  </a:lnTo>
                  <a:lnTo>
                    <a:pt x="0" y="194013"/>
                  </a:lnTo>
                  <a:lnTo>
                    <a:pt x="32875" y="194013"/>
                  </a:lnTo>
                  <a:lnTo>
                    <a:pt x="32875" y="126516"/>
                  </a:lnTo>
                  <a:lnTo>
                    <a:pt x="56269" y="126516"/>
                  </a:lnTo>
                  <a:cubicBezTo>
                    <a:pt x="78822" y="126516"/>
                    <a:pt x="96748" y="120466"/>
                    <a:pt x="110047" y="108396"/>
                  </a:cubicBezTo>
                  <a:cubicBezTo>
                    <a:pt x="123345" y="96327"/>
                    <a:pt x="130011" y="80569"/>
                    <a:pt x="130011" y="61187"/>
                  </a:cubicBezTo>
                  <a:cubicBezTo>
                    <a:pt x="130011" y="41805"/>
                    <a:pt x="124090" y="26080"/>
                    <a:pt x="112279" y="15661"/>
                  </a:cubicBezTo>
                  <a:close/>
                  <a:moveTo>
                    <a:pt x="84678" y="90244"/>
                  </a:moveTo>
                  <a:cubicBezTo>
                    <a:pt x="77657" y="96554"/>
                    <a:pt x="67238" y="99725"/>
                    <a:pt x="53422" y="99725"/>
                  </a:cubicBezTo>
                  <a:lnTo>
                    <a:pt x="32843" y="99725"/>
                  </a:lnTo>
                  <a:lnTo>
                    <a:pt x="32843" y="26921"/>
                  </a:lnTo>
                  <a:lnTo>
                    <a:pt x="54910" y="26921"/>
                  </a:lnTo>
                  <a:cubicBezTo>
                    <a:pt x="68338" y="26921"/>
                    <a:pt x="78434" y="29866"/>
                    <a:pt x="85132" y="35787"/>
                  </a:cubicBezTo>
                  <a:cubicBezTo>
                    <a:pt x="91829" y="41708"/>
                    <a:pt x="95227" y="50639"/>
                    <a:pt x="95227" y="62643"/>
                  </a:cubicBezTo>
                  <a:cubicBezTo>
                    <a:pt x="95227" y="74648"/>
                    <a:pt x="91700" y="83934"/>
                    <a:pt x="84678" y="90244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00" name="Google Shape;1705;p88"/>
            <p:cNvSpPr/>
            <p:nvPr/>
          </p:nvSpPr>
          <p:spPr>
            <a:xfrm>
              <a:off x="3585240" y="999000"/>
              <a:ext cx="27360" cy="200520"/>
            </a:xfrm>
            <a:custGeom>
              <a:avLst/>
              <a:gdLst>
                <a:gd name="textAreaLeft" fmla="*/ 0 w 27360"/>
                <a:gd name="textAreaRight" fmla="*/ 32040 w 27360"/>
                <a:gd name="textAreaTop" fmla="*/ 0 h 200520"/>
                <a:gd name="textAreaBottom" fmla="*/ 205200 h 200520"/>
              </a:gdLst>
              <a:ahLst/>
              <a:cxnLst/>
              <a:rect l="textAreaLeft" t="textAreaTop" r="textAreaRight" b="textAreaBottom"/>
              <a:pathLst>
                <a:path w="32195" h="205079">
                  <a:moveTo>
                    <a:pt x="0" y="0"/>
                  </a:moveTo>
                  <a:lnTo>
                    <a:pt x="32195" y="0"/>
                  </a:lnTo>
                  <a:lnTo>
                    <a:pt x="32195" y="205079"/>
                  </a:lnTo>
                  <a:lnTo>
                    <a:pt x="0" y="205079"/>
                  </a:ln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01" name="Google Shape;1706;p88"/>
            <p:cNvSpPr/>
            <p:nvPr/>
          </p:nvSpPr>
          <p:spPr>
            <a:xfrm>
              <a:off x="3646800" y="1058760"/>
              <a:ext cx="114480" cy="144000"/>
            </a:xfrm>
            <a:custGeom>
              <a:avLst/>
              <a:gdLst>
                <a:gd name="textAreaLeft" fmla="*/ 0 w 114480"/>
                <a:gd name="textAreaRight" fmla="*/ 119160 w 114480"/>
                <a:gd name="textAreaTop" fmla="*/ 0 h 144000"/>
                <a:gd name="textAreaBottom" fmla="*/ 148680 h 144000"/>
              </a:gdLst>
              <a:ahLst/>
              <a:cxnLst/>
              <a:rect l="textAreaLeft" t="textAreaTop" r="textAreaRight" b="textAreaBottom"/>
              <a:pathLst>
                <a:path w="119074" h="148713">
                  <a:moveTo>
                    <a:pt x="62967" y="0"/>
                  </a:moveTo>
                  <a:cubicBezTo>
                    <a:pt x="51966" y="0"/>
                    <a:pt x="41806" y="1585"/>
                    <a:pt x="32454" y="4724"/>
                  </a:cubicBezTo>
                  <a:cubicBezTo>
                    <a:pt x="23103" y="7863"/>
                    <a:pt x="14172" y="12749"/>
                    <a:pt x="5598" y="19350"/>
                  </a:cubicBezTo>
                  <a:lnTo>
                    <a:pt x="19382" y="38570"/>
                  </a:lnTo>
                  <a:cubicBezTo>
                    <a:pt x="25950" y="33619"/>
                    <a:pt x="32745" y="29898"/>
                    <a:pt x="39735" y="27406"/>
                  </a:cubicBezTo>
                  <a:cubicBezTo>
                    <a:pt x="46724" y="24915"/>
                    <a:pt x="53616" y="23685"/>
                    <a:pt x="60378" y="23685"/>
                  </a:cubicBezTo>
                  <a:cubicBezTo>
                    <a:pt x="68953" y="23685"/>
                    <a:pt x="75748" y="25886"/>
                    <a:pt x="80731" y="30319"/>
                  </a:cubicBezTo>
                  <a:cubicBezTo>
                    <a:pt x="85746" y="34752"/>
                    <a:pt x="88238" y="41741"/>
                    <a:pt x="88238" y="51286"/>
                  </a:cubicBezTo>
                  <a:lnTo>
                    <a:pt x="88238" y="54263"/>
                  </a:lnTo>
                  <a:lnTo>
                    <a:pt x="50477" y="59278"/>
                  </a:lnTo>
                  <a:cubicBezTo>
                    <a:pt x="33716" y="61705"/>
                    <a:pt x="21097" y="66947"/>
                    <a:pt x="12652" y="74971"/>
                  </a:cubicBezTo>
                  <a:cubicBezTo>
                    <a:pt x="4206" y="82996"/>
                    <a:pt x="0" y="93415"/>
                    <a:pt x="0" y="106228"/>
                  </a:cubicBezTo>
                  <a:cubicBezTo>
                    <a:pt x="0" y="119042"/>
                    <a:pt x="4206" y="129655"/>
                    <a:pt x="12587" y="137291"/>
                  </a:cubicBezTo>
                  <a:cubicBezTo>
                    <a:pt x="20968" y="144928"/>
                    <a:pt x="31710" y="148713"/>
                    <a:pt x="44782" y="148713"/>
                  </a:cubicBezTo>
                  <a:cubicBezTo>
                    <a:pt x="54069" y="148713"/>
                    <a:pt x="62287" y="146610"/>
                    <a:pt x="69471" y="142436"/>
                  </a:cubicBezTo>
                  <a:cubicBezTo>
                    <a:pt x="76654" y="138230"/>
                    <a:pt x="82608" y="132049"/>
                    <a:pt x="87397" y="123831"/>
                  </a:cubicBezTo>
                  <a:lnTo>
                    <a:pt x="87947" y="123831"/>
                  </a:lnTo>
                  <a:lnTo>
                    <a:pt x="87947" y="145348"/>
                  </a:lnTo>
                  <a:lnTo>
                    <a:pt x="119074" y="145348"/>
                  </a:lnTo>
                  <a:lnTo>
                    <a:pt x="119074" y="56463"/>
                  </a:lnTo>
                  <a:cubicBezTo>
                    <a:pt x="119074" y="37599"/>
                    <a:pt x="114415" y="23491"/>
                    <a:pt x="105128" y="14108"/>
                  </a:cubicBezTo>
                  <a:cubicBezTo>
                    <a:pt x="95842" y="4724"/>
                    <a:pt x="81766" y="32"/>
                    <a:pt x="62935" y="32"/>
                  </a:cubicBezTo>
                  <a:close/>
                  <a:moveTo>
                    <a:pt x="88270" y="87397"/>
                  </a:moveTo>
                  <a:cubicBezTo>
                    <a:pt x="88270" y="98204"/>
                    <a:pt x="85067" y="107102"/>
                    <a:pt x="78660" y="114059"/>
                  </a:cubicBezTo>
                  <a:cubicBezTo>
                    <a:pt x="72253" y="121016"/>
                    <a:pt x="63873" y="124478"/>
                    <a:pt x="53486" y="124478"/>
                  </a:cubicBezTo>
                  <a:cubicBezTo>
                    <a:pt x="46724" y="124478"/>
                    <a:pt x="41255" y="122536"/>
                    <a:pt x="37049" y="118654"/>
                  </a:cubicBezTo>
                  <a:cubicBezTo>
                    <a:pt x="32843" y="114771"/>
                    <a:pt x="30772" y="109464"/>
                    <a:pt x="30772" y="102702"/>
                  </a:cubicBezTo>
                  <a:cubicBezTo>
                    <a:pt x="30772" y="95939"/>
                    <a:pt x="33004" y="90471"/>
                    <a:pt x="37470" y="86879"/>
                  </a:cubicBezTo>
                  <a:cubicBezTo>
                    <a:pt x="41935" y="83287"/>
                    <a:pt x="48665" y="80828"/>
                    <a:pt x="57693" y="79566"/>
                  </a:cubicBezTo>
                  <a:lnTo>
                    <a:pt x="88270" y="75522"/>
                  </a:lnTo>
                  <a:lnTo>
                    <a:pt x="88270" y="87429"/>
                  </a:ln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02" name="Google Shape;1707;p88"/>
            <p:cNvSpPr/>
            <p:nvPr/>
          </p:nvSpPr>
          <p:spPr>
            <a:xfrm>
              <a:off x="3788640" y="1020240"/>
              <a:ext cx="87480" cy="182160"/>
            </a:xfrm>
            <a:custGeom>
              <a:avLst/>
              <a:gdLst>
                <a:gd name="textAreaLeft" fmla="*/ 0 w 87480"/>
                <a:gd name="textAreaRight" fmla="*/ 92160 w 87480"/>
                <a:gd name="textAreaTop" fmla="*/ 0 h 182160"/>
                <a:gd name="textAreaBottom" fmla="*/ 186840 h 182160"/>
              </a:gdLst>
              <a:ahLst/>
              <a:cxnLst/>
              <a:rect l="textAreaLeft" t="textAreaTop" r="textAreaRight" b="textAreaBottom"/>
              <a:pathLst>
                <a:path w="92120" h="186959">
                  <a:moveTo>
                    <a:pt x="79016" y="161333"/>
                  </a:moveTo>
                  <a:cubicBezTo>
                    <a:pt x="76686" y="161915"/>
                    <a:pt x="74195" y="162206"/>
                    <a:pt x="71574" y="162206"/>
                  </a:cubicBezTo>
                  <a:cubicBezTo>
                    <a:pt x="66267" y="162206"/>
                    <a:pt x="62320" y="160685"/>
                    <a:pt x="59731" y="157612"/>
                  </a:cubicBezTo>
                  <a:cubicBezTo>
                    <a:pt x="57175" y="154538"/>
                    <a:pt x="55881" y="149490"/>
                    <a:pt x="55881" y="142468"/>
                  </a:cubicBezTo>
                  <a:lnTo>
                    <a:pt x="55881" y="66979"/>
                  </a:lnTo>
                  <a:lnTo>
                    <a:pt x="89823" y="66979"/>
                  </a:lnTo>
                  <a:lnTo>
                    <a:pt x="89823" y="41967"/>
                  </a:lnTo>
                  <a:lnTo>
                    <a:pt x="55881" y="41967"/>
                  </a:lnTo>
                  <a:lnTo>
                    <a:pt x="55881" y="0"/>
                  </a:lnTo>
                  <a:lnTo>
                    <a:pt x="23685" y="9739"/>
                  </a:lnTo>
                  <a:lnTo>
                    <a:pt x="23685" y="41935"/>
                  </a:lnTo>
                  <a:lnTo>
                    <a:pt x="0" y="41935"/>
                  </a:lnTo>
                  <a:lnTo>
                    <a:pt x="0" y="66947"/>
                  </a:lnTo>
                  <a:lnTo>
                    <a:pt x="23685" y="66947"/>
                  </a:lnTo>
                  <a:lnTo>
                    <a:pt x="23685" y="145283"/>
                  </a:lnTo>
                  <a:cubicBezTo>
                    <a:pt x="23685" y="159068"/>
                    <a:pt x="27212" y="169487"/>
                    <a:pt x="34299" y="176476"/>
                  </a:cubicBezTo>
                  <a:cubicBezTo>
                    <a:pt x="41385" y="183465"/>
                    <a:pt x="51545" y="186959"/>
                    <a:pt x="64811" y="186959"/>
                  </a:cubicBezTo>
                  <a:cubicBezTo>
                    <a:pt x="69956" y="186959"/>
                    <a:pt x="74777" y="186539"/>
                    <a:pt x="79275" y="185730"/>
                  </a:cubicBezTo>
                  <a:cubicBezTo>
                    <a:pt x="83773" y="184921"/>
                    <a:pt x="88076" y="183627"/>
                    <a:pt x="92121" y="181815"/>
                  </a:cubicBezTo>
                  <a:lnTo>
                    <a:pt x="85358" y="158938"/>
                  </a:lnTo>
                  <a:cubicBezTo>
                    <a:pt x="83481" y="159941"/>
                    <a:pt x="81346" y="160718"/>
                    <a:pt x="79016" y="161300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03" name="Google Shape;1708;p88"/>
            <p:cNvSpPr/>
            <p:nvPr/>
          </p:nvSpPr>
          <p:spPr>
            <a:xfrm>
              <a:off x="3891240" y="995040"/>
              <a:ext cx="92880" cy="204480"/>
            </a:xfrm>
            <a:custGeom>
              <a:avLst/>
              <a:gdLst>
                <a:gd name="textAreaLeft" fmla="*/ 0 w 92880"/>
                <a:gd name="textAreaRight" fmla="*/ 97560 w 92880"/>
                <a:gd name="textAreaTop" fmla="*/ 0 h 204480"/>
                <a:gd name="textAreaBottom" fmla="*/ 209160 h 204480"/>
              </a:gdLst>
              <a:ahLst/>
              <a:cxnLst/>
              <a:rect l="textAreaLeft" t="textAreaTop" r="textAreaRight" b="textAreaBottom"/>
              <a:pathLst>
                <a:path w="97686" h="209124">
                  <a:moveTo>
                    <a:pt x="74259" y="0"/>
                  </a:moveTo>
                  <a:cubicBezTo>
                    <a:pt x="59019" y="0"/>
                    <a:pt x="46788" y="4142"/>
                    <a:pt x="37599" y="12457"/>
                  </a:cubicBezTo>
                  <a:cubicBezTo>
                    <a:pt x="28409" y="20773"/>
                    <a:pt x="23815" y="32001"/>
                    <a:pt x="23815" y="46141"/>
                  </a:cubicBezTo>
                  <a:lnTo>
                    <a:pt x="23815" y="67238"/>
                  </a:lnTo>
                  <a:lnTo>
                    <a:pt x="0" y="67238"/>
                  </a:lnTo>
                  <a:lnTo>
                    <a:pt x="0" y="92250"/>
                  </a:lnTo>
                  <a:lnTo>
                    <a:pt x="23815" y="92250"/>
                  </a:lnTo>
                  <a:lnTo>
                    <a:pt x="23815" y="209124"/>
                  </a:lnTo>
                  <a:lnTo>
                    <a:pt x="55881" y="209124"/>
                  </a:lnTo>
                  <a:lnTo>
                    <a:pt x="55881" y="92250"/>
                  </a:lnTo>
                  <a:lnTo>
                    <a:pt x="88497" y="92250"/>
                  </a:lnTo>
                  <a:lnTo>
                    <a:pt x="88497" y="67238"/>
                  </a:lnTo>
                  <a:lnTo>
                    <a:pt x="55881" y="67238"/>
                  </a:lnTo>
                  <a:lnTo>
                    <a:pt x="55881" y="47889"/>
                  </a:lnTo>
                  <a:cubicBezTo>
                    <a:pt x="55881" y="40770"/>
                    <a:pt x="57596" y="35302"/>
                    <a:pt x="61025" y="31451"/>
                  </a:cubicBezTo>
                  <a:cubicBezTo>
                    <a:pt x="64455" y="27633"/>
                    <a:pt x="69600" y="25692"/>
                    <a:pt x="76460" y="25692"/>
                  </a:cubicBezTo>
                  <a:cubicBezTo>
                    <a:pt x="78887" y="25692"/>
                    <a:pt x="81151" y="25886"/>
                    <a:pt x="83222" y="26306"/>
                  </a:cubicBezTo>
                  <a:cubicBezTo>
                    <a:pt x="85293" y="26695"/>
                    <a:pt x="87655" y="27471"/>
                    <a:pt x="90244" y="28539"/>
                  </a:cubicBezTo>
                  <a:lnTo>
                    <a:pt x="97686" y="3786"/>
                  </a:lnTo>
                  <a:cubicBezTo>
                    <a:pt x="93803" y="2524"/>
                    <a:pt x="90114" y="1585"/>
                    <a:pt x="86587" y="938"/>
                  </a:cubicBezTo>
                  <a:cubicBezTo>
                    <a:pt x="83061" y="324"/>
                    <a:pt x="78951" y="0"/>
                    <a:pt x="74292" y="0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04" name="Google Shape;1709;p88"/>
            <p:cNvSpPr/>
            <p:nvPr/>
          </p:nvSpPr>
          <p:spPr>
            <a:xfrm>
              <a:off x="3992760" y="1058760"/>
              <a:ext cx="141480" cy="144000"/>
            </a:xfrm>
            <a:custGeom>
              <a:avLst/>
              <a:gdLst>
                <a:gd name="textAreaLeft" fmla="*/ 0 w 141480"/>
                <a:gd name="textAreaRight" fmla="*/ 146160 w 141480"/>
                <a:gd name="textAreaTop" fmla="*/ 0 h 144000"/>
                <a:gd name="textAreaBottom" fmla="*/ 148680 h 144000"/>
              </a:gdLst>
              <a:ahLst/>
              <a:cxnLst/>
              <a:rect l="textAreaLeft" t="textAreaTop" r="textAreaRight" b="textAreaBottom"/>
              <a:pathLst>
                <a:path w="145995" h="148682">
                  <a:moveTo>
                    <a:pt x="74939" y="1"/>
                  </a:moveTo>
                  <a:cubicBezTo>
                    <a:pt x="51836" y="1"/>
                    <a:pt x="33619" y="6667"/>
                    <a:pt x="20223" y="19965"/>
                  </a:cubicBezTo>
                  <a:cubicBezTo>
                    <a:pt x="6827" y="33264"/>
                    <a:pt x="97" y="51740"/>
                    <a:pt x="0" y="75361"/>
                  </a:cubicBezTo>
                  <a:cubicBezTo>
                    <a:pt x="0" y="97655"/>
                    <a:pt x="6504" y="115419"/>
                    <a:pt x="19479" y="128718"/>
                  </a:cubicBezTo>
                  <a:cubicBezTo>
                    <a:pt x="32454" y="142016"/>
                    <a:pt x="50089" y="148682"/>
                    <a:pt x="72383" y="148682"/>
                  </a:cubicBezTo>
                  <a:cubicBezTo>
                    <a:pt x="94677" y="148682"/>
                    <a:pt x="112829" y="141855"/>
                    <a:pt x="126096" y="128200"/>
                  </a:cubicBezTo>
                  <a:cubicBezTo>
                    <a:pt x="139362" y="114545"/>
                    <a:pt x="145995" y="96166"/>
                    <a:pt x="145995" y="73063"/>
                  </a:cubicBezTo>
                  <a:cubicBezTo>
                    <a:pt x="145995" y="49960"/>
                    <a:pt x="139718" y="32779"/>
                    <a:pt x="127131" y="19609"/>
                  </a:cubicBezTo>
                  <a:cubicBezTo>
                    <a:pt x="114544" y="6440"/>
                    <a:pt x="97168" y="-96"/>
                    <a:pt x="74972" y="1"/>
                  </a:cubicBezTo>
                  <a:close/>
                  <a:moveTo>
                    <a:pt x="103090" y="110468"/>
                  </a:moveTo>
                  <a:cubicBezTo>
                    <a:pt x="96424" y="118913"/>
                    <a:pt x="86685" y="123120"/>
                    <a:pt x="73871" y="123120"/>
                  </a:cubicBezTo>
                  <a:cubicBezTo>
                    <a:pt x="61058" y="123120"/>
                    <a:pt x="50801" y="118913"/>
                    <a:pt x="43650" y="110533"/>
                  </a:cubicBezTo>
                  <a:cubicBezTo>
                    <a:pt x="36499" y="102152"/>
                    <a:pt x="32907" y="90245"/>
                    <a:pt x="32907" y="74811"/>
                  </a:cubicBezTo>
                  <a:cubicBezTo>
                    <a:pt x="32907" y="59376"/>
                    <a:pt x="36531" y="47340"/>
                    <a:pt x="43812" y="38635"/>
                  </a:cubicBezTo>
                  <a:cubicBezTo>
                    <a:pt x="51060" y="29931"/>
                    <a:pt x="61058" y="25563"/>
                    <a:pt x="73774" y="25563"/>
                  </a:cubicBezTo>
                  <a:cubicBezTo>
                    <a:pt x="86491" y="25563"/>
                    <a:pt x="96327" y="29705"/>
                    <a:pt x="103058" y="37956"/>
                  </a:cubicBezTo>
                  <a:cubicBezTo>
                    <a:pt x="109788" y="46207"/>
                    <a:pt x="113121" y="58179"/>
                    <a:pt x="113121" y="73872"/>
                  </a:cubicBezTo>
                  <a:cubicBezTo>
                    <a:pt x="113121" y="89566"/>
                    <a:pt x="109788" y="102023"/>
                    <a:pt x="103122" y="110468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05" name="Google Shape;1710;p88"/>
            <p:cNvSpPr/>
            <p:nvPr/>
          </p:nvSpPr>
          <p:spPr>
            <a:xfrm>
              <a:off x="4169160" y="1059840"/>
              <a:ext cx="78480" cy="139680"/>
            </a:xfrm>
            <a:custGeom>
              <a:avLst/>
              <a:gdLst>
                <a:gd name="textAreaLeft" fmla="*/ 0 w 78480"/>
                <a:gd name="textAreaRight" fmla="*/ 83160 w 78480"/>
                <a:gd name="textAreaTop" fmla="*/ 0 h 139680"/>
                <a:gd name="textAreaBottom" fmla="*/ 144360 h 139680"/>
              </a:gdLst>
              <a:ahLst/>
              <a:cxnLst/>
              <a:rect l="textAreaLeft" t="textAreaTop" r="textAreaRight" b="textAreaBottom"/>
              <a:pathLst>
                <a:path w="83189" h="144377">
                  <a:moveTo>
                    <a:pt x="70506" y="32"/>
                  </a:moveTo>
                  <a:cubicBezTo>
                    <a:pt x="61673" y="32"/>
                    <a:pt x="54004" y="2524"/>
                    <a:pt x="47500" y="7539"/>
                  </a:cubicBezTo>
                  <a:cubicBezTo>
                    <a:pt x="40996" y="12555"/>
                    <a:pt x="36143" y="19964"/>
                    <a:pt x="32875" y="29801"/>
                  </a:cubicBezTo>
                  <a:lnTo>
                    <a:pt x="32325" y="29801"/>
                  </a:lnTo>
                  <a:lnTo>
                    <a:pt x="32325" y="2459"/>
                  </a:lnTo>
                  <a:lnTo>
                    <a:pt x="0" y="2459"/>
                  </a:lnTo>
                  <a:lnTo>
                    <a:pt x="0" y="144377"/>
                  </a:lnTo>
                  <a:lnTo>
                    <a:pt x="32325" y="144377"/>
                  </a:lnTo>
                  <a:lnTo>
                    <a:pt x="32325" y="74292"/>
                  </a:lnTo>
                  <a:cubicBezTo>
                    <a:pt x="32325" y="60508"/>
                    <a:pt x="35399" y="49345"/>
                    <a:pt x="41579" y="40802"/>
                  </a:cubicBezTo>
                  <a:cubicBezTo>
                    <a:pt x="47759" y="32292"/>
                    <a:pt x="56495" y="28021"/>
                    <a:pt x="67756" y="28021"/>
                  </a:cubicBezTo>
                  <a:cubicBezTo>
                    <a:pt x="70021" y="28021"/>
                    <a:pt x="71995" y="28151"/>
                    <a:pt x="73709" y="28442"/>
                  </a:cubicBezTo>
                  <a:cubicBezTo>
                    <a:pt x="75424" y="28733"/>
                    <a:pt x="77172" y="29089"/>
                    <a:pt x="78984" y="29510"/>
                  </a:cubicBezTo>
                  <a:lnTo>
                    <a:pt x="83190" y="1650"/>
                  </a:lnTo>
                  <a:cubicBezTo>
                    <a:pt x="81313" y="1100"/>
                    <a:pt x="79307" y="712"/>
                    <a:pt x="77236" y="421"/>
                  </a:cubicBezTo>
                  <a:cubicBezTo>
                    <a:pt x="75165" y="162"/>
                    <a:pt x="72900" y="0"/>
                    <a:pt x="70474" y="0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06" name="Google Shape;1711;p88"/>
            <p:cNvSpPr/>
            <p:nvPr/>
          </p:nvSpPr>
          <p:spPr>
            <a:xfrm>
              <a:off x="4273200" y="1058760"/>
              <a:ext cx="207720" cy="140760"/>
            </a:xfrm>
            <a:custGeom>
              <a:avLst/>
              <a:gdLst>
                <a:gd name="textAreaLeft" fmla="*/ 0 w 207720"/>
                <a:gd name="textAreaRight" fmla="*/ 212400 w 207720"/>
                <a:gd name="textAreaTop" fmla="*/ 0 h 140760"/>
                <a:gd name="textAreaBottom" fmla="*/ 145440 h 140760"/>
              </a:gdLst>
              <a:ahLst/>
              <a:cxnLst/>
              <a:rect l="textAreaLeft" t="textAreaTop" r="textAreaRight" b="textAreaBottom"/>
              <a:pathLst>
                <a:path w="212392" h="145283">
                  <a:moveTo>
                    <a:pt x="200711" y="14367"/>
                  </a:moveTo>
                  <a:cubicBezTo>
                    <a:pt x="192913" y="4821"/>
                    <a:pt x="181265" y="32"/>
                    <a:pt x="165733" y="32"/>
                  </a:cubicBezTo>
                  <a:cubicBezTo>
                    <a:pt x="155282" y="32"/>
                    <a:pt x="146092" y="2362"/>
                    <a:pt x="138197" y="6989"/>
                  </a:cubicBezTo>
                  <a:cubicBezTo>
                    <a:pt x="130302" y="11649"/>
                    <a:pt x="123701" y="18638"/>
                    <a:pt x="118395" y="28021"/>
                  </a:cubicBezTo>
                  <a:cubicBezTo>
                    <a:pt x="115224" y="19188"/>
                    <a:pt x="110111" y="12296"/>
                    <a:pt x="103025" y="7377"/>
                  </a:cubicBezTo>
                  <a:cubicBezTo>
                    <a:pt x="95939" y="2459"/>
                    <a:pt x="87526" y="0"/>
                    <a:pt x="77787" y="0"/>
                  </a:cubicBezTo>
                  <a:cubicBezTo>
                    <a:pt x="68047" y="0"/>
                    <a:pt x="59311" y="2265"/>
                    <a:pt x="51610" y="6763"/>
                  </a:cubicBezTo>
                  <a:cubicBezTo>
                    <a:pt x="43909" y="11260"/>
                    <a:pt x="37664" y="17570"/>
                    <a:pt x="32875" y="25692"/>
                  </a:cubicBezTo>
                  <a:lnTo>
                    <a:pt x="32325" y="25692"/>
                  </a:lnTo>
                  <a:lnTo>
                    <a:pt x="32325" y="3365"/>
                  </a:lnTo>
                  <a:lnTo>
                    <a:pt x="0" y="3365"/>
                  </a:lnTo>
                  <a:lnTo>
                    <a:pt x="0" y="145283"/>
                  </a:lnTo>
                  <a:lnTo>
                    <a:pt x="32325" y="145283"/>
                  </a:lnTo>
                  <a:lnTo>
                    <a:pt x="32325" y="65329"/>
                  </a:lnTo>
                  <a:cubicBezTo>
                    <a:pt x="32325" y="53325"/>
                    <a:pt x="35108" y="43714"/>
                    <a:pt x="40641" y="36434"/>
                  </a:cubicBezTo>
                  <a:cubicBezTo>
                    <a:pt x="46174" y="29186"/>
                    <a:pt x="53422" y="25530"/>
                    <a:pt x="62352" y="25530"/>
                  </a:cubicBezTo>
                  <a:cubicBezTo>
                    <a:pt x="71283" y="25530"/>
                    <a:pt x="78466" y="28571"/>
                    <a:pt x="83125" y="34654"/>
                  </a:cubicBezTo>
                  <a:cubicBezTo>
                    <a:pt x="87785" y="40738"/>
                    <a:pt x="90082" y="49862"/>
                    <a:pt x="90082" y="62061"/>
                  </a:cubicBezTo>
                  <a:lnTo>
                    <a:pt x="90082" y="145251"/>
                  </a:lnTo>
                  <a:lnTo>
                    <a:pt x="122278" y="145251"/>
                  </a:lnTo>
                  <a:lnTo>
                    <a:pt x="122278" y="65038"/>
                  </a:lnTo>
                  <a:cubicBezTo>
                    <a:pt x="122278" y="53939"/>
                    <a:pt x="125157" y="44588"/>
                    <a:pt x="130949" y="36952"/>
                  </a:cubicBezTo>
                  <a:cubicBezTo>
                    <a:pt x="136709" y="29316"/>
                    <a:pt x="143892" y="25530"/>
                    <a:pt x="152467" y="25530"/>
                  </a:cubicBezTo>
                  <a:cubicBezTo>
                    <a:pt x="162206" y="25530"/>
                    <a:pt x="169260" y="28604"/>
                    <a:pt x="173628" y="34719"/>
                  </a:cubicBezTo>
                  <a:cubicBezTo>
                    <a:pt x="177996" y="40867"/>
                    <a:pt x="180197" y="50607"/>
                    <a:pt x="180197" y="63938"/>
                  </a:cubicBezTo>
                  <a:lnTo>
                    <a:pt x="180197" y="145251"/>
                  </a:lnTo>
                  <a:lnTo>
                    <a:pt x="212392" y="145251"/>
                  </a:lnTo>
                  <a:lnTo>
                    <a:pt x="212392" y="57304"/>
                  </a:lnTo>
                  <a:cubicBezTo>
                    <a:pt x="212392" y="38181"/>
                    <a:pt x="208477" y="23847"/>
                    <a:pt x="200679" y="14302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_Curso_Cibersegurança">
    <p:bg>
      <p:bgPr>
        <a:solidFill>
          <a:srgbClr val="084c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7" name="Google Shape;1105;p80"/>
          <p:cNvGrpSpPr/>
          <p:nvPr/>
        </p:nvGrpSpPr>
        <p:grpSpPr>
          <a:xfrm>
            <a:off x="730800" y="3085920"/>
            <a:ext cx="7813440" cy="2412360"/>
            <a:chOff x="730800" y="3085920"/>
            <a:chExt cx="7813440" cy="2412360"/>
          </a:xfrm>
        </p:grpSpPr>
        <p:sp>
          <p:nvSpPr>
            <p:cNvPr id="2008" name="Google Shape;1106;p80"/>
            <p:cNvSpPr/>
            <p:nvPr/>
          </p:nvSpPr>
          <p:spPr>
            <a:xfrm>
              <a:off x="1363680" y="3640680"/>
              <a:ext cx="7180560" cy="154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_ANALISTA</a:t>
              </a:r>
              <a:br>
                <a:rPr sz="5500"/>
              </a:b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DE CIBER</a:t>
              </a:r>
              <a:br>
                <a:rPr sz="5500"/>
              </a:b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SEGURANÇA</a:t>
              </a:r>
              <a:endParaRPr b="0" lang="pt-BR" sz="5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09" name="Google Shape;1107;p80"/>
            <p:cNvSpPr/>
            <p:nvPr/>
          </p:nvSpPr>
          <p:spPr>
            <a:xfrm rot="16200000">
              <a:off x="-249120" y="4066200"/>
              <a:ext cx="2412360" cy="451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26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C U R S O</a:t>
              </a:r>
              <a:endParaRPr b="0" lang="pt-BR" sz="26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010" name="Google Shape;1108;p80"/>
          <p:cNvGrpSpPr/>
          <p:nvPr/>
        </p:nvGrpSpPr>
        <p:grpSpPr>
          <a:xfrm>
            <a:off x="755280" y="2794320"/>
            <a:ext cx="688680" cy="688680"/>
            <a:chOff x="755280" y="2794320"/>
            <a:chExt cx="688680" cy="688680"/>
          </a:xfrm>
        </p:grpSpPr>
        <p:sp>
          <p:nvSpPr>
            <p:cNvPr id="2011" name="Google Shape;1109;p80"/>
            <p:cNvSpPr/>
            <p:nvPr/>
          </p:nvSpPr>
          <p:spPr>
            <a:xfrm>
              <a:off x="755280" y="3141000"/>
              <a:ext cx="342000" cy="34200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12" name="Google Shape;1110;p80"/>
            <p:cNvSpPr/>
            <p:nvPr/>
          </p:nvSpPr>
          <p:spPr>
            <a:xfrm>
              <a:off x="1101960" y="2794320"/>
              <a:ext cx="342000" cy="34200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013" name="Google Shape;1111;p80"/>
          <p:cNvGrpSpPr/>
          <p:nvPr/>
        </p:nvGrpSpPr>
        <p:grpSpPr>
          <a:xfrm>
            <a:off x="6174360" y="5188680"/>
            <a:ext cx="688680" cy="688680"/>
            <a:chOff x="6174360" y="5188680"/>
            <a:chExt cx="688680" cy="688680"/>
          </a:xfrm>
        </p:grpSpPr>
        <p:sp>
          <p:nvSpPr>
            <p:cNvPr id="2014" name="Google Shape;1112;p80"/>
            <p:cNvSpPr/>
            <p:nvPr/>
          </p:nvSpPr>
          <p:spPr>
            <a:xfrm>
              <a:off x="6174360" y="5535360"/>
              <a:ext cx="342000" cy="34200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15" name="Google Shape;1113;p80"/>
            <p:cNvSpPr/>
            <p:nvPr/>
          </p:nvSpPr>
          <p:spPr>
            <a:xfrm>
              <a:off x="6521040" y="5188680"/>
              <a:ext cx="342000" cy="34200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016" name="Google Shape;1114;p80"/>
          <p:cNvSpPr/>
          <p:nvPr/>
        </p:nvSpPr>
        <p:spPr>
          <a:xfrm>
            <a:off x="29865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7" name="Google Shape;1115;p80"/>
          <p:cNvSpPr/>
          <p:nvPr/>
        </p:nvSpPr>
        <p:spPr>
          <a:xfrm>
            <a:off x="35420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8" name="Google Shape;1116;p80"/>
          <p:cNvSpPr/>
          <p:nvPr/>
        </p:nvSpPr>
        <p:spPr>
          <a:xfrm>
            <a:off x="4049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9" name="Google Shape;1117;p80"/>
          <p:cNvSpPr/>
          <p:nvPr/>
        </p:nvSpPr>
        <p:spPr>
          <a:xfrm>
            <a:off x="456408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0" name="Google Shape;1118;p80"/>
          <p:cNvSpPr/>
          <p:nvPr/>
        </p:nvSpPr>
        <p:spPr>
          <a:xfrm>
            <a:off x="50781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1" name="Google Shape;1119;p80"/>
          <p:cNvSpPr/>
          <p:nvPr/>
        </p:nvSpPr>
        <p:spPr>
          <a:xfrm>
            <a:off x="6145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2" name="Google Shape;1120;p80"/>
          <p:cNvSpPr/>
          <p:nvPr/>
        </p:nvSpPr>
        <p:spPr>
          <a:xfrm>
            <a:off x="5633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3" name="Google Shape;1121;p80"/>
          <p:cNvSpPr/>
          <p:nvPr/>
        </p:nvSpPr>
        <p:spPr>
          <a:xfrm>
            <a:off x="67413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4" name="Google Shape;1122;p80"/>
          <p:cNvSpPr/>
          <p:nvPr/>
        </p:nvSpPr>
        <p:spPr>
          <a:xfrm>
            <a:off x="730332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5" name="Google Shape;1123;p80"/>
          <p:cNvSpPr/>
          <p:nvPr/>
        </p:nvSpPr>
        <p:spPr>
          <a:xfrm>
            <a:off x="7846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26" name="Google Shape;1124;p80" descr=""/>
          <p:cNvPicPr/>
          <p:nvPr/>
        </p:nvPicPr>
        <p:blipFill>
          <a:blip r:embed="rId2"/>
          <a:stretch/>
        </p:blipFill>
        <p:spPr>
          <a:xfrm>
            <a:off x="10052280" y="3793680"/>
            <a:ext cx="1636560" cy="16365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027" name="Google Shape;1125;p80"/>
          <p:cNvGrpSpPr/>
          <p:nvPr/>
        </p:nvGrpSpPr>
        <p:grpSpPr>
          <a:xfrm>
            <a:off x="10124640" y="1269360"/>
            <a:ext cx="1465560" cy="764280"/>
            <a:chOff x="10124640" y="1269360"/>
            <a:chExt cx="1465560" cy="764280"/>
          </a:xfrm>
        </p:grpSpPr>
        <p:grpSp>
          <p:nvGrpSpPr>
            <p:cNvPr id="2028" name="Google Shape;1126;p80"/>
            <p:cNvGrpSpPr/>
            <p:nvPr/>
          </p:nvGrpSpPr>
          <p:grpSpPr>
            <a:xfrm>
              <a:off x="10124640" y="1269360"/>
              <a:ext cx="1220040" cy="295200"/>
              <a:chOff x="10124640" y="1269360"/>
              <a:chExt cx="1220040" cy="295200"/>
            </a:xfrm>
          </p:grpSpPr>
          <p:sp>
            <p:nvSpPr>
              <p:cNvPr id="2029" name="Google Shape;1127;p80"/>
              <p:cNvSpPr/>
              <p:nvPr/>
            </p:nvSpPr>
            <p:spPr>
              <a:xfrm>
                <a:off x="10124640" y="1269360"/>
                <a:ext cx="145080" cy="293760"/>
              </a:xfrm>
              <a:custGeom>
                <a:avLst/>
                <a:gdLst>
                  <a:gd name="textAreaLeft" fmla="*/ 0 w 145080"/>
                  <a:gd name="textAreaRight" fmla="*/ 149760 w 145080"/>
                  <a:gd name="textAreaTop" fmla="*/ 0 h 293760"/>
                  <a:gd name="textAreaBottom" fmla="*/ 298440 h 293760"/>
                </a:gdLst>
                <a:ahLst/>
                <a:cxnLst/>
                <a:rect l="textAreaLeft" t="textAreaTop" r="textAreaRight" b="textAreaBottom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30" name="Google Shape;1128;p80"/>
              <p:cNvSpPr/>
              <p:nvPr/>
            </p:nvSpPr>
            <p:spPr>
              <a:xfrm>
                <a:off x="10305360" y="1324800"/>
                <a:ext cx="225360" cy="239400"/>
              </a:xfrm>
              <a:custGeom>
                <a:avLst/>
                <a:gdLst>
                  <a:gd name="textAreaLeft" fmla="*/ 0 w 225360"/>
                  <a:gd name="textAreaRight" fmla="*/ 230040 w 225360"/>
                  <a:gd name="textAreaTop" fmla="*/ 0 h 239400"/>
                  <a:gd name="textAreaBottom" fmla="*/ 244080 h 239400"/>
                </a:gdLst>
                <a:ahLst/>
                <a:cxnLst/>
                <a:rect l="textAreaLeft" t="textAreaTop" r="textAreaRight" b="textAreaBottom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31" name="Google Shape;1129;p80"/>
              <p:cNvSpPr/>
              <p:nvPr/>
            </p:nvSpPr>
            <p:spPr>
              <a:xfrm>
                <a:off x="10573560" y="1325160"/>
                <a:ext cx="213120" cy="239400"/>
              </a:xfrm>
              <a:custGeom>
                <a:avLst/>
                <a:gdLst>
                  <a:gd name="textAreaLeft" fmla="*/ 0 w 213120"/>
                  <a:gd name="textAreaRight" fmla="*/ 217800 w 213120"/>
                  <a:gd name="textAreaTop" fmla="*/ 0 h 239400"/>
                  <a:gd name="textAreaBottom" fmla="*/ 244080 h 239400"/>
                </a:gdLst>
                <a:ahLst/>
                <a:cxnLst/>
                <a:rect l="textAreaLeft" t="textAreaTop" r="textAreaRight" b="textAreaBottom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32" name="Google Shape;1130;p80"/>
              <p:cNvSpPr/>
              <p:nvPr/>
            </p:nvSpPr>
            <p:spPr>
              <a:xfrm>
                <a:off x="10834560" y="1325160"/>
                <a:ext cx="210240" cy="234000"/>
              </a:xfrm>
              <a:custGeom>
                <a:avLst/>
                <a:gdLst>
                  <a:gd name="textAreaLeft" fmla="*/ 0 w 210240"/>
                  <a:gd name="textAreaRight" fmla="*/ 214920 w 210240"/>
                  <a:gd name="textAreaTop" fmla="*/ 0 h 234000"/>
                  <a:gd name="textAreaBottom" fmla="*/ 238680 h 234000"/>
                </a:gdLst>
                <a:ahLst/>
                <a:cxnLst/>
                <a:rect l="textAreaLeft" t="textAreaTop" r="textAreaRight" b="textAreaBottom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33" name="Google Shape;1131;p80"/>
              <p:cNvSpPr/>
              <p:nvPr/>
            </p:nvSpPr>
            <p:spPr>
              <a:xfrm>
                <a:off x="11095560" y="1325160"/>
                <a:ext cx="249120" cy="239400"/>
              </a:xfrm>
              <a:custGeom>
                <a:avLst/>
                <a:gdLst>
                  <a:gd name="textAreaLeft" fmla="*/ 0 w 249120"/>
                  <a:gd name="textAreaRight" fmla="*/ 253800 w 249120"/>
                  <a:gd name="textAreaTop" fmla="*/ 0 h 239400"/>
                  <a:gd name="textAreaBottom" fmla="*/ 244080 h 239400"/>
                </a:gdLst>
                <a:ahLst/>
                <a:cxnLst/>
                <a:rect l="textAreaLeft" t="textAreaTop" r="textAreaRight" b="textAreaBottom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034" name="Google Shape;1132;p80"/>
            <p:cNvGrpSpPr/>
            <p:nvPr/>
          </p:nvGrpSpPr>
          <p:grpSpPr>
            <a:xfrm>
              <a:off x="10546560" y="1648080"/>
              <a:ext cx="1043640" cy="385560"/>
              <a:chOff x="10546560" y="1648080"/>
              <a:chExt cx="1043640" cy="385560"/>
            </a:xfrm>
          </p:grpSpPr>
          <p:sp>
            <p:nvSpPr>
              <p:cNvPr id="2035" name="Google Shape;1133;p80"/>
              <p:cNvSpPr/>
              <p:nvPr/>
            </p:nvSpPr>
            <p:spPr>
              <a:xfrm>
                <a:off x="10546560" y="1648080"/>
                <a:ext cx="61920" cy="314640"/>
              </a:xfrm>
              <a:custGeom>
                <a:avLst/>
                <a:gdLst>
                  <a:gd name="textAreaLeft" fmla="*/ 0 w 61920"/>
                  <a:gd name="textAreaRight" fmla="*/ 66600 w 61920"/>
                  <a:gd name="textAreaTop" fmla="*/ 0 h 314640"/>
                  <a:gd name="textAreaBottom" fmla="*/ 319320 h 314640"/>
                </a:gdLst>
                <a:ahLst/>
                <a:cxnLst/>
                <a:rect l="textAreaLeft" t="textAreaTop" r="textAreaRight" b="textAreaBottom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36" name="Google Shape;1134;p80"/>
              <p:cNvSpPr/>
              <p:nvPr/>
            </p:nvSpPr>
            <p:spPr>
              <a:xfrm>
                <a:off x="10664280" y="1728720"/>
                <a:ext cx="249120" cy="239400"/>
              </a:xfrm>
              <a:custGeom>
                <a:avLst/>
                <a:gdLst>
                  <a:gd name="textAreaLeft" fmla="*/ 0 w 249120"/>
                  <a:gd name="textAreaRight" fmla="*/ 253800 w 249120"/>
                  <a:gd name="textAreaTop" fmla="*/ 0 h 239400"/>
                  <a:gd name="textAreaBottom" fmla="*/ 244080 h 239400"/>
                </a:gdLst>
                <a:ahLst/>
                <a:cxnLst/>
                <a:rect l="textAreaLeft" t="textAreaTop" r="textAreaRight" b="textAreaBottom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37" name="Google Shape;1135;p80"/>
              <p:cNvSpPr/>
              <p:nvPr/>
            </p:nvSpPr>
            <p:spPr>
              <a:xfrm>
                <a:off x="10955160" y="1728720"/>
                <a:ext cx="241560" cy="304920"/>
              </a:xfrm>
              <a:custGeom>
                <a:avLst/>
                <a:gdLst>
                  <a:gd name="textAreaLeft" fmla="*/ 0 w 241560"/>
                  <a:gd name="textAreaRight" fmla="*/ 246240 w 241560"/>
                  <a:gd name="textAreaTop" fmla="*/ 0 h 304920"/>
                  <a:gd name="textAreaBottom" fmla="*/ 309600 h 304920"/>
                </a:gdLst>
                <a:ahLst/>
                <a:cxnLst/>
                <a:rect l="textAreaLeft" t="textAreaTop" r="textAreaRight" b="textAreaBottom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38" name="Google Shape;1136;p80"/>
              <p:cNvSpPr/>
              <p:nvPr/>
            </p:nvSpPr>
            <p:spPr>
              <a:xfrm>
                <a:off x="11262240" y="1648440"/>
                <a:ext cx="65520" cy="314640"/>
              </a:xfrm>
              <a:custGeom>
                <a:avLst/>
                <a:gdLst>
                  <a:gd name="textAreaLeft" fmla="*/ 0 w 65520"/>
                  <a:gd name="textAreaRight" fmla="*/ 70200 w 65520"/>
                  <a:gd name="textAreaTop" fmla="*/ 0 h 314640"/>
                  <a:gd name="textAreaBottom" fmla="*/ 319320 h 314640"/>
                </a:gdLst>
                <a:ahLst/>
                <a:cxnLst/>
                <a:rect l="textAreaLeft" t="textAreaTop" r="textAreaRight" b="textAreaBottom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39" name="Google Shape;1137;p80"/>
              <p:cNvSpPr/>
              <p:nvPr/>
            </p:nvSpPr>
            <p:spPr>
              <a:xfrm>
                <a:off x="11379240" y="1730520"/>
                <a:ext cx="210960" cy="236880"/>
              </a:xfrm>
              <a:custGeom>
                <a:avLst/>
                <a:gdLst>
                  <a:gd name="textAreaLeft" fmla="*/ 0 w 210960"/>
                  <a:gd name="textAreaRight" fmla="*/ 215640 w 210960"/>
                  <a:gd name="textAreaTop" fmla="*/ 0 h 236880"/>
                  <a:gd name="textAreaBottom" fmla="*/ 241560 h 236880"/>
                </a:gdLst>
                <a:ahLst/>
                <a:cxnLst/>
                <a:rect l="textAreaLeft" t="textAreaTop" r="textAreaRight" b="textAreaBottom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2040" name="Google Shape;1138;p80"/>
          <p:cNvGrpSpPr/>
          <p:nvPr/>
        </p:nvGrpSpPr>
        <p:grpSpPr>
          <a:xfrm>
            <a:off x="10207440" y="873000"/>
            <a:ext cx="1172160" cy="294120"/>
            <a:chOff x="10207440" y="873000"/>
            <a:chExt cx="1172160" cy="294120"/>
          </a:xfrm>
        </p:grpSpPr>
        <p:sp>
          <p:nvSpPr>
            <p:cNvPr id="2041" name="Google Shape;1139;p80"/>
            <p:cNvSpPr/>
            <p:nvPr/>
          </p:nvSpPr>
          <p:spPr>
            <a:xfrm>
              <a:off x="10207440" y="878040"/>
              <a:ext cx="77040" cy="99360"/>
            </a:xfrm>
            <a:custGeom>
              <a:avLst/>
              <a:gdLst>
                <a:gd name="textAreaLeft" fmla="*/ 0 w 77040"/>
                <a:gd name="textAreaRight" fmla="*/ 81720 w 77040"/>
                <a:gd name="textAreaTop" fmla="*/ 0 h 99360"/>
                <a:gd name="textAreaBottom" fmla="*/ 104040 h 99360"/>
              </a:gdLst>
              <a:ahLst/>
              <a:cxnLst/>
              <a:rect l="textAreaLeft" t="textAreaTop" r="textAreaRight" b="textAreaBottom"/>
              <a:pathLst>
                <a:path w="95351" h="121240">
                  <a:moveTo>
                    <a:pt x="54608" y="121240"/>
                  </a:moveTo>
                  <a:lnTo>
                    <a:pt x="40744" y="121240"/>
                  </a:lnTo>
                  <a:lnTo>
                    <a:pt x="40744" y="12591"/>
                  </a:lnTo>
                  <a:lnTo>
                    <a:pt x="0" y="12591"/>
                  </a:lnTo>
                  <a:lnTo>
                    <a:pt x="0" y="0"/>
                  </a:lnTo>
                  <a:lnTo>
                    <a:pt x="95351" y="0"/>
                  </a:lnTo>
                  <a:lnTo>
                    <a:pt x="95351" y="12591"/>
                  </a:lnTo>
                  <a:lnTo>
                    <a:pt x="54608" y="12591"/>
                  </a:lnTo>
                  <a:lnTo>
                    <a:pt x="54608" y="1212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2" name="Google Shape;1140;p80"/>
            <p:cNvSpPr/>
            <p:nvPr/>
          </p:nvSpPr>
          <p:spPr>
            <a:xfrm>
              <a:off x="10285560" y="903600"/>
              <a:ext cx="75600" cy="75600"/>
            </a:xfrm>
            <a:custGeom>
              <a:avLst/>
              <a:gdLst>
                <a:gd name="textAreaLeft" fmla="*/ 0 w 75600"/>
                <a:gd name="textAreaRight" fmla="*/ 80280 w 75600"/>
                <a:gd name="textAreaTop" fmla="*/ 0 h 75600"/>
                <a:gd name="textAreaBottom" fmla="*/ 80280 h 75600"/>
              </a:gdLst>
              <a:ahLst/>
              <a:cxnLst/>
              <a:rect l="textAreaLeft" t="textAreaTop" r="textAreaRight" b="textAreaBottom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581" y="27304"/>
                    <a:pt x="13581" y="46685"/>
                  </a:cubicBezTo>
                  <a:cubicBezTo>
                    <a:pt x="13581" y="66067"/>
                    <a:pt x="27728" y="81629"/>
                    <a:pt x="46685" y="81629"/>
                  </a:cubicBezTo>
                  <a:cubicBezTo>
                    <a:pt x="65642" y="81629"/>
                    <a:pt x="79648" y="66208"/>
                    <a:pt x="79648" y="46968"/>
                  </a:cubicBezTo>
                  <a:cubicBezTo>
                    <a:pt x="79648" y="27728"/>
                    <a:pt x="65218" y="11742"/>
                    <a:pt x="46402" y="11742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3" name="Google Shape;1141;p80"/>
            <p:cNvSpPr/>
            <p:nvPr/>
          </p:nvSpPr>
          <p:spPr>
            <a:xfrm>
              <a:off x="10381680" y="873720"/>
              <a:ext cx="73080" cy="105480"/>
            </a:xfrm>
            <a:custGeom>
              <a:avLst/>
              <a:gdLst>
                <a:gd name="textAreaLeft" fmla="*/ 0 w 73080"/>
                <a:gd name="textAreaRight" fmla="*/ 77760 w 73080"/>
                <a:gd name="textAreaTop" fmla="*/ 0 h 105480"/>
                <a:gd name="textAreaBottom" fmla="*/ 110160 h 10548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4" name="Google Shape;1142;p80"/>
            <p:cNvSpPr/>
            <p:nvPr/>
          </p:nvSpPr>
          <p:spPr>
            <a:xfrm>
              <a:off x="10479240" y="903960"/>
              <a:ext cx="62640" cy="74880"/>
            </a:xfrm>
            <a:custGeom>
              <a:avLst/>
              <a:gdLst>
                <a:gd name="textAreaLeft" fmla="*/ 0 w 62640"/>
                <a:gd name="textAreaRight" fmla="*/ 67320 w 62640"/>
                <a:gd name="textAreaTop" fmla="*/ 0 h 74880"/>
                <a:gd name="textAreaBottom" fmla="*/ 79560 h 7488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5" name="Google Shape;1143;p80"/>
            <p:cNvSpPr/>
            <p:nvPr/>
          </p:nvSpPr>
          <p:spPr>
            <a:xfrm>
              <a:off x="10564560" y="903960"/>
              <a:ext cx="54720" cy="74880"/>
            </a:xfrm>
            <a:custGeom>
              <a:avLst/>
              <a:gdLst>
                <a:gd name="textAreaLeft" fmla="*/ 0 w 54720"/>
                <a:gd name="textAreaRight" fmla="*/ 59400 w 54720"/>
                <a:gd name="textAreaTop" fmla="*/ 0 h 74880"/>
                <a:gd name="textAreaBottom" fmla="*/ 79560 h 74880"/>
              </a:gdLst>
              <a:ahLst/>
              <a:cxnLst/>
              <a:rect l="textAreaLeft" t="textAreaTop" r="textAreaRight" b="textAreaBottom"/>
              <a:pathLst>
                <a:path w="69037" h="92804">
                  <a:moveTo>
                    <a:pt x="37065" y="92522"/>
                  </a:moveTo>
                  <a:cubicBezTo>
                    <a:pt x="24192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6" name="Google Shape;1144;p80"/>
            <p:cNvSpPr/>
            <p:nvPr/>
          </p:nvSpPr>
          <p:spPr>
            <a:xfrm>
              <a:off x="10683720" y="903960"/>
              <a:ext cx="62640" cy="74880"/>
            </a:xfrm>
            <a:custGeom>
              <a:avLst/>
              <a:gdLst>
                <a:gd name="textAreaLeft" fmla="*/ 0 w 62640"/>
                <a:gd name="textAreaRight" fmla="*/ 67320 w 62640"/>
                <a:gd name="textAreaTop" fmla="*/ 0 h 74880"/>
                <a:gd name="textAreaBottom" fmla="*/ 79560 h 7488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2025" y="18391"/>
                  </a:moveTo>
                  <a:lnTo>
                    <a:pt x="8064" y="7498"/>
                  </a:lnTo>
                  <a:cubicBezTo>
                    <a:pt x="17967" y="2971"/>
                    <a:pt x="27587" y="0"/>
                    <a:pt x="40602" y="0"/>
                  </a:cubicBezTo>
                  <a:cubicBezTo>
                    <a:pt x="65077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581" y="64086"/>
                  </a:moveTo>
                  <a:cubicBezTo>
                    <a:pt x="13581" y="75545"/>
                    <a:pt x="24050" y="82053"/>
                    <a:pt x="36075" y="82053"/>
                  </a:cubicBezTo>
                  <a:cubicBezTo>
                    <a:pt x="52486" y="82053"/>
                    <a:pt x="66067" y="72009"/>
                    <a:pt x="66067" y="57862"/>
                  </a:cubicBezTo>
                  <a:lnTo>
                    <a:pt x="66067" y="49232"/>
                  </a:lnTo>
                  <a:cubicBezTo>
                    <a:pt x="59418" y="47393"/>
                    <a:pt x="50647" y="45412"/>
                    <a:pt x="39753" y="45412"/>
                  </a:cubicBezTo>
                  <a:cubicBezTo>
                    <a:pt x="22918" y="45412"/>
                    <a:pt x="13581" y="52627"/>
                    <a:pt x="13581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7" name="Google Shape;1145;p80"/>
            <p:cNvSpPr/>
            <p:nvPr/>
          </p:nvSpPr>
          <p:spPr>
            <a:xfrm>
              <a:off x="10769400" y="903960"/>
              <a:ext cx="54720" cy="74880"/>
            </a:xfrm>
            <a:custGeom>
              <a:avLst/>
              <a:gdLst>
                <a:gd name="textAreaLeft" fmla="*/ 0 w 54720"/>
                <a:gd name="textAreaRight" fmla="*/ 59400 w 54720"/>
                <a:gd name="textAreaTop" fmla="*/ 0 h 74880"/>
                <a:gd name="textAreaBottom" fmla="*/ 79560 h 74880"/>
              </a:gdLst>
              <a:ahLst/>
              <a:cxnLst/>
              <a:rect l="textAreaLeft" t="textAreaTop" r="textAreaRight" b="textAreaBottom"/>
              <a:pathLst>
                <a:path w="69179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401" y="16835"/>
                    <a:pt x="17401" y="24333"/>
                  </a:cubicBezTo>
                  <a:lnTo>
                    <a:pt x="17401" y="24616"/>
                  </a:lnTo>
                  <a:cubicBezTo>
                    <a:pt x="17401" y="33104"/>
                    <a:pt x="28436" y="36358"/>
                    <a:pt x="40461" y="40036"/>
                  </a:cubicBezTo>
                  <a:cubicBezTo>
                    <a:pt x="54325" y="44139"/>
                    <a:pt x="69179" y="49515"/>
                    <a:pt x="69179" y="65642"/>
                  </a:cubicBezTo>
                  <a:lnTo>
                    <a:pt x="69179" y="65925"/>
                  </a:lnTo>
                  <a:cubicBezTo>
                    <a:pt x="69179" y="82902"/>
                    <a:pt x="55174" y="92805"/>
                    <a:pt x="37348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8" name="Google Shape;1146;p80"/>
            <p:cNvSpPr/>
            <p:nvPr/>
          </p:nvSpPr>
          <p:spPr>
            <a:xfrm>
              <a:off x="10888200" y="873000"/>
              <a:ext cx="41760" cy="104400"/>
            </a:xfrm>
            <a:custGeom>
              <a:avLst/>
              <a:gdLst>
                <a:gd name="textAreaLeft" fmla="*/ 0 w 41760"/>
                <a:gd name="textAreaRight" fmla="*/ 46440 w 41760"/>
                <a:gd name="textAreaTop" fmla="*/ 0 h 104400"/>
                <a:gd name="textAreaBottom" fmla="*/ 109080 h 104400"/>
              </a:gdLst>
              <a:ahLst/>
              <a:cxnLst/>
              <a:rect l="textAreaLeft" t="textAreaTop" r="textAreaRight" b="textAreaBottom"/>
              <a:pathLst>
                <a:path w="54041" h="127182">
                  <a:moveTo>
                    <a:pt x="53900" y="37914"/>
                  </a:moveTo>
                  <a:lnTo>
                    <a:pt x="53900" y="49373"/>
                  </a:lnTo>
                  <a:lnTo>
                    <a:pt x="25606" y="49373"/>
                  </a:lnTo>
                  <a:lnTo>
                    <a:pt x="25606" y="127182"/>
                  </a:lnTo>
                  <a:lnTo>
                    <a:pt x="12308" y="127182"/>
                  </a:lnTo>
                  <a:lnTo>
                    <a:pt x="12308" y="49373"/>
                  </a:lnTo>
                  <a:lnTo>
                    <a:pt x="0" y="49373"/>
                  </a:lnTo>
                  <a:lnTo>
                    <a:pt x="0" y="37773"/>
                  </a:lnTo>
                  <a:lnTo>
                    <a:pt x="12308" y="37773"/>
                  </a:lnTo>
                  <a:lnTo>
                    <a:pt x="12308" y="29992"/>
                  </a:lnTo>
                  <a:cubicBezTo>
                    <a:pt x="12308" y="10469"/>
                    <a:pt x="22211" y="0"/>
                    <a:pt x="39329" y="0"/>
                  </a:cubicBezTo>
                  <a:cubicBezTo>
                    <a:pt x="45554" y="0"/>
                    <a:pt x="49798" y="707"/>
                    <a:pt x="54042" y="2264"/>
                  </a:cubicBezTo>
                  <a:lnTo>
                    <a:pt x="54042" y="13864"/>
                  </a:lnTo>
                  <a:cubicBezTo>
                    <a:pt x="49232" y="12449"/>
                    <a:pt x="45554" y="11601"/>
                    <a:pt x="41027" y="11601"/>
                  </a:cubicBezTo>
                  <a:cubicBezTo>
                    <a:pt x="30558" y="11601"/>
                    <a:pt x="25465" y="17825"/>
                    <a:pt x="25465" y="30699"/>
                  </a:cubicBezTo>
                  <a:lnTo>
                    <a:pt x="25465" y="37914"/>
                  </a:lnTo>
                  <a:lnTo>
                    <a:pt x="53900" y="3791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9" name="Google Shape;1147;p80"/>
            <p:cNvSpPr/>
            <p:nvPr/>
          </p:nvSpPr>
          <p:spPr>
            <a:xfrm>
              <a:off x="10942920" y="903600"/>
              <a:ext cx="75600" cy="75600"/>
            </a:xfrm>
            <a:custGeom>
              <a:avLst/>
              <a:gdLst>
                <a:gd name="textAreaLeft" fmla="*/ 0 w 75600"/>
                <a:gd name="textAreaRight" fmla="*/ 80280 w 75600"/>
                <a:gd name="textAreaTop" fmla="*/ 0 h 75600"/>
                <a:gd name="textAreaBottom" fmla="*/ 80280 h 75600"/>
              </a:gdLst>
              <a:ahLst/>
              <a:cxnLst/>
              <a:rect l="textAreaLeft" t="textAreaTop" r="textAreaRight" b="textAreaBottom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723" y="27304"/>
                    <a:pt x="13723" y="46685"/>
                  </a:cubicBezTo>
                  <a:cubicBezTo>
                    <a:pt x="13723" y="66067"/>
                    <a:pt x="27870" y="81629"/>
                    <a:pt x="46827" y="81629"/>
                  </a:cubicBezTo>
                  <a:cubicBezTo>
                    <a:pt x="65784" y="81629"/>
                    <a:pt x="79790" y="66208"/>
                    <a:pt x="79790" y="46968"/>
                  </a:cubicBezTo>
                  <a:cubicBezTo>
                    <a:pt x="79790" y="27728"/>
                    <a:pt x="65360" y="11742"/>
                    <a:pt x="46544" y="11742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0" name="Google Shape;1148;p80"/>
            <p:cNvSpPr/>
            <p:nvPr/>
          </p:nvSpPr>
          <p:spPr>
            <a:xfrm>
              <a:off x="11043720" y="903960"/>
              <a:ext cx="38160" cy="73440"/>
            </a:xfrm>
            <a:custGeom>
              <a:avLst/>
              <a:gdLst>
                <a:gd name="textAreaLeft" fmla="*/ 0 w 38160"/>
                <a:gd name="textAreaRight" fmla="*/ 42840 w 38160"/>
                <a:gd name="textAreaTop" fmla="*/ 0 h 73440"/>
                <a:gd name="textAreaBottom" fmla="*/ 78120 h 7344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90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1" name="Google Shape;1149;p80"/>
            <p:cNvSpPr/>
            <p:nvPr/>
          </p:nvSpPr>
          <p:spPr>
            <a:xfrm>
              <a:off x="11103840" y="903600"/>
              <a:ext cx="111600" cy="73800"/>
            </a:xfrm>
            <a:custGeom>
              <a:avLst/>
              <a:gdLst>
                <a:gd name="textAreaLeft" fmla="*/ 0 w 111600"/>
                <a:gd name="textAreaRight" fmla="*/ 116280 w 111600"/>
                <a:gd name="textAreaTop" fmla="*/ 0 h 73800"/>
                <a:gd name="textAreaBottom" fmla="*/ 78480 h 73800"/>
              </a:gdLst>
              <a:ahLst/>
              <a:cxnLst/>
              <a:rect l="textAreaLeft" t="textAreaTop" r="textAreaRight" b="textAreaBottom"/>
              <a:pathLst>
                <a:path w="135670" h="91531">
                  <a:moveTo>
                    <a:pt x="102425" y="0"/>
                  </a:moveTo>
                  <a:cubicBezTo>
                    <a:pt x="123080" y="0"/>
                    <a:pt x="135670" y="13864"/>
                    <a:pt x="135670" y="36075"/>
                  </a:cubicBezTo>
                  <a:lnTo>
                    <a:pt x="135670" y="91532"/>
                  </a:lnTo>
                  <a:lnTo>
                    <a:pt x="122372" y="91532"/>
                  </a:lnTo>
                  <a:lnTo>
                    <a:pt x="122372" y="39187"/>
                  </a:lnTo>
                  <a:cubicBezTo>
                    <a:pt x="122372" y="21787"/>
                    <a:pt x="113743" y="12166"/>
                    <a:pt x="99171" y="12166"/>
                  </a:cubicBezTo>
                  <a:cubicBezTo>
                    <a:pt x="85590" y="12166"/>
                    <a:pt x="74414" y="22211"/>
                    <a:pt x="74414" y="39895"/>
                  </a:cubicBezTo>
                  <a:lnTo>
                    <a:pt x="74414" y="91532"/>
                  </a:lnTo>
                  <a:lnTo>
                    <a:pt x="61257" y="91532"/>
                  </a:lnTo>
                  <a:lnTo>
                    <a:pt x="61257" y="38904"/>
                  </a:lnTo>
                  <a:cubicBezTo>
                    <a:pt x="61257" y="22069"/>
                    <a:pt x="52486" y="12166"/>
                    <a:pt x="38197" y="12166"/>
                  </a:cubicBezTo>
                  <a:cubicBezTo>
                    <a:pt x="23908" y="12166"/>
                    <a:pt x="13298" y="23909"/>
                    <a:pt x="13298" y="40461"/>
                  </a:cubicBezTo>
                  <a:lnTo>
                    <a:pt x="13298" y="91532"/>
                  </a:ln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118"/>
                  </a:lnTo>
                  <a:cubicBezTo>
                    <a:pt x="19240" y="8347"/>
                    <a:pt x="27162" y="141"/>
                    <a:pt x="42300" y="141"/>
                  </a:cubicBezTo>
                  <a:cubicBezTo>
                    <a:pt x="57437" y="141"/>
                    <a:pt x="66208" y="7922"/>
                    <a:pt x="71018" y="17967"/>
                  </a:cubicBezTo>
                  <a:cubicBezTo>
                    <a:pt x="77384" y="8064"/>
                    <a:pt x="87004" y="141"/>
                    <a:pt x="102566" y="14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240" bIns="3924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2" name="Google Shape;1150;p80"/>
            <p:cNvSpPr/>
            <p:nvPr/>
          </p:nvSpPr>
          <p:spPr>
            <a:xfrm>
              <a:off x="11239560" y="903960"/>
              <a:ext cx="62640" cy="74880"/>
            </a:xfrm>
            <a:custGeom>
              <a:avLst/>
              <a:gdLst>
                <a:gd name="textAreaLeft" fmla="*/ 0 w 62640"/>
                <a:gd name="textAreaRight" fmla="*/ 67320 w 62640"/>
                <a:gd name="textAreaTop" fmla="*/ 0 h 74880"/>
                <a:gd name="textAreaBottom" fmla="*/ 79560 h 7488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3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3" name="Google Shape;1151;p80"/>
            <p:cNvSpPr/>
            <p:nvPr/>
          </p:nvSpPr>
          <p:spPr>
            <a:xfrm>
              <a:off x="11324880" y="903960"/>
              <a:ext cx="54720" cy="74880"/>
            </a:xfrm>
            <a:custGeom>
              <a:avLst/>
              <a:gdLst>
                <a:gd name="textAreaLeft" fmla="*/ 0 w 54720"/>
                <a:gd name="textAreaRight" fmla="*/ 59400 w 54720"/>
                <a:gd name="textAreaTop" fmla="*/ 0 h 74880"/>
                <a:gd name="textAreaBottom" fmla="*/ 79560 h 74880"/>
              </a:gdLst>
              <a:ahLst/>
              <a:cxnLst/>
              <a:rect l="textAreaLeft" t="textAreaTop" r="textAreaRight" b="textAreaBottom"/>
              <a:pathLst>
                <a:path w="69037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1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4" name="Google Shape;1152;p80"/>
            <p:cNvSpPr/>
            <p:nvPr/>
          </p:nvSpPr>
          <p:spPr>
            <a:xfrm>
              <a:off x="10208160" y="1039680"/>
              <a:ext cx="73080" cy="105480"/>
            </a:xfrm>
            <a:custGeom>
              <a:avLst/>
              <a:gdLst>
                <a:gd name="textAreaLeft" fmla="*/ 0 w 73080"/>
                <a:gd name="textAreaRight" fmla="*/ 77760 w 73080"/>
                <a:gd name="textAreaTop" fmla="*/ 0 h 105480"/>
                <a:gd name="textAreaBottom" fmla="*/ 110160 h 10548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5" name="Google Shape;1153;p80"/>
            <p:cNvSpPr/>
            <p:nvPr/>
          </p:nvSpPr>
          <p:spPr>
            <a:xfrm>
              <a:off x="10306800" y="1069920"/>
              <a:ext cx="68040" cy="75600"/>
            </a:xfrm>
            <a:custGeom>
              <a:avLst/>
              <a:gdLst>
                <a:gd name="textAreaLeft" fmla="*/ 0 w 68040"/>
                <a:gd name="textAreaRight" fmla="*/ 72720 w 68040"/>
                <a:gd name="textAreaTop" fmla="*/ 0 h 75600"/>
                <a:gd name="textAreaBottom" fmla="*/ 80280 h 75600"/>
              </a:gdLst>
              <a:ahLst/>
              <a:cxnLst/>
              <a:rect l="textAreaLeft" t="textAreaTop" r="textAreaRight" b="textAreaBottom"/>
              <a:pathLst>
                <a:path w="84741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5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6" name="Google Shape;1154;p80"/>
            <p:cNvSpPr/>
            <p:nvPr/>
          </p:nvSpPr>
          <p:spPr>
            <a:xfrm>
              <a:off x="10438200" y="1070280"/>
              <a:ext cx="62640" cy="74880"/>
            </a:xfrm>
            <a:custGeom>
              <a:avLst/>
              <a:gdLst>
                <a:gd name="textAreaLeft" fmla="*/ 0 w 62640"/>
                <a:gd name="textAreaRight" fmla="*/ 67320 w 62640"/>
                <a:gd name="textAreaTop" fmla="*/ 0 h 74880"/>
                <a:gd name="textAreaBottom" fmla="*/ 79560 h 7488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6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767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7" name="Google Shape;1155;p80"/>
            <p:cNvSpPr/>
            <p:nvPr/>
          </p:nvSpPr>
          <p:spPr>
            <a:xfrm>
              <a:off x="10530360" y="1069560"/>
              <a:ext cx="73080" cy="97560"/>
            </a:xfrm>
            <a:custGeom>
              <a:avLst/>
              <a:gdLst>
                <a:gd name="textAreaLeft" fmla="*/ 0 w 73080"/>
                <a:gd name="textAreaRight" fmla="*/ 77760 w 73080"/>
                <a:gd name="textAreaTop" fmla="*/ 0 h 97560"/>
                <a:gd name="textAreaBottom" fmla="*/ 102240 h 97560"/>
              </a:gdLst>
              <a:ahLst/>
              <a:cxnLst/>
              <a:rect l="textAreaLeft" t="textAreaTop" r="textAreaRight" b="textAreaBottom"/>
              <a:pathLst>
                <a:path w="90541" h="119259">
                  <a:moveTo>
                    <a:pt x="47676" y="93512"/>
                  </a:moveTo>
                  <a:cubicBezTo>
                    <a:pt x="30982" y="93512"/>
                    <a:pt x="20230" y="84458"/>
                    <a:pt x="13298" y="74414"/>
                  </a:cubicBezTo>
                  <a:lnTo>
                    <a:pt x="13298" y="119260"/>
                  </a:lnTo>
                  <a:lnTo>
                    <a:pt x="0" y="119260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9947"/>
                  </a:lnTo>
                  <a:cubicBezTo>
                    <a:pt x="20513" y="9196"/>
                    <a:pt x="31124" y="0"/>
                    <a:pt x="47676" y="0"/>
                  </a:cubicBezTo>
                  <a:cubicBezTo>
                    <a:pt x="69179" y="0"/>
                    <a:pt x="90541" y="16977"/>
                    <a:pt x="90541" y="46685"/>
                  </a:cubicBezTo>
                  <a:cubicBezTo>
                    <a:pt x="90541" y="76394"/>
                    <a:pt x="69462" y="93512"/>
                    <a:pt x="47676" y="93512"/>
                  </a:cubicBezTo>
                  <a:close/>
                  <a:moveTo>
                    <a:pt x="45271" y="12025"/>
                  </a:moveTo>
                  <a:cubicBezTo>
                    <a:pt x="28577" y="12025"/>
                    <a:pt x="12874" y="25889"/>
                    <a:pt x="12874" y="46685"/>
                  </a:cubicBezTo>
                  <a:cubicBezTo>
                    <a:pt x="12874" y="67482"/>
                    <a:pt x="28577" y="81487"/>
                    <a:pt x="45271" y="81487"/>
                  </a:cubicBezTo>
                  <a:cubicBezTo>
                    <a:pt x="61964" y="81487"/>
                    <a:pt x="76819" y="68613"/>
                    <a:pt x="76819" y="46827"/>
                  </a:cubicBezTo>
                  <a:cubicBezTo>
                    <a:pt x="76819" y="25040"/>
                    <a:pt x="62247" y="12025"/>
                    <a:pt x="45271" y="1202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8" name="Google Shape;1156;p80"/>
            <p:cNvSpPr/>
            <p:nvPr/>
          </p:nvSpPr>
          <p:spPr>
            <a:xfrm>
              <a:off x="10629000" y="1069920"/>
              <a:ext cx="38160" cy="73440"/>
            </a:xfrm>
            <a:custGeom>
              <a:avLst/>
              <a:gdLst>
                <a:gd name="textAreaLeft" fmla="*/ 0 w 38160"/>
                <a:gd name="textAreaRight" fmla="*/ 42840 w 38160"/>
                <a:gd name="textAreaTop" fmla="*/ 0 h 73440"/>
                <a:gd name="textAreaBottom" fmla="*/ 78120 h 7344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9" name="Google Shape;1157;p80"/>
            <p:cNvSpPr/>
            <p:nvPr/>
          </p:nvSpPr>
          <p:spPr>
            <a:xfrm>
              <a:off x="10681200" y="1069920"/>
              <a:ext cx="68040" cy="75600"/>
            </a:xfrm>
            <a:custGeom>
              <a:avLst/>
              <a:gdLst>
                <a:gd name="textAreaLeft" fmla="*/ 0 w 68040"/>
                <a:gd name="textAreaRight" fmla="*/ 72720 w 68040"/>
                <a:gd name="textAreaTop" fmla="*/ 0 h 75600"/>
                <a:gd name="textAreaBottom" fmla="*/ 80280 h 75600"/>
              </a:gdLst>
              <a:ahLst/>
              <a:cxnLst/>
              <a:rect l="textAreaLeft" t="textAreaTop" r="textAreaRight" b="textAreaBottom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60" name="Google Shape;1158;p80"/>
            <p:cNvSpPr/>
            <p:nvPr/>
          </p:nvSpPr>
          <p:spPr>
            <a:xfrm>
              <a:off x="10774080" y="1069560"/>
              <a:ext cx="62640" cy="73800"/>
            </a:xfrm>
            <a:custGeom>
              <a:avLst/>
              <a:gdLst>
                <a:gd name="textAreaLeft" fmla="*/ 0 w 62640"/>
                <a:gd name="textAreaRight" fmla="*/ 67320 w 62640"/>
                <a:gd name="textAreaTop" fmla="*/ 0 h 73800"/>
                <a:gd name="textAreaBottom" fmla="*/ 78480 h 73800"/>
              </a:gdLst>
              <a:ahLst/>
              <a:cxnLst/>
              <a:rect l="textAreaLeft" t="textAreaTop" r="textAreaRight" b="textAreaBottom"/>
              <a:pathLst>
                <a:path w="78374" h="91531">
                  <a:moveTo>
                    <a:pt x="13298" y="91532"/>
                  </a:move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542"/>
                  </a:lnTo>
                  <a:cubicBezTo>
                    <a:pt x="19240" y="7781"/>
                    <a:pt x="28577" y="0"/>
                    <a:pt x="43997" y="0"/>
                  </a:cubicBezTo>
                  <a:cubicBezTo>
                    <a:pt x="65642" y="0"/>
                    <a:pt x="78375" y="14572"/>
                    <a:pt x="78375" y="35934"/>
                  </a:cubicBezTo>
                  <a:lnTo>
                    <a:pt x="78375" y="91532"/>
                  </a:lnTo>
                  <a:lnTo>
                    <a:pt x="65077" y="91532"/>
                  </a:lnTo>
                  <a:lnTo>
                    <a:pt x="65077" y="39187"/>
                  </a:lnTo>
                  <a:cubicBezTo>
                    <a:pt x="65077" y="22494"/>
                    <a:pt x="56022" y="12166"/>
                    <a:pt x="40319" y="12166"/>
                  </a:cubicBezTo>
                  <a:cubicBezTo>
                    <a:pt x="24616" y="12166"/>
                    <a:pt x="13440" y="23484"/>
                    <a:pt x="13440" y="40178"/>
                  </a:cubicBezTo>
                  <a:lnTo>
                    <a:pt x="13440" y="91532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240" bIns="3924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61" name="Google Shape;1159;p80"/>
            <p:cNvSpPr/>
            <p:nvPr/>
          </p:nvSpPr>
          <p:spPr>
            <a:xfrm>
              <a:off x="10860840" y="1039680"/>
              <a:ext cx="73080" cy="105480"/>
            </a:xfrm>
            <a:custGeom>
              <a:avLst/>
              <a:gdLst>
                <a:gd name="textAreaLeft" fmla="*/ 0 w 73080"/>
                <a:gd name="textAreaRight" fmla="*/ 77760 w 73080"/>
                <a:gd name="textAreaTop" fmla="*/ 0 h 105480"/>
                <a:gd name="textAreaBottom" fmla="*/ 110160 h 10548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62" name="Google Shape;1160;p80"/>
            <p:cNvSpPr/>
            <p:nvPr/>
          </p:nvSpPr>
          <p:spPr>
            <a:xfrm>
              <a:off x="10959480" y="1069920"/>
              <a:ext cx="68040" cy="75600"/>
            </a:xfrm>
            <a:custGeom>
              <a:avLst/>
              <a:gdLst>
                <a:gd name="textAreaLeft" fmla="*/ 0 w 68040"/>
                <a:gd name="textAreaRight" fmla="*/ 72720 w 68040"/>
                <a:gd name="textAreaTop" fmla="*/ 0 h 75600"/>
                <a:gd name="textAreaBottom" fmla="*/ 80280 h 75600"/>
              </a:gdLst>
              <a:ahLst/>
              <a:cxnLst/>
              <a:rect l="textAreaLeft" t="textAreaTop" r="textAreaRight" b="textAreaBottom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599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63" name="Google Shape;1161;p80"/>
            <p:cNvSpPr/>
            <p:nvPr/>
          </p:nvSpPr>
          <p:spPr>
            <a:xfrm>
              <a:off x="11052360" y="1069920"/>
              <a:ext cx="38160" cy="73440"/>
            </a:xfrm>
            <a:custGeom>
              <a:avLst/>
              <a:gdLst>
                <a:gd name="textAreaLeft" fmla="*/ 0 w 38160"/>
                <a:gd name="textAreaRight" fmla="*/ 42840 w 38160"/>
                <a:gd name="textAreaTop" fmla="*/ 0 h 73440"/>
                <a:gd name="textAreaBottom" fmla="*/ 78120 h 7344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064" name="Google Shape;1162;p80"/>
          <p:cNvGrpSpPr/>
          <p:nvPr/>
        </p:nvGrpSpPr>
        <p:grpSpPr>
          <a:xfrm>
            <a:off x="10113480" y="597240"/>
            <a:ext cx="604800" cy="147960"/>
            <a:chOff x="10113480" y="597240"/>
            <a:chExt cx="604800" cy="147960"/>
          </a:xfrm>
        </p:grpSpPr>
        <p:sp>
          <p:nvSpPr>
            <p:cNvPr id="2065" name="Google Shape;1163;p80"/>
            <p:cNvSpPr/>
            <p:nvPr/>
          </p:nvSpPr>
          <p:spPr>
            <a:xfrm>
              <a:off x="10627560" y="603360"/>
              <a:ext cx="90720" cy="141120"/>
            </a:xfrm>
            <a:custGeom>
              <a:avLst/>
              <a:gdLst>
                <a:gd name="textAreaLeft" fmla="*/ 0 w 90720"/>
                <a:gd name="textAreaRight" fmla="*/ 95400 w 90720"/>
                <a:gd name="textAreaTop" fmla="*/ 0 h 141120"/>
                <a:gd name="textAreaBottom" fmla="*/ 145800 h 141120"/>
              </a:gdLst>
              <a:ahLst/>
              <a:cxnLst/>
              <a:rect l="textAreaLeft" t="textAreaTop" r="textAreaRight" b="textAreaBottom"/>
              <a:pathLst>
                <a:path w="111337" h="169906">
                  <a:moveTo>
                    <a:pt x="111338" y="135953"/>
                  </a:moveTo>
                  <a:cubicBezTo>
                    <a:pt x="110489" y="135953"/>
                    <a:pt x="109781" y="135953"/>
                    <a:pt x="108933" y="135953"/>
                  </a:cubicBezTo>
                  <a:cubicBezTo>
                    <a:pt x="75404" y="135953"/>
                    <a:pt x="51071" y="114450"/>
                    <a:pt x="51071" y="84882"/>
                  </a:cubicBezTo>
                  <a:lnTo>
                    <a:pt x="51071" y="84175"/>
                  </a:lnTo>
                  <a:cubicBezTo>
                    <a:pt x="51071" y="55881"/>
                    <a:pt x="75404" y="33670"/>
                    <a:pt x="106528" y="33670"/>
                  </a:cubicBezTo>
                  <a:cubicBezTo>
                    <a:pt x="108225" y="33670"/>
                    <a:pt x="109781" y="33670"/>
                    <a:pt x="111338" y="33812"/>
                  </a:cubicBezTo>
                  <a:lnTo>
                    <a:pt x="111338" y="0"/>
                  </a:lnTo>
                  <a:cubicBezTo>
                    <a:pt x="109923" y="0"/>
                    <a:pt x="108367" y="0"/>
                    <a:pt x="106952" y="0"/>
                  </a:cubicBezTo>
                  <a:cubicBezTo>
                    <a:pt x="45978" y="0"/>
                    <a:pt x="0" y="36499"/>
                    <a:pt x="0" y="85024"/>
                  </a:cubicBezTo>
                  <a:lnTo>
                    <a:pt x="0" y="85590"/>
                  </a:lnTo>
                  <a:cubicBezTo>
                    <a:pt x="0" y="132841"/>
                    <a:pt x="46685" y="169906"/>
                    <a:pt x="106103" y="169906"/>
                  </a:cubicBezTo>
                  <a:cubicBezTo>
                    <a:pt x="107942" y="169906"/>
                    <a:pt x="109640" y="169906"/>
                    <a:pt x="111338" y="169906"/>
                  </a:cubicBezTo>
                  <a:lnTo>
                    <a:pt x="111338" y="135953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66" name="Google Shape;1164;p80"/>
            <p:cNvSpPr/>
            <p:nvPr/>
          </p:nvSpPr>
          <p:spPr>
            <a:xfrm>
              <a:off x="10113480" y="597240"/>
              <a:ext cx="133200" cy="147960"/>
            </a:xfrm>
            <a:custGeom>
              <a:avLst/>
              <a:gdLst>
                <a:gd name="textAreaLeft" fmla="*/ 0 w 133200"/>
                <a:gd name="textAreaRight" fmla="*/ 137880 w 133200"/>
                <a:gd name="textAreaTop" fmla="*/ 0 h 147960"/>
                <a:gd name="textAreaBottom" fmla="*/ 152640 h 147960"/>
              </a:gdLst>
              <a:ahLst/>
              <a:cxnLst/>
              <a:rect l="textAreaLeft" t="textAreaTop" r="textAreaRight" b="textAreaBottom"/>
              <a:pathLst>
                <a:path w="160852" h="177970">
                  <a:moveTo>
                    <a:pt x="94785" y="71867"/>
                  </a:moveTo>
                  <a:cubicBezTo>
                    <a:pt x="58852" y="64228"/>
                    <a:pt x="53759" y="60549"/>
                    <a:pt x="53759" y="49090"/>
                  </a:cubicBezTo>
                  <a:lnTo>
                    <a:pt x="53759" y="48524"/>
                  </a:lnTo>
                  <a:cubicBezTo>
                    <a:pt x="53759" y="40178"/>
                    <a:pt x="62955" y="33529"/>
                    <a:pt x="80497" y="33529"/>
                  </a:cubicBezTo>
                  <a:cubicBezTo>
                    <a:pt x="89410" y="33529"/>
                    <a:pt x="101152" y="35934"/>
                    <a:pt x="109357" y="39046"/>
                  </a:cubicBezTo>
                  <a:lnTo>
                    <a:pt x="109357" y="2829"/>
                  </a:lnTo>
                  <a:cubicBezTo>
                    <a:pt x="101718" y="1556"/>
                    <a:pt x="90117" y="0"/>
                    <a:pt x="81204" y="0"/>
                  </a:cubicBezTo>
                  <a:cubicBezTo>
                    <a:pt x="38622" y="0"/>
                    <a:pt x="8347" y="20796"/>
                    <a:pt x="8347" y="52203"/>
                  </a:cubicBezTo>
                  <a:lnTo>
                    <a:pt x="8347" y="52627"/>
                  </a:lnTo>
                  <a:cubicBezTo>
                    <a:pt x="8347" y="87005"/>
                    <a:pt x="35368" y="96625"/>
                    <a:pt x="77243" y="105537"/>
                  </a:cubicBezTo>
                  <a:cubicBezTo>
                    <a:pt x="112045" y="112894"/>
                    <a:pt x="115299" y="117845"/>
                    <a:pt x="115299" y="127607"/>
                  </a:cubicBezTo>
                  <a:lnTo>
                    <a:pt x="115299" y="128031"/>
                  </a:lnTo>
                  <a:cubicBezTo>
                    <a:pt x="115299" y="138217"/>
                    <a:pt x="103981" y="144300"/>
                    <a:pt x="85307" y="144300"/>
                  </a:cubicBezTo>
                  <a:cubicBezTo>
                    <a:pt x="61540" y="144300"/>
                    <a:pt x="45837" y="136095"/>
                    <a:pt x="27021" y="123363"/>
                  </a:cubicBezTo>
                  <a:lnTo>
                    <a:pt x="0" y="150242"/>
                  </a:lnTo>
                  <a:cubicBezTo>
                    <a:pt x="24899" y="168775"/>
                    <a:pt x="52910" y="177970"/>
                    <a:pt x="84458" y="177970"/>
                  </a:cubicBezTo>
                  <a:cubicBezTo>
                    <a:pt x="129304" y="177970"/>
                    <a:pt x="160852" y="158730"/>
                    <a:pt x="160852" y="124353"/>
                  </a:cubicBezTo>
                  <a:lnTo>
                    <a:pt x="160852" y="123928"/>
                  </a:lnTo>
                  <a:cubicBezTo>
                    <a:pt x="160852" y="93795"/>
                    <a:pt x="137085" y="81204"/>
                    <a:pt x="94927" y="72009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67" name="Google Shape;1165;p80"/>
            <p:cNvSpPr/>
            <p:nvPr/>
          </p:nvSpPr>
          <p:spPr>
            <a:xfrm>
              <a:off x="10246320" y="618480"/>
              <a:ext cx="129600" cy="122040"/>
            </a:xfrm>
            <a:custGeom>
              <a:avLst/>
              <a:gdLst>
                <a:gd name="textAreaLeft" fmla="*/ 0 w 129600"/>
                <a:gd name="textAreaRight" fmla="*/ 134280 w 129600"/>
                <a:gd name="textAreaTop" fmla="*/ 0 h 122040"/>
                <a:gd name="textAreaBottom" fmla="*/ 126720 h 122040"/>
              </a:gdLst>
              <a:ahLst/>
              <a:cxnLst/>
              <a:rect l="textAreaLeft" t="textAreaTop" r="textAreaRight" b="textAreaBottom"/>
              <a:pathLst>
                <a:path w="156325" h="147695">
                  <a:moveTo>
                    <a:pt x="44563" y="62389"/>
                  </a:moveTo>
                  <a:cubicBezTo>
                    <a:pt x="48100" y="44139"/>
                    <a:pt x="60408" y="32255"/>
                    <a:pt x="79224" y="32255"/>
                  </a:cubicBezTo>
                  <a:cubicBezTo>
                    <a:pt x="98039" y="32255"/>
                    <a:pt x="110347" y="44422"/>
                    <a:pt x="113035" y="62389"/>
                  </a:cubicBezTo>
                  <a:lnTo>
                    <a:pt x="44563" y="62389"/>
                  </a:lnTo>
                  <a:close/>
                  <a:moveTo>
                    <a:pt x="79224" y="0"/>
                  </a:moveTo>
                  <a:cubicBezTo>
                    <a:pt x="32538" y="0"/>
                    <a:pt x="0" y="33387"/>
                    <a:pt x="0" y="73848"/>
                  </a:cubicBezTo>
                  <a:lnTo>
                    <a:pt x="0" y="74414"/>
                  </a:lnTo>
                  <a:cubicBezTo>
                    <a:pt x="0" y="117845"/>
                    <a:pt x="35651" y="147695"/>
                    <a:pt x="83751" y="147695"/>
                  </a:cubicBezTo>
                  <a:cubicBezTo>
                    <a:pt x="85165" y="147695"/>
                    <a:pt x="89551" y="147554"/>
                    <a:pt x="90966" y="147554"/>
                  </a:cubicBezTo>
                  <a:lnTo>
                    <a:pt x="90966" y="115157"/>
                  </a:lnTo>
                  <a:cubicBezTo>
                    <a:pt x="89834" y="115157"/>
                    <a:pt x="85448" y="115440"/>
                    <a:pt x="84317" y="115440"/>
                  </a:cubicBezTo>
                  <a:cubicBezTo>
                    <a:pt x="63945" y="115440"/>
                    <a:pt x="49656" y="105962"/>
                    <a:pt x="45129" y="87712"/>
                  </a:cubicBezTo>
                  <a:lnTo>
                    <a:pt x="155759" y="87712"/>
                  </a:lnTo>
                  <a:cubicBezTo>
                    <a:pt x="156042" y="84034"/>
                    <a:pt x="156325" y="81629"/>
                    <a:pt x="156325" y="77667"/>
                  </a:cubicBezTo>
                  <a:lnTo>
                    <a:pt x="156325" y="77102"/>
                  </a:lnTo>
                  <a:cubicBezTo>
                    <a:pt x="156325" y="36924"/>
                    <a:pt x="132841" y="141"/>
                    <a:pt x="79224" y="141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68" name="Google Shape;1166;p80"/>
            <p:cNvSpPr/>
            <p:nvPr/>
          </p:nvSpPr>
          <p:spPr>
            <a:xfrm>
              <a:off x="10378800" y="619920"/>
              <a:ext cx="120960" cy="118440"/>
            </a:xfrm>
            <a:custGeom>
              <a:avLst/>
              <a:gdLst>
                <a:gd name="textAreaLeft" fmla="*/ 0 w 120960"/>
                <a:gd name="textAreaRight" fmla="*/ 125640 w 120960"/>
                <a:gd name="textAreaTop" fmla="*/ 0 h 118440"/>
                <a:gd name="textAreaBottom" fmla="*/ 123120 h 118440"/>
              </a:gdLst>
              <a:ahLst/>
              <a:cxnLst/>
              <a:rect l="textAreaLeft" t="textAreaTop" r="textAreaRight" b="textAreaBottom"/>
              <a:pathLst>
                <a:path w="146280" h="143451">
                  <a:moveTo>
                    <a:pt x="146139" y="68330"/>
                  </a:moveTo>
                  <a:cubicBezTo>
                    <a:pt x="146139" y="29992"/>
                    <a:pt x="122655" y="0"/>
                    <a:pt x="73140" y="0"/>
                  </a:cubicBezTo>
                  <a:cubicBezTo>
                    <a:pt x="23626" y="0"/>
                    <a:pt x="0" y="29992"/>
                    <a:pt x="0" y="68330"/>
                  </a:cubicBezTo>
                  <a:lnTo>
                    <a:pt x="0" y="143451"/>
                  </a:lnTo>
                  <a:lnTo>
                    <a:pt x="45978" y="143451"/>
                  </a:lnTo>
                  <a:lnTo>
                    <a:pt x="45978" y="65642"/>
                  </a:lnTo>
                  <a:cubicBezTo>
                    <a:pt x="46827" y="51495"/>
                    <a:pt x="52344" y="34660"/>
                    <a:pt x="73140" y="34660"/>
                  </a:cubicBezTo>
                  <a:cubicBezTo>
                    <a:pt x="93937" y="34660"/>
                    <a:pt x="99878" y="51495"/>
                    <a:pt x="100727" y="65642"/>
                  </a:cubicBezTo>
                  <a:lnTo>
                    <a:pt x="100727" y="143451"/>
                  </a:lnTo>
                  <a:lnTo>
                    <a:pt x="146281" y="143451"/>
                  </a:lnTo>
                  <a:lnTo>
                    <a:pt x="146281" y="6833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69" name="Google Shape;1167;p80"/>
            <p:cNvSpPr/>
            <p:nvPr/>
          </p:nvSpPr>
          <p:spPr>
            <a:xfrm>
              <a:off x="10503000" y="619200"/>
              <a:ext cx="122040" cy="120600"/>
            </a:xfrm>
            <a:custGeom>
              <a:avLst/>
              <a:gdLst>
                <a:gd name="textAreaLeft" fmla="*/ 0 w 122040"/>
                <a:gd name="textAreaRight" fmla="*/ 126720 w 122040"/>
                <a:gd name="textAreaTop" fmla="*/ 0 h 120600"/>
                <a:gd name="textAreaBottom" fmla="*/ 125280 h 120600"/>
              </a:gdLst>
              <a:ahLst/>
              <a:cxnLst/>
              <a:rect l="textAreaLeft" t="textAreaTop" r="textAreaRight" b="textAreaBottom"/>
              <a:pathLst>
                <a:path w="147554" h="145856">
                  <a:moveTo>
                    <a:pt x="75970" y="0"/>
                  </a:moveTo>
                  <a:cubicBezTo>
                    <a:pt x="73989" y="0"/>
                    <a:pt x="67057" y="0"/>
                    <a:pt x="65077" y="0"/>
                  </a:cubicBezTo>
                  <a:lnTo>
                    <a:pt x="65077" y="34236"/>
                  </a:lnTo>
                  <a:cubicBezTo>
                    <a:pt x="73989" y="34236"/>
                    <a:pt x="86014" y="35792"/>
                    <a:pt x="91532" y="38622"/>
                  </a:cubicBezTo>
                  <a:cubicBezTo>
                    <a:pt x="99454" y="42866"/>
                    <a:pt x="103557" y="49798"/>
                    <a:pt x="103840" y="59418"/>
                  </a:cubicBezTo>
                  <a:cubicBezTo>
                    <a:pt x="92946" y="58144"/>
                    <a:pt x="80780" y="57296"/>
                    <a:pt x="70028" y="57013"/>
                  </a:cubicBezTo>
                  <a:cubicBezTo>
                    <a:pt x="26597" y="55881"/>
                    <a:pt x="5093" y="70311"/>
                    <a:pt x="849" y="93229"/>
                  </a:cubicBezTo>
                  <a:cubicBezTo>
                    <a:pt x="849" y="93654"/>
                    <a:pt x="707" y="94078"/>
                    <a:pt x="566" y="94502"/>
                  </a:cubicBezTo>
                  <a:cubicBezTo>
                    <a:pt x="566" y="94644"/>
                    <a:pt x="566" y="94785"/>
                    <a:pt x="566" y="94927"/>
                  </a:cubicBezTo>
                  <a:cubicBezTo>
                    <a:pt x="283" y="97049"/>
                    <a:pt x="0" y="99454"/>
                    <a:pt x="0" y="101859"/>
                  </a:cubicBezTo>
                  <a:lnTo>
                    <a:pt x="0" y="102425"/>
                  </a:lnTo>
                  <a:cubicBezTo>
                    <a:pt x="0" y="130578"/>
                    <a:pt x="24899" y="145856"/>
                    <a:pt x="55032" y="145856"/>
                  </a:cubicBezTo>
                  <a:cubicBezTo>
                    <a:pt x="77243" y="145856"/>
                    <a:pt x="92522" y="138641"/>
                    <a:pt x="103557" y="127890"/>
                  </a:cubicBezTo>
                  <a:lnTo>
                    <a:pt x="103557" y="144300"/>
                  </a:lnTo>
                  <a:lnTo>
                    <a:pt x="147554" y="144300"/>
                  </a:lnTo>
                  <a:lnTo>
                    <a:pt x="147554" y="61115"/>
                  </a:lnTo>
                  <a:cubicBezTo>
                    <a:pt x="147554" y="22777"/>
                    <a:pt x="125768" y="0"/>
                    <a:pt x="76111" y="0"/>
                  </a:cubicBezTo>
                  <a:moveTo>
                    <a:pt x="103981" y="93654"/>
                  </a:moveTo>
                  <a:cubicBezTo>
                    <a:pt x="100020" y="114450"/>
                    <a:pt x="78658" y="117421"/>
                    <a:pt x="73848" y="117704"/>
                  </a:cubicBezTo>
                  <a:cubicBezTo>
                    <a:pt x="39187" y="119543"/>
                    <a:pt x="38056" y="95917"/>
                    <a:pt x="49656" y="88702"/>
                  </a:cubicBezTo>
                  <a:cubicBezTo>
                    <a:pt x="65218" y="79082"/>
                    <a:pt x="104264" y="84458"/>
                    <a:pt x="104264" y="84458"/>
                  </a:cubicBezTo>
                  <a:cubicBezTo>
                    <a:pt x="104264" y="85873"/>
                    <a:pt x="104688" y="89410"/>
                    <a:pt x="104264" y="93654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2070" name="Google Shape;1168;p80" descr=""/>
          <p:cNvPicPr/>
          <p:nvPr/>
        </p:nvPicPr>
        <p:blipFill>
          <a:blip r:embed="rId3"/>
          <a:stretch/>
        </p:blipFill>
        <p:spPr>
          <a:xfrm>
            <a:off x="755280" y="593640"/>
            <a:ext cx="924480" cy="48348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_Curso_Prog Mobile">
    <p:bg>
      <p:bgPr>
        <a:solidFill>
          <a:srgbClr val="472b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71" name="Google Shape;1800;p90"/>
          <p:cNvGrpSpPr/>
          <p:nvPr/>
        </p:nvGrpSpPr>
        <p:grpSpPr>
          <a:xfrm>
            <a:off x="730800" y="3085920"/>
            <a:ext cx="7363800" cy="2426760"/>
            <a:chOff x="730800" y="3085920"/>
            <a:chExt cx="7363800" cy="2426760"/>
          </a:xfrm>
        </p:grpSpPr>
        <p:sp>
          <p:nvSpPr>
            <p:cNvPr id="2072" name="Google Shape;1801;p90"/>
            <p:cNvSpPr/>
            <p:nvPr/>
          </p:nvSpPr>
          <p:spPr>
            <a:xfrm>
              <a:off x="1363680" y="3969720"/>
              <a:ext cx="6730920" cy="154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5500" strike="noStrike" u="none">
                  <a:solidFill>
                    <a:srgbClr val="a9a39e"/>
                  </a:solidFill>
                  <a:effectLst/>
                  <a:uFillTx/>
                  <a:latin typeface="Arial"/>
                  <a:ea typeface="Arial"/>
                </a:rPr>
                <a:t>_PROGRAMAÇÃO</a:t>
              </a:r>
              <a:br>
                <a:rPr sz="5500"/>
              </a:br>
              <a:r>
                <a:rPr b="1" lang="pt-BR" sz="5500" strike="noStrike" u="none">
                  <a:solidFill>
                    <a:srgbClr val="a9a39e"/>
                  </a:solidFill>
                  <a:effectLst/>
                  <a:uFillTx/>
                  <a:latin typeface="Arial"/>
                  <a:ea typeface="Arial"/>
                </a:rPr>
                <a:t>MOBILE</a:t>
              </a:r>
              <a:endParaRPr b="0" lang="pt-BR" sz="5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73" name="Google Shape;1802;p90"/>
            <p:cNvSpPr/>
            <p:nvPr/>
          </p:nvSpPr>
          <p:spPr>
            <a:xfrm rot="16200000">
              <a:off x="-249120" y="4066200"/>
              <a:ext cx="2412360" cy="451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2600" strike="noStrike" u="none">
                  <a:solidFill>
                    <a:srgbClr val="a9a39e"/>
                  </a:solidFill>
                  <a:effectLst/>
                  <a:uFillTx/>
                  <a:latin typeface="Arial"/>
                  <a:ea typeface="Arial"/>
                </a:rPr>
                <a:t>C U R S O</a:t>
              </a:r>
              <a:endParaRPr b="0" lang="pt-BR" sz="26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074" name="Google Shape;1803;p90"/>
          <p:cNvGrpSpPr/>
          <p:nvPr/>
        </p:nvGrpSpPr>
        <p:grpSpPr>
          <a:xfrm>
            <a:off x="755280" y="2794320"/>
            <a:ext cx="688680" cy="688680"/>
            <a:chOff x="755280" y="2794320"/>
            <a:chExt cx="688680" cy="688680"/>
          </a:xfrm>
        </p:grpSpPr>
        <p:sp>
          <p:nvSpPr>
            <p:cNvPr id="2075" name="Google Shape;1804;p90"/>
            <p:cNvSpPr/>
            <p:nvPr/>
          </p:nvSpPr>
          <p:spPr>
            <a:xfrm>
              <a:off x="755280" y="3141000"/>
              <a:ext cx="342000" cy="342000"/>
            </a:xfrm>
            <a:prstGeom prst="rect">
              <a:avLst/>
            </a:prstGeom>
            <a:solidFill>
              <a:srgbClr val="dfdc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76" name="Google Shape;1805;p90"/>
            <p:cNvSpPr/>
            <p:nvPr/>
          </p:nvSpPr>
          <p:spPr>
            <a:xfrm>
              <a:off x="1101960" y="2794320"/>
              <a:ext cx="342000" cy="342000"/>
            </a:xfrm>
            <a:prstGeom prst="rect">
              <a:avLst/>
            </a:prstGeom>
            <a:solidFill>
              <a:srgbClr val="dfdc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077" name="Google Shape;1806;p90"/>
          <p:cNvGrpSpPr/>
          <p:nvPr/>
        </p:nvGrpSpPr>
        <p:grpSpPr>
          <a:xfrm>
            <a:off x="4262040" y="5098320"/>
            <a:ext cx="688680" cy="688680"/>
            <a:chOff x="4262040" y="5098320"/>
            <a:chExt cx="688680" cy="688680"/>
          </a:xfrm>
        </p:grpSpPr>
        <p:sp>
          <p:nvSpPr>
            <p:cNvPr id="2078" name="Google Shape;1807;p90"/>
            <p:cNvSpPr/>
            <p:nvPr/>
          </p:nvSpPr>
          <p:spPr>
            <a:xfrm>
              <a:off x="4262040" y="5445000"/>
              <a:ext cx="342000" cy="342000"/>
            </a:xfrm>
            <a:prstGeom prst="rect">
              <a:avLst/>
            </a:prstGeom>
            <a:solidFill>
              <a:srgbClr val="dfdc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79" name="Google Shape;1808;p90"/>
            <p:cNvSpPr/>
            <p:nvPr/>
          </p:nvSpPr>
          <p:spPr>
            <a:xfrm>
              <a:off x="4608720" y="5098320"/>
              <a:ext cx="342000" cy="342000"/>
            </a:xfrm>
            <a:prstGeom prst="rect">
              <a:avLst/>
            </a:prstGeom>
            <a:solidFill>
              <a:srgbClr val="dfdc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080" name="Google Shape;1809;p90"/>
          <p:cNvSpPr/>
          <p:nvPr/>
        </p:nvSpPr>
        <p:spPr>
          <a:xfrm>
            <a:off x="29865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1" name="Google Shape;1810;p90"/>
          <p:cNvSpPr/>
          <p:nvPr/>
        </p:nvSpPr>
        <p:spPr>
          <a:xfrm>
            <a:off x="35420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2" name="Google Shape;1811;p90"/>
          <p:cNvSpPr/>
          <p:nvPr/>
        </p:nvSpPr>
        <p:spPr>
          <a:xfrm>
            <a:off x="4049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3" name="Google Shape;1812;p90"/>
          <p:cNvSpPr/>
          <p:nvPr/>
        </p:nvSpPr>
        <p:spPr>
          <a:xfrm>
            <a:off x="456408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4" name="Google Shape;1813;p90"/>
          <p:cNvSpPr/>
          <p:nvPr/>
        </p:nvSpPr>
        <p:spPr>
          <a:xfrm>
            <a:off x="50781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5" name="Google Shape;1814;p90"/>
          <p:cNvSpPr/>
          <p:nvPr/>
        </p:nvSpPr>
        <p:spPr>
          <a:xfrm>
            <a:off x="6145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6" name="Google Shape;1815;p90"/>
          <p:cNvSpPr/>
          <p:nvPr/>
        </p:nvSpPr>
        <p:spPr>
          <a:xfrm>
            <a:off x="5633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7" name="Google Shape;1816;p90"/>
          <p:cNvSpPr/>
          <p:nvPr/>
        </p:nvSpPr>
        <p:spPr>
          <a:xfrm>
            <a:off x="67413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8" name="Google Shape;1817;p90"/>
          <p:cNvSpPr/>
          <p:nvPr/>
        </p:nvSpPr>
        <p:spPr>
          <a:xfrm>
            <a:off x="730332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9" name="Google Shape;1818;p90"/>
          <p:cNvSpPr/>
          <p:nvPr/>
        </p:nvSpPr>
        <p:spPr>
          <a:xfrm>
            <a:off x="7846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90" name="Google Shape;1819;p90" descr=""/>
          <p:cNvPicPr/>
          <p:nvPr/>
        </p:nvPicPr>
        <p:blipFill>
          <a:blip r:embed="rId2"/>
          <a:stretch/>
        </p:blipFill>
        <p:spPr>
          <a:xfrm>
            <a:off x="9993240" y="4061880"/>
            <a:ext cx="1623960" cy="11005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091" name="Google Shape;1820;p90"/>
          <p:cNvGrpSpPr/>
          <p:nvPr/>
        </p:nvGrpSpPr>
        <p:grpSpPr>
          <a:xfrm>
            <a:off x="10124640" y="1269360"/>
            <a:ext cx="1465560" cy="764280"/>
            <a:chOff x="10124640" y="1269360"/>
            <a:chExt cx="1465560" cy="764280"/>
          </a:xfrm>
        </p:grpSpPr>
        <p:grpSp>
          <p:nvGrpSpPr>
            <p:cNvPr id="2092" name="Google Shape;1821;p90"/>
            <p:cNvGrpSpPr/>
            <p:nvPr/>
          </p:nvGrpSpPr>
          <p:grpSpPr>
            <a:xfrm>
              <a:off x="10124640" y="1269360"/>
              <a:ext cx="1220040" cy="295200"/>
              <a:chOff x="10124640" y="1269360"/>
              <a:chExt cx="1220040" cy="295200"/>
            </a:xfrm>
          </p:grpSpPr>
          <p:sp>
            <p:nvSpPr>
              <p:cNvPr id="2093" name="Google Shape;1822;p90"/>
              <p:cNvSpPr/>
              <p:nvPr/>
            </p:nvSpPr>
            <p:spPr>
              <a:xfrm>
                <a:off x="10124640" y="1269360"/>
                <a:ext cx="145080" cy="293760"/>
              </a:xfrm>
              <a:custGeom>
                <a:avLst/>
                <a:gdLst>
                  <a:gd name="textAreaLeft" fmla="*/ 0 w 145080"/>
                  <a:gd name="textAreaRight" fmla="*/ 149760 w 145080"/>
                  <a:gd name="textAreaTop" fmla="*/ 0 h 293760"/>
                  <a:gd name="textAreaBottom" fmla="*/ 298440 h 293760"/>
                </a:gdLst>
                <a:ahLst/>
                <a:cxnLst/>
                <a:rect l="textAreaLeft" t="textAreaTop" r="textAreaRight" b="textAreaBottom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94" name="Google Shape;1823;p90"/>
              <p:cNvSpPr/>
              <p:nvPr/>
            </p:nvSpPr>
            <p:spPr>
              <a:xfrm>
                <a:off x="10305360" y="1324800"/>
                <a:ext cx="225360" cy="239400"/>
              </a:xfrm>
              <a:custGeom>
                <a:avLst/>
                <a:gdLst>
                  <a:gd name="textAreaLeft" fmla="*/ 0 w 225360"/>
                  <a:gd name="textAreaRight" fmla="*/ 230040 w 225360"/>
                  <a:gd name="textAreaTop" fmla="*/ 0 h 239400"/>
                  <a:gd name="textAreaBottom" fmla="*/ 244080 h 239400"/>
                </a:gdLst>
                <a:ahLst/>
                <a:cxnLst/>
                <a:rect l="textAreaLeft" t="textAreaTop" r="textAreaRight" b="textAreaBottom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95" name="Google Shape;1824;p90"/>
              <p:cNvSpPr/>
              <p:nvPr/>
            </p:nvSpPr>
            <p:spPr>
              <a:xfrm>
                <a:off x="10573560" y="1325160"/>
                <a:ext cx="213120" cy="239400"/>
              </a:xfrm>
              <a:custGeom>
                <a:avLst/>
                <a:gdLst>
                  <a:gd name="textAreaLeft" fmla="*/ 0 w 213120"/>
                  <a:gd name="textAreaRight" fmla="*/ 217800 w 213120"/>
                  <a:gd name="textAreaTop" fmla="*/ 0 h 239400"/>
                  <a:gd name="textAreaBottom" fmla="*/ 244080 h 239400"/>
                </a:gdLst>
                <a:ahLst/>
                <a:cxnLst/>
                <a:rect l="textAreaLeft" t="textAreaTop" r="textAreaRight" b="textAreaBottom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96" name="Google Shape;1825;p90"/>
              <p:cNvSpPr/>
              <p:nvPr/>
            </p:nvSpPr>
            <p:spPr>
              <a:xfrm>
                <a:off x="10834560" y="1325160"/>
                <a:ext cx="210240" cy="234000"/>
              </a:xfrm>
              <a:custGeom>
                <a:avLst/>
                <a:gdLst>
                  <a:gd name="textAreaLeft" fmla="*/ 0 w 210240"/>
                  <a:gd name="textAreaRight" fmla="*/ 214920 w 210240"/>
                  <a:gd name="textAreaTop" fmla="*/ 0 h 234000"/>
                  <a:gd name="textAreaBottom" fmla="*/ 238680 h 234000"/>
                </a:gdLst>
                <a:ahLst/>
                <a:cxnLst/>
                <a:rect l="textAreaLeft" t="textAreaTop" r="textAreaRight" b="textAreaBottom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97" name="Google Shape;1826;p90"/>
              <p:cNvSpPr/>
              <p:nvPr/>
            </p:nvSpPr>
            <p:spPr>
              <a:xfrm>
                <a:off x="11095560" y="1325160"/>
                <a:ext cx="249120" cy="239400"/>
              </a:xfrm>
              <a:custGeom>
                <a:avLst/>
                <a:gdLst>
                  <a:gd name="textAreaLeft" fmla="*/ 0 w 249120"/>
                  <a:gd name="textAreaRight" fmla="*/ 253800 w 249120"/>
                  <a:gd name="textAreaTop" fmla="*/ 0 h 239400"/>
                  <a:gd name="textAreaBottom" fmla="*/ 244080 h 239400"/>
                </a:gdLst>
                <a:ahLst/>
                <a:cxnLst/>
                <a:rect l="textAreaLeft" t="textAreaTop" r="textAreaRight" b="textAreaBottom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098" name="Google Shape;1827;p90"/>
            <p:cNvGrpSpPr/>
            <p:nvPr/>
          </p:nvGrpSpPr>
          <p:grpSpPr>
            <a:xfrm>
              <a:off x="10546560" y="1648080"/>
              <a:ext cx="1043640" cy="385560"/>
              <a:chOff x="10546560" y="1648080"/>
              <a:chExt cx="1043640" cy="385560"/>
            </a:xfrm>
          </p:grpSpPr>
          <p:sp>
            <p:nvSpPr>
              <p:cNvPr id="2099" name="Google Shape;1828;p90"/>
              <p:cNvSpPr/>
              <p:nvPr/>
            </p:nvSpPr>
            <p:spPr>
              <a:xfrm>
                <a:off x="10546560" y="1648080"/>
                <a:ext cx="61920" cy="314640"/>
              </a:xfrm>
              <a:custGeom>
                <a:avLst/>
                <a:gdLst>
                  <a:gd name="textAreaLeft" fmla="*/ 0 w 61920"/>
                  <a:gd name="textAreaRight" fmla="*/ 66600 w 61920"/>
                  <a:gd name="textAreaTop" fmla="*/ 0 h 314640"/>
                  <a:gd name="textAreaBottom" fmla="*/ 319320 h 314640"/>
                </a:gdLst>
                <a:ahLst/>
                <a:cxnLst/>
                <a:rect l="textAreaLeft" t="textAreaTop" r="textAreaRight" b="textAreaBottom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00" name="Google Shape;1829;p90"/>
              <p:cNvSpPr/>
              <p:nvPr/>
            </p:nvSpPr>
            <p:spPr>
              <a:xfrm>
                <a:off x="10664280" y="1728720"/>
                <a:ext cx="249120" cy="239400"/>
              </a:xfrm>
              <a:custGeom>
                <a:avLst/>
                <a:gdLst>
                  <a:gd name="textAreaLeft" fmla="*/ 0 w 249120"/>
                  <a:gd name="textAreaRight" fmla="*/ 253800 w 249120"/>
                  <a:gd name="textAreaTop" fmla="*/ 0 h 239400"/>
                  <a:gd name="textAreaBottom" fmla="*/ 244080 h 239400"/>
                </a:gdLst>
                <a:ahLst/>
                <a:cxnLst/>
                <a:rect l="textAreaLeft" t="textAreaTop" r="textAreaRight" b="textAreaBottom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01" name="Google Shape;1830;p90"/>
              <p:cNvSpPr/>
              <p:nvPr/>
            </p:nvSpPr>
            <p:spPr>
              <a:xfrm>
                <a:off x="10955160" y="1728720"/>
                <a:ext cx="241560" cy="304920"/>
              </a:xfrm>
              <a:custGeom>
                <a:avLst/>
                <a:gdLst>
                  <a:gd name="textAreaLeft" fmla="*/ 0 w 241560"/>
                  <a:gd name="textAreaRight" fmla="*/ 246240 w 241560"/>
                  <a:gd name="textAreaTop" fmla="*/ 0 h 304920"/>
                  <a:gd name="textAreaBottom" fmla="*/ 309600 h 304920"/>
                </a:gdLst>
                <a:ahLst/>
                <a:cxnLst/>
                <a:rect l="textAreaLeft" t="textAreaTop" r="textAreaRight" b="textAreaBottom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02" name="Google Shape;1831;p90"/>
              <p:cNvSpPr/>
              <p:nvPr/>
            </p:nvSpPr>
            <p:spPr>
              <a:xfrm>
                <a:off x="11262240" y="1648440"/>
                <a:ext cx="65520" cy="314640"/>
              </a:xfrm>
              <a:custGeom>
                <a:avLst/>
                <a:gdLst>
                  <a:gd name="textAreaLeft" fmla="*/ 0 w 65520"/>
                  <a:gd name="textAreaRight" fmla="*/ 70200 w 65520"/>
                  <a:gd name="textAreaTop" fmla="*/ 0 h 314640"/>
                  <a:gd name="textAreaBottom" fmla="*/ 319320 h 314640"/>
                </a:gdLst>
                <a:ahLst/>
                <a:cxnLst/>
                <a:rect l="textAreaLeft" t="textAreaTop" r="textAreaRight" b="textAreaBottom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03" name="Google Shape;1832;p90"/>
              <p:cNvSpPr/>
              <p:nvPr/>
            </p:nvSpPr>
            <p:spPr>
              <a:xfrm>
                <a:off x="11379240" y="1730520"/>
                <a:ext cx="210960" cy="236880"/>
              </a:xfrm>
              <a:custGeom>
                <a:avLst/>
                <a:gdLst>
                  <a:gd name="textAreaLeft" fmla="*/ 0 w 210960"/>
                  <a:gd name="textAreaRight" fmla="*/ 215640 w 210960"/>
                  <a:gd name="textAreaTop" fmla="*/ 0 h 236880"/>
                  <a:gd name="textAreaBottom" fmla="*/ 241560 h 236880"/>
                </a:gdLst>
                <a:ahLst/>
                <a:cxnLst/>
                <a:rect l="textAreaLeft" t="textAreaTop" r="textAreaRight" b="textAreaBottom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2104" name="Google Shape;1833;p90"/>
          <p:cNvGrpSpPr/>
          <p:nvPr/>
        </p:nvGrpSpPr>
        <p:grpSpPr>
          <a:xfrm>
            <a:off x="10113480" y="597240"/>
            <a:ext cx="1266120" cy="569880"/>
            <a:chOff x="10113480" y="597240"/>
            <a:chExt cx="1266120" cy="569880"/>
          </a:xfrm>
        </p:grpSpPr>
        <p:grpSp>
          <p:nvGrpSpPr>
            <p:cNvPr id="2105" name="Google Shape;1834;p90"/>
            <p:cNvGrpSpPr/>
            <p:nvPr/>
          </p:nvGrpSpPr>
          <p:grpSpPr>
            <a:xfrm>
              <a:off x="10207440" y="873000"/>
              <a:ext cx="1172160" cy="294120"/>
              <a:chOff x="10207440" y="873000"/>
              <a:chExt cx="1172160" cy="294120"/>
            </a:xfrm>
          </p:grpSpPr>
          <p:sp>
            <p:nvSpPr>
              <p:cNvPr id="2106" name="Google Shape;1835;p90"/>
              <p:cNvSpPr/>
              <p:nvPr/>
            </p:nvSpPr>
            <p:spPr>
              <a:xfrm>
                <a:off x="10207440" y="878040"/>
                <a:ext cx="77040" cy="99360"/>
              </a:xfrm>
              <a:custGeom>
                <a:avLst/>
                <a:gdLst>
                  <a:gd name="textAreaLeft" fmla="*/ 0 w 77040"/>
                  <a:gd name="textAreaRight" fmla="*/ 81720 w 77040"/>
                  <a:gd name="textAreaTop" fmla="*/ 0 h 99360"/>
                  <a:gd name="textAreaBottom" fmla="*/ 104040 h 99360"/>
                </a:gdLst>
                <a:ahLst/>
                <a:cxnLst/>
                <a:rect l="textAreaLeft" t="textAreaTop" r="textAreaRight" b="textAreaBottom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07" name="Google Shape;1836;p90"/>
              <p:cNvSpPr/>
              <p:nvPr/>
            </p:nvSpPr>
            <p:spPr>
              <a:xfrm>
                <a:off x="10285560" y="903600"/>
                <a:ext cx="75600" cy="75600"/>
              </a:xfrm>
              <a:custGeom>
                <a:avLst/>
                <a:gdLst>
                  <a:gd name="textAreaLeft" fmla="*/ 0 w 75600"/>
                  <a:gd name="textAreaRight" fmla="*/ 80280 w 75600"/>
                  <a:gd name="textAreaTop" fmla="*/ 0 h 75600"/>
                  <a:gd name="textAreaBottom" fmla="*/ 80280 h 7560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08" name="Google Shape;1837;p90"/>
              <p:cNvSpPr/>
              <p:nvPr/>
            </p:nvSpPr>
            <p:spPr>
              <a:xfrm>
                <a:off x="10381680" y="873720"/>
                <a:ext cx="73080" cy="105480"/>
              </a:xfrm>
              <a:custGeom>
                <a:avLst/>
                <a:gdLst>
                  <a:gd name="textAreaLeft" fmla="*/ 0 w 73080"/>
                  <a:gd name="textAreaRight" fmla="*/ 77760 w 73080"/>
                  <a:gd name="textAreaTop" fmla="*/ 0 h 105480"/>
                  <a:gd name="textAreaBottom" fmla="*/ 110160 h 10548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09" name="Google Shape;1838;p90"/>
              <p:cNvSpPr/>
              <p:nvPr/>
            </p:nvSpPr>
            <p:spPr>
              <a:xfrm>
                <a:off x="10479240" y="903960"/>
                <a:ext cx="62640" cy="74880"/>
              </a:xfrm>
              <a:custGeom>
                <a:avLst/>
                <a:gdLst>
                  <a:gd name="textAreaLeft" fmla="*/ 0 w 62640"/>
                  <a:gd name="textAreaRight" fmla="*/ 67320 w 62640"/>
                  <a:gd name="textAreaTop" fmla="*/ 0 h 74880"/>
                  <a:gd name="textAreaBottom" fmla="*/ 79560 h 7488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10" name="Google Shape;1839;p90"/>
              <p:cNvSpPr/>
              <p:nvPr/>
            </p:nvSpPr>
            <p:spPr>
              <a:xfrm>
                <a:off x="10564560" y="903960"/>
                <a:ext cx="54720" cy="74880"/>
              </a:xfrm>
              <a:custGeom>
                <a:avLst/>
                <a:gdLst>
                  <a:gd name="textAreaLeft" fmla="*/ 0 w 54720"/>
                  <a:gd name="textAreaRight" fmla="*/ 59400 w 54720"/>
                  <a:gd name="textAreaTop" fmla="*/ 0 h 74880"/>
                  <a:gd name="textAreaBottom" fmla="*/ 79560 h 7488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11" name="Google Shape;1840;p90"/>
              <p:cNvSpPr/>
              <p:nvPr/>
            </p:nvSpPr>
            <p:spPr>
              <a:xfrm>
                <a:off x="10683720" y="903960"/>
                <a:ext cx="62640" cy="74880"/>
              </a:xfrm>
              <a:custGeom>
                <a:avLst/>
                <a:gdLst>
                  <a:gd name="textAreaLeft" fmla="*/ 0 w 62640"/>
                  <a:gd name="textAreaRight" fmla="*/ 67320 w 62640"/>
                  <a:gd name="textAreaTop" fmla="*/ 0 h 74880"/>
                  <a:gd name="textAreaBottom" fmla="*/ 79560 h 7488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12" name="Google Shape;1841;p90"/>
              <p:cNvSpPr/>
              <p:nvPr/>
            </p:nvSpPr>
            <p:spPr>
              <a:xfrm>
                <a:off x="10769400" y="903960"/>
                <a:ext cx="54720" cy="74880"/>
              </a:xfrm>
              <a:custGeom>
                <a:avLst/>
                <a:gdLst>
                  <a:gd name="textAreaLeft" fmla="*/ 0 w 54720"/>
                  <a:gd name="textAreaRight" fmla="*/ 59400 w 54720"/>
                  <a:gd name="textAreaTop" fmla="*/ 0 h 74880"/>
                  <a:gd name="textAreaBottom" fmla="*/ 79560 h 74880"/>
                </a:gdLst>
                <a:ahLst/>
                <a:cxnLst/>
                <a:rect l="textAreaLeft" t="textAreaTop" r="textAreaRight" b="textAreaBottom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13" name="Google Shape;1842;p90"/>
              <p:cNvSpPr/>
              <p:nvPr/>
            </p:nvSpPr>
            <p:spPr>
              <a:xfrm>
                <a:off x="10888200" y="873000"/>
                <a:ext cx="41760" cy="104400"/>
              </a:xfrm>
              <a:custGeom>
                <a:avLst/>
                <a:gdLst>
                  <a:gd name="textAreaLeft" fmla="*/ 0 w 41760"/>
                  <a:gd name="textAreaRight" fmla="*/ 46440 w 41760"/>
                  <a:gd name="textAreaTop" fmla="*/ 0 h 104400"/>
                  <a:gd name="textAreaBottom" fmla="*/ 109080 h 104400"/>
                </a:gdLst>
                <a:ahLst/>
                <a:cxnLst/>
                <a:rect l="textAreaLeft" t="textAreaTop" r="textAreaRight" b="textAreaBottom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14" name="Google Shape;1843;p90"/>
              <p:cNvSpPr/>
              <p:nvPr/>
            </p:nvSpPr>
            <p:spPr>
              <a:xfrm>
                <a:off x="10942920" y="903600"/>
                <a:ext cx="75600" cy="75600"/>
              </a:xfrm>
              <a:custGeom>
                <a:avLst/>
                <a:gdLst>
                  <a:gd name="textAreaLeft" fmla="*/ 0 w 75600"/>
                  <a:gd name="textAreaRight" fmla="*/ 80280 w 75600"/>
                  <a:gd name="textAreaTop" fmla="*/ 0 h 75600"/>
                  <a:gd name="textAreaBottom" fmla="*/ 80280 h 7560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15" name="Google Shape;1844;p90"/>
              <p:cNvSpPr/>
              <p:nvPr/>
            </p:nvSpPr>
            <p:spPr>
              <a:xfrm>
                <a:off x="11043720" y="903960"/>
                <a:ext cx="38160" cy="73440"/>
              </a:xfrm>
              <a:custGeom>
                <a:avLst/>
                <a:gdLst>
                  <a:gd name="textAreaLeft" fmla="*/ 0 w 38160"/>
                  <a:gd name="textAreaRight" fmla="*/ 42840 w 38160"/>
                  <a:gd name="textAreaTop" fmla="*/ 0 h 73440"/>
                  <a:gd name="textAreaBottom" fmla="*/ 78120 h 7344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16" name="Google Shape;1845;p90"/>
              <p:cNvSpPr/>
              <p:nvPr/>
            </p:nvSpPr>
            <p:spPr>
              <a:xfrm>
                <a:off x="11103840" y="903600"/>
                <a:ext cx="111600" cy="73800"/>
              </a:xfrm>
              <a:custGeom>
                <a:avLst/>
                <a:gdLst>
                  <a:gd name="textAreaLeft" fmla="*/ 0 w 111600"/>
                  <a:gd name="textAreaRight" fmla="*/ 116280 w 111600"/>
                  <a:gd name="textAreaTop" fmla="*/ 0 h 73800"/>
                  <a:gd name="textAreaBottom" fmla="*/ 78480 h 73800"/>
                </a:gdLst>
                <a:ahLst/>
                <a:cxnLst/>
                <a:rect l="textAreaLeft" t="textAreaTop" r="textAreaRight" b="textAreaBottom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17" name="Google Shape;1846;p90"/>
              <p:cNvSpPr/>
              <p:nvPr/>
            </p:nvSpPr>
            <p:spPr>
              <a:xfrm>
                <a:off x="11239560" y="903960"/>
                <a:ext cx="62640" cy="74880"/>
              </a:xfrm>
              <a:custGeom>
                <a:avLst/>
                <a:gdLst>
                  <a:gd name="textAreaLeft" fmla="*/ 0 w 62640"/>
                  <a:gd name="textAreaRight" fmla="*/ 67320 w 62640"/>
                  <a:gd name="textAreaTop" fmla="*/ 0 h 74880"/>
                  <a:gd name="textAreaBottom" fmla="*/ 79560 h 7488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18" name="Google Shape;1847;p90"/>
              <p:cNvSpPr/>
              <p:nvPr/>
            </p:nvSpPr>
            <p:spPr>
              <a:xfrm>
                <a:off x="11324880" y="903960"/>
                <a:ext cx="54720" cy="74880"/>
              </a:xfrm>
              <a:custGeom>
                <a:avLst/>
                <a:gdLst>
                  <a:gd name="textAreaLeft" fmla="*/ 0 w 54720"/>
                  <a:gd name="textAreaRight" fmla="*/ 59400 w 54720"/>
                  <a:gd name="textAreaTop" fmla="*/ 0 h 74880"/>
                  <a:gd name="textAreaBottom" fmla="*/ 79560 h 7488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19" name="Google Shape;1848;p90"/>
              <p:cNvSpPr/>
              <p:nvPr/>
            </p:nvSpPr>
            <p:spPr>
              <a:xfrm>
                <a:off x="10208160" y="1039680"/>
                <a:ext cx="73080" cy="105480"/>
              </a:xfrm>
              <a:custGeom>
                <a:avLst/>
                <a:gdLst>
                  <a:gd name="textAreaLeft" fmla="*/ 0 w 73080"/>
                  <a:gd name="textAreaRight" fmla="*/ 77760 w 73080"/>
                  <a:gd name="textAreaTop" fmla="*/ 0 h 105480"/>
                  <a:gd name="textAreaBottom" fmla="*/ 110160 h 10548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20" name="Google Shape;1849;p90"/>
              <p:cNvSpPr/>
              <p:nvPr/>
            </p:nvSpPr>
            <p:spPr>
              <a:xfrm>
                <a:off x="10306800" y="1069920"/>
                <a:ext cx="68040" cy="75600"/>
              </a:xfrm>
              <a:custGeom>
                <a:avLst/>
                <a:gdLst>
                  <a:gd name="textAreaLeft" fmla="*/ 0 w 68040"/>
                  <a:gd name="textAreaRight" fmla="*/ 72720 w 68040"/>
                  <a:gd name="textAreaTop" fmla="*/ 0 h 75600"/>
                  <a:gd name="textAreaBottom" fmla="*/ 80280 h 75600"/>
                </a:gdLst>
                <a:ahLst/>
                <a:cxnLst/>
                <a:rect l="textAreaLeft" t="textAreaTop" r="textAreaRight" b="textAreaBottom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21" name="Google Shape;1850;p90"/>
              <p:cNvSpPr/>
              <p:nvPr/>
            </p:nvSpPr>
            <p:spPr>
              <a:xfrm>
                <a:off x="10438200" y="1070280"/>
                <a:ext cx="62640" cy="74880"/>
              </a:xfrm>
              <a:custGeom>
                <a:avLst/>
                <a:gdLst>
                  <a:gd name="textAreaLeft" fmla="*/ 0 w 62640"/>
                  <a:gd name="textAreaRight" fmla="*/ 67320 w 62640"/>
                  <a:gd name="textAreaTop" fmla="*/ 0 h 74880"/>
                  <a:gd name="textAreaBottom" fmla="*/ 79560 h 7488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22" name="Google Shape;1851;p90"/>
              <p:cNvSpPr/>
              <p:nvPr/>
            </p:nvSpPr>
            <p:spPr>
              <a:xfrm>
                <a:off x="10530360" y="1069560"/>
                <a:ext cx="73080" cy="97560"/>
              </a:xfrm>
              <a:custGeom>
                <a:avLst/>
                <a:gdLst>
                  <a:gd name="textAreaLeft" fmla="*/ 0 w 73080"/>
                  <a:gd name="textAreaRight" fmla="*/ 77760 w 73080"/>
                  <a:gd name="textAreaTop" fmla="*/ 0 h 97560"/>
                  <a:gd name="textAreaBottom" fmla="*/ 102240 h 97560"/>
                </a:gdLst>
                <a:ahLst/>
                <a:cxnLst/>
                <a:rect l="textAreaLeft" t="textAreaTop" r="textAreaRight" b="textAreaBottom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23" name="Google Shape;1852;p90"/>
              <p:cNvSpPr/>
              <p:nvPr/>
            </p:nvSpPr>
            <p:spPr>
              <a:xfrm>
                <a:off x="10629000" y="1069920"/>
                <a:ext cx="38160" cy="73440"/>
              </a:xfrm>
              <a:custGeom>
                <a:avLst/>
                <a:gdLst>
                  <a:gd name="textAreaLeft" fmla="*/ 0 w 38160"/>
                  <a:gd name="textAreaRight" fmla="*/ 42840 w 38160"/>
                  <a:gd name="textAreaTop" fmla="*/ 0 h 73440"/>
                  <a:gd name="textAreaBottom" fmla="*/ 78120 h 7344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24" name="Google Shape;1853;p90"/>
              <p:cNvSpPr/>
              <p:nvPr/>
            </p:nvSpPr>
            <p:spPr>
              <a:xfrm>
                <a:off x="10681200" y="1069920"/>
                <a:ext cx="68040" cy="75600"/>
              </a:xfrm>
              <a:custGeom>
                <a:avLst/>
                <a:gdLst>
                  <a:gd name="textAreaLeft" fmla="*/ 0 w 68040"/>
                  <a:gd name="textAreaRight" fmla="*/ 72720 w 68040"/>
                  <a:gd name="textAreaTop" fmla="*/ 0 h 75600"/>
                  <a:gd name="textAreaBottom" fmla="*/ 80280 h 7560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25" name="Google Shape;1854;p90"/>
              <p:cNvSpPr/>
              <p:nvPr/>
            </p:nvSpPr>
            <p:spPr>
              <a:xfrm>
                <a:off x="10774080" y="1069560"/>
                <a:ext cx="62640" cy="73800"/>
              </a:xfrm>
              <a:custGeom>
                <a:avLst/>
                <a:gdLst>
                  <a:gd name="textAreaLeft" fmla="*/ 0 w 62640"/>
                  <a:gd name="textAreaRight" fmla="*/ 67320 w 62640"/>
                  <a:gd name="textAreaTop" fmla="*/ 0 h 73800"/>
                  <a:gd name="textAreaBottom" fmla="*/ 78480 h 73800"/>
                </a:gdLst>
                <a:ahLst/>
                <a:cxnLst/>
                <a:rect l="textAreaLeft" t="textAreaTop" r="textAreaRight" b="textAreaBottom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26" name="Google Shape;1855;p90"/>
              <p:cNvSpPr/>
              <p:nvPr/>
            </p:nvSpPr>
            <p:spPr>
              <a:xfrm>
                <a:off x="10860840" y="1039680"/>
                <a:ext cx="73080" cy="105480"/>
              </a:xfrm>
              <a:custGeom>
                <a:avLst/>
                <a:gdLst>
                  <a:gd name="textAreaLeft" fmla="*/ 0 w 73080"/>
                  <a:gd name="textAreaRight" fmla="*/ 77760 w 73080"/>
                  <a:gd name="textAreaTop" fmla="*/ 0 h 105480"/>
                  <a:gd name="textAreaBottom" fmla="*/ 110160 h 10548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27" name="Google Shape;1856;p90"/>
              <p:cNvSpPr/>
              <p:nvPr/>
            </p:nvSpPr>
            <p:spPr>
              <a:xfrm>
                <a:off x="10959480" y="1069920"/>
                <a:ext cx="68040" cy="75600"/>
              </a:xfrm>
              <a:custGeom>
                <a:avLst/>
                <a:gdLst>
                  <a:gd name="textAreaLeft" fmla="*/ 0 w 68040"/>
                  <a:gd name="textAreaRight" fmla="*/ 72720 w 68040"/>
                  <a:gd name="textAreaTop" fmla="*/ 0 h 75600"/>
                  <a:gd name="textAreaBottom" fmla="*/ 80280 h 7560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28" name="Google Shape;1857;p90"/>
              <p:cNvSpPr/>
              <p:nvPr/>
            </p:nvSpPr>
            <p:spPr>
              <a:xfrm>
                <a:off x="11052360" y="1069920"/>
                <a:ext cx="38160" cy="73440"/>
              </a:xfrm>
              <a:custGeom>
                <a:avLst/>
                <a:gdLst>
                  <a:gd name="textAreaLeft" fmla="*/ 0 w 38160"/>
                  <a:gd name="textAreaRight" fmla="*/ 42840 w 38160"/>
                  <a:gd name="textAreaTop" fmla="*/ 0 h 73440"/>
                  <a:gd name="textAreaBottom" fmla="*/ 78120 h 7344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129" name="Google Shape;1858;p90"/>
            <p:cNvGrpSpPr/>
            <p:nvPr/>
          </p:nvGrpSpPr>
          <p:grpSpPr>
            <a:xfrm>
              <a:off x="10113480" y="597240"/>
              <a:ext cx="604800" cy="147960"/>
              <a:chOff x="10113480" y="597240"/>
              <a:chExt cx="604800" cy="147960"/>
            </a:xfrm>
          </p:grpSpPr>
          <p:sp>
            <p:nvSpPr>
              <p:cNvPr id="2130" name="Google Shape;1859;p90"/>
              <p:cNvSpPr/>
              <p:nvPr/>
            </p:nvSpPr>
            <p:spPr>
              <a:xfrm>
                <a:off x="10627560" y="603360"/>
                <a:ext cx="90720" cy="141120"/>
              </a:xfrm>
              <a:custGeom>
                <a:avLst/>
                <a:gdLst>
                  <a:gd name="textAreaLeft" fmla="*/ 0 w 90720"/>
                  <a:gd name="textAreaRight" fmla="*/ 95400 w 90720"/>
                  <a:gd name="textAreaTop" fmla="*/ 0 h 141120"/>
                  <a:gd name="textAreaBottom" fmla="*/ 145800 h 141120"/>
                </a:gdLst>
                <a:ahLst/>
                <a:cxnLst/>
                <a:rect l="textAreaLeft" t="textAreaTop" r="textAreaRight" b="textAreaBottom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31" name="Google Shape;1860;p90"/>
              <p:cNvSpPr/>
              <p:nvPr/>
            </p:nvSpPr>
            <p:spPr>
              <a:xfrm>
                <a:off x="10113480" y="597240"/>
                <a:ext cx="133200" cy="147960"/>
              </a:xfrm>
              <a:custGeom>
                <a:avLst/>
                <a:gdLst>
                  <a:gd name="textAreaLeft" fmla="*/ 0 w 133200"/>
                  <a:gd name="textAreaRight" fmla="*/ 137880 w 133200"/>
                  <a:gd name="textAreaTop" fmla="*/ 0 h 147960"/>
                  <a:gd name="textAreaBottom" fmla="*/ 152640 h 147960"/>
                </a:gdLst>
                <a:ahLst/>
                <a:cxnLst/>
                <a:rect l="textAreaLeft" t="textAreaTop" r="textAreaRight" b="textAreaBottom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32" name="Google Shape;1861;p90"/>
              <p:cNvSpPr/>
              <p:nvPr/>
            </p:nvSpPr>
            <p:spPr>
              <a:xfrm>
                <a:off x="10246320" y="618480"/>
                <a:ext cx="129600" cy="122040"/>
              </a:xfrm>
              <a:custGeom>
                <a:avLst/>
                <a:gdLst>
                  <a:gd name="textAreaLeft" fmla="*/ 0 w 129600"/>
                  <a:gd name="textAreaRight" fmla="*/ 134280 w 129600"/>
                  <a:gd name="textAreaTop" fmla="*/ 0 h 122040"/>
                  <a:gd name="textAreaBottom" fmla="*/ 126720 h 122040"/>
                </a:gdLst>
                <a:ahLst/>
                <a:cxnLst/>
                <a:rect l="textAreaLeft" t="textAreaTop" r="textAreaRight" b="textAreaBottom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33" name="Google Shape;1862;p90"/>
              <p:cNvSpPr/>
              <p:nvPr/>
            </p:nvSpPr>
            <p:spPr>
              <a:xfrm>
                <a:off x="10378800" y="619920"/>
                <a:ext cx="120960" cy="118440"/>
              </a:xfrm>
              <a:custGeom>
                <a:avLst/>
                <a:gdLst>
                  <a:gd name="textAreaLeft" fmla="*/ 0 w 120960"/>
                  <a:gd name="textAreaRight" fmla="*/ 125640 w 120960"/>
                  <a:gd name="textAreaTop" fmla="*/ 0 h 118440"/>
                  <a:gd name="textAreaBottom" fmla="*/ 123120 h 118440"/>
                </a:gdLst>
                <a:ahLst/>
                <a:cxnLst/>
                <a:rect l="textAreaLeft" t="textAreaTop" r="textAreaRight" b="textAreaBottom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34" name="Google Shape;1863;p90"/>
              <p:cNvSpPr/>
              <p:nvPr/>
            </p:nvSpPr>
            <p:spPr>
              <a:xfrm>
                <a:off x="10503000" y="619200"/>
                <a:ext cx="122040" cy="120600"/>
              </a:xfrm>
              <a:custGeom>
                <a:avLst/>
                <a:gdLst>
                  <a:gd name="textAreaLeft" fmla="*/ 0 w 122040"/>
                  <a:gd name="textAreaRight" fmla="*/ 126720 w 122040"/>
                  <a:gd name="textAreaTop" fmla="*/ 0 h 120600"/>
                  <a:gd name="textAreaBottom" fmla="*/ 125280 h 120600"/>
                </a:gdLst>
                <a:ahLst/>
                <a:cxnLst/>
                <a:rect l="textAreaLeft" t="textAreaTop" r="textAreaRight" b="textAreaBottom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pic>
        <p:nvPicPr>
          <p:cNvPr id="2135" name="Google Shape;1864;p90" descr=""/>
          <p:cNvPicPr/>
          <p:nvPr/>
        </p:nvPicPr>
        <p:blipFill>
          <a:blip r:embed="rId3"/>
          <a:stretch/>
        </p:blipFill>
        <p:spPr>
          <a:xfrm>
            <a:off x="726480" y="612360"/>
            <a:ext cx="2139840" cy="55836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erramento_Curso_AWS">
    <p:bg>
      <p:bgPr>
        <a:solidFill>
          <a:srgbClr val="a9a39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6" name="Google Shape;1988;p93"/>
          <p:cNvSpPr/>
          <p:nvPr/>
        </p:nvSpPr>
        <p:spPr>
          <a:xfrm>
            <a:off x="8377920" y="13320"/>
            <a:ext cx="3607200" cy="3607200"/>
          </a:xfrm>
          <a:custGeom>
            <a:avLst/>
            <a:gdLst>
              <a:gd name="textAreaLeft" fmla="*/ 0 w 3607200"/>
              <a:gd name="textAreaRight" fmla="*/ 3611880 w 3607200"/>
              <a:gd name="textAreaTop" fmla="*/ 0 h 3607200"/>
              <a:gd name="textAreaBottom" fmla="*/ 3611880 h 3607200"/>
            </a:gdLst>
            <a:ahLst/>
            <a:cxnLst/>
            <a:rect l="textAreaLeft" t="textAreaTop" r="textAreaRight" b="textAreaBottom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292454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7" name="Google Shape;1989;p93"/>
          <p:cNvSpPr/>
          <p:nvPr/>
        </p:nvSpPr>
        <p:spPr>
          <a:xfrm>
            <a:off x="29865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8" name="Google Shape;1990;p93"/>
          <p:cNvSpPr/>
          <p:nvPr/>
        </p:nvSpPr>
        <p:spPr>
          <a:xfrm>
            <a:off x="35420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9" name="Google Shape;1991;p93"/>
          <p:cNvSpPr/>
          <p:nvPr/>
        </p:nvSpPr>
        <p:spPr>
          <a:xfrm>
            <a:off x="4049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0" name="Google Shape;1992;p93"/>
          <p:cNvSpPr/>
          <p:nvPr/>
        </p:nvSpPr>
        <p:spPr>
          <a:xfrm>
            <a:off x="456408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1" name="Google Shape;1993;p93"/>
          <p:cNvSpPr/>
          <p:nvPr/>
        </p:nvSpPr>
        <p:spPr>
          <a:xfrm>
            <a:off x="50781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2" name="Google Shape;1994;p93"/>
          <p:cNvSpPr/>
          <p:nvPr/>
        </p:nvSpPr>
        <p:spPr>
          <a:xfrm>
            <a:off x="6145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3" name="Google Shape;1995;p93"/>
          <p:cNvSpPr/>
          <p:nvPr/>
        </p:nvSpPr>
        <p:spPr>
          <a:xfrm>
            <a:off x="5633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4" name="Google Shape;1996;p93"/>
          <p:cNvSpPr/>
          <p:nvPr/>
        </p:nvSpPr>
        <p:spPr>
          <a:xfrm>
            <a:off x="67413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5" name="Google Shape;1997;p93"/>
          <p:cNvSpPr/>
          <p:nvPr/>
        </p:nvSpPr>
        <p:spPr>
          <a:xfrm>
            <a:off x="730332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6" name="Google Shape;1998;p93"/>
          <p:cNvSpPr/>
          <p:nvPr/>
        </p:nvSpPr>
        <p:spPr>
          <a:xfrm>
            <a:off x="7846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147" name="Google Shape;1999;p93"/>
          <p:cNvGrpSpPr/>
          <p:nvPr/>
        </p:nvGrpSpPr>
        <p:grpSpPr>
          <a:xfrm>
            <a:off x="-2185920" y="0"/>
            <a:ext cx="927720" cy="6853320"/>
            <a:chOff x="-2185920" y="0"/>
            <a:chExt cx="927720" cy="6853320"/>
          </a:xfrm>
        </p:grpSpPr>
        <p:sp>
          <p:nvSpPr>
            <p:cNvPr id="2148" name="Google Shape;2000;p93"/>
            <p:cNvSpPr/>
            <p:nvPr/>
          </p:nvSpPr>
          <p:spPr>
            <a:xfrm>
              <a:off x="-2185920" y="0"/>
              <a:ext cx="312840" cy="6853320"/>
            </a:xfrm>
            <a:prstGeom prst="rect">
              <a:avLst/>
            </a:pr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49" name="Google Shape;2001;p93"/>
            <p:cNvSpPr/>
            <p:nvPr/>
          </p:nvSpPr>
          <p:spPr>
            <a:xfrm>
              <a:off x="-2185920" y="0"/>
              <a:ext cx="312840" cy="2484360"/>
            </a:xfrm>
            <a:prstGeom prst="rect">
              <a:avLst/>
            </a:prstGeom>
            <a:solidFill>
              <a:srgbClr val="084c8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0" name="Google Shape;2002;p93"/>
            <p:cNvSpPr/>
            <p:nvPr/>
          </p:nvSpPr>
          <p:spPr>
            <a:xfrm>
              <a:off x="-1881720" y="0"/>
              <a:ext cx="312840" cy="68533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1" name="Google Shape;2003;p93"/>
            <p:cNvSpPr/>
            <p:nvPr/>
          </p:nvSpPr>
          <p:spPr>
            <a:xfrm>
              <a:off x="-1881720" y="4368960"/>
              <a:ext cx="312840" cy="248436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2" name="Google Shape;2004;p93"/>
            <p:cNvSpPr/>
            <p:nvPr/>
          </p:nvSpPr>
          <p:spPr>
            <a:xfrm>
              <a:off x="-1571040" y="0"/>
              <a:ext cx="312840" cy="6853320"/>
            </a:xfrm>
            <a:prstGeom prst="rect">
              <a:avLst/>
            </a:prstGeom>
            <a:solidFill>
              <a:srgbClr val="0dad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3" name="Google Shape;2005;p93"/>
            <p:cNvSpPr/>
            <p:nvPr/>
          </p:nvSpPr>
          <p:spPr>
            <a:xfrm>
              <a:off x="-1571040" y="0"/>
              <a:ext cx="312840" cy="2484360"/>
            </a:xfrm>
            <a:prstGeom prst="rect">
              <a:avLst/>
            </a:prstGeom>
            <a:solidFill>
              <a:srgbClr val="6deaa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154" name="Google Shape;2006;p93"/>
          <p:cNvGrpSpPr/>
          <p:nvPr/>
        </p:nvGrpSpPr>
        <p:grpSpPr>
          <a:xfrm>
            <a:off x="1734120" y="843120"/>
            <a:ext cx="1365480" cy="1091520"/>
            <a:chOff x="1734120" y="843120"/>
            <a:chExt cx="1365480" cy="1091520"/>
          </a:xfrm>
        </p:grpSpPr>
        <p:sp>
          <p:nvSpPr>
            <p:cNvPr id="2155" name="Google Shape;2007;p93"/>
            <p:cNvSpPr/>
            <p:nvPr/>
          </p:nvSpPr>
          <p:spPr>
            <a:xfrm>
              <a:off x="2282400" y="843120"/>
              <a:ext cx="269280" cy="269280"/>
            </a:xfrm>
            <a:custGeom>
              <a:avLst/>
              <a:gdLst>
                <a:gd name="textAreaLeft" fmla="*/ 0 w 269280"/>
                <a:gd name="textAreaRight" fmla="*/ 273960 w 269280"/>
                <a:gd name="textAreaTop" fmla="*/ 0 h 269280"/>
                <a:gd name="textAreaBottom" fmla="*/ 273960 h 2692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6" name="Google Shape;2008;p93"/>
            <p:cNvSpPr/>
            <p:nvPr/>
          </p:nvSpPr>
          <p:spPr>
            <a:xfrm>
              <a:off x="2008080" y="1117440"/>
              <a:ext cx="269280" cy="269280"/>
            </a:xfrm>
            <a:custGeom>
              <a:avLst/>
              <a:gdLst>
                <a:gd name="textAreaLeft" fmla="*/ 0 w 269280"/>
                <a:gd name="textAreaRight" fmla="*/ 273960 w 269280"/>
                <a:gd name="textAreaTop" fmla="*/ 0 h 269280"/>
                <a:gd name="textAreaBottom" fmla="*/ 273960 h 2692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7" name="Google Shape;2009;p93"/>
            <p:cNvSpPr/>
            <p:nvPr/>
          </p:nvSpPr>
          <p:spPr>
            <a:xfrm>
              <a:off x="1734120" y="1391400"/>
              <a:ext cx="269280" cy="269280"/>
            </a:xfrm>
            <a:custGeom>
              <a:avLst/>
              <a:gdLst>
                <a:gd name="textAreaLeft" fmla="*/ 0 w 269280"/>
                <a:gd name="textAreaRight" fmla="*/ 273960 w 269280"/>
                <a:gd name="textAreaTop" fmla="*/ 0 h 269280"/>
                <a:gd name="textAreaBottom" fmla="*/ 273960 h 2692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8" name="Google Shape;2010;p93"/>
            <p:cNvSpPr/>
            <p:nvPr/>
          </p:nvSpPr>
          <p:spPr>
            <a:xfrm>
              <a:off x="1734120" y="1665360"/>
              <a:ext cx="269280" cy="269280"/>
            </a:xfrm>
            <a:custGeom>
              <a:avLst/>
              <a:gdLst>
                <a:gd name="textAreaLeft" fmla="*/ 0 w 269280"/>
                <a:gd name="textAreaRight" fmla="*/ 273960 w 269280"/>
                <a:gd name="textAreaTop" fmla="*/ 0 h 269280"/>
                <a:gd name="textAreaBottom" fmla="*/ 273960 h 2692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9" name="Google Shape;2011;p93"/>
            <p:cNvSpPr/>
            <p:nvPr/>
          </p:nvSpPr>
          <p:spPr>
            <a:xfrm>
              <a:off x="2008080" y="1665360"/>
              <a:ext cx="269280" cy="269280"/>
            </a:xfrm>
            <a:custGeom>
              <a:avLst/>
              <a:gdLst>
                <a:gd name="textAreaLeft" fmla="*/ 0 w 269280"/>
                <a:gd name="textAreaRight" fmla="*/ 273960 w 269280"/>
                <a:gd name="textAreaTop" fmla="*/ 0 h 269280"/>
                <a:gd name="textAreaBottom" fmla="*/ 273960 h 2692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0" name="Google Shape;2012;p93"/>
            <p:cNvSpPr/>
            <p:nvPr/>
          </p:nvSpPr>
          <p:spPr>
            <a:xfrm>
              <a:off x="2282400" y="1665360"/>
              <a:ext cx="269280" cy="269280"/>
            </a:xfrm>
            <a:custGeom>
              <a:avLst/>
              <a:gdLst>
                <a:gd name="textAreaLeft" fmla="*/ 0 w 269280"/>
                <a:gd name="textAreaRight" fmla="*/ 273960 w 269280"/>
                <a:gd name="textAreaTop" fmla="*/ 0 h 269280"/>
                <a:gd name="textAreaBottom" fmla="*/ 273960 h 2692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1" name="Google Shape;2013;p93"/>
            <p:cNvSpPr/>
            <p:nvPr/>
          </p:nvSpPr>
          <p:spPr>
            <a:xfrm>
              <a:off x="2556360" y="1665360"/>
              <a:ext cx="269280" cy="269280"/>
            </a:xfrm>
            <a:custGeom>
              <a:avLst/>
              <a:gdLst>
                <a:gd name="textAreaLeft" fmla="*/ 0 w 269280"/>
                <a:gd name="textAreaRight" fmla="*/ 273960 w 269280"/>
                <a:gd name="textAreaTop" fmla="*/ 0 h 269280"/>
                <a:gd name="textAreaBottom" fmla="*/ 273960 h 2692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2" name="Google Shape;2014;p93"/>
            <p:cNvSpPr/>
            <p:nvPr/>
          </p:nvSpPr>
          <p:spPr>
            <a:xfrm>
              <a:off x="2830320" y="1665360"/>
              <a:ext cx="269280" cy="269280"/>
            </a:xfrm>
            <a:custGeom>
              <a:avLst/>
              <a:gdLst>
                <a:gd name="textAreaLeft" fmla="*/ 0 w 269280"/>
                <a:gd name="textAreaRight" fmla="*/ 273960 w 269280"/>
                <a:gd name="textAreaTop" fmla="*/ 0 h 269280"/>
                <a:gd name="textAreaBottom" fmla="*/ 273960 h 2692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3" name="Google Shape;2015;p93"/>
            <p:cNvSpPr/>
            <p:nvPr/>
          </p:nvSpPr>
          <p:spPr>
            <a:xfrm>
              <a:off x="2830320" y="1391400"/>
              <a:ext cx="269280" cy="269280"/>
            </a:xfrm>
            <a:custGeom>
              <a:avLst/>
              <a:gdLst>
                <a:gd name="textAreaLeft" fmla="*/ 0 w 269280"/>
                <a:gd name="textAreaRight" fmla="*/ 273960 w 269280"/>
                <a:gd name="textAreaTop" fmla="*/ 0 h 269280"/>
                <a:gd name="textAreaBottom" fmla="*/ 273960 h 2692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4" name="Google Shape;2016;p93"/>
            <p:cNvSpPr/>
            <p:nvPr/>
          </p:nvSpPr>
          <p:spPr>
            <a:xfrm>
              <a:off x="2556360" y="1117440"/>
              <a:ext cx="269280" cy="269280"/>
            </a:xfrm>
            <a:custGeom>
              <a:avLst/>
              <a:gdLst>
                <a:gd name="textAreaLeft" fmla="*/ 0 w 269280"/>
                <a:gd name="textAreaRight" fmla="*/ 273960 w 269280"/>
                <a:gd name="textAreaTop" fmla="*/ 0 h 269280"/>
                <a:gd name="textAreaBottom" fmla="*/ 273960 h 2692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2165" name="Google Shape;2017;p93" descr=""/>
          <p:cNvPicPr/>
          <p:nvPr/>
        </p:nvPicPr>
        <p:blipFill>
          <a:blip r:embed="rId2"/>
          <a:stretch/>
        </p:blipFill>
        <p:spPr>
          <a:xfrm>
            <a:off x="9640800" y="1392840"/>
            <a:ext cx="1032120" cy="6127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166" name="Google Shape;2018;p93"/>
          <p:cNvGrpSpPr/>
          <p:nvPr/>
        </p:nvGrpSpPr>
        <p:grpSpPr>
          <a:xfrm>
            <a:off x="1684080" y="792720"/>
            <a:ext cx="1365480" cy="1091520"/>
            <a:chOff x="1684080" y="792720"/>
            <a:chExt cx="1365480" cy="1091520"/>
          </a:xfrm>
        </p:grpSpPr>
        <p:sp>
          <p:nvSpPr>
            <p:cNvPr id="2167" name="Google Shape;2019;p93"/>
            <p:cNvSpPr/>
            <p:nvPr/>
          </p:nvSpPr>
          <p:spPr>
            <a:xfrm>
              <a:off x="2232000" y="792720"/>
              <a:ext cx="269280" cy="269280"/>
            </a:xfrm>
            <a:custGeom>
              <a:avLst/>
              <a:gdLst>
                <a:gd name="textAreaLeft" fmla="*/ 0 w 269280"/>
                <a:gd name="textAreaRight" fmla="*/ 273960 w 269280"/>
                <a:gd name="textAreaTop" fmla="*/ 0 h 269280"/>
                <a:gd name="textAreaBottom" fmla="*/ 273960 h 2692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8" name="Google Shape;2020;p93"/>
            <p:cNvSpPr/>
            <p:nvPr/>
          </p:nvSpPr>
          <p:spPr>
            <a:xfrm>
              <a:off x="1958040" y="1066680"/>
              <a:ext cx="269280" cy="269280"/>
            </a:xfrm>
            <a:custGeom>
              <a:avLst/>
              <a:gdLst>
                <a:gd name="textAreaLeft" fmla="*/ 0 w 269280"/>
                <a:gd name="textAreaRight" fmla="*/ 273960 w 269280"/>
                <a:gd name="textAreaTop" fmla="*/ 0 h 269280"/>
                <a:gd name="textAreaBottom" fmla="*/ 273960 h 2692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9" name="Google Shape;2021;p93"/>
            <p:cNvSpPr/>
            <p:nvPr/>
          </p:nvSpPr>
          <p:spPr>
            <a:xfrm>
              <a:off x="1684080" y="1341000"/>
              <a:ext cx="269280" cy="269280"/>
            </a:xfrm>
            <a:custGeom>
              <a:avLst/>
              <a:gdLst>
                <a:gd name="textAreaLeft" fmla="*/ 0 w 269280"/>
                <a:gd name="textAreaRight" fmla="*/ 273960 w 269280"/>
                <a:gd name="textAreaTop" fmla="*/ 0 h 269280"/>
                <a:gd name="textAreaBottom" fmla="*/ 273960 h 2692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70" name="Google Shape;2022;p93"/>
            <p:cNvSpPr/>
            <p:nvPr/>
          </p:nvSpPr>
          <p:spPr>
            <a:xfrm>
              <a:off x="1684080" y="1614960"/>
              <a:ext cx="269280" cy="269280"/>
            </a:xfrm>
            <a:custGeom>
              <a:avLst/>
              <a:gdLst>
                <a:gd name="textAreaLeft" fmla="*/ 0 w 269280"/>
                <a:gd name="textAreaRight" fmla="*/ 273960 w 269280"/>
                <a:gd name="textAreaTop" fmla="*/ 0 h 269280"/>
                <a:gd name="textAreaBottom" fmla="*/ 273960 h 2692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71" name="Google Shape;2023;p93"/>
            <p:cNvSpPr/>
            <p:nvPr/>
          </p:nvSpPr>
          <p:spPr>
            <a:xfrm>
              <a:off x="1958040" y="1614960"/>
              <a:ext cx="269280" cy="269280"/>
            </a:xfrm>
            <a:custGeom>
              <a:avLst/>
              <a:gdLst>
                <a:gd name="textAreaLeft" fmla="*/ 0 w 269280"/>
                <a:gd name="textAreaRight" fmla="*/ 273960 w 269280"/>
                <a:gd name="textAreaTop" fmla="*/ 0 h 269280"/>
                <a:gd name="textAreaBottom" fmla="*/ 273960 h 2692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72" name="Google Shape;2024;p93"/>
            <p:cNvSpPr/>
            <p:nvPr/>
          </p:nvSpPr>
          <p:spPr>
            <a:xfrm>
              <a:off x="2232000" y="1614960"/>
              <a:ext cx="269280" cy="269280"/>
            </a:xfrm>
            <a:custGeom>
              <a:avLst/>
              <a:gdLst>
                <a:gd name="textAreaLeft" fmla="*/ 0 w 269280"/>
                <a:gd name="textAreaRight" fmla="*/ 273960 w 269280"/>
                <a:gd name="textAreaTop" fmla="*/ 0 h 269280"/>
                <a:gd name="textAreaBottom" fmla="*/ 273960 h 2692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73" name="Google Shape;2025;p93"/>
            <p:cNvSpPr/>
            <p:nvPr/>
          </p:nvSpPr>
          <p:spPr>
            <a:xfrm>
              <a:off x="2506320" y="1614960"/>
              <a:ext cx="269280" cy="269280"/>
            </a:xfrm>
            <a:custGeom>
              <a:avLst/>
              <a:gdLst>
                <a:gd name="textAreaLeft" fmla="*/ 0 w 269280"/>
                <a:gd name="textAreaRight" fmla="*/ 273960 w 269280"/>
                <a:gd name="textAreaTop" fmla="*/ 0 h 269280"/>
                <a:gd name="textAreaBottom" fmla="*/ 273960 h 2692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74" name="Google Shape;2026;p93"/>
            <p:cNvSpPr/>
            <p:nvPr/>
          </p:nvSpPr>
          <p:spPr>
            <a:xfrm>
              <a:off x="2780280" y="1614960"/>
              <a:ext cx="269280" cy="269280"/>
            </a:xfrm>
            <a:custGeom>
              <a:avLst/>
              <a:gdLst>
                <a:gd name="textAreaLeft" fmla="*/ 0 w 269280"/>
                <a:gd name="textAreaRight" fmla="*/ 273960 w 269280"/>
                <a:gd name="textAreaTop" fmla="*/ 0 h 269280"/>
                <a:gd name="textAreaBottom" fmla="*/ 273960 h 2692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75" name="Google Shape;2027;p93"/>
            <p:cNvSpPr/>
            <p:nvPr/>
          </p:nvSpPr>
          <p:spPr>
            <a:xfrm>
              <a:off x="2780280" y="1341000"/>
              <a:ext cx="269280" cy="269280"/>
            </a:xfrm>
            <a:custGeom>
              <a:avLst/>
              <a:gdLst>
                <a:gd name="textAreaLeft" fmla="*/ 0 w 269280"/>
                <a:gd name="textAreaRight" fmla="*/ 273960 w 269280"/>
                <a:gd name="textAreaTop" fmla="*/ 0 h 269280"/>
                <a:gd name="textAreaBottom" fmla="*/ 273960 h 2692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76" name="Google Shape;2028;p93"/>
            <p:cNvSpPr/>
            <p:nvPr/>
          </p:nvSpPr>
          <p:spPr>
            <a:xfrm>
              <a:off x="2506320" y="1066680"/>
              <a:ext cx="269280" cy="269280"/>
            </a:xfrm>
            <a:custGeom>
              <a:avLst/>
              <a:gdLst>
                <a:gd name="textAreaLeft" fmla="*/ 0 w 269280"/>
                <a:gd name="textAreaRight" fmla="*/ 273960 w 269280"/>
                <a:gd name="textAreaTop" fmla="*/ 0 h 269280"/>
                <a:gd name="textAreaBottom" fmla="*/ 273960 h 2692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77" name="Google Shape;2029;p93"/>
          <p:cNvSpPr/>
          <p:nvPr/>
        </p:nvSpPr>
        <p:spPr>
          <a:xfrm>
            <a:off x="690480" y="275760"/>
            <a:ext cx="3774240" cy="154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2100" strike="noStrike" u="none">
                <a:solidFill>
                  <a:srgbClr val="382e35"/>
                </a:solidFill>
                <a:effectLst/>
                <a:uFillTx/>
                <a:latin typeface="Arial"/>
                <a:ea typeface="Arial"/>
              </a:rPr>
              <a:t>__AWS</a:t>
            </a:r>
            <a:br>
              <a:rPr sz="2100"/>
            </a:br>
            <a:r>
              <a:rPr b="1" lang="pt-BR" sz="2100" strike="noStrike" u="none">
                <a:solidFill>
                  <a:srgbClr val="382e35"/>
                </a:solidFill>
                <a:effectLst/>
                <a:uFillTx/>
                <a:latin typeface="Arial"/>
                <a:ea typeface="Arial"/>
              </a:rPr>
              <a:t>re/Start</a:t>
            </a:r>
            <a:endParaRPr b="0" lang="pt-B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8" name="Google Shape;2030;p93"/>
          <p:cNvSpPr/>
          <p:nvPr/>
        </p:nvSpPr>
        <p:spPr>
          <a:xfrm>
            <a:off x="706680" y="3871800"/>
            <a:ext cx="3554280" cy="168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rgbClr val="292454"/>
                </a:solidFill>
                <a:effectLst/>
                <a:uFillTx/>
                <a:latin typeface="Arial"/>
                <a:ea typeface="Arial"/>
              </a:rPr>
              <a:t>Chegamos ao final</a:t>
            </a:r>
            <a:br>
              <a:rPr sz="2600"/>
            </a:br>
            <a:r>
              <a:rPr b="0" lang="pt-BR" sz="2600" strike="noStrike" u="none">
                <a:solidFill>
                  <a:srgbClr val="292454"/>
                </a:solidFill>
                <a:effectLst/>
                <a:uFillTx/>
                <a:latin typeface="Arial"/>
                <a:ea typeface="Arial"/>
              </a:rPr>
              <a:t>do nosso encontro!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rgbClr val="292454"/>
                </a:solidFill>
                <a:effectLst/>
                <a:uFillTx/>
                <a:latin typeface="Arial"/>
                <a:ea typeface="Arial"/>
              </a:rPr>
              <a:t>Até o </a:t>
            </a:r>
            <a:r>
              <a:rPr b="1" lang="pt-BR" sz="2600" strike="noStrike" u="none">
                <a:solidFill>
                  <a:srgbClr val="292454"/>
                </a:solidFill>
                <a:effectLst/>
                <a:uFillTx/>
                <a:latin typeface="Arial"/>
                <a:ea typeface="Arial"/>
              </a:rPr>
              <a:t>próximo</a:t>
            </a:r>
            <a:r>
              <a:rPr b="0" lang="pt-BR" sz="2600" strike="noStrike" u="none">
                <a:solidFill>
                  <a:srgbClr val="292454"/>
                </a:solidFill>
                <a:effectLst/>
                <a:uFillTx/>
                <a:latin typeface="Arial"/>
                <a:ea typeface="Arial"/>
              </a:rPr>
              <a:t>!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179" name="Google Shape;2031;p93"/>
          <p:cNvGrpSpPr/>
          <p:nvPr/>
        </p:nvGrpSpPr>
        <p:grpSpPr>
          <a:xfrm>
            <a:off x="795240" y="2890800"/>
            <a:ext cx="3669480" cy="3104280"/>
            <a:chOff x="795240" y="2890800"/>
            <a:chExt cx="3669480" cy="3104280"/>
          </a:xfrm>
        </p:grpSpPr>
        <p:sp>
          <p:nvSpPr>
            <p:cNvPr id="2180" name="Google Shape;2032;p93"/>
            <p:cNvSpPr/>
            <p:nvPr/>
          </p:nvSpPr>
          <p:spPr>
            <a:xfrm>
              <a:off x="795240" y="4303800"/>
              <a:ext cx="560520" cy="1691280"/>
            </a:xfrm>
            <a:custGeom>
              <a:avLst/>
              <a:gdLst>
                <a:gd name="textAreaLeft" fmla="*/ 0 w 560520"/>
                <a:gd name="textAreaRight" fmla="*/ 565200 w 560520"/>
                <a:gd name="textAreaTop" fmla="*/ 0 h 1691280"/>
                <a:gd name="textAreaBottom" fmla="*/ 1695960 h 1691280"/>
              </a:gdLst>
              <a:ahLst/>
              <a:cxnLst/>
              <a:rect l="textAreaLeft" t="textAreaTop" r="textAreaRight" b="textAreaBottom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92454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81" name="Google Shape;2033;p93"/>
            <p:cNvSpPr/>
            <p:nvPr/>
          </p:nvSpPr>
          <p:spPr>
            <a:xfrm>
              <a:off x="3904200" y="3738600"/>
              <a:ext cx="560520" cy="1125720"/>
            </a:xfrm>
            <a:custGeom>
              <a:avLst/>
              <a:gdLst>
                <a:gd name="textAreaLeft" fmla="*/ 0 w 560520"/>
                <a:gd name="textAreaRight" fmla="*/ 565200 w 560520"/>
                <a:gd name="textAreaTop" fmla="*/ 0 h 1125720"/>
                <a:gd name="textAreaBottom" fmla="*/ 1130400 h 1125720"/>
              </a:gdLst>
              <a:ahLst/>
              <a:cxnLst/>
              <a:rect l="textAreaLeft" t="textAreaTop" r="textAreaRight" b="textAreaBottom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solidFill>
              <a:srgbClr val="292454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82" name="Google Shape;2034;p93"/>
            <p:cNvSpPr/>
            <p:nvPr/>
          </p:nvSpPr>
          <p:spPr>
            <a:xfrm>
              <a:off x="4186800" y="5434560"/>
              <a:ext cx="277920" cy="277920"/>
            </a:xfrm>
            <a:custGeom>
              <a:avLst/>
              <a:gdLst>
                <a:gd name="textAreaLeft" fmla="*/ 0 w 277920"/>
                <a:gd name="textAreaRight" fmla="*/ 282600 w 277920"/>
                <a:gd name="textAreaTop" fmla="*/ 0 h 277920"/>
                <a:gd name="textAreaBottom" fmla="*/ 282600 h 27792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292454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83" name="Google Shape;2035;p93"/>
            <p:cNvSpPr/>
            <p:nvPr/>
          </p:nvSpPr>
          <p:spPr>
            <a:xfrm>
              <a:off x="2490840" y="3173400"/>
              <a:ext cx="277920" cy="277920"/>
            </a:xfrm>
            <a:custGeom>
              <a:avLst/>
              <a:gdLst>
                <a:gd name="textAreaLeft" fmla="*/ 0 w 277920"/>
                <a:gd name="textAreaRight" fmla="*/ 282600 w 277920"/>
                <a:gd name="textAreaTop" fmla="*/ 0 h 277920"/>
                <a:gd name="textAreaBottom" fmla="*/ 282600 h 27792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292454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84" name="Google Shape;2036;p93"/>
            <p:cNvSpPr/>
            <p:nvPr/>
          </p:nvSpPr>
          <p:spPr>
            <a:xfrm>
              <a:off x="1360440" y="2890800"/>
              <a:ext cx="1125720" cy="1125720"/>
            </a:xfrm>
            <a:custGeom>
              <a:avLst/>
              <a:gdLst>
                <a:gd name="textAreaLeft" fmla="*/ 0 w 1125720"/>
                <a:gd name="textAreaRight" fmla="*/ 1130400 w 1125720"/>
                <a:gd name="textAreaTop" fmla="*/ 0 h 1125720"/>
                <a:gd name="textAreaBottom" fmla="*/ 1130400 h 1125720"/>
              </a:gdLst>
              <a:ahLst/>
              <a:cxnLst/>
              <a:rect l="textAreaLeft" t="textAreaTop" r="textAreaRight" b="textAreaBottom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solidFill>
              <a:srgbClr val="292454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85" name="Google Shape;2037;p93"/>
            <p:cNvSpPr/>
            <p:nvPr/>
          </p:nvSpPr>
          <p:spPr>
            <a:xfrm>
              <a:off x="1925640" y="4303800"/>
              <a:ext cx="1408320" cy="1408320"/>
            </a:xfrm>
            <a:custGeom>
              <a:avLst/>
              <a:gdLst>
                <a:gd name="textAreaLeft" fmla="*/ 0 w 1408320"/>
                <a:gd name="textAreaRight" fmla="*/ 1413000 w 1408320"/>
                <a:gd name="textAreaTop" fmla="*/ 0 h 1408320"/>
                <a:gd name="textAreaBottom" fmla="*/ 1413000 h 1408320"/>
              </a:gdLst>
              <a:ahLst/>
              <a:cxnLst/>
              <a:rect l="textAreaLeft" t="textAreaTop" r="textAreaRight" b="textAreaBottom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solidFill>
              <a:srgbClr val="292454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186" name="Google Shape;2038;p93"/>
          <p:cNvGrpSpPr/>
          <p:nvPr/>
        </p:nvGrpSpPr>
        <p:grpSpPr>
          <a:xfrm>
            <a:off x="401040" y="198360"/>
            <a:ext cx="688680" cy="688680"/>
            <a:chOff x="401040" y="198360"/>
            <a:chExt cx="688680" cy="688680"/>
          </a:xfrm>
        </p:grpSpPr>
        <p:sp>
          <p:nvSpPr>
            <p:cNvPr id="2187" name="Google Shape;2039;p93"/>
            <p:cNvSpPr/>
            <p:nvPr/>
          </p:nvSpPr>
          <p:spPr>
            <a:xfrm>
              <a:off x="401040" y="545040"/>
              <a:ext cx="342000" cy="342000"/>
            </a:xfrm>
            <a:prstGeom prst="rect">
              <a:avLst/>
            </a:prstGeom>
            <a:solidFill>
              <a:srgbClr val="292454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88" name="Google Shape;2040;p93"/>
            <p:cNvSpPr/>
            <p:nvPr/>
          </p:nvSpPr>
          <p:spPr>
            <a:xfrm>
              <a:off x="747720" y="198360"/>
              <a:ext cx="342000" cy="342000"/>
            </a:xfrm>
            <a:prstGeom prst="rect">
              <a:avLst/>
            </a:prstGeom>
            <a:solidFill>
              <a:srgbClr val="292454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189" name="Google Shape;2041;p93"/>
          <p:cNvGrpSpPr/>
          <p:nvPr/>
        </p:nvGrpSpPr>
        <p:grpSpPr>
          <a:xfrm>
            <a:off x="9798120" y="5367240"/>
            <a:ext cx="1393560" cy="726840"/>
            <a:chOff x="9798120" y="5367240"/>
            <a:chExt cx="1393560" cy="726840"/>
          </a:xfrm>
        </p:grpSpPr>
        <p:grpSp>
          <p:nvGrpSpPr>
            <p:cNvPr id="2190" name="Google Shape;2042;p93"/>
            <p:cNvGrpSpPr/>
            <p:nvPr/>
          </p:nvGrpSpPr>
          <p:grpSpPr>
            <a:xfrm>
              <a:off x="9798120" y="5367240"/>
              <a:ext cx="1159920" cy="280440"/>
              <a:chOff x="9798120" y="5367240"/>
              <a:chExt cx="1159920" cy="280440"/>
            </a:xfrm>
          </p:grpSpPr>
          <p:sp>
            <p:nvSpPr>
              <p:cNvPr id="2191" name="Google Shape;2043;p93"/>
              <p:cNvSpPr/>
              <p:nvPr/>
            </p:nvSpPr>
            <p:spPr>
              <a:xfrm>
                <a:off x="9798120" y="5367240"/>
                <a:ext cx="137520" cy="279000"/>
              </a:xfrm>
              <a:custGeom>
                <a:avLst/>
                <a:gdLst>
                  <a:gd name="textAreaLeft" fmla="*/ 0 w 137520"/>
                  <a:gd name="textAreaRight" fmla="*/ 142200 w 137520"/>
                  <a:gd name="textAreaTop" fmla="*/ 0 h 279000"/>
                  <a:gd name="textAreaBottom" fmla="*/ 283680 h 279000"/>
                </a:gdLst>
                <a:ahLst/>
                <a:cxnLst/>
                <a:rect l="textAreaLeft" t="textAreaTop" r="textAreaRight" b="textAreaBottom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92" name="Google Shape;2044;p93"/>
              <p:cNvSpPr/>
              <p:nvPr/>
            </p:nvSpPr>
            <p:spPr>
              <a:xfrm>
                <a:off x="9969840" y="5420160"/>
                <a:ext cx="214200" cy="227520"/>
              </a:xfrm>
              <a:custGeom>
                <a:avLst/>
                <a:gdLst>
                  <a:gd name="textAreaLeft" fmla="*/ 0 w 214200"/>
                  <a:gd name="textAreaRight" fmla="*/ 218880 w 214200"/>
                  <a:gd name="textAreaTop" fmla="*/ 0 h 227520"/>
                  <a:gd name="textAreaBottom" fmla="*/ 232200 h 227520"/>
                </a:gdLst>
                <a:ahLst/>
                <a:cxnLst/>
                <a:rect l="textAreaLeft" t="textAreaTop" r="textAreaRight" b="textAreaBottom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93" name="Google Shape;2045;p93"/>
              <p:cNvSpPr/>
              <p:nvPr/>
            </p:nvSpPr>
            <p:spPr>
              <a:xfrm>
                <a:off x="10224720" y="5420160"/>
                <a:ext cx="202320" cy="227520"/>
              </a:xfrm>
              <a:custGeom>
                <a:avLst/>
                <a:gdLst>
                  <a:gd name="textAreaLeft" fmla="*/ 0 w 202320"/>
                  <a:gd name="textAreaRight" fmla="*/ 207000 w 202320"/>
                  <a:gd name="textAreaTop" fmla="*/ 0 h 227520"/>
                  <a:gd name="textAreaBottom" fmla="*/ 232200 h 227520"/>
                </a:gdLst>
                <a:ahLst/>
                <a:cxnLst/>
                <a:rect l="textAreaLeft" t="textAreaTop" r="textAreaRight" b="textAreaBottom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94" name="Google Shape;2046;p93"/>
              <p:cNvSpPr/>
              <p:nvPr/>
            </p:nvSpPr>
            <p:spPr>
              <a:xfrm>
                <a:off x="10473120" y="5420160"/>
                <a:ext cx="199440" cy="222480"/>
              </a:xfrm>
              <a:custGeom>
                <a:avLst/>
                <a:gdLst>
                  <a:gd name="textAreaLeft" fmla="*/ 0 w 199440"/>
                  <a:gd name="textAreaRight" fmla="*/ 204120 w 199440"/>
                  <a:gd name="textAreaTop" fmla="*/ 0 h 222480"/>
                  <a:gd name="textAreaBottom" fmla="*/ 227160 h 222480"/>
                </a:gdLst>
                <a:ahLst/>
                <a:cxnLst/>
                <a:rect l="textAreaLeft" t="textAreaTop" r="textAreaRight" b="textAreaBottom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95" name="Google Shape;2047;p93"/>
              <p:cNvSpPr/>
              <p:nvPr/>
            </p:nvSpPr>
            <p:spPr>
              <a:xfrm>
                <a:off x="10721520" y="5420160"/>
                <a:ext cx="236520" cy="227520"/>
              </a:xfrm>
              <a:custGeom>
                <a:avLst/>
                <a:gdLst>
                  <a:gd name="textAreaLeft" fmla="*/ 0 w 236520"/>
                  <a:gd name="textAreaRight" fmla="*/ 241200 w 236520"/>
                  <a:gd name="textAreaTop" fmla="*/ 0 h 227520"/>
                  <a:gd name="textAreaBottom" fmla="*/ 232200 h 22752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196" name="Google Shape;2048;p93"/>
            <p:cNvGrpSpPr/>
            <p:nvPr/>
          </p:nvGrpSpPr>
          <p:grpSpPr>
            <a:xfrm>
              <a:off x="10199160" y="5727600"/>
              <a:ext cx="992520" cy="366480"/>
              <a:chOff x="10199160" y="5727600"/>
              <a:chExt cx="992520" cy="366480"/>
            </a:xfrm>
          </p:grpSpPr>
          <p:sp>
            <p:nvSpPr>
              <p:cNvPr id="2197" name="Google Shape;2049;p93"/>
              <p:cNvSpPr/>
              <p:nvPr/>
            </p:nvSpPr>
            <p:spPr>
              <a:xfrm>
                <a:off x="10199160" y="5727600"/>
                <a:ext cx="58680" cy="298800"/>
              </a:xfrm>
              <a:custGeom>
                <a:avLst/>
                <a:gdLst>
                  <a:gd name="textAreaLeft" fmla="*/ 0 w 58680"/>
                  <a:gd name="textAreaRight" fmla="*/ 63360 w 58680"/>
                  <a:gd name="textAreaTop" fmla="*/ 0 h 298800"/>
                  <a:gd name="textAreaBottom" fmla="*/ 303480 h 298800"/>
                </a:gdLst>
                <a:ahLst/>
                <a:cxnLst/>
                <a:rect l="textAreaLeft" t="textAreaTop" r="textAreaRight" b="textAreaBottom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98" name="Google Shape;2050;p93"/>
              <p:cNvSpPr/>
              <p:nvPr/>
            </p:nvSpPr>
            <p:spPr>
              <a:xfrm>
                <a:off x="10311120" y="5804280"/>
                <a:ext cx="236520" cy="227520"/>
              </a:xfrm>
              <a:custGeom>
                <a:avLst/>
                <a:gdLst>
                  <a:gd name="textAreaLeft" fmla="*/ 0 w 236520"/>
                  <a:gd name="textAreaRight" fmla="*/ 241200 w 236520"/>
                  <a:gd name="textAreaTop" fmla="*/ 0 h 227520"/>
                  <a:gd name="textAreaBottom" fmla="*/ 232200 h 22752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99" name="Google Shape;2051;p93"/>
              <p:cNvSpPr/>
              <p:nvPr/>
            </p:nvSpPr>
            <p:spPr>
              <a:xfrm>
                <a:off x="10588320" y="5804280"/>
                <a:ext cx="229320" cy="289800"/>
              </a:xfrm>
              <a:custGeom>
                <a:avLst/>
                <a:gdLst>
                  <a:gd name="textAreaLeft" fmla="*/ 0 w 229320"/>
                  <a:gd name="textAreaRight" fmla="*/ 234000 w 229320"/>
                  <a:gd name="textAreaTop" fmla="*/ 0 h 289800"/>
                  <a:gd name="textAreaBottom" fmla="*/ 294480 h 289800"/>
                </a:gdLst>
                <a:ahLst/>
                <a:cxnLst/>
                <a:rect l="textAreaLeft" t="textAreaTop" r="textAreaRight" b="textAreaBottom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00" name="Google Shape;2052;p93"/>
              <p:cNvSpPr/>
              <p:nvPr/>
            </p:nvSpPr>
            <p:spPr>
              <a:xfrm>
                <a:off x="10880280" y="5727600"/>
                <a:ext cx="61920" cy="298800"/>
              </a:xfrm>
              <a:custGeom>
                <a:avLst/>
                <a:gdLst>
                  <a:gd name="textAreaLeft" fmla="*/ 0 w 61920"/>
                  <a:gd name="textAreaRight" fmla="*/ 66600 w 61920"/>
                  <a:gd name="textAreaTop" fmla="*/ 0 h 298800"/>
                  <a:gd name="textAreaBottom" fmla="*/ 303480 h 298800"/>
                </a:gdLst>
                <a:ahLst/>
                <a:cxnLst/>
                <a:rect l="textAreaLeft" t="textAreaTop" r="textAreaRight" b="textAreaBottom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01" name="Google Shape;2053;p93"/>
              <p:cNvSpPr/>
              <p:nvPr/>
            </p:nvSpPr>
            <p:spPr>
              <a:xfrm>
                <a:off x="10991160" y="5806080"/>
                <a:ext cx="200520" cy="225000"/>
              </a:xfrm>
              <a:custGeom>
                <a:avLst/>
                <a:gdLst>
                  <a:gd name="textAreaLeft" fmla="*/ 0 w 200520"/>
                  <a:gd name="textAreaRight" fmla="*/ 205200 w 200520"/>
                  <a:gd name="textAreaTop" fmla="*/ 0 h 225000"/>
                  <a:gd name="textAreaBottom" fmla="*/ 229680 h 225000"/>
                </a:gdLst>
                <a:ahLst/>
                <a:cxnLst/>
                <a:rect l="textAreaLeft" t="textAreaTop" r="textAreaRight" b="textAreaBottom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2202" name="Google Shape;2054;p93"/>
          <p:cNvGrpSpPr/>
          <p:nvPr/>
        </p:nvGrpSpPr>
        <p:grpSpPr>
          <a:xfrm>
            <a:off x="9880920" y="5104080"/>
            <a:ext cx="574920" cy="140400"/>
            <a:chOff x="9880920" y="5104080"/>
            <a:chExt cx="574920" cy="140400"/>
          </a:xfrm>
        </p:grpSpPr>
        <p:sp>
          <p:nvSpPr>
            <p:cNvPr id="2203" name="Google Shape;2055;p93"/>
            <p:cNvSpPr/>
            <p:nvPr/>
          </p:nvSpPr>
          <p:spPr>
            <a:xfrm>
              <a:off x="10369800" y="5109840"/>
              <a:ext cx="86040" cy="133920"/>
            </a:xfrm>
            <a:custGeom>
              <a:avLst/>
              <a:gdLst>
                <a:gd name="textAreaLeft" fmla="*/ 0 w 86040"/>
                <a:gd name="textAreaRight" fmla="*/ 90720 w 86040"/>
                <a:gd name="textAreaTop" fmla="*/ 0 h 133920"/>
                <a:gd name="textAreaBottom" fmla="*/ 138600 h 133920"/>
              </a:gdLst>
              <a:ahLst/>
              <a:cxnLst/>
              <a:rect l="textAreaLeft" t="textAreaTop" r="textAreaRight" b="textAreaBottom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04" name="Google Shape;2056;p93"/>
            <p:cNvSpPr/>
            <p:nvPr/>
          </p:nvSpPr>
          <p:spPr>
            <a:xfrm>
              <a:off x="9880920" y="5104080"/>
              <a:ext cx="126360" cy="140400"/>
            </a:xfrm>
            <a:custGeom>
              <a:avLst/>
              <a:gdLst>
                <a:gd name="textAreaLeft" fmla="*/ 0 w 126360"/>
                <a:gd name="textAreaRight" fmla="*/ 131040 w 126360"/>
                <a:gd name="textAreaTop" fmla="*/ 0 h 140400"/>
                <a:gd name="textAreaBottom" fmla="*/ 145080 h 140400"/>
              </a:gdLst>
              <a:ahLst/>
              <a:cxnLst/>
              <a:rect l="textAreaLeft" t="textAreaTop" r="textAreaRight" b="textAreaBottom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05" name="Google Shape;2057;p93"/>
            <p:cNvSpPr/>
            <p:nvPr/>
          </p:nvSpPr>
          <p:spPr>
            <a:xfrm>
              <a:off x="10007280" y="5124240"/>
              <a:ext cx="122760" cy="115920"/>
            </a:xfrm>
            <a:custGeom>
              <a:avLst/>
              <a:gdLst>
                <a:gd name="textAreaLeft" fmla="*/ 0 w 122760"/>
                <a:gd name="textAreaRight" fmla="*/ 127440 w 122760"/>
                <a:gd name="textAreaTop" fmla="*/ 0 h 115920"/>
                <a:gd name="textAreaBottom" fmla="*/ 120600 h 115920"/>
              </a:gdLst>
              <a:ahLst/>
              <a:cxnLst/>
              <a:rect l="textAreaLeft" t="textAreaTop" r="textAreaRight" b="textAreaBottom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06" name="Google Shape;2058;p93"/>
            <p:cNvSpPr/>
            <p:nvPr/>
          </p:nvSpPr>
          <p:spPr>
            <a:xfrm>
              <a:off x="10133280" y="5125680"/>
              <a:ext cx="114480" cy="112320"/>
            </a:xfrm>
            <a:custGeom>
              <a:avLst/>
              <a:gdLst>
                <a:gd name="textAreaLeft" fmla="*/ 0 w 114480"/>
                <a:gd name="textAreaRight" fmla="*/ 119160 w 114480"/>
                <a:gd name="textAreaTop" fmla="*/ 0 h 112320"/>
                <a:gd name="textAreaBottom" fmla="*/ 117000 h 112320"/>
              </a:gdLst>
              <a:ahLst/>
              <a:cxnLst/>
              <a:rect l="textAreaLeft" t="textAreaTop" r="textAreaRight" b="textAreaBottom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07" name="Google Shape;2059;p93"/>
            <p:cNvSpPr/>
            <p:nvPr/>
          </p:nvSpPr>
          <p:spPr>
            <a:xfrm>
              <a:off x="10251720" y="5124960"/>
              <a:ext cx="115560" cy="114480"/>
            </a:xfrm>
            <a:custGeom>
              <a:avLst/>
              <a:gdLst>
                <a:gd name="textAreaLeft" fmla="*/ 0 w 115560"/>
                <a:gd name="textAreaRight" fmla="*/ 120240 w 115560"/>
                <a:gd name="textAreaTop" fmla="*/ 0 h 114480"/>
                <a:gd name="textAreaBottom" fmla="*/ 119160 h 114480"/>
              </a:gdLst>
              <a:ahLst/>
              <a:cxnLst/>
              <a:rect l="textAreaLeft" t="textAreaTop" r="textAreaRight" b="textAreaBottom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7_Layout Personalizado">
    <p:bg>
      <p:bgPr>
        <a:solidFill>
          <a:srgbClr val="292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8" name="Google Shape;512;p65"/>
          <p:cNvSpPr/>
          <p:nvPr/>
        </p:nvSpPr>
        <p:spPr>
          <a:xfrm>
            <a:off x="29865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9" name="Google Shape;513;p65"/>
          <p:cNvSpPr/>
          <p:nvPr/>
        </p:nvSpPr>
        <p:spPr>
          <a:xfrm>
            <a:off x="35420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0" name="Google Shape;514;p65"/>
          <p:cNvSpPr/>
          <p:nvPr/>
        </p:nvSpPr>
        <p:spPr>
          <a:xfrm>
            <a:off x="4049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1" name="Google Shape;515;p65"/>
          <p:cNvSpPr/>
          <p:nvPr/>
        </p:nvSpPr>
        <p:spPr>
          <a:xfrm>
            <a:off x="456408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2" name="Google Shape;516;p65"/>
          <p:cNvSpPr/>
          <p:nvPr/>
        </p:nvSpPr>
        <p:spPr>
          <a:xfrm>
            <a:off x="50781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3" name="Google Shape;517;p65"/>
          <p:cNvSpPr/>
          <p:nvPr/>
        </p:nvSpPr>
        <p:spPr>
          <a:xfrm>
            <a:off x="6145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4" name="Google Shape;518;p65"/>
          <p:cNvSpPr/>
          <p:nvPr/>
        </p:nvSpPr>
        <p:spPr>
          <a:xfrm>
            <a:off x="5633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5" name="Google Shape;519;p65"/>
          <p:cNvSpPr/>
          <p:nvPr/>
        </p:nvSpPr>
        <p:spPr>
          <a:xfrm>
            <a:off x="67413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6" name="Google Shape;520;p65"/>
          <p:cNvSpPr/>
          <p:nvPr/>
        </p:nvSpPr>
        <p:spPr>
          <a:xfrm>
            <a:off x="730332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7" name="Google Shape;521;p65"/>
          <p:cNvSpPr/>
          <p:nvPr/>
        </p:nvSpPr>
        <p:spPr>
          <a:xfrm>
            <a:off x="7846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218" name="Google Shape;522;p65"/>
          <p:cNvGrpSpPr/>
          <p:nvPr/>
        </p:nvGrpSpPr>
        <p:grpSpPr>
          <a:xfrm>
            <a:off x="7106040" y="1171080"/>
            <a:ext cx="2653200" cy="1622520"/>
            <a:chOff x="7106040" y="1171080"/>
            <a:chExt cx="2653200" cy="1622520"/>
          </a:xfrm>
        </p:grpSpPr>
        <p:grpSp>
          <p:nvGrpSpPr>
            <p:cNvPr id="2219" name="Google Shape;523;p65"/>
            <p:cNvGrpSpPr/>
            <p:nvPr/>
          </p:nvGrpSpPr>
          <p:grpSpPr>
            <a:xfrm>
              <a:off x="7106040" y="1171080"/>
              <a:ext cx="1297080" cy="1622520"/>
              <a:chOff x="7106040" y="1171080"/>
              <a:chExt cx="1297080" cy="1622520"/>
            </a:xfrm>
          </p:grpSpPr>
          <p:sp>
            <p:nvSpPr>
              <p:cNvPr id="2220" name="Google Shape;524;p65"/>
              <p:cNvSpPr/>
              <p:nvPr/>
            </p:nvSpPr>
            <p:spPr>
              <a:xfrm>
                <a:off x="8082360" y="1821960"/>
                <a:ext cx="320760" cy="320760"/>
              </a:xfrm>
              <a:custGeom>
                <a:avLst/>
                <a:gdLst>
                  <a:gd name="textAreaLeft" fmla="*/ 0 w 320760"/>
                  <a:gd name="textAreaRight" fmla="*/ 325440 w 320760"/>
                  <a:gd name="textAreaTop" fmla="*/ 0 h 320760"/>
                  <a:gd name="textAreaBottom" fmla="*/ 325440 h 320760"/>
                </a:gdLst>
                <a:ahLst/>
                <a:cxnLst/>
                <a:rect l="textAreaLeft" t="textAreaTop" r="textAreaRight" b="textAreaBottom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>
                <a:solidFill>
                  <a:srgbClr val="00b6c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21" name="Google Shape;525;p65"/>
              <p:cNvSpPr/>
              <p:nvPr/>
            </p:nvSpPr>
            <p:spPr>
              <a:xfrm>
                <a:off x="7756920" y="1496520"/>
                <a:ext cx="320760" cy="320760"/>
              </a:xfrm>
              <a:custGeom>
                <a:avLst/>
                <a:gdLst>
                  <a:gd name="textAreaLeft" fmla="*/ 0 w 320760"/>
                  <a:gd name="textAreaRight" fmla="*/ 325440 w 320760"/>
                  <a:gd name="textAreaTop" fmla="*/ 0 h 320760"/>
                  <a:gd name="textAreaBottom" fmla="*/ 325440 h 320760"/>
                </a:gdLst>
                <a:ahLst/>
                <a:cxnLst/>
                <a:rect l="textAreaLeft" t="textAreaTop" r="textAreaRight" b="textAreaBottom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>
                <a:solidFill>
                  <a:srgbClr val="00b6c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22" name="Google Shape;526;p65"/>
              <p:cNvSpPr/>
              <p:nvPr/>
            </p:nvSpPr>
            <p:spPr>
              <a:xfrm>
                <a:off x="7431480" y="1171080"/>
                <a:ext cx="320760" cy="320760"/>
              </a:xfrm>
              <a:custGeom>
                <a:avLst/>
                <a:gdLst>
                  <a:gd name="textAreaLeft" fmla="*/ 0 w 320760"/>
                  <a:gd name="textAreaRight" fmla="*/ 325440 w 320760"/>
                  <a:gd name="textAreaTop" fmla="*/ 0 h 320760"/>
                  <a:gd name="textAreaBottom" fmla="*/ 325440 h 320760"/>
                </a:gdLst>
                <a:ahLst/>
                <a:cxnLst/>
                <a:rect l="textAreaLeft" t="textAreaTop" r="textAreaRight" b="textAreaBottom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>
                <a:solidFill>
                  <a:srgbClr val="00b6c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23" name="Google Shape;527;p65"/>
              <p:cNvSpPr/>
              <p:nvPr/>
            </p:nvSpPr>
            <p:spPr>
              <a:xfrm>
                <a:off x="7106040" y="1171080"/>
                <a:ext cx="320760" cy="320760"/>
              </a:xfrm>
              <a:custGeom>
                <a:avLst/>
                <a:gdLst>
                  <a:gd name="textAreaLeft" fmla="*/ 0 w 320760"/>
                  <a:gd name="textAreaRight" fmla="*/ 325440 w 320760"/>
                  <a:gd name="textAreaTop" fmla="*/ 0 h 320760"/>
                  <a:gd name="textAreaBottom" fmla="*/ 325440 h 320760"/>
                </a:gdLst>
                <a:ahLst/>
                <a:cxnLst/>
                <a:rect l="textAreaLeft" t="textAreaTop" r="textAreaRight" b="textAreaBottom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>
                <a:solidFill>
                  <a:srgbClr val="00b6c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24" name="Google Shape;528;p65"/>
              <p:cNvSpPr/>
              <p:nvPr/>
            </p:nvSpPr>
            <p:spPr>
              <a:xfrm>
                <a:off x="7756920" y="2147400"/>
                <a:ext cx="320760" cy="320760"/>
              </a:xfrm>
              <a:custGeom>
                <a:avLst/>
                <a:gdLst>
                  <a:gd name="textAreaLeft" fmla="*/ 0 w 320760"/>
                  <a:gd name="textAreaRight" fmla="*/ 325440 w 320760"/>
                  <a:gd name="textAreaTop" fmla="*/ 0 h 320760"/>
                  <a:gd name="textAreaBottom" fmla="*/ 325440 h 320760"/>
                </a:gdLst>
                <a:ahLst/>
                <a:cxnLst/>
                <a:rect l="textAreaLeft" t="textAreaTop" r="textAreaRight" b="textAreaBottom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>
                <a:solidFill>
                  <a:srgbClr val="00b6c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25" name="Google Shape;529;p65"/>
              <p:cNvSpPr/>
              <p:nvPr/>
            </p:nvSpPr>
            <p:spPr>
              <a:xfrm>
                <a:off x="7431480" y="2472840"/>
                <a:ext cx="320760" cy="320760"/>
              </a:xfrm>
              <a:custGeom>
                <a:avLst/>
                <a:gdLst>
                  <a:gd name="textAreaLeft" fmla="*/ 0 w 320760"/>
                  <a:gd name="textAreaRight" fmla="*/ 325440 w 320760"/>
                  <a:gd name="textAreaTop" fmla="*/ 0 h 320760"/>
                  <a:gd name="textAreaBottom" fmla="*/ 325440 h 320760"/>
                </a:gdLst>
                <a:ahLst/>
                <a:cxnLst/>
                <a:rect l="textAreaLeft" t="textAreaTop" r="textAreaRight" b="textAreaBottom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>
                <a:solidFill>
                  <a:srgbClr val="00b6c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26" name="Google Shape;530;p65"/>
              <p:cNvSpPr/>
              <p:nvPr/>
            </p:nvSpPr>
            <p:spPr>
              <a:xfrm>
                <a:off x="7106040" y="2472840"/>
                <a:ext cx="320760" cy="320760"/>
              </a:xfrm>
              <a:custGeom>
                <a:avLst/>
                <a:gdLst>
                  <a:gd name="textAreaLeft" fmla="*/ 0 w 320760"/>
                  <a:gd name="textAreaRight" fmla="*/ 325440 w 320760"/>
                  <a:gd name="textAreaTop" fmla="*/ 0 h 320760"/>
                  <a:gd name="textAreaBottom" fmla="*/ 325440 h 320760"/>
                </a:gdLst>
                <a:ahLst/>
                <a:cxnLst/>
                <a:rect l="textAreaLeft" t="textAreaTop" r="textAreaRight" b="textAreaBottom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>
                <a:solidFill>
                  <a:srgbClr val="00b6c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227" name="Google Shape;531;p65"/>
            <p:cNvSpPr/>
            <p:nvPr/>
          </p:nvSpPr>
          <p:spPr>
            <a:xfrm>
              <a:off x="9438480" y="1821960"/>
              <a:ext cx="320760" cy="320760"/>
            </a:xfrm>
            <a:custGeom>
              <a:avLst/>
              <a:gdLst>
                <a:gd name="textAreaLeft" fmla="*/ 0 w 320760"/>
                <a:gd name="textAreaRight" fmla="*/ 325440 w 320760"/>
                <a:gd name="textAreaTop" fmla="*/ 0 h 320760"/>
                <a:gd name="textAreaBottom" fmla="*/ 325440 h 3207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28" name="Google Shape;532;p65"/>
            <p:cNvSpPr/>
            <p:nvPr/>
          </p:nvSpPr>
          <p:spPr>
            <a:xfrm>
              <a:off x="9113040" y="1496520"/>
              <a:ext cx="320760" cy="320760"/>
            </a:xfrm>
            <a:custGeom>
              <a:avLst/>
              <a:gdLst>
                <a:gd name="textAreaLeft" fmla="*/ 0 w 320760"/>
                <a:gd name="textAreaRight" fmla="*/ 325440 w 320760"/>
                <a:gd name="textAreaTop" fmla="*/ 0 h 320760"/>
                <a:gd name="textAreaBottom" fmla="*/ 325440 h 3207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29" name="Google Shape;533;p65"/>
            <p:cNvSpPr/>
            <p:nvPr/>
          </p:nvSpPr>
          <p:spPr>
            <a:xfrm>
              <a:off x="8787600" y="1171080"/>
              <a:ext cx="320760" cy="320760"/>
            </a:xfrm>
            <a:custGeom>
              <a:avLst/>
              <a:gdLst>
                <a:gd name="textAreaLeft" fmla="*/ 0 w 320760"/>
                <a:gd name="textAreaRight" fmla="*/ 325440 w 320760"/>
                <a:gd name="textAreaTop" fmla="*/ 0 h 320760"/>
                <a:gd name="textAreaBottom" fmla="*/ 325440 h 3207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30" name="Google Shape;534;p65"/>
            <p:cNvSpPr/>
            <p:nvPr/>
          </p:nvSpPr>
          <p:spPr>
            <a:xfrm>
              <a:off x="8462160" y="1171080"/>
              <a:ext cx="320760" cy="320760"/>
            </a:xfrm>
            <a:custGeom>
              <a:avLst/>
              <a:gdLst>
                <a:gd name="textAreaLeft" fmla="*/ 0 w 320760"/>
                <a:gd name="textAreaRight" fmla="*/ 325440 w 320760"/>
                <a:gd name="textAreaTop" fmla="*/ 0 h 320760"/>
                <a:gd name="textAreaBottom" fmla="*/ 325440 h 3207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31" name="Google Shape;535;p65"/>
            <p:cNvSpPr/>
            <p:nvPr/>
          </p:nvSpPr>
          <p:spPr>
            <a:xfrm>
              <a:off x="9113040" y="2147400"/>
              <a:ext cx="320760" cy="320760"/>
            </a:xfrm>
            <a:custGeom>
              <a:avLst/>
              <a:gdLst>
                <a:gd name="textAreaLeft" fmla="*/ 0 w 320760"/>
                <a:gd name="textAreaRight" fmla="*/ 325440 w 320760"/>
                <a:gd name="textAreaTop" fmla="*/ 0 h 320760"/>
                <a:gd name="textAreaBottom" fmla="*/ 325440 h 3207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32" name="Google Shape;536;p65"/>
            <p:cNvSpPr/>
            <p:nvPr/>
          </p:nvSpPr>
          <p:spPr>
            <a:xfrm>
              <a:off x="8787600" y="2472840"/>
              <a:ext cx="320760" cy="320760"/>
            </a:xfrm>
            <a:custGeom>
              <a:avLst/>
              <a:gdLst>
                <a:gd name="textAreaLeft" fmla="*/ 0 w 320760"/>
                <a:gd name="textAreaRight" fmla="*/ 325440 w 320760"/>
                <a:gd name="textAreaTop" fmla="*/ 0 h 320760"/>
                <a:gd name="textAreaBottom" fmla="*/ 325440 h 3207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33" name="Google Shape;537;p65"/>
            <p:cNvSpPr/>
            <p:nvPr/>
          </p:nvSpPr>
          <p:spPr>
            <a:xfrm>
              <a:off x="8462160" y="2472840"/>
              <a:ext cx="320760" cy="320760"/>
            </a:xfrm>
            <a:custGeom>
              <a:avLst/>
              <a:gdLst>
                <a:gd name="textAreaLeft" fmla="*/ 0 w 320760"/>
                <a:gd name="textAreaRight" fmla="*/ 325440 w 320760"/>
                <a:gd name="textAreaTop" fmla="*/ 0 h 320760"/>
                <a:gd name="textAreaBottom" fmla="*/ 325440 h 3207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234" name="Google Shape;538;p65"/>
          <p:cNvGrpSpPr/>
          <p:nvPr/>
        </p:nvGrpSpPr>
        <p:grpSpPr>
          <a:xfrm>
            <a:off x="9655560" y="4093560"/>
            <a:ext cx="1622520" cy="1622520"/>
            <a:chOff x="9655560" y="4093560"/>
            <a:chExt cx="1622520" cy="1622520"/>
          </a:xfrm>
        </p:grpSpPr>
        <p:sp>
          <p:nvSpPr>
            <p:cNvPr id="2235" name="Google Shape;539;p65"/>
            <p:cNvSpPr/>
            <p:nvPr/>
          </p:nvSpPr>
          <p:spPr>
            <a:xfrm>
              <a:off x="10306440" y="4093560"/>
              <a:ext cx="320760" cy="320760"/>
            </a:xfrm>
            <a:custGeom>
              <a:avLst/>
              <a:gdLst>
                <a:gd name="textAreaLeft" fmla="*/ 0 w 320760"/>
                <a:gd name="textAreaRight" fmla="*/ 325440 w 320760"/>
                <a:gd name="textAreaTop" fmla="*/ 0 h 320760"/>
                <a:gd name="textAreaBottom" fmla="*/ 325440 h 3207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36" name="Google Shape;540;p65"/>
            <p:cNvSpPr/>
            <p:nvPr/>
          </p:nvSpPr>
          <p:spPr>
            <a:xfrm>
              <a:off x="9981000" y="4093560"/>
              <a:ext cx="320760" cy="320760"/>
            </a:xfrm>
            <a:custGeom>
              <a:avLst/>
              <a:gdLst>
                <a:gd name="textAreaLeft" fmla="*/ 0 w 320760"/>
                <a:gd name="textAreaRight" fmla="*/ 325440 w 320760"/>
                <a:gd name="textAreaTop" fmla="*/ 0 h 320760"/>
                <a:gd name="textAreaBottom" fmla="*/ 325440 h 3207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37" name="Google Shape;541;p65"/>
            <p:cNvSpPr/>
            <p:nvPr/>
          </p:nvSpPr>
          <p:spPr>
            <a:xfrm>
              <a:off x="9655560" y="4419000"/>
              <a:ext cx="320760" cy="320760"/>
            </a:xfrm>
            <a:custGeom>
              <a:avLst/>
              <a:gdLst>
                <a:gd name="textAreaLeft" fmla="*/ 0 w 320760"/>
                <a:gd name="textAreaRight" fmla="*/ 325440 w 320760"/>
                <a:gd name="textAreaTop" fmla="*/ 0 h 320760"/>
                <a:gd name="textAreaBottom" fmla="*/ 325440 h 3207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38" name="Google Shape;542;p65"/>
            <p:cNvSpPr/>
            <p:nvPr/>
          </p:nvSpPr>
          <p:spPr>
            <a:xfrm>
              <a:off x="9655560" y="4744440"/>
              <a:ext cx="320760" cy="320760"/>
            </a:xfrm>
            <a:custGeom>
              <a:avLst/>
              <a:gdLst>
                <a:gd name="textAreaLeft" fmla="*/ 0 w 320760"/>
                <a:gd name="textAreaRight" fmla="*/ 325440 w 320760"/>
                <a:gd name="textAreaTop" fmla="*/ 0 h 320760"/>
                <a:gd name="textAreaBottom" fmla="*/ 325440 h 3207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39" name="Google Shape;543;p65"/>
            <p:cNvSpPr/>
            <p:nvPr/>
          </p:nvSpPr>
          <p:spPr>
            <a:xfrm>
              <a:off x="9655560" y="5069880"/>
              <a:ext cx="320760" cy="320760"/>
            </a:xfrm>
            <a:custGeom>
              <a:avLst/>
              <a:gdLst>
                <a:gd name="textAreaLeft" fmla="*/ 0 w 320760"/>
                <a:gd name="textAreaRight" fmla="*/ 325440 w 320760"/>
                <a:gd name="textAreaTop" fmla="*/ 0 h 320760"/>
                <a:gd name="textAreaBottom" fmla="*/ 325440 h 3207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40" name="Google Shape;544;p65"/>
            <p:cNvSpPr/>
            <p:nvPr/>
          </p:nvSpPr>
          <p:spPr>
            <a:xfrm>
              <a:off x="9981000" y="5395320"/>
              <a:ext cx="320760" cy="320760"/>
            </a:xfrm>
            <a:custGeom>
              <a:avLst/>
              <a:gdLst>
                <a:gd name="textAreaLeft" fmla="*/ 0 w 320760"/>
                <a:gd name="textAreaRight" fmla="*/ 325440 w 320760"/>
                <a:gd name="textAreaTop" fmla="*/ 0 h 320760"/>
                <a:gd name="textAreaBottom" fmla="*/ 325440 h 3207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41" name="Google Shape;545;p65"/>
            <p:cNvSpPr/>
            <p:nvPr/>
          </p:nvSpPr>
          <p:spPr>
            <a:xfrm>
              <a:off x="10306440" y="5395320"/>
              <a:ext cx="320760" cy="320760"/>
            </a:xfrm>
            <a:custGeom>
              <a:avLst/>
              <a:gdLst>
                <a:gd name="textAreaLeft" fmla="*/ 0 w 320760"/>
                <a:gd name="textAreaRight" fmla="*/ 325440 w 320760"/>
                <a:gd name="textAreaTop" fmla="*/ 0 h 320760"/>
                <a:gd name="textAreaBottom" fmla="*/ 325440 h 3207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42" name="Google Shape;546;p65"/>
            <p:cNvSpPr/>
            <p:nvPr/>
          </p:nvSpPr>
          <p:spPr>
            <a:xfrm>
              <a:off x="10631880" y="5395320"/>
              <a:ext cx="320760" cy="320760"/>
            </a:xfrm>
            <a:custGeom>
              <a:avLst/>
              <a:gdLst>
                <a:gd name="textAreaLeft" fmla="*/ 0 w 320760"/>
                <a:gd name="textAreaRight" fmla="*/ 325440 w 320760"/>
                <a:gd name="textAreaTop" fmla="*/ 0 h 320760"/>
                <a:gd name="textAreaBottom" fmla="*/ 325440 h 3207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43" name="Google Shape;547;p65"/>
            <p:cNvSpPr/>
            <p:nvPr/>
          </p:nvSpPr>
          <p:spPr>
            <a:xfrm>
              <a:off x="10957320" y="5069880"/>
              <a:ext cx="320760" cy="320760"/>
            </a:xfrm>
            <a:custGeom>
              <a:avLst/>
              <a:gdLst>
                <a:gd name="textAreaLeft" fmla="*/ 0 w 320760"/>
                <a:gd name="textAreaRight" fmla="*/ 325440 w 320760"/>
                <a:gd name="textAreaTop" fmla="*/ 0 h 320760"/>
                <a:gd name="textAreaBottom" fmla="*/ 325440 h 3207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44" name="Google Shape;548;p65"/>
            <p:cNvSpPr/>
            <p:nvPr/>
          </p:nvSpPr>
          <p:spPr>
            <a:xfrm>
              <a:off x="10957320" y="4744440"/>
              <a:ext cx="320760" cy="320760"/>
            </a:xfrm>
            <a:custGeom>
              <a:avLst/>
              <a:gdLst>
                <a:gd name="textAreaLeft" fmla="*/ 0 w 320760"/>
                <a:gd name="textAreaRight" fmla="*/ 325440 w 320760"/>
                <a:gd name="textAreaTop" fmla="*/ 0 h 320760"/>
                <a:gd name="textAreaBottom" fmla="*/ 325440 h 3207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45" name="Google Shape;549;p65"/>
            <p:cNvSpPr/>
            <p:nvPr/>
          </p:nvSpPr>
          <p:spPr>
            <a:xfrm>
              <a:off x="10957320" y="4419000"/>
              <a:ext cx="320760" cy="320760"/>
            </a:xfrm>
            <a:custGeom>
              <a:avLst/>
              <a:gdLst>
                <a:gd name="textAreaLeft" fmla="*/ 0 w 320760"/>
                <a:gd name="textAreaRight" fmla="*/ 325440 w 320760"/>
                <a:gd name="textAreaTop" fmla="*/ 0 h 320760"/>
                <a:gd name="textAreaBottom" fmla="*/ 325440 h 3207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46" name="Google Shape;550;p65"/>
            <p:cNvSpPr/>
            <p:nvPr/>
          </p:nvSpPr>
          <p:spPr>
            <a:xfrm>
              <a:off x="10631880" y="4093560"/>
              <a:ext cx="320760" cy="320760"/>
            </a:xfrm>
            <a:custGeom>
              <a:avLst/>
              <a:gdLst>
                <a:gd name="textAreaLeft" fmla="*/ 0 w 320760"/>
                <a:gd name="textAreaRight" fmla="*/ 325440 w 320760"/>
                <a:gd name="textAreaTop" fmla="*/ 0 h 320760"/>
                <a:gd name="textAreaBottom" fmla="*/ 325440 h 3207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247" name="Google Shape;551;p65"/>
          <p:cNvGrpSpPr/>
          <p:nvPr/>
        </p:nvGrpSpPr>
        <p:grpSpPr>
          <a:xfrm>
            <a:off x="3376080" y="4487040"/>
            <a:ext cx="1622520" cy="1296720"/>
            <a:chOff x="3376080" y="4487040"/>
            <a:chExt cx="1622520" cy="1296720"/>
          </a:xfrm>
        </p:grpSpPr>
        <p:sp>
          <p:nvSpPr>
            <p:cNvPr id="2248" name="Google Shape;552;p65"/>
            <p:cNvSpPr/>
            <p:nvPr/>
          </p:nvSpPr>
          <p:spPr>
            <a:xfrm>
              <a:off x="4026960" y="4487040"/>
              <a:ext cx="320760" cy="320760"/>
            </a:xfrm>
            <a:custGeom>
              <a:avLst/>
              <a:gdLst>
                <a:gd name="textAreaLeft" fmla="*/ 0 w 320760"/>
                <a:gd name="textAreaRight" fmla="*/ 325440 w 320760"/>
                <a:gd name="textAreaTop" fmla="*/ 0 h 320760"/>
                <a:gd name="textAreaBottom" fmla="*/ 325440 h 3207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49" name="Google Shape;553;p65"/>
            <p:cNvSpPr/>
            <p:nvPr/>
          </p:nvSpPr>
          <p:spPr>
            <a:xfrm>
              <a:off x="3701520" y="4812480"/>
              <a:ext cx="320760" cy="320760"/>
            </a:xfrm>
            <a:custGeom>
              <a:avLst/>
              <a:gdLst>
                <a:gd name="textAreaLeft" fmla="*/ 0 w 320760"/>
                <a:gd name="textAreaRight" fmla="*/ 325440 w 320760"/>
                <a:gd name="textAreaTop" fmla="*/ 0 h 320760"/>
                <a:gd name="textAreaBottom" fmla="*/ 325440 h 3207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50" name="Google Shape;554;p65"/>
            <p:cNvSpPr/>
            <p:nvPr/>
          </p:nvSpPr>
          <p:spPr>
            <a:xfrm>
              <a:off x="3376080" y="5137560"/>
              <a:ext cx="320760" cy="320760"/>
            </a:xfrm>
            <a:custGeom>
              <a:avLst/>
              <a:gdLst>
                <a:gd name="textAreaLeft" fmla="*/ 0 w 320760"/>
                <a:gd name="textAreaRight" fmla="*/ 325440 w 320760"/>
                <a:gd name="textAreaTop" fmla="*/ 0 h 320760"/>
                <a:gd name="textAreaBottom" fmla="*/ 325440 h 3207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51" name="Google Shape;555;p65"/>
            <p:cNvSpPr/>
            <p:nvPr/>
          </p:nvSpPr>
          <p:spPr>
            <a:xfrm>
              <a:off x="3376080" y="5463000"/>
              <a:ext cx="320760" cy="320760"/>
            </a:xfrm>
            <a:custGeom>
              <a:avLst/>
              <a:gdLst>
                <a:gd name="textAreaLeft" fmla="*/ 0 w 320760"/>
                <a:gd name="textAreaRight" fmla="*/ 325440 w 320760"/>
                <a:gd name="textAreaTop" fmla="*/ 0 h 320760"/>
                <a:gd name="textAreaBottom" fmla="*/ 325440 h 3207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52" name="Google Shape;556;p65"/>
            <p:cNvSpPr/>
            <p:nvPr/>
          </p:nvSpPr>
          <p:spPr>
            <a:xfrm>
              <a:off x="3701520" y="5463000"/>
              <a:ext cx="320760" cy="320760"/>
            </a:xfrm>
            <a:custGeom>
              <a:avLst/>
              <a:gdLst>
                <a:gd name="textAreaLeft" fmla="*/ 0 w 320760"/>
                <a:gd name="textAreaRight" fmla="*/ 325440 w 320760"/>
                <a:gd name="textAreaTop" fmla="*/ 0 h 320760"/>
                <a:gd name="textAreaBottom" fmla="*/ 325440 h 3207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53" name="Google Shape;557;p65"/>
            <p:cNvSpPr/>
            <p:nvPr/>
          </p:nvSpPr>
          <p:spPr>
            <a:xfrm>
              <a:off x="4026960" y="5463000"/>
              <a:ext cx="320760" cy="320760"/>
            </a:xfrm>
            <a:custGeom>
              <a:avLst/>
              <a:gdLst>
                <a:gd name="textAreaLeft" fmla="*/ 0 w 320760"/>
                <a:gd name="textAreaRight" fmla="*/ 325440 w 320760"/>
                <a:gd name="textAreaTop" fmla="*/ 0 h 320760"/>
                <a:gd name="textAreaBottom" fmla="*/ 325440 h 3207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54" name="Google Shape;558;p65"/>
            <p:cNvSpPr/>
            <p:nvPr/>
          </p:nvSpPr>
          <p:spPr>
            <a:xfrm>
              <a:off x="4352400" y="5463000"/>
              <a:ext cx="320760" cy="320760"/>
            </a:xfrm>
            <a:custGeom>
              <a:avLst/>
              <a:gdLst>
                <a:gd name="textAreaLeft" fmla="*/ 0 w 320760"/>
                <a:gd name="textAreaRight" fmla="*/ 325440 w 320760"/>
                <a:gd name="textAreaTop" fmla="*/ 0 h 320760"/>
                <a:gd name="textAreaBottom" fmla="*/ 325440 h 3207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55" name="Google Shape;559;p65"/>
            <p:cNvSpPr/>
            <p:nvPr/>
          </p:nvSpPr>
          <p:spPr>
            <a:xfrm>
              <a:off x="4677840" y="5463000"/>
              <a:ext cx="320760" cy="320760"/>
            </a:xfrm>
            <a:custGeom>
              <a:avLst/>
              <a:gdLst>
                <a:gd name="textAreaLeft" fmla="*/ 0 w 320760"/>
                <a:gd name="textAreaRight" fmla="*/ 325440 w 320760"/>
                <a:gd name="textAreaTop" fmla="*/ 0 h 320760"/>
                <a:gd name="textAreaBottom" fmla="*/ 325440 h 3207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56" name="Google Shape;560;p65"/>
            <p:cNvSpPr/>
            <p:nvPr/>
          </p:nvSpPr>
          <p:spPr>
            <a:xfrm>
              <a:off x="4677840" y="5137560"/>
              <a:ext cx="320760" cy="320760"/>
            </a:xfrm>
            <a:custGeom>
              <a:avLst/>
              <a:gdLst>
                <a:gd name="textAreaLeft" fmla="*/ 0 w 320760"/>
                <a:gd name="textAreaRight" fmla="*/ 325440 w 320760"/>
                <a:gd name="textAreaTop" fmla="*/ 0 h 320760"/>
                <a:gd name="textAreaBottom" fmla="*/ 325440 h 3207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57" name="Google Shape;561;p65"/>
            <p:cNvSpPr/>
            <p:nvPr/>
          </p:nvSpPr>
          <p:spPr>
            <a:xfrm>
              <a:off x="4352400" y="4812480"/>
              <a:ext cx="320760" cy="320760"/>
            </a:xfrm>
            <a:custGeom>
              <a:avLst/>
              <a:gdLst>
                <a:gd name="textAreaLeft" fmla="*/ 0 w 320760"/>
                <a:gd name="textAreaRight" fmla="*/ 325440 w 320760"/>
                <a:gd name="textAreaTop" fmla="*/ 0 h 320760"/>
                <a:gd name="textAreaBottom" fmla="*/ 325440 h 3207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258" name="Google Shape;562;p65"/>
          <p:cNvGrpSpPr/>
          <p:nvPr/>
        </p:nvGrpSpPr>
        <p:grpSpPr>
          <a:xfrm>
            <a:off x="1366200" y="1070280"/>
            <a:ext cx="2273040" cy="2273040"/>
            <a:chOff x="1366200" y="1070280"/>
            <a:chExt cx="2273040" cy="2273040"/>
          </a:xfrm>
        </p:grpSpPr>
        <p:sp>
          <p:nvSpPr>
            <p:cNvPr id="2259" name="Google Shape;563;p65"/>
            <p:cNvSpPr/>
            <p:nvPr/>
          </p:nvSpPr>
          <p:spPr>
            <a:xfrm>
              <a:off x="1366200" y="3022560"/>
              <a:ext cx="320760" cy="320760"/>
            </a:xfrm>
            <a:custGeom>
              <a:avLst/>
              <a:gdLst>
                <a:gd name="textAreaLeft" fmla="*/ 0 w 320760"/>
                <a:gd name="textAreaRight" fmla="*/ 325440 w 320760"/>
                <a:gd name="textAreaTop" fmla="*/ 0 h 320760"/>
                <a:gd name="textAreaBottom" fmla="*/ 325440 h 3207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60" name="Google Shape;564;p65"/>
            <p:cNvSpPr/>
            <p:nvPr/>
          </p:nvSpPr>
          <p:spPr>
            <a:xfrm>
              <a:off x="1691640" y="3022560"/>
              <a:ext cx="320760" cy="320760"/>
            </a:xfrm>
            <a:custGeom>
              <a:avLst/>
              <a:gdLst>
                <a:gd name="textAreaLeft" fmla="*/ 0 w 320760"/>
                <a:gd name="textAreaRight" fmla="*/ 325440 w 320760"/>
                <a:gd name="textAreaTop" fmla="*/ 0 h 320760"/>
                <a:gd name="textAreaBottom" fmla="*/ 325440 h 3207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61" name="Google Shape;565;p65"/>
            <p:cNvSpPr/>
            <p:nvPr/>
          </p:nvSpPr>
          <p:spPr>
            <a:xfrm>
              <a:off x="2017080" y="3022560"/>
              <a:ext cx="320760" cy="320760"/>
            </a:xfrm>
            <a:custGeom>
              <a:avLst/>
              <a:gdLst>
                <a:gd name="textAreaLeft" fmla="*/ 0 w 320760"/>
                <a:gd name="textAreaRight" fmla="*/ 325440 w 320760"/>
                <a:gd name="textAreaTop" fmla="*/ 0 h 320760"/>
                <a:gd name="textAreaBottom" fmla="*/ 325440 h 3207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1" y="0"/>
                  </a:lnTo>
                  <a:lnTo>
                    <a:pt x="406761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62" name="Google Shape;566;p65"/>
            <p:cNvSpPr/>
            <p:nvPr/>
          </p:nvSpPr>
          <p:spPr>
            <a:xfrm>
              <a:off x="2342520" y="3022560"/>
              <a:ext cx="320760" cy="320760"/>
            </a:xfrm>
            <a:custGeom>
              <a:avLst/>
              <a:gdLst>
                <a:gd name="textAreaLeft" fmla="*/ 0 w 320760"/>
                <a:gd name="textAreaRight" fmla="*/ 325440 w 320760"/>
                <a:gd name="textAreaTop" fmla="*/ 0 h 320760"/>
                <a:gd name="textAreaBottom" fmla="*/ 325440 h 3207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63" name="Google Shape;567;p65"/>
            <p:cNvSpPr/>
            <p:nvPr/>
          </p:nvSpPr>
          <p:spPr>
            <a:xfrm>
              <a:off x="2667600" y="3022560"/>
              <a:ext cx="320760" cy="320760"/>
            </a:xfrm>
            <a:custGeom>
              <a:avLst/>
              <a:gdLst>
                <a:gd name="textAreaLeft" fmla="*/ 0 w 320760"/>
                <a:gd name="textAreaRight" fmla="*/ 325440 w 320760"/>
                <a:gd name="textAreaTop" fmla="*/ 0 h 320760"/>
                <a:gd name="textAreaBottom" fmla="*/ 325440 h 3207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64" name="Google Shape;568;p65"/>
            <p:cNvSpPr/>
            <p:nvPr/>
          </p:nvSpPr>
          <p:spPr>
            <a:xfrm>
              <a:off x="2993040" y="3022560"/>
              <a:ext cx="320760" cy="320760"/>
            </a:xfrm>
            <a:custGeom>
              <a:avLst/>
              <a:gdLst>
                <a:gd name="textAreaLeft" fmla="*/ 0 w 320760"/>
                <a:gd name="textAreaRight" fmla="*/ 325440 w 320760"/>
                <a:gd name="textAreaTop" fmla="*/ 0 h 320760"/>
                <a:gd name="textAreaBottom" fmla="*/ 325440 h 3207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65" name="Google Shape;569;p65"/>
            <p:cNvSpPr/>
            <p:nvPr/>
          </p:nvSpPr>
          <p:spPr>
            <a:xfrm>
              <a:off x="3318480" y="3022560"/>
              <a:ext cx="320760" cy="320760"/>
            </a:xfrm>
            <a:custGeom>
              <a:avLst/>
              <a:gdLst>
                <a:gd name="textAreaLeft" fmla="*/ 0 w 320760"/>
                <a:gd name="textAreaRight" fmla="*/ 325440 w 320760"/>
                <a:gd name="textAreaTop" fmla="*/ 0 h 320760"/>
                <a:gd name="textAreaBottom" fmla="*/ 325440 h 3207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66" name="Google Shape;570;p65"/>
            <p:cNvSpPr/>
            <p:nvPr/>
          </p:nvSpPr>
          <p:spPr>
            <a:xfrm>
              <a:off x="3318480" y="2697120"/>
              <a:ext cx="320760" cy="320760"/>
            </a:xfrm>
            <a:custGeom>
              <a:avLst/>
              <a:gdLst>
                <a:gd name="textAreaLeft" fmla="*/ 0 w 320760"/>
                <a:gd name="textAreaRight" fmla="*/ 325440 w 320760"/>
                <a:gd name="textAreaTop" fmla="*/ 0 h 320760"/>
                <a:gd name="textAreaBottom" fmla="*/ 325440 h 3207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67" name="Google Shape;571;p65"/>
            <p:cNvSpPr/>
            <p:nvPr/>
          </p:nvSpPr>
          <p:spPr>
            <a:xfrm>
              <a:off x="3318480" y="2371680"/>
              <a:ext cx="320760" cy="320760"/>
            </a:xfrm>
            <a:custGeom>
              <a:avLst/>
              <a:gdLst>
                <a:gd name="textAreaLeft" fmla="*/ 0 w 320760"/>
                <a:gd name="textAreaRight" fmla="*/ 325440 w 320760"/>
                <a:gd name="textAreaTop" fmla="*/ 0 h 320760"/>
                <a:gd name="textAreaBottom" fmla="*/ 325440 h 3207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68" name="Google Shape;572;p65"/>
            <p:cNvSpPr/>
            <p:nvPr/>
          </p:nvSpPr>
          <p:spPr>
            <a:xfrm>
              <a:off x="3318480" y="2046240"/>
              <a:ext cx="320760" cy="320760"/>
            </a:xfrm>
            <a:custGeom>
              <a:avLst/>
              <a:gdLst>
                <a:gd name="textAreaLeft" fmla="*/ 0 w 320760"/>
                <a:gd name="textAreaRight" fmla="*/ 325440 w 320760"/>
                <a:gd name="textAreaTop" fmla="*/ 0 h 320760"/>
                <a:gd name="textAreaBottom" fmla="*/ 325440 h 3207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69" name="Google Shape;573;p65"/>
            <p:cNvSpPr/>
            <p:nvPr/>
          </p:nvSpPr>
          <p:spPr>
            <a:xfrm>
              <a:off x="3318480" y="1720800"/>
              <a:ext cx="320760" cy="320760"/>
            </a:xfrm>
            <a:custGeom>
              <a:avLst/>
              <a:gdLst>
                <a:gd name="textAreaLeft" fmla="*/ 0 w 320760"/>
                <a:gd name="textAreaRight" fmla="*/ 325440 w 320760"/>
                <a:gd name="textAreaTop" fmla="*/ 0 h 320760"/>
                <a:gd name="textAreaBottom" fmla="*/ 325440 h 3207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70" name="Google Shape;574;p65"/>
            <p:cNvSpPr/>
            <p:nvPr/>
          </p:nvSpPr>
          <p:spPr>
            <a:xfrm>
              <a:off x="2993040" y="1395360"/>
              <a:ext cx="320760" cy="320760"/>
            </a:xfrm>
            <a:custGeom>
              <a:avLst/>
              <a:gdLst>
                <a:gd name="textAreaLeft" fmla="*/ 0 w 320760"/>
                <a:gd name="textAreaRight" fmla="*/ 325440 w 320760"/>
                <a:gd name="textAreaTop" fmla="*/ 0 h 320760"/>
                <a:gd name="textAreaBottom" fmla="*/ 325440 h 3207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71" name="Google Shape;575;p65"/>
            <p:cNvSpPr/>
            <p:nvPr/>
          </p:nvSpPr>
          <p:spPr>
            <a:xfrm>
              <a:off x="2667600" y="1070280"/>
              <a:ext cx="320760" cy="320760"/>
            </a:xfrm>
            <a:custGeom>
              <a:avLst/>
              <a:gdLst>
                <a:gd name="textAreaLeft" fmla="*/ 0 w 320760"/>
                <a:gd name="textAreaRight" fmla="*/ 325440 w 320760"/>
                <a:gd name="textAreaTop" fmla="*/ 0 h 320760"/>
                <a:gd name="textAreaBottom" fmla="*/ 325440 h 3207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72" name="Google Shape;576;p65"/>
            <p:cNvSpPr/>
            <p:nvPr/>
          </p:nvSpPr>
          <p:spPr>
            <a:xfrm>
              <a:off x="2342520" y="1070280"/>
              <a:ext cx="320760" cy="320760"/>
            </a:xfrm>
            <a:custGeom>
              <a:avLst/>
              <a:gdLst>
                <a:gd name="textAreaLeft" fmla="*/ 0 w 320760"/>
                <a:gd name="textAreaRight" fmla="*/ 325440 w 320760"/>
                <a:gd name="textAreaTop" fmla="*/ 0 h 320760"/>
                <a:gd name="textAreaBottom" fmla="*/ 325440 h 3207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73" name="Google Shape;577;p65"/>
            <p:cNvSpPr/>
            <p:nvPr/>
          </p:nvSpPr>
          <p:spPr>
            <a:xfrm>
              <a:off x="2017080" y="1070280"/>
              <a:ext cx="320760" cy="320760"/>
            </a:xfrm>
            <a:custGeom>
              <a:avLst/>
              <a:gdLst>
                <a:gd name="textAreaLeft" fmla="*/ 0 w 320760"/>
                <a:gd name="textAreaRight" fmla="*/ 325440 w 320760"/>
                <a:gd name="textAreaTop" fmla="*/ 0 h 320760"/>
                <a:gd name="textAreaBottom" fmla="*/ 325440 h 3207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1" y="0"/>
                  </a:lnTo>
                  <a:lnTo>
                    <a:pt x="406761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74" name="Google Shape;578;p65"/>
            <p:cNvSpPr/>
            <p:nvPr/>
          </p:nvSpPr>
          <p:spPr>
            <a:xfrm>
              <a:off x="1691640" y="1395360"/>
              <a:ext cx="320760" cy="320760"/>
            </a:xfrm>
            <a:custGeom>
              <a:avLst/>
              <a:gdLst>
                <a:gd name="textAreaLeft" fmla="*/ 0 w 320760"/>
                <a:gd name="textAreaRight" fmla="*/ 325440 w 320760"/>
                <a:gd name="textAreaTop" fmla="*/ 0 h 320760"/>
                <a:gd name="textAreaBottom" fmla="*/ 325440 h 3207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75" name="Google Shape;579;p65"/>
            <p:cNvSpPr/>
            <p:nvPr/>
          </p:nvSpPr>
          <p:spPr>
            <a:xfrm>
              <a:off x="1366200" y="1720800"/>
              <a:ext cx="320760" cy="320760"/>
            </a:xfrm>
            <a:custGeom>
              <a:avLst/>
              <a:gdLst>
                <a:gd name="textAreaLeft" fmla="*/ 0 w 320760"/>
                <a:gd name="textAreaRight" fmla="*/ 325440 w 320760"/>
                <a:gd name="textAreaTop" fmla="*/ 0 h 320760"/>
                <a:gd name="textAreaBottom" fmla="*/ 325440 h 3207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76" name="Google Shape;580;p65"/>
            <p:cNvSpPr/>
            <p:nvPr/>
          </p:nvSpPr>
          <p:spPr>
            <a:xfrm>
              <a:off x="1366200" y="2046240"/>
              <a:ext cx="320760" cy="320760"/>
            </a:xfrm>
            <a:custGeom>
              <a:avLst/>
              <a:gdLst>
                <a:gd name="textAreaLeft" fmla="*/ 0 w 320760"/>
                <a:gd name="textAreaRight" fmla="*/ 325440 w 320760"/>
                <a:gd name="textAreaTop" fmla="*/ 0 h 320760"/>
                <a:gd name="textAreaBottom" fmla="*/ 325440 h 3207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77" name="Google Shape;581;p65"/>
            <p:cNvSpPr/>
            <p:nvPr/>
          </p:nvSpPr>
          <p:spPr>
            <a:xfrm>
              <a:off x="1366200" y="2371680"/>
              <a:ext cx="320760" cy="320760"/>
            </a:xfrm>
            <a:custGeom>
              <a:avLst/>
              <a:gdLst>
                <a:gd name="textAreaLeft" fmla="*/ 0 w 320760"/>
                <a:gd name="textAreaRight" fmla="*/ 325440 w 320760"/>
                <a:gd name="textAreaTop" fmla="*/ 0 h 320760"/>
                <a:gd name="textAreaBottom" fmla="*/ 325440 h 3207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78" name="Google Shape;582;p65"/>
            <p:cNvSpPr/>
            <p:nvPr/>
          </p:nvSpPr>
          <p:spPr>
            <a:xfrm>
              <a:off x="1366200" y="2697120"/>
              <a:ext cx="320760" cy="320760"/>
            </a:xfrm>
            <a:custGeom>
              <a:avLst/>
              <a:gdLst>
                <a:gd name="textAreaLeft" fmla="*/ 0 w 320760"/>
                <a:gd name="textAreaRight" fmla="*/ 325440 w 320760"/>
                <a:gd name="textAreaTop" fmla="*/ 0 h 320760"/>
                <a:gd name="textAreaBottom" fmla="*/ 325440 h 32076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2279" name="Google Shape;583;p65" descr=""/>
          <p:cNvPicPr/>
          <p:nvPr/>
        </p:nvPicPr>
        <p:blipFill>
          <a:blip r:embed="rId2"/>
          <a:stretch/>
        </p:blipFill>
        <p:spPr>
          <a:xfrm>
            <a:off x="384840" y="5823720"/>
            <a:ext cx="1071000" cy="76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8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120" cy="114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120" cy="397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2" name="Google Shape;2192;p95"/>
          <p:cNvSpPr/>
          <p:nvPr/>
        </p:nvSpPr>
        <p:spPr>
          <a:xfrm>
            <a:off x="29865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3" name="Google Shape;2193;p95"/>
          <p:cNvSpPr/>
          <p:nvPr/>
        </p:nvSpPr>
        <p:spPr>
          <a:xfrm>
            <a:off x="35420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4" name="Google Shape;2194;p95"/>
          <p:cNvSpPr/>
          <p:nvPr/>
        </p:nvSpPr>
        <p:spPr>
          <a:xfrm>
            <a:off x="4049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5" name="Google Shape;2195;p95"/>
          <p:cNvSpPr/>
          <p:nvPr/>
        </p:nvSpPr>
        <p:spPr>
          <a:xfrm>
            <a:off x="456408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6" name="Google Shape;2196;p95"/>
          <p:cNvSpPr/>
          <p:nvPr/>
        </p:nvSpPr>
        <p:spPr>
          <a:xfrm>
            <a:off x="50781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7" name="Google Shape;2197;p95"/>
          <p:cNvSpPr/>
          <p:nvPr/>
        </p:nvSpPr>
        <p:spPr>
          <a:xfrm>
            <a:off x="6145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8" name="Google Shape;2198;p95"/>
          <p:cNvSpPr/>
          <p:nvPr/>
        </p:nvSpPr>
        <p:spPr>
          <a:xfrm>
            <a:off x="5633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9" name="Google Shape;2199;p95"/>
          <p:cNvSpPr/>
          <p:nvPr/>
        </p:nvSpPr>
        <p:spPr>
          <a:xfrm>
            <a:off x="67413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0" name="Google Shape;2200;p95"/>
          <p:cNvSpPr/>
          <p:nvPr/>
        </p:nvSpPr>
        <p:spPr>
          <a:xfrm>
            <a:off x="730332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1" name="Google Shape;2201;p95"/>
          <p:cNvSpPr/>
          <p:nvPr/>
        </p:nvSpPr>
        <p:spPr>
          <a:xfrm>
            <a:off x="7846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92" name="Google Shape;2202;p95" descr=""/>
          <p:cNvPicPr/>
          <p:nvPr/>
        </p:nvPicPr>
        <p:blipFill>
          <a:blip r:embed="rId2"/>
          <a:stretch/>
        </p:blipFill>
        <p:spPr>
          <a:xfrm>
            <a:off x="5160240" y="270000"/>
            <a:ext cx="4281480" cy="4281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93" name="Google Shape;2203;p95" descr=""/>
          <p:cNvPicPr/>
          <p:nvPr/>
        </p:nvPicPr>
        <p:blipFill>
          <a:blip r:embed="rId3"/>
          <a:stretch/>
        </p:blipFill>
        <p:spPr>
          <a:xfrm>
            <a:off x="9863280" y="4556160"/>
            <a:ext cx="2004120" cy="20041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a_curso_generica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25.xml"/><Relationship Id="rId16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27.xml"/><Relationship Id="rId18" Type="http://schemas.openxmlformats.org/officeDocument/2006/relationships/slideLayout" Target="../slideLayouts/slideLayout28.xml"/><Relationship Id="rId19" Type="http://schemas.openxmlformats.org/officeDocument/2006/relationships/slideLayout" Target="../slideLayouts/slideLayout29.xml"/><Relationship Id="rId20" Type="http://schemas.openxmlformats.org/officeDocument/2006/relationships/slideLayout" Target="../slideLayouts/slideLayout30.xml"/><Relationship Id="rId21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2.xml"/><Relationship Id="rId23" Type="http://schemas.openxmlformats.org/officeDocument/2006/relationships/slideLayout" Target="../slideLayouts/slideLayout33.xml"/><Relationship Id="rId24" Type="http://schemas.openxmlformats.org/officeDocument/2006/relationships/slideLayout" Target="../slideLayouts/slideLayout34.xml"/><Relationship Id="rId25" Type="http://schemas.openxmlformats.org/officeDocument/2006/relationships/slideLayout" Target="../slideLayouts/slideLayout35.xml"/><Relationship Id="rId26" Type="http://schemas.openxmlformats.org/officeDocument/2006/relationships/slideLayout" Target="../slideLayouts/slideLayout36.xml"/><Relationship Id="rId27" Type="http://schemas.openxmlformats.org/officeDocument/2006/relationships/slideLayout" Target="../slideLayouts/slideLayout37.xml"/><Relationship Id="rId28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39.xml"/><Relationship Id="rId30" Type="http://schemas.openxmlformats.org/officeDocument/2006/relationships/slideLayout" Target="../slideLayouts/slideLayout40.xml"/><Relationship Id="rId31" Type="http://schemas.openxmlformats.org/officeDocument/2006/relationships/slideLayout" Target="../slideLayouts/slideLayout41.xml"/><Relationship Id="rId32" Type="http://schemas.openxmlformats.org/officeDocument/2006/relationships/slideLayout" Target="../slideLayouts/slideLayout42.xml"/><Relationship Id="rId33" Type="http://schemas.openxmlformats.org/officeDocument/2006/relationships/slideLayout" Target="../slideLayouts/slideLayout43.xml"/><Relationship Id="rId34" Type="http://schemas.openxmlformats.org/officeDocument/2006/relationships/slideLayout" Target="../slideLayouts/slideLayout44.xml"/><Relationship Id="rId35" Type="http://schemas.openxmlformats.org/officeDocument/2006/relationships/slideLayout" Target="../slideLayouts/slideLayout45.xml"/><Relationship Id="rId36" Type="http://schemas.openxmlformats.org/officeDocument/2006/relationships/slideLayout" Target="../slideLayouts/slideLayout46.xml"/><Relationship Id="rId37" Type="http://schemas.openxmlformats.org/officeDocument/2006/relationships/slideLayout" Target="../slideLayouts/slideLayout47.xml"/><Relationship Id="rId38" Type="http://schemas.openxmlformats.org/officeDocument/2006/relationships/slideLayout" Target="../slideLayouts/slideLayout48.xml"/><Relationship Id="rId39" Type="http://schemas.openxmlformats.org/officeDocument/2006/relationships/slideLayout" Target="../slideLayouts/slideLayout49.xml"/><Relationship Id="rId40" Type="http://schemas.openxmlformats.org/officeDocument/2006/relationships/slideLayout" Target="../slideLayouts/slideLayout50.xml"/><Relationship Id="rId41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2.xml"/><Relationship Id="rId43" Type="http://schemas.openxmlformats.org/officeDocument/2006/relationships/slideLayout" Target="../slideLayouts/slideLayout53.xml"/>
</Relationships>
</file>

<file path=ppt/slideMasters/_rels/slideMaster54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5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fd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2" name="Google Shape;1354;p84"/>
          <p:cNvGrpSpPr/>
          <p:nvPr/>
        </p:nvGrpSpPr>
        <p:grpSpPr>
          <a:xfrm>
            <a:off x="730800" y="3085920"/>
            <a:ext cx="5703480" cy="2412360"/>
            <a:chOff x="730800" y="3085920"/>
            <a:chExt cx="5703480" cy="2412360"/>
          </a:xfrm>
        </p:grpSpPr>
        <p:sp>
          <p:nvSpPr>
            <p:cNvPr id="323" name="Google Shape;1355;p84"/>
            <p:cNvSpPr/>
            <p:nvPr/>
          </p:nvSpPr>
          <p:spPr>
            <a:xfrm>
              <a:off x="1363680" y="3640680"/>
              <a:ext cx="5070600" cy="154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5500" strike="noStrike" u="none">
                  <a:solidFill>
                    <a:srgbClr val="472b80"/>
                  </a:solidFill>
                  <a:effectLst/>
                  <a:uFillTx/>
                  <a:latin typeface="Arial"/>
                  <a:ea typeface="Arial"/>
                </a:rPr>
                <a:t>_GOOGLE</a:t>
              </a:r>
              <a:br>
                <a:rPr sz="5500"/>
              </a:br>
              <a:r>
                <a:rPr b="1" lang="pt-BR" sz="5500" strike="noStrike" u="none">
                  <a:solidFill>
                    <a:srgbClr val="472b80"/>
                  </a:solidFill>
                  <a:effectLst/>
                  <a:uFillTx/>
                  <a:latin typeface="Arial"/>
                  <a:ea typeface="Arial"/>
                </a:rPr>
                <a:t>CLOUD</a:t>
              </a:r>
              <a:br>
                <a:rPr sz="5500"/>
              </a:br>
              <a:r>
                <a:rPr b="1" lang="pt-BR" sz="5500" strike="noStrike" u="none">
                  <a:solidFill>
                    <a:srgbClr val="472b80"/>
                  </a:solidFill>
                  <a:effectLst/>
                  <a:uFillTx/>
                  <a:latin typeface="Arial"/>
                  <a:ea typeface="Arial"/>
                </a:rPr>
                <a:t>FUNDATIONS</a:t>
              </a:r>
              <a:endPara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4" name="Google Shape;1356;p84"/>
            <p:cNvSpPr/>
            <p:nvPr/>
          </p:nvSpPr>
          <p:spPr>
            <a:xfrm rot="16200000">
              <a:off x="-249120" y="4066200"/>
              <a:ext cx="2412360" cy="451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2600" strike="noStrike" u="none">
                  <a:solidFill>
                    <a:srgbClr val="472b80"/>
                  </a:solidFill>
                  <a:effectLst/>
                  <a:uFillTx/>
                  <a:latin typeface="Arial"/>
                  <a:ea typeface="Arial"/>
                </a:rPr>
                <a:t>C U R S O</a:t>
              </a:r>
              <a:endParaRPr b="0" lang="pt-BR" sz="2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25" name="Google Shape;1357;p84"/>
          <p:cNvGrpSpPr/>
          <p:nvPr/>
        </p:nvGrpSpPr>
        <p:grpSpPr>
          <a:xfrm>
            <a:off x="755280" y="2794320"/>
            <a:ext cx="688680" cy="688680"/>
            <a:chOff x="755280" y="2794320"/>
            <a:chExt cx="688680" cy="688680"/>
          </a:xfrm>
        </p:grpSpPr>
        <p:sp>
          <p:nvSpPr>
            <p:cNvPr id="326" name="Google Shape;1358;p84"/>
            <p:cNvSpPr/>
            <p:nvPr/>
          </p:nvSpPr>
          <p:spPr>
            <a:xfrm>
              <a:off x="755280" y="3141000"/>
              <a:ext cx="342000" cy="34200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7" name="Google Shape;1359;p84"/>
            <p:cNvSpPr/>
            <p:nvPr/>
          </p:nvSpPr>
          <p:spPr>
            <a:xfrm>
              <a:off x="1101960" y="2794320"/>
              <a:ext cx="342000" cy="34200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28" name="Google Shape;1360;p84"/>
          <p:cNvGrpSpPr/>
          <p:nvPr/>
        </p:nvGrpSpPr>
        <p:grpSpPr>
          <a:xfrm>
            <a:off x="6171480" y="5188680"/>
            <a:ext cx="688680" cy="688680"/>
            <a:chOff x="6171480" y="5188680"/>
            <a:chExt cx="688680" cy="688680"/>
          </a:xfrm>
        </p:grpSpPr>
        <p:sp>
          <p:nvSpPr>
            <p:cNvPr id="329" name="Google Shape;1361;p84"/>
            <p:cNvSpPr/>
            <p:nvPr/>
          </p:nvSpPr>
          <p:spPr>
            <a:xfrm>
              <a:off x="6171480" y="5535360"/>
              <a:ext cx="342000" cy="34200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0" name="Google Shape;1362;p84"/>
            <p:cNvSpPr/>
            <p:nvPr/>
          </p:nvSpPr>
          <p:spPr>
            <a:xfrm>
              <a:off x="6518160" y="5188680"/>
              <a:ext cx="342000" cy="34200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31" name="Google Shape;1363;p84"/>
          <p:cNvSpPr/>
          <p:nvPr/>
        </p:nvSpPr>
        <p:spPr>
          <a:xfrm>
            <a:off x="29865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Google Shape;1364;p84"/>
          <p:cNvSpPr/>
          <p:nvPr/>
        </p:nvSpPr>
        <p:spPr>
          <a:xfrm>
            <a:off x="35420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Google Shape;1365;p84"/>
          <p:cNvSpPr/>
          <p:nvPr/>
        </p:nvSpPr>
        <p:spPr>
          <a:xfrm>
            <a:off x="4049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Google Shape;1366;p84"/>
          <p:cNvSpPr/>
          <p:nvPr/>
        </p:nvSpPr>
        <p:spPr>
          <a:xfrm>
            <a:off x="456408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Google Shape;1367;p84"/>
          <p:cNvSpPr/>
          <p:nvPr/>
        </p:nvSpPr>
        <p:spPr>
          <a:xfrm>
            <a:off x="50781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Google Shape;1368;p84"/>
          <p:cNvSpPr/>
          <p:nvPr/>
        </p:nvSpPr>
        <p:spPr>
          <a:xfrm>
            <a:off x="6145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Google Shape;1369;p84"/>
          <p:cNvSpPr/>
          <p:nvPr/>
        </p:nvSpPr>
        <p:spPr>
          <a:xfrm>
            <a:off x="5633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Google Shape;1370;p84"/>
          <p:cNvSpPr/>
          <p:nvPr/>
        </p:nvSpPr>
        <p:spPr>
          <a:xfrm>
            <a:off x="67413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Google Shape;1371;p84"/>
          <p:cNvSpPr/>
          <p:nvPr/>
        </p:nvSpPr>
        <p:spPr>
          <a:xfrm>
            <a:off x="730332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Google Shape;1372;p84"/>
          <p:cNvSpPr/>
          <p:nvPr/>
        </p:nvSpPr>
        <p:spPr>
          <a:xfrm>
            <a:off x="7846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341" name="Google Shape;1373;p84"/>
          <p:cNvGrpSpPr/>
          <p:nvPr/>
        </p:nvGrpSpPr>
        <p:grpSpPr>
          <a:xfrm>
            <a:off x="10113480" y="597240"/>
            <a:ext cx="1476720" cy="1436400"/>
            <a:chOff x="10113480" y="597240"/>
            <a:chExt cx="1476720" cy="1436400"/>
          </a:xfrm>
        </p:grpSpPr>
        <p:grpSp>
          <p:nvGrpSpPr>
            <p:cNvPr id="342" name="Google Shape;1374;p84"/>
            <p:cNvGrpSpPr/>
            <p:nvPr/>
          </p:nvGrpSpPr>
          <p:grpSpPr>
            <a:xfrm>
              <a:off x="10124640" y="1269360"/>
              <a:ext cx="1465560" cy="764280"/>
              <a:chOff x="10124640" y="1269360"/>
              <a:chExt cx="1465560" cy="764280"/>
            </a:xfrm>
          </p:grpSpPr>
          <p:grpSp>
            <p:nvGrpSpPr>
              <p:cNvPr id="343" name="Google Shape;1375;p84"/>
              <p:cNvGrpSpPr/>
              <p:nvPr/>
            </p:nvGrpSpPr>
            <p:grpSpPr>
              <a:xfrm>
                <a:off x="10124640" y="1269360"/>
                <a:ext cx="1220040" cy="295200"/>
                <a:chOff x="10124640" y="1269360"/>
                <a:chExt cx="1220040" cy="295200"/>
              </a:xfrm>
            </p:grpSpPr>
            <p:sp>
              <p:nvSpPr>
                <p:cNvPr id="344" name="Google Shape;1376;p84"/>
                <p:cNvSpPr/>
                <p:nvPr/>
              </p:nvSpPr>
              <p:spPr>
                <a:xfrm>
                  <a:off x="10124640" y="1269360"/>
                  <a:ext cx="145080" cy="293760"/>
                </a:xfrm>
                <a:custGeom>
                  <a:avLst/>
                  <a:gdLst>
                    <a:gd name="textAreaLeft" fmla="*/ 0 w 145080"/>
                    <a:gd name="textAreaRight" fmla="*/ 149760 w 145080"/>
                    <a:gd name="textAreaTop" fmla="*/ 0 h 293760"/>
                    <a:gd name="textAreaBottom" fmla="*/ 298440 h 293760"/>
                  </a:gdLst>
                  <a:ahLst/>
                  <a:cxnLst/>
                  <a:rect l="textAreaLeft" t="textAreaTop" r="textAreaRight" b="textAreaBottom"/>
                  <a:pathLst>
                    <a:path w="174433" h="347735">
                      <a:moveTo>
                        <a:pt x="112186" y="347594"/>
                      </a:moveTo>
                      <a:cubicBezTo>
                        <a:pt x="64794" y="347594"/>
                        <a:pt x="32680" y="328778"/>
                        <a:pt x="32680" y="265541"/>
                      </a:cubicBezTo>
                      <a:lnTo>
                        <a:pt x="32680" y="136095"/>
                      </a:lnTo>
                      <a:lnTo>
                        <a:pt x="0" y="136095"/>
                      </a:lnTo>
                      <a:lnTo>
                        <a:pt x="0" y="69887"/>
                      </a:lnTo>
                      <a:lnTo>
                        <a:pt x="32680" y="69887"/>
                      </a:lnTo>
                      <a:lnTo>
                        <a:pt x="32680" y="0"/>
                      </a:lnTo>
                      <a:lnTo>
                        <a:pt x="110206" y="0"/>
                      </a:lnTo>
                      <a:lnTo>
                        <a:pt x="110206" y="69887"/>
                      </a:lnTo>
                      <a:lnTo>
                        <a:pt x="174434" y="69887"/>
                      </a:lnTo>
                      <a:lnTo>
                        <a:pt x="174434" y="136095"/>
                      </a:lnTo>
                      <a:lnTo>
                        <a:pt x="110206" y="136095"/>
                      </a:lnTo>
                      <a:lnTo>
                        <a:pt x="110206" y="252808"/>
                      </a:lnTo>
                      <a:cubicBezTo>
                        <a:pt x="110206" y="270634"/>
                        <a:pt x="117845" y="279263"/>
                        <a:pt x="135246" y="279263"/>
                      </a:cubicBezTo>
                      <a:cubicBezTo>
                        <a:pt x="149535" y="279263"/>
                        <a:pt x="162267" y="275727"/>
                        <a:pt x="173443" y="269643"/>
                      </a:cubicBezTo>
                      <a:lnTo>
                        <a:pt x="173443" y="331890"/>
                      </a:lnTo>
                      <a:cubicBezTo>
                        <a:pt x="157174" y="341510"/>
                        <a:pt x="138217" y="347735"/>
                        <a:pt x="112328" y="347735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45" name="Google Shape;1377;p84"/>
                <p:cNvSpPr/>
                <p:nvPr/>
              </p:nvSpPr>
              <p:spPr>
                <a:xfrm>
                  <a:off x="10305360" y="1324800"/>
                  <a:ext cx="225360" cy="239400"/>
                </a:xfrm>
                <a:custGeom>
                  <a:avLst/>
                  <a:gdLst>
                    <a:gd name="textAreaLeft" fmla="*/ 0 w 225360"/>
                    <a:gd name="textAreaRight" fmla="*/ 230040 w 225360"/>
                    <a:gd name="textAreaTop" fmla="*/ 0 h 239400"/>
                    <a:gd name="textAreaBottom" fmla="*/ 244080 h 239400"/>
                  </a:gdLst>
                  <a:ahLst/>
                  <a:cxnLst/>
                  <a:rect l="textAreaLeft" t="textAreaTop" r="textAreaRight" b="textAreaBottom"/>
                  <a:pathLst>
                    <a:path w="268087" h="284356">
                      <a:moveTo>
                        <a:pt x="267238" y="168775"/>
                      </a:moveTo>
                      <a:lnTo>
                        <a:pt x="77102" y="168775"/>
                      </a:lnTo>
                      <a:cubicBezTo>
                        <a:pt x="84741" y="204001"/>
                        <a:pt x="109215" y="222251"/>
                        <a:pt x="143876" y="222251"/>
                      </a:cubicBezTo>
                      <a:cubicBezTo>
                        <a:pt x="169906" y="222251"/>
                        <a:pt x="188722" y="214045"/>
                        <a:pt x="210084" y="194239"/>
                      </a:cubicBezTo>
                      <a:lnTo>
                        <a:pt x="254365" y="233427"/>
                      </a:lnTo>
                      <a:cubicBezTo>
                        <a:pt x="228900" y="264975"/>
                        <a:pt x="192117" y="284356"/>
                        <a:pt x="142744" y="284356"/>
                      </a:cubicBezTo>
                      <a:cubicBezTo>
                        <a:pt x="60691" y="284356"/>
                        <a:pt x="0" y="226778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5598" y="0"/>
                        <a:pt x="135105" y="0"/>
                      </a:cubicBezTo>
                      <a:cubicBezTo>
                        <a:pt x="226353" y="0"/>
                        <a:pt x="268087" y="70877"/>
                        <a:pt x="268087" y="148403"/>
                      </a:cubicBezTo>
                      <a:lnTo>
                        <a:pt x="268087" y="149393"/>
                      </a:lnTo>
                      <a:cubicBezTo>
                        <a:pt x="268087" y="157033"/>
                        <a:pt x="267521" y="161560"/>
                        <a:pt x="267097" y="168775"/>
                      </a:cubicBezTo>
                      <a:close/>
                      <a:moveTo>
                        <a:pt x="135246" y="62247"/>
                      </a:moveTo>
                      <a:cubicBezTo>
                        <a:pt x="103132" y="62247"/>
                        <a:pt x="82195" y="85165"/>
                        <a:pt x="76111" y="120392"/>
                      </a:cubicBezTo>
                      <a:lnTo>
                        <a:pt x="192825" y="120392"/>
                      </a:lnTo>
                      <a:cubicBezTo>
                        <a:pt x="188298" y="85731"/>
                        <a:pt x="167784" y="62247"/>
                        <a:pt x="135246" y="62247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46" name="Google Shape;1378;p84"/>
                <p:cNvSpPr/>
                <p:nvPr/>
              </p:nvSpPr>
              <p:spPr>
                <a:xfrm>
                  <a:off x="10573560" y="1325160"/>
                  <a:ext cx="213120" cy="239400"/>
                </a:xfrm>
                <a:custGeom>
                  <a:avLst/>
                  <a:gdLst>
                    <a:gd name="textAreaLeft" fmla="*/ 0 w 213120"/>
                    <a:gd name="textAreaRight" fmla="*/ 217800 w 213120"/>
                    <a:gd name="textAreaTop" fmla="*/ 0 h 239400"/>
                    <a:gd name="textAreaBottom" fmla="*/ 244080 h 239400"/>
                  </a:gdLst>
                  <a:ahLst/>
                  <a:cxnLst/>
                  <a:rect l="textAreaLeft" t="textAreaTop" r="textAreaRight" b="textAreaBottom"/>
                  <a:pathLst>
                    <a:path w="253940" h="284356">
                      <a:moveTo>
                        <a:pt x="142178" y="284356"/>
                      </a:moveTo>
                      <a:cubicBezTo>
                        <a:pt x="60125" y="284356"/>
                        <a:pt x="0" y="221119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9701" y="0"/>
                        <a:pt x="143310" y="0"/>
                      </a:cubicBezTo>
                      <a:cubicBezTo>
                        <a:pt x="194805" y="0"/>
                        <a:pt x="226919" y="17401"/>
                        <a:pt x="252384" y="45837"/>
                      </a:cubicBezTo>
                      <a:lnTo>
                        <a:pt x="204991" y="96766"/>
                      </a:lnTo>
                      <a:cubicBezTo>
                        <a:pt x="187590" y="78375"/>
                        <a:pt x="170331" y="66633"/>
                        <a:pt x="142744" y="66633"/>
                      </a:cubicBezTo>
                      <a:cubicBezTo>
                        <a:pt x="103981" y="66633"/>
                        <a:pt x="76536" y="100727"/>
                        <a:pt x="76536" y="141046"/>
                      </a:cubicBezTo>
                      <a:lnTo>
                        <a:pt x="76536" y="142037"/>
                      </a:lnTo>
                      <a:cubicBezTo>
                        <a:pt x="76536" y="183770"/>
                        <a:pt x="103557" y="217441"/>
                        <a:pt x="145856" y="217441"/>
                      </a:cubicBezTo>
                      <a:cubicBezTo>
                        <a:pt x="171887" y="217441"/>
                        <a:pt x="189712" y="206264"/>
                        <a:pt x="208528" y="188439"/>
                      </a:cubicBezTo>
                      <a:lnTo>
                        <a:pt x="253940" y="234276"/>
                      </a:lnTo>
                      <a:cubicBezTo>
                        <a:pt x="227485" y="263277"/>
                        <a:pt x="196786" y="284215"/>
                        <a:pt x="142320" y="284215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47" name="Google Shape;1379;p84"/>
                <p:cNvSpPr/>
                <p:nvPr/>
              </p:nvSpPr>
              <p:spPr>
                <a:xfrm>
                  <a:off x="10834560" y="1325160"/>
                  <a:ext cx="210240" cy="234000"/>
                </a:xfrm>
                <a:custGeom>
                  <a:avLst/>
                  <a:gdLst>
                    <a:gd name="textAreaLeft" fmla="*/ 0 w 210240"/>
                    <a:gd name="textAreaRight" fmla="*/ 214920 w 210240"/>
                    <a:gd name="textAreaTop" fmla="*/ 0 h 234000"/>
                    <a:gd name="textAreaBottom" fmla="*/ 238680 h 234000"/>
                  </a:gdLst>
                  <a:ahLst/>
                  <a:cxnLst/>
                  <a:rect l="textAreaLeft" t="textAreaTop" r="textAreaRight" b="textAreaBottom"/>
                  <a:pathLst>
                    <a:path w="250403" h="278272">
                      <a:moveTo>
                        <a:pt x="172877" y="278273"/>
                      </a:moveTo>
                      <a:lnTo>
                        <a:pt x="172877" y="125909"/>
                      </a:lnTo>
                      <a:cubicBezTo>
                        <a:pt x="172877" y="89268"/>
                        <a:pt x="155477" y="70311"/>
                        <a:pt x="125909" y="70311"/>
                      </a:cubicBezTo>
                      <a:cubicBezTo>
                        <a:pt x="96342" y="70311"/>
                        <a:pt x="77526" y="89127"/>
                        <a:pt x="77526" y="125909"/>
                      </a:cubicBezTo>
                      <a:lnTo>
                        <a:pt x="77526" y="278273"/>
                      </a:lnTo>
                      <a:lnTo>
                        <a:pt x="0" y="278273"/>
                      </a:lnTo>
                      <a:lnTo>
                        <a:pt x="0" y="5093"/>
                      </a:lnTo>
                      <a:lnTo>
                        <a:pt x="77526" y="5093"/>
                      </a:lnTo>
                      <a:lnTo>
                        <a:pt x="77526" y="43856"/>
                      </a:lnTo>
                      <a:cubicBezTo>
                        <a:pt x="95351" y="20938"/>
                        <a:pt x="118270" y="0"/>
                        <a:pt x="157598" y="0"/>
                      </a:cubicBezTo>
                      <a:cubicBezTo>
                        <a:pt x="216167" y="0"/>
                        <a:pt x="250403" y="38763"/>
                        <a:pt x="250403" y="101435"/>
                      </a:cubicBezTo>
                      <a:lnTo>
                        <a:pt x="250403" y="278273"/>
                      </a:lnTo>
                      <a:lnTo>
                        <a:pt x="172877" y="278273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48" name="Google Shape;1380;p84"/>
                <p:cNvSpPr/>
                <p:nvPr/>
              </p:nvSpPr>
              <p:spPr>
                <a:xfrm>
                  <a:off x="11095560" y="1325160"/>
                  <a:ext cx="249120" cy="239400"/>
                </a:xfrm>
                <a:custGeom>
                  <a:avLst/>
                  <a:gdLst>
                    <a:gd name="textAreaLeft" fmla="*/ 0 w 249120"/>
                    <a:gd name="textAreaRight" fmla="*/ 253800 w 249120"/>
                    <a:gd name="textAreaTop" fmla="*/ 0 h 239400"/>
                    <a:gd name="textAreaBottom" fmla="*/ 244080 h 239400"/>
                  </a:gdLst>
                  <a:ahLst/>
                  <a:cxnLst/>
                  <a:rect l="textAreaLeft" t="textAreaTop" r="textAreaRight" b="textAreaBottom"/>
                  <a:pathLst>
                    <a:path w="295673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8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349" name="Google Shape;1381;p84"/>
              <p:cNvGrpSpPr/>
              <p:nvPr/>
            </p:nvGrpSpPr>
            <p:grpSpPr>
              <a:xfrm>
                <a:off x="10546560" y="1648080"/>
                <a:ext cx="1043640" cy="385560"/>
                <a:chOff x="10546560" y="1648080"/>
                <a:chExt cx="1043640" cy="385560"/>
              </a:xfrm>
            </p:grpSpPr>
            <p:sp>
              <p:nvSpPr>
                <p:cNvPr id="350" name="Google Shape;1382;p84"/>
                <p:cNvSpPr/>
                <p:nvPr/>
              </p:nvSpPr>
              <p:spPr>
                <a:xfrm>
                  <a:off x="10546560" y="1648080"/>
                  <a:ext cx="61920" cy="314640"/>
                </a:xfrm>
                <a:custGeom>
                  <a:avLst/>
                  <a:gdLst>
                    <a:gd name="textAreaLeft" fmla="*/ 0 w 61920"/>
                    <a:gd name="textAreaRight" fmla="*/ 66600 w 61920"/>
                    <a:gd name="textAreaTop" fmla="*/ 0 h 314640"/>
                    <a:gd name="textAreaBottom" fmla="*/ 319320 h 314640"/>
                  </a:gdLst>
                  <a:ahLst/>
                  <a:cxnLst/>
                  <a:rect l="textAreaLeft" t="textAreaTop" r="textAreaRight" b="textAreaBottom"/>
                  <a:pathLst>
                    <a:path w="77526" h="372209">
                      <a:moveTo>
                        <a:pt x="0" y="372210"/>
                      </a:moveTo>
                      <a:lnTo>
                        <a:pt x="0" y="0"/>
                      </a:lnTo>
                      <a:lnTo>
                        <a:pt x="77526" y="0"/>
                      </a:lnTo>
                      <a:lnTo>
                        <a:pt x="77526" y="372210"/>
                      </a:lnTo>
                      <a:lnTo>
                        <a:pt x="0" y="372210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51" name="Google Shape;1383;p84"/>
                <p:cNvSpPr/>
                <p:nvPr/>
              </p:nvSpPr>
              <p:spPr>
                <a:xfrm>
                  <a:off x="10664280" y="1728720"/>
                  <a:ext cx="249120" cy="239400"/>
                </a:xfrm>
                <a:custGeom>
                  <a:avLst/>
                  <a:gdLst>
                    <a:gd name="textAreaLeft" fmla="*/ 0 w 249120"/>
                    <a:gd name="textAreaRight" fmla="*/ 253800 w 249120"/>
                    <a:gd name="textAreaTop" fmla="*/ 0 h 239400"/>
                    <a:gd name="textAreaBottom" fmla="*/ 244080 h 239400"/>
                  </a:gdLst>
                  <a:ahLst/>
                  <a:cxnLst/>
                  <a:rect l="textAreaLeft" t="textAreaTop" r="textAreaRight" b="textAreaBottom"/>
                  <a:pathLst>
                    <a:path w="295674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7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52" name="Google Shape;1384;p84"/>
                <p:cNvSpPr/>
                <p:nvPr/>
              </p:nvSpPr>
              <p:spPr>
                <a:xfrm>
                  <a:off x="10955160" y="1728720"/>
                  <a:ext cx="241560" cy="304920"/>
                </a:xfrm>
                <a:custGeom>
                  <a:avLst/>
                  <a:gdLst>
                    <a:gd name="textAreaLeft" fmla="*/ 0 w 241560"/>
                    <a:gd name="textAreaRight" fmla="*/ 246240 w 241560"/>
                    <a:gd name="textAreaTop" fmla="*/ 0 h 304920"/>
                    <a:gd name="textAreaBottom" fmla="*/ 309600 h 304920"/>
                  </a:gdLst>
                  <a:ahLst/>
                  <a:cxnLst/>
                  <a:rect l="textAreaLeft" t="textAreaTop" r="textAreaRight" b="textAreaBottom"/>
                  <a:pathLst>
                    <a:path w="287044" h="361033">
                      <a:moveTo>
                        <a:pt x="134822" y="361033"/>
                      </a:moveTo>
                      <a:cubicBezTo>
                        <a:pt x="90541" y="361033"/>
                        <a:pt x="48666" y="350847"/>
                        <a:pt x="14006" y="332456"/>
                      </a:cubicBezTo>
                      <a:lnTo>
                        <a:pt x="40461" y="274312"/>
                      </a:lnTo>
                      <a:cubicBezTo>
                        <a:pt x="68472" y="290157"/>
                        <a:pt x="96483" y="299352"/>
                        <a:pt x="132700" y="299352"/>
                      </a:cubicBezTo>
                      <a:cubicBezTo>
                        <a:pt x="185751" y="299352"/>
                        <a:pt x="210650" y="273887"/>
                        <a:pt x="210650" y="224939"/>
                      </a:cubicBezTo>
                      <a:lnTo>
                        <a:pt x="210650" y="211640"/>
                      </a:lnTo>
                      <a:cubicBezTo>
                        <a:pt x="187732" y="239227"/>
                        <a:pt x="162691" y="255921"/>
                        <a:pt x="121382" y="255921"/>
                      </a:cubicBezTo>
                      <a:cubicBezTo>
                        <a:pt x="57720" y="255921"/>
                        <a:pt x="0" y="209518"/>
                        <a:pt x="0" y="128455"/>
                      </a:cubicBezTo>
                      <a:lnTo>
                        <a:pt x="0" y="127465"/>
                      </a:lnTo>
                      <a:cubicBezTo>
                        <a:pt x="0" y="45836"/>
                        <a:pt x="58569" y="0"/>
                        <a:pt x="121382" y="0"/>
                      </a:cubicBezTo>
                      <a:cubicBezTo>
                        <a:pt x="163682" y="0"/>
                        <a:pt x="188722" y="17825"/>
                        <a:pt x="209518" y="40744"/>
                      </a:cubicBezTo>
                      <a:lnTo>
                        <a:pt x="209518" y="5093"/>
                      </a:lnTo>
                      <a:lnTo>
                        <a:pt x="287044" y="5093"/>
                      </a:lnTo>
                      <a:lnTo>
                        <a:pt x="287044" y="216592"/>
                      </a:lnTo>
                      <a:cubicBezTo>
                        <a:pt x="287044" y="319582"/>
                        <a:pt x="236115" y="360892"/>
                        <a:pt x="134680" y="360892"/>
                      </a:cubicBezTo>
                      <a:close/>
                      <a:moveTo>
                        <a:pt x="210791" y="127607"/>
                      </a:moveTo>
                      <a:cubicBezTo>
                        <a:pt x="210791" y="90400"/>
                        <a:pt x="181790" y="64369"/>
                        <a:pt x="144017" y="64369"/>
                      </a:cubicBezTo>
                      <a:cubicBezTo>
                        <a:pt x="106245" y="64369"/>
                        <a:pt x="77809" y="90400"/>
                        <a:pt x="77809" y="127607"/>
                      </a:cubicBezTo>
                      <a:lnTo>
                        <a:pt x="77809" y="128597"/>
                      </a:lnTo>
                      <a:cubicBezTo>
                        <a:pt x="77809" y="166370"/>
                        <a:pt x="106386" y="191834"/>
                        <a:pt x="144017" y="191834"/>
                      </a:cubicBezTo>
                      <a:cubicBezTo>
                        <a:pt x="181648" y="191834"/>
                        <a:pt x="210791" y="165804"/>
                        <a:pt x="210791" y="128597"/>
                      </a:cubicBezTo>
                      <a:lnTo>
                        <a:pt x="210791" y="127607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53" name="Google Shape;1385;p84"/>
                <p:cNvSpPr/>
                <p:nvPr/>
              </p:nvSpPr>
              <p:spPr>
                <a:xfrm>
                  <a:off x="11262240" y="1648440"/>
                  <a:ext cx="65520" cy="314640"/>
                </a:xfrm>
                <a:custGeom>
                  <a:avLst/>
                  <a:gdLst>
                    <a:gd name="textAreaLeft" fmla="*/ 0 w 65520"/>
                    <a:gd name="textAreaRight" fmla="*/ 70200 w 65520"/>
                    <a:gd name="textAreaTop" fmla="*/ 0 h 314640"/>
                    <a:gd name="textAreaBottom" fmla="*/ 319320 h 314640"/>
                  </a:gdLst>
                  <a:ahLst/>
                  <a:cxnLst/>
                  <a:rect l="textAreaLeft" t="textAreaTop" r="textAreaRight" b="textAreaBottom"/>
                  <a:pathLst>
                    <a:path w="81628" h="372068">
                      <a:moveTo>
                        <a:pt x="0" y="68755"/>
                      </a:moveTo>
                      <a:lnTo>
                        <a:pt x="0" y="0"/>
                      </a:lnTo>
                      <a:lnTo>
                        <a:pt x="81629" y="0"/>
                      </a:lnTo>
                      <a:lnTo>
                        <a:pt x="81629" y="68755"/>
                      </a:lnTo>
                      <a:lnTo>
                        <a:pt x="0" y="68755"/>
                      </a:lnTo>
                      <a:close/>
                      <a:moveTo>
                        <a:pt x="1981" y="372068"/>
                      </a:moveTo>
                      <a:lnTo>
                        <a:pt x="1981" y="98888"/>
                      </a:lnTo>
                      <a:lnTo>
                        <a:pt x="79507" y="98888"/>
                      </a:lnTo>
                      <a:lnTo>
                        <a:pt x="79507" y="372068"/>
                      </a:lnTo>
                      <a:lnTo>
                        <a:pt x="1981" y="372068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54" name="Google Shape;1386;p84"/>
                <p:cNvSpPr/>
                <p:nvPr/>
              </p:nvSpPr>
              <p:spPr>
                <a:xfrm>
                  <a:off x="11379240" y="1730520"/>
                  <a:ext cx="210960" cy="236880"/>
                </a:xfrm>
                <a:custGeom>
                  <a:avLst/>
                  <a:gdLst>
                    <a:gd name="textAreaLeft" fmla="*/ 0 w 210960"/>
                    <a:gd name="textAreaRight" fmla="*/ 215640 w 210960"/>
                    <a:gd name="textAreaTop" fmla="*/ 0 h 236880"/>
                    <a:gd name="textAreaBottom" fmla="*/ 241560 h 236880"/>
                  </a:gdLst>
                  <a:ahLst/>
                  <a:cxnLst/>
                  <a:rect l="textAreaLeft" t="textAreaTop" r="textAreaRight" b="textAreaBottom"/>
                  <a:pathLst>
                    <a:path w="251252" h="281385">
                      <a:moveTo>
                        <a:pt x="176414" y="276292"/>
                      </a:moveTo>
                      <a:lnTo>
                        <a:pt x="176414" y="246725"/>
                      </a:lnTo>
                      <a:cubicBezTo>
                        <a:pt x="157598" y="267663"/>
                        <a:pt x="131568" y="281385"/>
                        <a:pt x="93795" y="281385"/>
                      </a:cubicBezTo>
                      <a:cubicBezTo>
                        <a:pt x="42300" y="281385"/>
                        <a:pt x="0" y="251818"/>
                        <a:pt x="0" y="197776"/>
                      </a:cubicBezTo>
                      <a:lnTo>
                        <a:pt x="0" y="196786"/>
                      </a:lnTo>
                      <a:cubicBezTo>
                        <a:pt x="0" y="137085"/>
                        <a:pt x="45412" y="109640"/>
                        <a:pt x="110064" y="109640"/>
                      </a:cubicBezTo>
                      <a:cubicBezTo>
                        <a:pt x="137651" y="109640"/>
                        <a:pt x="157457" y="114167"/>
                        <a:pt x="176839" y="120816"/>
                      </a:cubicBezTo>
                      <a:lnTo>
                        <a:pt x="176839" y="116289"/>
                      </a:lnTo>
                      <a:cubicBezTo>
                        <a:pt x="176839" y="84175"/>
                        <a:pt x="156891" y="66350"/>
                        <a:pt x="118270" y="66350"/>
                      </a:cubicBezTo>
                      <a:cubicBezTo>
                        <a:pt x="88702" y="66350"/>
                        <a:pt x="67764" y="72009"/>
                        <a:pt x="42866" y="81063"/>
                      </a:cubicBezTo>
                      <a:lnTo>
                        <a:pt x="23484" y="21928"/>
                      </a:lnTo>
                      <a:cubicBezTo>
                        <a:pt x="53617" y="8630"/>
                        <a:pt x="83185" y="0"/>
                        <a:pt x="129446" y="0"/>
                      </a:cubicBezTo>
                      <a:cubicBezTo>
                        <a:pt x="214045" y="0"/>
                        <a:pt x="251252" y="43856"/>
                        <a:pt x="251252" y="117704"/>
                      </a:cubicBezTo>
                      <a:lnTo>
                        <a:pt x="251252" y="276292"/>
                      </a:lnTo>
                      <a:lnTo>
                        <a:pt x="176273" y="276292"/>
                      </a:lnTo>
                      <a:close/>
                      <a:moveTo>
                        <a:pt x="177970" y="166228"/>
                      </a:moveTo>
                      <a:cubicBezTo>
                        <a:pt x="164672" y="160145"/>
                        <a:pt x="147413" y="156042"/>
                        <a:pt x="128455" y="156042"/>
                      </a:cubicBezTo>
                      <a:cubicBezTo>
                        <a:pt x="95351" y="156042"/>
                        <a:pt x="74979" y="169340"/>
                        <a:pt x="74979" y="193815"/>
                      </a:cubicBezTo>
                      <a:lnTo>
                        <a:pt x="74979" y="194805"/>
                      </a:lnTo>
                      <a:cubicBezTo>
                        <a:pt x="74979" y="215743"/>
                        <a:pt x="92380" y="227909"/>
                        <a:pt x="117279" y="227909"/>
                      </a:cubicBezTo>
                      <a:cubicBezTo>
                        <a:pt x="153496" y="227909"/>
                        <a:pt x="177970" y="207962"/>
                        <a:pt x="177970" y="179951"/>
                      </a:cubicBezTo>
                      <a:lnTo>
                        <a:pt x="177970" y="166228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355" name="Google Shape;1387;p84"/>
            <p:cNvGrpSpPr/>
            <p:nvPr/>
          </p:nvGrpSpPr>
          <p:grpSpPr>
            <a:xfrm>
              <a:off x="10207440" y="873000"/>
              <a:ext cx="1172160" cy="294120"/>
              <a:chOff x="10207440" y="873000"/>
              <a:chExt cx="1172160" cy="294120"/>
            </a:xfrm>
          </p:grpSpPr>
          <p:sp>
            <p:nvSpPr>
              <p:cNvPr id="356" name="Google Shape;1388;p84"/>
              <p:cNvSpPr/>
              <p:nvPr/>
            </p:nvSpPr>
            <p:spPr>
              <a:xfrm>
                <a:off x="10207440" y="878040"/>
                <a:ext cx="77040" cy="99360"/>
              </a:xfrm>
              <a:custGeom>
                <a:avLst/>
                <a:gdLst>
                  <a:gd name="textAreaLeft" fmla="*/ 0 w 77040"/>
                  <a:gd name="textAreaRight" fmla="*/ 81720 w 77040"/>
                  <a:gd name="textAreaTop" fmla="*/ 0 h 99360"/>
                  <a:gd name="textAreaBottom" fmla="*/ 104040 h 99360"/>
                </a:gdLst>
                <a:ahLst/>
                <a:cxnLst/>
                <a:rect l="textAreaLeft" t="textAreaTop" r="textAreaRight" b="textAreaBottom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7" name="Google Shape;1389;p84"/>
              <p:cNvSpPr/>
              <p:nvPr/>
            </p:nvSpPr>
            <p:spPr>
              <a:xfrm>
                <a:off x="10285560" y="903600"/>
                <a:ext cx="75600" cy="75600"/>
              </a:xfrm>
              <a:custGeom>
                <a:avLst/>
                <a:gdLst>
                  <a:gd name="textAreaLeft" fmla="*/ 0 w 75600"/>
                  <a:gd name="textAreaRight" fmla="*/ 80280 w 75600"/>
                  <a:gd name="textAreaTop" fmla="*/ 0 h 75600"/>
                  <a:gd name="textAreaBottom" fmla="*/ 80280 h 7560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8" name="Google Shape;1390;p84"/>
              <p:cNvSpPr/>
              <p:nvPr/>
            </p:nvSpPr>
            <p:spPr>
              <a:xfrm>
                <a:off x="10381680" y="873720"/>
                <a:ext cx="73080" cy="105480"/>
              </a:xfrm>
              <a:custGeom>
                <a:avLst/>
                <a:gdLst>
                  <a:gd name="textAreaLeft" fmla="*/ 0 w 73080"/>
                  <a:gd name="textAreaRight" fmla="*/ 77760 w 73080"/>
                  <a:gd name="textAreaTop" fmla="*/ 0 h 105480"/>
                  <a:gd name="textAreaBottom" fmla="*/ 110160 h 10548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9" name="Google Shape;1391;p84"/>
              <p:cNvSpPr/>
              <p:nvPr/>
            </p:nvSpPr>
            <p:spPr>
              <a:xfrm>
                <a:off x="10479240" y="903960"/>
                <a:ext cx="62640" cy="74880"/>
              </a:xfrm>
              <a:custGeom>
                <a:avLst/>
                <a:gdLst>
                  <a:gd name="textAreaLeft" fmla="*/ 0 w 62640"/>
                  <a:gd name="textAreaRight" fmla="*/ 67320 w 62640"/>
                  <a:gd name="textAreaTop" fmla="*/ 0 h 74880"/>
                  <a:gd name="textAreaBottom" fmla="*/ 79560 h 7488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0" name="Google Shape;1392;p84"/>
              <p:cNvSpPr/>
              <p:nvPr/>
            </p:nvSpPr>
            <p:spPr>
              <a:xfrm>
                <a:off x="10564560" y="903960"/>
                <a:ext cx="54720" cy="74880"/>
              </a:xfrm>
              <a:custGeom>
                <a:avLst/>
                <a:gdLst>
                  <a:gd name="textAreaLeft" fmla="*/ 0 w 54720"/>
                  <a:gd name="textAreaRight" fmla="*/ 59400 w 54720"/>
                  <a:gd name="textAreaTop" fmla="*/ 0 h 74880"/>
                  <a:gd name="textAreaBottom" fmla="*/ 79560 h 7488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1" name="Google Shape;1393;p84"/>
              <p:cNvSpPr/>
              <p:nvPr/>
            </p:nvSpPr>
            <p:spPr>
              <a:xfrm>
                <a:off x="10683720" y="903960"/>
                <a:ext cx="62640" cy="74880"/>
              </a:xfrm>
              <a:custGeom>
                <a:avLst/>
                <a:gdLst>
                  <a:gd name="textAreaLeft" fmla="*/ 0 w 62640"/>
                  <a:gd name="textAreaRight" fmla="*/ 67320 w 62640"/>
                  <a:gd name="textAreaTop" fmla="*/ 0 h 74880"/>
                  <a:gd name="textAreaBottom" fmla="*/ 79560 h 7488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2" name="Google Shape;1394;p84"/>
              <p:cNvSpPr/>
              <p:nvPr/>
            </p:nvSpPr>
            <p:spPr>
              <a:xfrm>
                <a:off x="10769400" y="903960"/>
                <a:ext cx="54720" cy="74880"/>
              </a:xfrm>
              <a:custGeom>
                <a:avLst/>
                <a:gdLst>
                  <a:gd name="textAreaLeft" fmla="*/ 0 w 54720"/>
                  <a:gd name="textAreaRight" fmla="*/ 59400 w 54720"/>
                  <a:gd name="textAreaTop" fmla="*/ 0 h 74880"/>
                  <a:gd name="textAreaBottom" fmla="*/ 79560 h 74880"/>
                </a:gdLst>
                <a:ahLst/>
                <a:cxnLst/>
                <a:rect l="textAreaLeft" t="textAreaTop" r="textAreaRight" b="textAreaBottom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3" name="Google Shape;1395;p84"/>
              <p:cNvSpPr/>
              <p:nvPr/>
            </p:nvSpPr>
            <p:spPr>
              <a:xfrm>
                <a:off x="10888200" y="873000"/>
                <a:ext cx="41760" cy="104400"/>
              </a:xfrm>
              <a:custGeom>
                <a:avLst/>
                <a:gdLst>
                  <a:gd name="textAreaLeft" fmla="*/ 0 w 41760"/>
                  <a:gd name="textAreaRight" fmla="*/ 46440 w 41760"/>
                  <a:gd name="textAreaTop" fmla="*/ 0 h 104400"/>
                  <a:gd name="textAreaBottom" fmla="*/ 109080 h 104400"/>
                </a:gdLst>
                <a:ahLst/>
                <a:cxnLst/>
                <a:rect l="textAreaLeft" t="textAreaTop" r="textAreaRight" b="textAreaBottom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4" name="Google Shape;1396;p84"/>
              <p:cNvSpPr/>
              <p:nvPr/>
            </p:nvSpPr>
            <p:spPr>
              <a:xfrm>
                <a:off x="10942920" y="903600"/>
                <a:ext cx="75600" cy="75600"/>
              </a:xfrm>
              <a:custGeom>
                <a:avLst/>
                <a:gdLst>
                  <a:gd name="textAreaLeft" fmla="*/ 0 w 75600"/>
                  <a:gd name="textAreaRight" fmla="*/ 80280 w 75600"/>
                  <a:gd name="textAreaTop" fmla="*/ 0 h 75600"/>
                  <a:gd name="textAreaBottom" fmla="*/ 80280 h 7560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5" name="Google Shape;1397;p84"/>
              <p:cNvSpPr/>
              <p:nvPr/>
            </p:nvSpPr>
            <p:spPr>
              <a:xfrm>
                <a:off x="11043720" y="903960"/>
                <a:ext cx="38160" cy="73440"/>
              </a:xfrm>
              <a:custGeom>
                <a:avLst/>
                <a:gdLst>
                  <a:gd name="textAreaLeft" fmla="*/ 0 w 38160"/>
                  <a:gd name="textAreaRight" fmla="*/ 42840 w 38160"/>
                  <a:gd name="textAreaTop" fmla="*/ 0 h 73440"/>
                  <a:gd name="textAreaBottom" fmla="*/ 78120 h 7344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6" name="Google Shape;1398;p84"/>
              <p:cNvSpPr/>
              <p:nvPr/>
            </p:nvSpPr>
            <p:spPr>
              <a:xfrm>
                <a:off x="11103840" y="903600"/>
                <a:ext cx="111600" cy="73800"/>
              </a:xfrm>
              <a:custGeom>
                <a:avLst/>
                <a:gdLst>
                  <a:gd name="textAreaLeft" fmla="*/ 0 w 111600"/>
                  <a:gd name="textAreaRight" fmla="*/ 116280 w 111600"/>
                  <a:gd name="textAreaTop" fmla="*/ 0 h 73800"/>
                  <a:gd name="textAreaBottom" fmla="*/ 78480 h 73800"/>
                </a:gdLst>
                <a:ahLst/>
                <a:cxnLst/>
                <a:rect l="textAreaLeft" t="textAreaTop" r="textAreaRight" b="textAreaBottom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7" name="Google Shape;1399;p84"/>
              <p:cNvSpPr/>
              <p:nvPr/>
            </p:nvSpPr>
            <p:spPr>
              <a:xfrm>
                <a:off x="11239560" y="903960"/>
                <a:ext cx="62640" cy="74880"/>
              </a:xfrm>
              <a:custGeom>
                <a:avLst/>
                <a:gdLst>
                  <a:gd name="textAreaLeft" fmla="*/ 0 w 62640"/>
                  <a:gd name="textAreaRight" fmla="*/ 67320 w 62640"/>
                  <a:gd name="textAreaTop" fmla="*/ 0 h 74880"/>
                  <a:gd name="textAreaBottom" fmla="*/ 79560 h 7488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8" name="Google Shape;1400;p84"/>
              <p:cNvSpPr/>
              <p:nvPr/>
            </p:nvSpPr>
            <p:spPr>
              <a:xfrm>
                <a:off x="11324880" y="903960"/>
                <a:ext cx="54720" cy="74880"/>
              </a:xfrm>
              <a:custGeom>
                <a:avLst/>
                <a:gdLst>
                  <a:gd name="textAreaLeft" fmla="*/ 0 w 54720"/>
                  <a:gd name="textAreaRight" fmla="*/ 59400 w 54720"/>
                  <a:gd name="textAreaTop" fmla="*/ 0 h 74880"/>
                  <a:gd name="textAreaBottom" fmla="*/ 79560 h 7488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9" name="Google Shape;1401;p84"/>
              <p:cNvSpPr/>
              <p:nvPr/>
            </p:nvSpPr>
            <p:spPr>
              <a:xfrm>
                <a:off x="10208160" y="1039680"/>
                <a:ext cx="73080" cy="105480"/>
              </a:xfrm>
              <a:custGeom>
                <a:avLst/>
                <a:gdLst>
                  <a:gd name="textAreaLeft" fmla="*/ 0 w 73080"/>
                  <a:gd name="textAreaRight" fmla="*/ 77760 w 73080"/>
                  <a:gd name="textAreaTop" fmla="*/ 0 h 105480"/>
                  <a:gd name="textAreaBottom" fmla="*/ 110160 h 10548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0" name="Google Shape;1402;p84"/>
              <p:cNvSpPr/>
              <p:nvPr/>
            </p:nvSpPr>
            <p:spPr>
              <a:xfrm>
                <a:off x="10306800" y="1069920"/>
                <a:ext cx="68040" cy="75600"/>
              </a:xfrm>
              <a:custGeom>
                <a:avLst/>
                <a:gdLst>
                  <a:gd name="textAreaLeft" fmla="*/ 0 w 68040"/>
                  <a:gd name="textAreaRight" fmla="*/ 72720 w 68040"/>
                  <a:gd name="textAreaTop" fmla="*/ 0 h 75600"/>
                  <a:gd name="textAreaBottom" fmla="*/ 80280 h 75600"/>
                </a:gdLst>
                <a:ahLst/>
                <a:cxnLst/>
                <a:rect l="textAreaLeft" t="textAreaTop" r="textAreaRight" b="textAreaBottom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1" name="Google Shape;1403;p84"/>
              <p:cNvSpPr/>
              <p:nvPr/>
            </p:nvSpPr>
            <p:spPr>
              <a:xfrm>
                <a:off x="10438200" y="1070280"/>
                <a:ext cx="62640" cy="74880"/>
              </a:xfrm>
              <a:custGeom>
                <a:avLst/>
                <a:gdLst>
                  <a:gd name="textAreaLeft" fmla="*/ 0 w 62640"/>
                  <a:gd name="textAreaRight" fmla="*/ 67320 w 62640"/>
                  <a:gd name="textAreaTop" fmla="*/ 0 h 74880"/>
                  <a:gd name="textAreaBottom" fmla="*/ 79560 h 7488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2" name="Google Shape;1404;p84"/>
              <p:cNvSpPr/>
              <p:nvPr/>
            </p:nvSpPr>
            <p:spPr>
              <a:xfrm>
                <a:off x="10530360" y="1069560"/>
                <a:ext cx="73080" cy="97560"/>
              </a:xfrm>
              <a:custGeom>
                <a:avLst/>
                <a:gdLst>
                  <a:gd name="textAreaLeft" fmla="*/ 0 w 73080"/>
                  <a:gd name="textAreaRight" fmla="*/ 77760 w 73080"/>
                  <a:gd name="textAreaTop" fmla="*/ 0 h 97560"/>
                  <a:gd name="textAreaBottom" fmla="*/ 102240 h 97560"/>
                </a:gdLst>
                <a:ahLst/>
                <a:cxnLst/>
                <a:rect l="textAreaLeft" t="textAreaTop" r="textAreaRight" b="textAreaBottom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3" name="Google Shape;1405;p84"/>
              <p:cNvSpPr/>
              <p:nvPr/>
            </p:nvSpPr>
            <p:spPr>
              <a:xfrm>
                <a:off x="10629000" y="1069920"/>
                <a:ext cx="38160" cy="73440"/>
              </a:xfrm>
              <a:custGeom>
                <a:avLst/>
                <a:gdLst>
                  <a:gd name="textAreaLeft" fmla="*/ 0 w 38160"/>
                  <a:gd name="textAreaRight" fmla="*/ 42840 w 38160"/>
                  <a:gd name="textAreaTop" fmla="*/ 0 h 73440"/>
                  <a:gd name="textAreaBottom" fmla="*/ 78120 h 7344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4" name="Google Shape;1406;p84"/>
              <p:cNvSpPr/>
              <p:nvPr/>
            </p:nvSpPr>
            <p:spPr>
              <a:xfrm>
                <a:off x="10681200" y="1069920"/>
                <a:ext cx="68040" cy="75600"/>
              </a:xfrm>
              <a:custGeom>
                <a:avLst/>
                <a:gdLst>
                  <a:gd name="textAreaLeft" fmla="*/ 0 w 68040"/>
                  <a:gd name="textAreaRight" fmla="*/ 72720 w 68040"/>
                  <a:gd name="textAreaTop" fmla="*/ 0 h 75600"/>
                  <a:gd name="textAreaBottom" fmla="*/ 80280 h 7560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5" name="Google Shape;1407;p84"/>
              <p:cNvSpPr/>
              <p:nvPr/>
            </p:nvSpPr>
            <p:spPr>
              <a:xfrm>
                <a:off x="10774080" y="1069560"/>
                <a:ext cx="62640" cy="73800"/>
              </a:xfrm>
              <a:custGeom>
                <a:avLst/>
                <a:gdLst>
                  <a:gd name="textAreaLeft" fmla="*/ 0 w 62640"/>
                  <a:gd name="textAreaRight" fmla="*/ 67320 w 62640"/>
                  <a:gd name="textAreaTop" fmla="*/ 0 h 73800"/>
                  <a:gd name="textAreaBottom" fmla="*/ 78480 h 73800"/>
                </a:gdLst>
                <a:ahLst/>
                <a:cxnLst/>
                <a:rect l="textAreaLeft" t="textAreaTop" r="textAreaRight" b="textAreaBottom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6" name="Google Shape;1408;p84"/>
              <p:cNvSpPr/>
              <p:nvPr/>
            </p:nvSpPr>
            <p:spPr>
              <a:xfrm>
                <a:off x="10860840" y="1039680"/>
                <a:ext cx="73080" cy="105480"/>
              </a:xfrm>
              <a:custGeom>
                <a:avLst/>
                <a:gdLst>
                  <a:gd name="textAreaLeft" fmla="*/ 0 w 73080"/>
                  <a:gd name="textAreaRight" fmla="*/ 77760 w 73080"/>
                  <a:gd name="textAreaTop" fmla="*/ 0 h 105480"/>
                  <a:gd name="textAreaBottom" fmla="*/ 110160 h 10548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7" name="Google Shape;1409;p84"/>
              <p:cNvSpPr/>
              <p:nvPr/>
            </p:nvSpPr>
            <p:spPr>
              <a:xfrm>
                <a:off x="10959480" y="1069920"/>
                <a:ext cx="68040" cy="75600"/>
              </a:xfrm>
              <a:custGeom>
                <a:avLst/>
                <a:gdLst>
                  <a:gd name="textAreaLeft" fmla="*/ 0 w 68040"/>
                  <a:gd name="textAreaRight" fmla="*/ 72720 w 68040"/>
                  <a:gd name="textAreaTop" fmla="*/ 0 h 75600"/>
                  <a:gd name="textAreaBottom" fmla="*/ 80280 h 7560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8" name="Google Shape;1410;p84"/>
              <p:cNvSpPr/>
              <p:nvPr/>
            </p:nvSpPr>
            <p:spPr>
              <a:xfrm>
                <a:off x="11052360" y="1069920"/>
                <a:ext cx="38160" cy="73440"/>
              </a:xfrm>
              <a:custGeom>
                <a:avLst/>
                <a:gdLst>
                  <a:gd name="textAreaLeft" fmla="*/ 0 w 38160"/>
                  <a:gd name="textAreaRight" fmla="*/ 42840 w 38160"/>
                  <a:gd name="textAreaTop" fmla="*/ 0 h 73440"/>
                  <a:gd name="textAreaBottom" fmla="*/ 78120 h 7344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379" name="Google Shape;1411;p84"/>
            <p:cNvGrpSpPr/>
            <p:nvPr/>
          </p:nvGrpSpPr>
          <p:grpSpPr>
            <a:xfrm>
              <a:off x="10113480" y="597240"/>
              <a:ext cx="604800" cy="147960"/>
              <a:chOff x="10113480" y="597240"/>
              <a:chExt cx="604800" cy="147960"/>
            </a:xfrm>
          </p:grpSpPr>
          <p:sp>
            <p:nvSpPr>
              <p:cNvPr id="380" name="Google Shape;1412;p84"/>
              <p:cNvSpPr/>
              <p:nvPr/>
            </p:nvSpPr>
            <p:spPr>
              <a:xfrm>
                <a:off x="10627560" y="603360"/>
                <a:ext cx="90720" cy="141120"/>
              </a:xfrm>
              <a:custGeom>
                <a:avLst/>
                <a:gdLst>
                  <a:gd name="textAreaLeft" fmla="*/ 0 w 90720"/>
                  <a:gd name="textAreaRight" fmla="*/ 95400 w 90720"/>
                  <a:gd name="textAreaTop" fmla="*/ 0 h 141120"/>
                  <a:gd name="textAreaBottom" fmla="*/ 145800 h 141120"/>
                </a:gdLst>
                <a:ahLst/>
                <a:cxnLst/>
                <a:rect l="textAreaLeft" t="textAreaTop" r="textAreaRight" b="textAreaBottom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1" name="Google Shape;1413;p84"/>
              <p:cNvSpPr/>
              <p:nvPr/>
            </p:nvSpPr>
            <p:spPr>
              <a:xfrm>
                <a:off x="10113480" y="597240"/>
                <a:ext cx="133200" cy="147960"/>
              </a:xfrm>
              <a:custGeom>
                <a:avLst/>
                <a:gdLst>
                  <a:gd name="textAreaLeft" fmla="*/ 0 w 133200"/>
                  <a:gd name="textAreaRight" fmla="*/ 137880 w 133200"/>
                  <a:gd name="textAreaTop" fmla="*/ 0 h 147960"/>
                  <a:gd name="textAreaBottom" fmla="*/ 152640 h 147960"/>
                </a:gdLst>
                <a:ahLst/>
                <a:cxnLst/>
                <a:rect l="textAreaLeft" t="textAreaTop" r="textAreaRight" b="textAreaBottom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2" name="Google Shape;1414;p84"/>
              <p:cNvSpPr/>
              <p:nvPr/>
            </p:nvSpPr>
            <p:spPr>
              <a:xfrm>
                <a:off x="10246320" y="618480"/>
                <a:ext cx="129600" cy="122040"/>
              </a:xfrm>
              <a:custGeom>
                <a:avLst/>
                <a:gdLst>
                  <a:gd name="textAreaLeft" fmla="*/ 0 w 129600"/>
                  <a:gd name="textAreaRight" fmla="*/ 134280 w 129600"/>
                  <a:gd name="textAreaTop" fmla="*/ 0 h 122040"/>
                  <a:gd name="textAreaBottom" fmla="*/ 126720 h 122040"/>
                </a:gdLst>
                <a:ahLst/>
                <a:cxnLst/>
                <a:rect l="textAreaLeft" t="textAreaTop" r="textAreaRight" b="textAreaBottom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3" name="Google Shape;1415;p84"/>
              <p:cNvSpPr/>
              <p:nvPr/>
            </p:nvSpPr>
            <p:spPr>
              <a:xfrm>
                <a:off x="10378800" y="619920"/>
                <a:ext cx="120960" cy="118440"/>
              </a:xfrm>
              <a:custGeom>
                <a:avLst/>
                <a:gdLst>
                  <a:gd name="textAreaLeft" fmla="*/ 0 w 120960"/>
                  <a:gd name="textAreaRight" fmla="*/ 125640 w 120960"/>
                  <a:gd name="textAreaTop" fmla="*/ 0 h 118440"/>
                  <a:gd name="textAreaBottom" fmla="*/ 123120 h 118440"/>
                </a:gdLst>
                <a:ahLst/>
                <a:cxnLst/>
                <a:rect l="textAreaLeft" t="textAreaTop" r="textAreaRight" b="textAreaBottom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4" name="Google Shape;1416;p84"/>
              <p:cNvSpPr/>
              <p:nvPr/>
            </p:nvSpPr>
            <p:spPr>
              <a:xfrm>
                <a:off x="10503000" y="619200"/>
                <a:ext cx="122040" cy="120600"/>
              </a:xfrm>
              <a:custGeom>
                <a:avLst/>
                <a:gdLst>
                  <a:gd name="textAreaLeft" fmla="*/ 0 w 122040"/>
                  <a:gd name="textAreaRight" fmla="*/ 126720 w 122040"/>
                  <a:gd name="textAreaTop" fmla="*/ 0 h 120600"/>
                  <a:gd name="textAreaBottom" fmla="*/ 125280 h 120600"/>
                </a:gdLst>
                <a:ahLst/>
                <a:cxnLst/>
                <a:rect l="textAreaLeft" t="textAreaTop" r="textAreaRight" b="textAreaBottom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pic>
        <p:nvPicPr>
          <p:cNvPr id="385" name="Google Shape;1417;p84" descr=""/>
          <p:cNvPicPr/>
          <p:nvPr/>
        </p:nvPicPr>
        <p:blipFill>
          <a:blip r:embed="rId2"/>
          <a:stretch/>
        </p:blipFill>
        <p:spPr>
          <a:xfrm>
            <a:off x="10024560" y="4241880"/>
            <a:ext cx="1474920" cy="1022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6" name="Google Shape;1418;p84" descr=""/>
          <p:cNvPicPr/>
          <p:nvPr/>
        </p:nvPicPr>
        <p:blipFill>
          <a:blip r:embed="rId3"/>
          <a:stretch/>
        </p:blipFill>
        <p:spPr>
          <a:xfrm>
            <a:off x="757080" y="916200"/>
            <a:ext cx="2547360" cy="38520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4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fd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1420;p85"/>
          <p:cNvSpPr/>
          <p:nvPr/>
        </p:nvSpPr>
        <p:spPr>
          <a:xfrm>
            <a:off x="8377920" y="13320"/>
            <a:ext cx="3607200" cy="3607200"/>
          </a:xfrm>
          <a:custGeom>
            <a:avLst/>
            <a:gdLst>
              <a:gd name="textAreaLeft" fmla="*/ 0 w 3607200"/>
              <a:gd name="textAreaRight" fmla="*/ 3611880 w 3607200"/>
              <a:gd name="textAreaTop" fmla="*/ 0 h 3607200"/>
              <a:gd name="textAreaBottom" fmla="*/ 3611880 h 3607200"/>
            </a:gdLst>
            <a:ahLst/>
            <a:cxnLst/>
            <a:rect l="textAreaLeft" t="textAreaTop" r="textAreaRight" b="textAreaBottom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382e35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8" name="Google Shape;1421;p85"/>
          <p:cNvSpPr/>
          <p:nvPr/>
        </p:nvSpPr>
        <p:spPr>
          <a:xfrm>
            <a:off x="29865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Google Shape;1422;p85"/>
          <p:cNvSpPr/>
          <p:nvPr/>
        </p:nvSpPr>
        <p:spPr>
          <a:xfrm>
            <a:off x="35420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0" name="Google Shape;1423;p85"/>
          <p:cNvSpPr/>
          <p:nvPr/>
        </p:nvSpPr>
        <p:spPr>
          <a:xfrm>
            <a:off x="4049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1" name="Google Shape;1424;p85"/>
          <p:cNvSpPr/>
          <p:nvPr/>
        </p:nvSpPr>
        <p:spPr>
          <a:xfrm>
            <a:off x="456408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2" name="Google Shape;1425;p85"/>
          <p:cNvSpPr/>
          <p:nvPr/>
        </p:nvSpPr>
        <p:spPr>
          <a:xfrm>
            <a:off x="50781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Google Shape;1426;p85"/>
          <p:cNvSpPr/>
          <p:nvPr/>
        </p:nvSpPr>
        <p:spPr>
          <a:xfrm>
            <a:off x="6145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Google Shape;1427;p85"/>
          <p:cNvSpPr/>
          <p:nvPr/>
        </p:nvSpPr>
        <p:spPr>
          <a:xfrm>
            <a:off x="5633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Google Shape;1428;p85"/>
          <p:cNvSpPr/>
          <p:nvPr/>
        </p:nvSpPr>
        <p:spPr>
          <a:xfrm>
            <a:off x="67413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Google Shape;1429;p85"/>
          <p:cNvSpPr/>
          <p:nvPr/>
        </p:nvSpPr>
        <p:spPr>
          <a:xfrm>
            <a:off x="730332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Google Shape;1430;p85"/>
          <p:cNvSpPr/>
          <p:nvPr/>
        </p:nvSpPr>
        <p:spPr>
          <a:xfrm>
            <a:off x="7846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398" name="Google Shape;1431;p85"/>
          <p:cNvGrpSpPr/>
          <p:nvPr/>
        </p:nvGrpSpPr>
        <p:grpSpPr>
          <a:xfrm>
            <a:off x="795240" y="2890800"/>
            <a:ext cx="3669480" cy="3104280"/>
            <a:chOff x="795240" y="2890800"/>
            <a:chExt cx="3669480" cy="3104280"/>
          </a:xfrm>
        </p:grpSpPr>
        <p:sp>
          <p:nvSpPr>
            <p:cNvPr id="399" name="Google Shape;1432;p85"/>
            <p:cNvSpPr/>
            <p:nvPr/>
          </p:nvSpPr>
          <p:spPr>
            <a:xfrm>
              <a:off x="795240" y="4303800"/>
              <a:ext cx="560520" cy="1691280"/>
            </a:xfrm>
            <a:custGeom>
              <a:avLst/>
              <a:gdLst>
                <a:gd name="textAreaLeft" fmla="*/ 0 w 560520"/>
                <a:gd name="textAreaRight" fmla="*/ 565200 w 560520"/>
                <a:gd name="textAreaTop" fmla="*/ 0 h 1691280"/>
                <a:gd name="textAreaBottom" fmla="*/ 1695960 h 1691280"/>
              </a:gdLst>
              <a:ahLst/>
              <a:cxnLst/>
              <a:rect l="textAreaLeft" t="textAreaTop" r="textAreaRight" b="textAreaBottom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2e35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0" name="Google Shape;1433;p85"/>
            <p:cNvSpPr/>
            <p:nvPr/>
          </p:nvSpPr>
          <p:spPr>
            <a:xfrm>
              <a:off x="3904200" y="3738600"/>
              <a:ext cx="560520" cy="1125720"/>
            </a:xfrm>
            <a:custGeom>
              <a:avLst/>
              <a:gdLst>
                <a:gd name="textAreaLeft" fmla="*/ 0 w 560520"/>
                <a:gd name="textAreaRight" fmla="*/ 565200 w 560520"/>
                <a:gd name="textAreaTop" fmla="*/ 0 h 1125720"/>
                <a:gd name="textAreaBottom" fmla="*/ 1130400 h 1125720"/>
              </a:gdLst>
              <a:ahLst/>
              <a:cxnLst/>
              <a:rect l="textAreaLeft" t="textAreaTop" r="textAreaRight" b="textAreaBottom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solidFill>
              <a:srgbClr val="382e35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1" name="Google Shape;1434;p85"/>
            <p:cNvSpPr/>
            <p:nvPr/>
          </p:nvSpPr>
          <p:spPr>
            <a:xfrm>
              <a:off x="4186800" y="5434560"/>
              <a:ext cx="277920" cy="277920"/>
            </a:xfrm>
            <a:custGeom>
              <a:avLst/>
              <a:gdLst>
                <a:gd name="textAreaLeft" fmla="*/ 0 w 277920"/>
                <a:gd name="textAreaRight" fmla="*/ 282600 w 277920"/>
                <a:gd name="textAreaTop" fmla="*/ 0 h 277920"/>
                <a:gd name="textAreaBottom" fmla="*/ 282600 h 27792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382e35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2" name="Google Shape;1435;p85"/>
            <p:cNvSpPr/>
            <p:nvPr/>
          </p:nvSpPr>
          <p:spPr>
            <a:xfrm>
              <a:off x="2490840" y="3173400"/>
              <a:ext cx="277920" cy="277920"/>
            </a:xfrm>
            <a:custGeom>
              <a:avLst/>
              <a:gdLst>
                <a:gd name="textAreaLeft" fmla="*/ 0 w 277920"/>
                <a:gd name="textAreaRight" fmla="*/ 282600 w 277920"/>
                <a:gd name="textAreaTop" fmla="*/ 0 h 277920"/>
                <a:gd name="textAreaBottom" fmla="*/ 282600 h 27792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382e35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3" name="Google Shape;1436;p85"/>
            <p:cNvSpPr/>
            <p:nvPr/>
          </p:nvSpPr>
          <p:spPr>
            <a:xfrm>
              <a:off x="1360440" y="2890800"/>
              <a:ext cx="1125720" cy="1125720"/>
            </a:xfrm>
            <a:custGeom>
              <a:avLst/>
              <a:gdLst>
                <a:gd name="textAreaLeft" fmla="*/ 0 w 1125720"/>
                <a:gd name="textAreaRight" fmla="*/ 1130400 w 1125720"/>
                <a:gd name="textAreaTop" fmla="*/ 0 h 1125720"/>
                <a:gd name="textAreaBottom" fmla="*/ 1130400 h 1125720"/>
              </a:gdLst>
              <a:ahLst/>
              <a:cxnLst/>
              <a:rect l="textAreaLeft" t="textAreaTop" r="textAreaRight" b="textAreaBottom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solidFill>
              <a:srgbClr val="382e35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4" name="Google Shape;1437;p85"/>
            <p:cNvSpPr/>
            <p:nvPr/>
          </p:nvSpPr>
          <p:spPr>
            <a:xfrm>
              <a:off x="1925640" y="4303800"/>
              <a:ext cx="1408320" cy="1408320"/>
            </a:xfrm>
            <a:custGeom>
              <a:avLst/>
              <a:gdLst>
                <a:gd name="textAreaLeft" fmla="*/ 0 w 1408320"/>
                <a:gd name="textAreaRight" fmla="*/ 1413000 w 1408320"/>
                <a:gd name="textAreaTop" fmla="*/ 0 h 1408320"/>
                <a:gd name="textAreaBottom" fmla="*/ 1413000 h 1408320"/>
              </a:gdLst>
              <a:ahLst/>
              <a:cxnLst/>
              <a:rect l="textAreaLeft" t="textAreaTop" r="textAreaRight" b="textAreaBottom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solidFill>
              <a:srgbClr val="382e35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05" name="Google Shape;1438;p85"/>
          <p:cNvSpPr/>
          <p:nvPr/>
        </p:nvSpPr>
        <p:spPr>
          <a:xfrm>
            <a:off x="706680" y="3871800"/>
            <a:ext cx="3554280" cy="168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rgbClr val="472b80"/>
                </a:solidFill>
                <a:effectLst/>
                <a:uFillTx/>
                <a:latin typeface="Arial"/>
                <a:ea typeface="Arial"/>
              </a:rPr>
              <a:t>Chegamos ao final</a:t>
            </a:r>
            <a:br>
              <a:rPr sz="2600"/>
            </a:br>
            <a:r>
              <a:rPr b="0" lang="pt-BR" sz="2600" strike="noStrike" u="none">
                <a:solidFill>
                  <a:srgbClr val="472b80"/>
                </a:solidFill>
                <a:effectLst/>
                <a:uFillTx/>
                <a:latin typeface="Arial"/>
                <a:ea typeface="Arial"/>
              </a:rPr>
              <a:t>do nosso encontro!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rgbClr val="472b80"/>
                </a:solidFill>
                <a:effectLst/>
                <a:uFillTx/>
                <a:latin typeface="Arial"/>
                <a:ea typeface="Arial"/>
              </a:rPr>
              <a:t>Até o </a:t>
            </a:r>
            <a:r>
              <a:rPr b="1" lang="pt-BR" sz="2600" strike="noStrike" u="none">
                <a:solidFill>
                  <a:srgbClr val="472b80"/>
                </a:solidFill>
                <a:effectLst/>
                <a:uFillTx/>
                <a:latin typeface="Arial"/>
                <a:ea typeface="Arial"/>
              </a:rPr>
              <a:t>próximo</a:t>
            </a:r>
            <a:r>
              <a:rPr b="0" lang="pt-BR" sz="2600" strike="noStrike" u="none">
                <a:solidFill>
                  <a:srgbClr val="472b80"/>
                </a:solidFill>
                <a:effectLst/>
                <a:uFillTx/>
                <a:latin typeface="Arial"/>
                <a:ea typeface="Arial"/>
              </a:rPr>
              <a:t>!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06" name="Google Shape;1439;p85"/>
          <p:cNvGrpSpPr/>
          <p:nvPr/>
        </p:nvGrpSpPr>
        <p:grpSpPr>
          <a:xfrm>
            <a:off x="1734120" y="843120"/>
            <a:ext cx="1365480" cy="1091520"/>
            <a:chOff x="1734120" y="843120"/>
            <a:chExt cx="1365480" cy="1091520"/>
          </a:xfrm>
        </p:grpSpPr>
        <p:sp>
          <p:nvSpPr>
            <p:cNvPr id="407" name="Google Shape;1440;p85"/>
            <p:cNvSpPr/>
            <p:nvPr/>
          </p:nvSpPr>
          <p:spPr>
            <a:xfrm>
              <a:off x="2282400" y="843120"/>
              <a:ext cx="269280" cy="269280"/>
            </a:xfrm>
            <a:custGeom>
              <a:avLst/>
              <a:gdLst>
                <a:gd name="textAreaLeft" fmla="*/ 0 w 269280"/>
                <a:gd name="textAreaRight" fmla="*/ 273960 w 269280"/>
                <a:gd name="textAreaTop" fmla="*/ 0 h 269280"/>
                <a:gd name="textAreaBottom" fmla="*/ 273960 h 2692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8" name="Google Shape;1441;p85"/>
            <p:cNvSpPr/>
            <p:nvPr/>
          </p:nvSpPr>
          <p:spPr>
            <a:xfrm>
              <a:off x="2008080" y="1117440"/>
              <a:ext cx="269280" cy="269280"/>
            </a:xfrm>
            <a:custGeom>
              <a:avLst/>
              <a:gdLst>
                <a:gd name="textAreaLeft" fmla="*/ 0 w 269280"/>
                <a:gd name="textAreaRight" fmla="*/ 273960 w 269280"/>
                <a:gd name="textAreaTop" fmla="*/ 0 h 269280"/>
                <a:gd name="textAreaBottom" fmla="*/ 273960 h 2692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9" name="Google Shape;1442;p85"/>
            <p:cNvSpPr/>
            <p:nvPr/>
          </p:nvSpPr>
          <p:spPr>
            <a:xfrm>
              <a:off x="1734120" y="1391400"/>
              <a:ext cx="269280" cy="269280"/>
            </a:xfrm>
            <a:custGeom>
              <a:avLst/>
              <a:gdLst>
                <a:gd name="textAreaLeft" fmla="*/ 0 w 269280"/>
                <a:gd name="textAreaRight" fmla="*/ 273960 w 269280"/>
                <a:gd name="textAreaTop" fmla="*/ 0 h 269280"/>
                <a:gd name="textAreaBottom" fmla="*/ 273960 h 2692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0" name="Google Shape;1443;p85"/>
            <p:cNvSpPr/>
            <p:nvPr/>
          </p:nvSpPr>
          <p:spPr>
            <a:xfrm>
              <a:off x="1734120" y="1665360"/>
              <a:ext cx="269280" cy="269280"/>
            </a:xfrm>
            <a:custGeom>
              <a:avLst/>
              <a:gdLst>
                <a:gd name="textAreaLeft" fmla="*/ 0 w 269280"/>
                <a:gd name="textAreaRight" fmla="*/ 273960 w 269280"/>
                <a:gd name="textAreaTop" fmla="*/ 0 h 269280"/>
                <a:gd name="textAreaBottom" fmla="*/ 273960 h 2692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1" name="Google Shape;1444;p85"/>
            <p:cNvSpPr/>
            <p:nvPr/>
          </p:nvSpPr>
          <p:spPr>
            <a:xfrm>
              <a:off x="2008080" y="1665360"/>
              <a:ext cx="269280" cy="269280"/>
            </a:xfrm>
            <a:custGeom>
              <a:avLst/>
              <a:gdLst>
                <a:gd name="textAreaLeft" fmla="*/ 0 w 269280"/>
                <a:gd name="textAreaRight" fmla="*/ 273960 w 269280"/>
                <a:gd name="textAreaTop" fmla="*/ 0 h 269280"/>
                <a:gd name="textAreaBottom" fmla="*/ 273960 h 2692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2" name="Google Shape;1445;p85"/>
            <p:cNvSpPr/>
            <p:nvPr/>
          </p:nvSpPr>
          <p:spPr>
            <a:xfrm>
              <a:off x="2282400" y="1665360"/>
              <a:ext cx="269280" cy="269280"/>
            </a:xfrm>
            <a:custGeom>
              <a:avLst/>
              <a:gdLst>
                <a:gd name="textAreaLeft" fmla="*/ 0 w 269280"/>
                <a:gd name="textAreaRight" fmla="*/ 273960 w 269280"/>
                <a:gd name="textAreaTop" fmla="*/ 0 h 269280"/>
                <a:gd name="textAreaBottom" fmla="*/ 273960 h 2692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3" name="Google Shape;1446;p85"/>
            <p:cNvSpPr/>
            <p:nvPr/>
          </p:nvSpPr>
          <p:spPr>
            <a:xfrm>
              <a:off x="2556360" y="1665360"/>
              <a:ext cx="269280" cy="269280"/>
            </a:xfrm>
            <a:custGeom>
              <a:avLst/>
              <a:gdLst>
                <a:gd name="textAreaLeft" fmla="*/ 0 w 269280"/>
                <a:gd name="textAreaRight" fmla="*/ 273960 w 269280"/>
                <a:gd name="textAreaTop" fmla="*/ 0 h 269280"/>
                <a:gd name="textAreaBottom" fmla="*/ 273960 h 2692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4" name="Google Shape;1447;p85"/>
            <p:cNvSpPr/>
            <p:nvPr/>
          </p:nvSpPr>
          <p:spPr>
            <a:xfrm>
              <a:off x="2830320" y="1665360"/>
              <a:ext cx="269280" cy="269280"/>
            </a:xfrm>
            <a:custGeom>
              <a:avLst/>
              <a:gdLst>
                <a:gd name="textAreaLeft" fmla="*/ 0 w 269280"/>
                <a:gd name="textAreaRight" fmla="*/ 273960 w 269280"/>
                <a:gd name="textAreaTop" fmla="*/ 0 h 269280"/>
                <a:gd name="textAreaBottom" fmla="*/ 273960 h 2692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5" name="Google Shape;1448;p85"/>
            <p:cNvSpPr/>
            <p:nvPr/>
          </p:nvSpPr>
          <p:spPr>
            <a:xfrm>
              <a:off x="2830320" y="1391400"/>
              <a:ext cx="269280" cy="269280"/>
            </a:xfrm>
            <a:custGeom>
              <a:avLst/>
              <a:gdLst>
                <a:gd name="textAreaLeft" fmla="*/ 0 w 269280"/>
                <a:gd name="textAreaRight" fmla="*/ 273960 w 269280"/>
                <a:gd name="textAreaTop" fmla="*/ 0 h 269280"/>
                <a:gd name="textAreaBottom" fmla="*/ 273960 h 2692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6" name="Google Shape;1449;p85"/>
            <p:cNvSpPr/>
            <p:nvPr/>
          </p:nvSpPr>
          <p:spPr>
            <a:xfrm>
              <a:off x="2556360" y="1117440"/>
              <a:ext cx="269280" cy="269280"/>
            </a:xfrm>
            <a:custGeom>
              <a:avLst/>
              <a:gdLst>
                <a:gd name="textAreaLeft" fmla="*/ 0 w 269280"/>
                <a:gd name="textAreaRight" fmla="*/ 273960 w 269280"/>
                <a:gd name="textAreaTop" fmla="*/ 0 h 269280"/>
                <a:gd name="textAreaBottom" fmla="*/ 273960 h 2692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17" name="Google Shape;1450;p85"/>
          <p:cNvGrpSpPr/>
          <p:nvPr/>
        </p:nvGrpSpPr>
        <p:grpSpPr>
          <a:xfrm>
            <a:off x="401040" y="198360"/>
            <a:ext cx="2379240" cy="1620360"/>
            <a:chOff x="401040" y="198360"/>
            <a:chExt cx="2379240" cy="1620360"/>
          </a:xfrm>
        </p:grpSpPr>
        <p:sp>
          <p:nvSpPr>
            <p:cNvPr id="418" name="Google Shape;1451;p85"/>
            <p:cNvSpPr/>
            <p:nvPr/>
          </p:nvSpPr>
          <p:spPr>
            <a:xfrm>
              <a:off x="690480" y="275760"/>
              <a:ext cx="2089800" cy="154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rgbClr val="002060"/>
                  </a:solidFill>
                  <a:effectLst/>
                  <a:uFillTx/>
                  <a:latin typeface="Arial"/>
                  <a:ea typeface="Arial"/>
                </a:rPr>
                <a:t>_GOOGLE</a:t>
              </a:r>
              <a:endParaRPr b="0" lang="pt-BR" sz="2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rgbClr val="002060"/>
                  </a:solidFill>
                  <a:effectLst/>
                  <a:uFillTx/>
                  <a:latin typeface="Arial"/>
                  <a:ea typeface="Arial"/>
                </a:rPr>
                <a:t>CLOUD</a:t>
              </a:r>
              <a:endParaRPr b="0" lang="pt-BR" sz="2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rgbClr val="002060"/>
                  </a:solidFill>
                  <a:effectLst/>
                  <a:uFillTx/>
                  <a:latin typeface="Arial"/>
                  <a:ea typeface="Arial"/>
                </a:rPr>
                <a:t>FOUDATIONS</a:t>
              </a:r>
              <a:endParaRPr b="0" lang="pt-BR" sz="2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19" name="Google Shape;1452;p85"/>
            <p:cNvGrpSpPr/>
            <p:nvPr/>
          </p:nvGrpSpPr>
          <p:grpSpPr>
            <a:xfrm>
              <a:off x="401040" y="198360"/>
              <a:ext cx="688680" cy="688680"/>
              <a:chOff x="401040" y="198360"/>
              <a:chExt cx="688680" cy="688680"/>
            </a:xfrm>
          </p:grpSpPr>
          <p:sp>
            <p:nvSpPr>
              <p:cNvPr id="420" name="Google Shape;1453;p85"/>
              <p:cNvSpPr/>
              <p:nvPr/>
            </p:nvSpPr>
            <p:spPr>
              <a:xfrm>
                <a:off x="401040" y="545040"/>
                <a:ext cx="342000" cy="342000"/>
              </a:xfrm>
              <a:prstGeom prst="rect">
                <a:avLst/>
              </a:prstGeom>
              <a:solidFill>
                <a:srgbClr val="292255">
                  <a:alpha val="2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1" name="Google Shape;1454;p85"/>
              <p:cNvSpPr/>
              <p:nvPr/>
            </p:nvSpPr>
            <p:spPr>
              <a:xfrm>
                <a:off x="747720" y="198360"/>
                <a:ext cx="342000" cy="342000"/>
              </a:xfrm>
              <a:prstGeom prst="rect">
                <a:avLst/>
              </a:prstGeom>
              <a:solidFill>
                <a:srgbClr val="292255">
                  <a:alpha val="2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422" name="Google Shape;1455;p85"/>
          <p:cNvGrpSpPr/>
          <p:nvPr/>
        </p:nvGrpSpPr>
        <p:grpSpPr>
          <a:xfrm>
            <a:off x="9761760" y="5367240"/>
            <a:ext cx="1393560" cy="726840"/>
            <a:chOff x="9761760" y="5367240"/>
            <a:chExt cx="1393560" cy="726840"/>
          </a:xfrm>
        </p:grpSpPr>
        <p:grpSp>
          <p:nvGrpSpPr>
            <p:cNvPr id="423" name="Google Shape;1456;p85"/>
            <p:cNvGrpSpPr/>
            <p:nvPr/>
          </p:nvGrpSpPr>
          <p:grpSpPr>
            <a:xfrm>
              <a:off x="9761760" y="5367240"/>
              <a:ext cx="1159920" cy="280440"/>
              <a:chOff x="9761760" y="5367240"/>
              <a:chExt cx="1159920" cy="280440"/>
            </a:xfrm>
          </p:grpSpPr>
          <p:sp>
            <p:nvSpPr>
              <p:cNvPr id="424" name="Google Shape;1457;p85"/>
              <p:cNvSpPr/>
              <p:nvPr/>
            </p:nvSpPr>
            <p:spPr>
              <a:xfrm>
                <a:off x="9761760" y="5367240"/>
                <a:ext cx="137520" cy="279000"/>
              </a:xfrm>
              <a:custGeom>
                <a:avLst/>
                <a:gdLst>
                  <a:gd name="textAreaLeft" fmla="*/ 0 w 137520"/>
                  <a:gd name="textAreaRight" fmla="*/ 142200 w 137520"/>
                  <a:gd name="textAreaTop" fmla="*/ 0 h 279000"/>
                  <a:gd name="textAreaBottom" fmla="*/ 283680 h 279000"/>
                </a:gdLst>
                <a:ahLst/>
                <a:cxnLst/>
                <a:rect l="textAreaLeft" t="textAreaTop" r="textAreaRight" b="textAreaBottom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5" name="Google Shape;1458;p85"/>
              <p:cNvSpPr/>
              <p:nvPr/>
            </p:nvSpPr>
            <p:spPr>
              <a:xfrm>
                <a:off x="9933480" y="5420160"/>
                <a:ext cx="214200" cy="227520"/>
              </a:xfrm>
              <a:custGeom>
                <a:avLst/>
                <a:gdLst>
                  <a:gd name="textAreaLeft" fmla="*/ 0 w 214200"/>
                  <a:gd name="textAreaRight" fmla="*/ 218880 w 214200"/>
                  <a:gd name="textAreaTop" fmla="*/ 0 h 227520"/>
                  <a:gd name="textAreaBottom" fmla="*/ 232200 h 227520"/>
                </a:gdLst>
                <a:ahLst/>
                <a:cxnLst/>
                <a:rect l="textAreaLeft" t="textAreaTop" r="textAreaRight" b="textAreaBottom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6" name="Google Shape;1459;p85"/>
              <p:cNvSpPr/>
              <p:nvPr/>
            </p:nvSpPr>
            <p:spPr>
              <a:xfrm>
                <a:off x="10188360" y="5420160"/>
                <a:ext cx="202320" cy="227520"/>
              </a:xfrm>
              <a:custGeom>
                <a:avLst/>
                <a:gdLst>
                  <a:gd name="textAreaLeft" fmla="*/ 0 w 202320"/>
                  <a:gd name="textAreaRight" fmla="*/ 207000 w 202320"/>
                  <a:gd name="textAreaTop" fmla="*/ 0 h 227520"/>
                  <a:gd name="textAreaBottom" fmla="*/ 232200 h 227520"/>
                </a:gdLst>
                <a:ahLst/>
                <a:cxnLst/>
                <a:rect l="textAreaLeft" t="textAreaTop" r="textAreaRight" b="textAreaBottom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7" name="Google Shape;1460;p85"/>
              <p:cNvSpPr/>
              <p:nvPr/>
            </p:nvSpPr>
            <p:spPr>
              <a:xfrm>
                <a:off x="10436760" y="5420160"/>
                <a:ext cx="199440" cy="222480"/>
              </a:xfrm>
              <a:custGeom>
                <a:avLst/>
                <a:gdLst>
                  <a:gd name="textAreaLeft" fmla="*/ 0 w 199440"/>
                  <a:gd name="textAreaRight" fmla="*/ 204120 w 199440"/>
                  <a:gd name="textAreaTop" fmla="*/ 0 h 222480"/>
                  <a:gd name="textAreaBottom" fmla="*/ 227160 h 222480"/>
                </a:gdLst>
                <a:ahLst/>
                <a:cxnLst/>
                <a:rect l="textAreaLeft" t="textAreaTop" r="textAreaRight" b="textAreaBottom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8" name="Google Shape;1461;p85"/>
              <p:cNvSpPr/>
              <p:nvPr/>
            </p:nvSpPr>
            <p:spPr>
              <a:xfrm>
                <a:off x="10685160" y="5420160"/>
                <a:ext cx="236520" cy="227520"/>
              </a:xfrm>
              <a:custGeom>
                <a:avLst/>
                <a:gdLst>
                  <a:gd name="textAreaLeft" fmla="*/ 0 w 236520"/>
                  <a:gd name="textAreaRight" fmla="*/ 241200 w 236520"/>
                  <a:gd name="textAreaTop" fmla="*/ 0 h 227520"/>
                  <a:gd name="textAreaBottom" fmla="*/ 232200 h 22752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429" name="Google Shape;1462;p85"/>
            <p:cNvGrpSpPr/>
            <p:nvPr/>
          </p:nvGrpSpPr>
          <p:grpSpPr>
            <a:xfrm>
              <a:off x="10162800" y="5727600"/>
              <a:ext cx="992520" cy="366480"/>
              <a:chOff x="10162800" y="5727600"/>
              <a:chExt cx="992520" cy="366480"/>
            </a:xfrm>
          </p:grpSpPr>
          <p:sp>
            <p:nvSpPr>
              <p:cNvPr id="430" name="Google Shape;1463;p85"/>
              <p:cNvSpPr/>
              <p:nvPr/>
            </p:nvSpPr>
            <p:spPr>
              <a:xfrm>
                <a:off x="10162800" y="5727600"/>
                <a:ext cx="58680" cy="298800"/>
              </a:xfrm>
              <a:custGeom>
                <a:avLst/>
                <a:gdLst>
                  <a:gd name="textAreaLeft" fmla="*/ 0 w 58680"/>
                  <a:gd name="textAreaRight" fmla="*/ 63360 w 58680"/>
                  <a:gd name="textAreaTop" fmla="*/ 0 h 298800"/>
                  <a:gd name="textAreaBottom" fmla="*/ 303480 h 298800"/>
                </a:gdLst>
                <a:ahLst/>
                <a:cxnLst/>
                <a:rect l="textAreaLeft" t="textAreaTop" r="textAreaRight" b="textAreaBottom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1" name="Google Shape;1464;p85"/>
              <p:cNvSpPr/>
              <p:nvPr/>
            </p:nvSpPr>
            <p:spPr>
              <a:xfrm>
                <a:off x="10274760" y="5804280"/>
                <a:ext cx="236520" cy="227520"/>
              </a:xfrm>
              <a:custGeom>
                <a:avLst/>
                <a:gdLst>
                  <a:gd name="textAreaLeft" fmla="*/ 0 w 236520"/>
                  <a:gd name="textAreaRight" fmla="*/ 241200 w 236520"/>
                  <a:gd name="textAreaTop" fmla="*/ 0 h 227520"/>
                  <a:gd name="textAreaBottom" fmla="*/ 232200 h 22752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2" name="Google Shape;1465;p85"/>
              <p:cNvSpPr/>
              <p:nvPr/>
            </p:nvSpPr>
            <p:spPr>
              <a:xfrm>
                <a:off x="10551960" y="5804280"/>
                <a:ext cx="229320" cy="289800"/>
              </a:xfrm>
              <a:custGeom>
                <a:avLst/>
                <a:gdLst>
                  <a:gd name="textAreaLeft" fmla="*/ 0 w 229320"/>
                  <a:gd name="textAreaRight" fmla="*/ 234000 w 229320"/>
                  <a:gd name="textAreaTop" fmla="*/ 0 h 289800"/>
                  <a:gd name="textAreaBottom" fmla="*/ 294480 h 289800"/>
                </a:gdLst>
                <a:ahLst/>
                <a:cxnLst/>
                <a:rect l="textAreaLeft" t="textAreaTop" r="textAreaRight" b="textAreaBottom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3" name="Google Shape;1466;p85"/>
              <p:cNvSpPr/>
              <p:nvPr/>
            </p:nvSpPr>
            <p:spPr>
              <a:xfrm>
                <a:off x="10843920" y="5727600"/>
                <a:ext cx="61920" cy="298800"/>
              </a:xfrm>
              <a:custGeom>
                <a:avLst/>
                <a:gdLst>
                  <a:gd name="textAreaLeft" fmla="*/ 0 w 61920"/>
                  <a:gd name="textAreaRight" fmla="*/ 66600 w 61920"/>
                  <a:gd name="textAreaTop" fmla="*/ 0 h 298800"/>
                  <a:gd name="textAreaBottom" fmla="*/ 303480 h 298800"/>
                </a:gdLst>
                <a:ahLst/>
                <a:cxnLst/>
                <a:rect l="textAreaLeft" t="textAreaTop" r="textAreaRight" b="textAreaBottom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4" name="Google Shape;1467;p85"/>
              <p:cNvSpPr/>
              <p:nvPr/>
            </p:nvSpPr>
            <p:spPr>
              <a:xfrm>
                <a:off x="10954800" y="5806080"/>
                <a:ext cx="200520" cy="225000"/>
              </a:xfrm>
              <a:custGeom>
                <a:avLst/>
                <a:gdLst>
                  <a:gd name="textAreaLeft" fmla="*/ 0 w 200520"/>
                  <a:gd name="textAreaRight" fmla="*/ 205200 w 200520"/>
                  <a:gd name="textAreaTop" fmla="*/ 0 h 225000"/>
                  <a:gd name="textAreaBottom" fmla="*/ 229680 h 225000"/>
                </a:gdLst>
                <a:ahLst/>
                <a:cxnLst/>
                <a:rect l="textAreaLeft" t="textAreaTop" r="textAreaRight" b="textAreaBottom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435" name="Google Shape;1468;p85"/>
          <p:cNvGrpSpPr/>
          <p:nvPr/>
        </p:nvGrpSpPr>
        <p:grpSpPr>
          <a:xfrm>
            <a:off x="9844560" y="5104080"/>
            <a:ext cx="575280" cy="140400"/>
            <a:chOff x="9844560" y="5104080"/>
            <a:chExt cx="575280" cy="140400"/>
          </a:xfrm>
        </p:grpSpPr>
        <p:sp>
          <p:nvSpPr>
            <p:cNvPr id="436" name="Google Shape;1469;p85"/>
            <p:cNvSpPr/>
            <p:nvPr/>
          </p:nvSpPr>
          <p:spPr>
            <a:xfrm>
              <a:off x="10333800" y="5109840"/>
              <a:ext cx="86040" cy="133920"/>
            </a:xfrm>
            <a:custGeom>
              <a:avLst/>
              <a:gdLst>
                <a:gd name="textAreaLeft" fmla="*/ 0 w 86040"/>
                <a:gd name="textAreaRight" fmla="*/ 90720 w 86040"/>
                <a:gd name="textAreaTop" fmla="*/ 0 h 133920"/>
                <a:gd name="textAreaBottom" fmla="*/ 138600 h 133920"/>
              </a:gdLst>
              <a:ahLst/>
              <a:cxnLst/>
              <a:rect l="textAreaLeft" t="textAreaTop" r="textAreaRight" b="textAreaBottom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7" name="Google Shape;1470;p85"/>
            <p:cNvSpPr/>
            <p:nvPr/>
          </p:nvSpPr>
          <p:spPr>
            <a:xfrm>
              <a:off x="9844560" y="5104080"/>
              <a:ext cx="126360" cy="140400"/>
            </a:xfrm>
            <a:custGeom>
              <a:avLst/>
              <a:gdLst>
                <a:gd name="textAreaLeft" fmla="*/ 0 w 126360"/>
                <a:gd name="textAreaRight" fmla="*/ 131040 w 126360"/>
                <a:gd name="textAreaTop" fmla="*/ 0 h 140400"/>
                <a:gd name="textAreaBottom" fmla="*/ 145080 h 140400"/>
              </a:gdLst>
              <a:ahLst/>
              <a:cxnLst/>
              <a:rect l="textAreaLeft" t="textAreaTop" r="textAreaRight" b="textAreaBottom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8" name="Google Shape;1471;p85"/>
            <p:cNvSpPr/>
            <p:nvPr/>
          </p:nvSpPr>
          <p:spPr>
            <a:xfrm>
              <a:off x="9970920" y="5124240"/>
              <a:ext cx="122760" cy="115920"/>
            </a:xfrm>
            <a:custGeom>
              <a:avLst/>
              <a:gdLst>
                <a:gd name="textAreaLeft" fmla="*/ 0 w 122760"/>
                <a:gd name="textAreaRight" fmla="*/ 127440 w 122760"/>
                <a:gd name="textAreaTop" fmla="*/ 0 h 115920"/>
                <a:gd name="textAreaBottom" fmla="*/ 120600 h 115920"/>
              </a:gdLst>
              <a:ahLst/>
              <a:cxnLst/>
              <a:rect l="textAreaLeft" t="textAreaTop" r="textAreaRight" b="textAreaBottom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9" name="Google Shape;1472;p85"/>
            <p:cNvSpPr/>
            <p:nvPr/>
          </p:nvSpPr>
          <p:spPr>
            <a:xfrm>
              <a:off x="10096920" y="5125680"/>
              <a:ext cx="114480" cy="112320"/>
            </a:xfrm>
            <a:custGeom>
              <a:avLst/>
              <a:gdLst>
                <a:gd name="textAreaLeft" fmla="*/ 0 w 114480"/>
                <a:gd name="textAreaRight" fmla="*/ 119160 w 114480"/>
                <a:gd name="textAreaTop" fmla="*/ 0 h 112320"/>
                <a:gd name="textAreaBottom" fmla="*/ 117000 h 112320"/>
              </a:gdLst>
              <a:ahLst/>
              <a:cxnLst/>
              <a:rect l="textAreaLeft" t="textAreaTop" r="textAreaRight" b="textAreaBottom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0" name="Google Shape;1473;p85"/>
            <p:cNvSpPr/>
            <p:nvPr/>
          </p:nvSpPr>
          <p:spPr>
            <a:xfrm>
              <a:off x="10215360" y="5124960"/>
              <a:ext cx="115560" cy="114480"/>
            </a:xfrm>
            <a:custGeom>
              <a:avLst/>
              <a:gdLst>
                <a:gd name="textAreaLeft" fmla="*/ 0 w 115560"/>
                <a:gd name="textAreaRight" fmla="*/ 120240 w 115560"/>
                <a:gd name="textAreaTop" fmla="*/ 0 h 114480"/>
                <a:gd name="textAreaBottom" fmla="*/ 119160 h 114480"/>
              </a:gdLst>
              <a:ahLst/>
              <a:cxnLst/>
              <a:rect l="textAreaLeft" t="textAreaTop" r="textAreaRight" b="textAreaBottom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441" name="Google Shape;1474;p85" descr=""/>
          <p:cNvPicPr/>
          <p:nvPr/>
        </p:nvPicPr>
        <p:blipFill>
          <a:blip r:embed="rId2"/>
          <a:stretch/>
        </p:blipFill>
        <p:spPr>
          <a:xfrm>
            <a:off x="8838000" y="1433520"/>
            <a:ext cx="2547360" cy="38520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238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2" name="Google Shape;868;p74"/>
          <p:cNvGrpSpPr/>
          <p:nvPr/>
        </p:nvGrpSpPr>
        <p:grpSpPr>
          <a:xfrm>
            <a:off x="795240" y="2890800"/>
            <a:ext cx="3669480" cy="3104280"/>
            <a:chOff x="795240" y="2890800"/>
            <a:chExt cx="3669480" cy="3104280"/>
          </a:xfrm>
        </p:grpSpPr>
        <p:sp>
          <p:nvSpPr>
            <p:cNvPr id="443" name="Google Shape;869;p74"/>
            <p:cNvSpPr/>
            <p:nvPr/>
          </p:nvSpPr>
          <p:spPr>
            <a:xfrm>
              <a:off x="795240" y="4303800"/>
              <a:ext cx="560520" cy="1691280"/>
            </a:xfrm>
            <a:custGeom>
              <a:avLst/>
              <a:gdLst>
                <a:gd name="textAreaLeft" fmla="*/ 0 w 560520"/>
                <a:gd name="textAreaRight" fmla="*/ 565200 w 560520"/>
                <a:gd name="textAreaTop" fmla="*/ 0 h 1691280"/>
                <a:gd name="textAreaBottom" fmla="*/ 1695960 h 1691280"/>
              </a:gdLst>
              <a:ahLst/>
              <a:cxnLst/>
              <a:rect l="textAreaLeft" t="textAreaTop" r="textAreaRight" b="textAreaBottom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4" name="Google Shape;870;p74"/>
            <p:cNvSpPr/>
            <p:nvPr/>
          </p:nvSpPr>
          <p:spPr>
            <a:xfrm>
              <a:off x="3904200" y="3738600"/>
              <a:ext cx="560520" cy="1125720"/>
            </a:xfrm>
            <a:custGeom>
              <a:avLst/>
              <a:gdLst>
                <a:gd name="textAreaLeft" fmla="*/ 0 w 560520"/>
                <a:gd name="textAreaRight" fmla="*/ 565200 w 560520"/>
                <a:gd name="textAreaTop" fmla="*/ 0 h 1125720"/>
                <a:gd name="textAreaBottom" fmla="*/ 1130400 h 1125720"/>
              </a:gdLst>
              <a:ahLst/>
              <a:cxnLst/>
              <a:rect l="textAreaLeft" t="textAreaTop" r="textAreaRight" b="textAreaBottom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5" name="Google Shape;871;p74"/>
            <p:cNvSpPr/>
            <p:nvPr/>
          </p:nvSpPr>
          <p:spPr>
            <a:xfrm>
              <a:off x="4186800" y="5434560"/>
              <a:ext cx="277920" cy="277920"/>
            </a:xfrm>
            <a:custGeom>
              <a:avLst/>
              <a:gdLst>
                <a:gd name="textAreaLeft" fmla="*/ 0 w 277920"/>
                <a:gd name="textAreaRight" fmla="*/ 282600 w 277920"/>
                <a:gd name="textAreaTop" fmla="*/ 0 h 277920"/>
                <a:gd name="textAreaBottom" fmla="*/ 282600 h 27792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6" name="Google Shape;872;p74"/>
            <p:cNvSpPr/>
            <p:nvPr/>
          </p:nvSpPr>
          <p:spPr>
            <a:xfrm>
              <a:off x="2490840" y="3173400"/>
              <a:ext cx="277920" cy="277920"/>
            </a:xfrm>
            <a:custGeom>
              <a:avLst/>
              <a:gdLst>
                <a:gd name="textAreaLeft" fmla="*/ 0 w 277920"/>
                <a:gd name="textAreaRight" fmla="*/ 282600 w 277920"/>
                <a:gd name="textAreaTop" fmla="*/ 0 h 277920"/>
                <a:gd name="textAreaBottom" fmla="*/ 282600 h 27792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7" name="Google Shape;873;p74"/>
            <p:cNvSpPr/>
            <p:nvPr/>
          </p:nvSpPr>
          <p:spPr>
            <a:xfrm>
              <a:off x="1360440" y="2890800"/>
              <a:ext cx="1125720" cy="1125720"/>
            </a:xfrm>
            <a:custGeom>
              <a:avLst/>
              <a:gdLst>
                <a:gd name="textAreaLeft" fmla="*/ 0 w 1125720"/>
                <a:gd name="textAreaRight" fmla="*/ 1130400 w 1125720"/>
                <a:gd name="textAreaTop" fmla="*/ 0 h 1125720"/>
                <a:gd name="textAreaBottom" fmla="*/ 1130400 h 1125720"/>
              </a:gdLst>
              <a:ahLst/>
              <a:cxnLst/>
              <a:rect l="textAreaLeft" t="textAreaTop" r="textAreaRight" b="textAreaBottom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8" name="Google Shape;874;p74"/>
            <p:cNvSpPr/>
            <p:nvPr/>
          </p:nvSpPr>
          <p:spPr>
            <a:xfrm>
              <a:off x="1925640" y="4303800"/>
              <a:ext cx="1408320" cy="1408320"/>
            </a:xfrm>
            <a:custGeom>
              <a:avLst/>
              <a:gdLst>
                <a:gd name="textAreaLeft" fmla="*/ 0 w 1408320"/>
                <a:gd name="textAreaRight" fmla="*/ 1413000 w 1408320"/>
                <a:gd name="textAreaTop" fmla="*/ 0 h 1408320"/>
                <a:gd name="textAreaBottom" fmla="*/ 1413000 h 1408320"/>
              </a:gdLst>
              <a:ahLst/>
              <a:cxnLst/>
              <a:rect l="textAreaLeft" t="textAreaTop" r="textAreaRight" b="textAreaBottom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49" name="Google Shape;875;p74"/>
          <p:cNvSpPr/>
          <p:nvPr/>
        </p:nvSpPr>
        <p:spPr>
          <a:xfrm>
            <a:off x="29865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0" name="Google Shape;876;p74"/>
          <p:cNvSpPr/>
          <p:nvPr/>
        </p:nvSpPr>
        <p:spPr>
          <a:xfrm>
            <a:off x="35420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1" name="Google Shape;877;p74"/>
          <p:cNvSpPr/>
          <p:nvPr/>
        </p:nvSpPr>
        <p:spPr>
          <a:xfrm>
            <a:off x="4049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2" name="Google Shape;878;p74"/>
          <p:cNvSpPr/>
          <p:nvPr/>
        </p:nvSpPr>
        <p:spPr>
          <a:xfrm>
            <a:off x="456408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3" name="Google Shape;879;p74"/>
          <p:cNvSpPr/>
          <p:nvPr/>
        </p:nvSpPr>
        <p:spPr>
          <a:xfrm>
            <a:off x="50781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Google Shape;880;p74"/>
          <p:cNvSpPr/>
          <p:nvPr/>
        </p:nvSpPr>
        <p:spPr>
          <a:xfrm>
            <a:off x="6145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Google Shape;881;p74"/>
          <p:cNvSpPr/>
          <p:nvPr/>
        </p:nvSpPr>
        <p:spPr>
          <a:xfrm>
            <a:off x="5633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Google Shape;882;p74"/>
          <p:cNvSpPr/>
          <p:nvPr/>
        </p:nvSpPr>
        <p:spPr>
          <a:xfrm>
            <a:off x="67413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Google Shape;883;p74"/>
          <p:cNvSpPr/>
          <p:nvPr/>
        </p:nvSpPr>
        <p:spPr>
          <a:xfrm>
            <a:off x="730332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Google Shape;884;p74"/>
          <p:cNvSpPr/>
          <p:nvPr/>
        </p:nvSpPr>
        <p:spPr>
          <a:xfrm>
            <a:off x="7846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459" name="Google Shape;885;p74"/>
          <p:cNvGrpSpPr/>
          <p:nvPr/>
        </p:nvGrpSpPr>
        <p:grpSpPr>
          <a:xfrm>
            <a:off x="-2185920" y="0"/>
            <a:ext cx="927720" cy="6853320"/>
            <a:chOff x="-2185920" y="0"/>
            <a:chExt cx="927720" cy="6853320"/>
          </a:xfrm>
        </p:grpSpPr>
        <p:sp>
          <p:nvSpPr>
            <p:cNvPr id="460" name="Google Shape;886;p74"/>
            <p:cNvSpPr/>
            <p:nvPr/>
          </p:nvSpPr>
          <p:spPr>
            <a:xfrm>
              <a:off x="-2185920" y="0"/>
              <a:ext cx="312840" cy="6853320"/>
            </a:xfrm>
            <a:prstGeom prst="rect">
              <a:avLst/>
            </a:pr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1" name="Google Shape;887;p74"/>
            <p:cNvSpPr/>
            <p:nvPr/>
          </p:nvSpPr>
          <p:spPr>
            <a:xfrm>
              <a:off x="-2185920" y="0"/>
              <a:ext cx="312840" cy="2484360"/>
            </a:xfrm>
            <a:prstGeom prst="rect">
              <a:avLst/>
            </a:prstGeom>
            <a:solidFill>
              <a:srgbClr val="084c8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2" name="Google Shape;888;p74"/>
            <p:cNvSpPr/>
            <p:nvPr/>
          </p:nvSpPr>
          <p:spPr>
            <a:xfrm>
              <a:off x="-1881720" y="0"/>
              <a:ext cx="312840" cy="68533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3" name="Google Shape;889;p74"/>
            <p:cNvSpPr/>
            <p:nvPr/>
          </p:nvSpPr>
          <p:spPr>
            <a:xfrm>
              <a:off x="-1881720" y="4368960"/>
              <a:ext cx="312840" cy="248436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4" name="Google Shape;890;p74"/>
            <p:cNvSpPr/>
            <p:nvPr/>
          </p:nvSpPr>
          <p:spPr>
            <a:xfrm>
              <a:off x="-1571040" y="0"/>
              <a:ext cx="312840" cy="6853320"/>
            </a:xfrm>
            <a:prstGeom prst="rect">
              <a:avLst/>
            </a:prstGeom>
            <a:solidFill>
              <a:srgbClr val="0dad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5" name="Google Shape;891;p74"/>
            <p:cNvSpPr/>
            <p:nvPr/>
          </p:nvSpPr>
          <p:spPr>
            <a:xfrm>
              <a:off x="-1571040" y="0"/>
              <a:ext cx="312840" cy="2484360"/>
            </a:xfrm>
            <a:prstGeom prst="rect">
              <a:avLst/>
            </a:prstGeom>
            <a:solidFill>
              <a:srgbClr val="6deaa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66" name="Google Shape;892;p74"/>
          <p:cNvGrpSpPr/>
          <p:nvPr/>
        </p:nvGrpSpPr>
        <p:grpSpPr>
          <a:xfrm>
            <a:off x="1734120" y="843120"/>
            <a:ext cx="1365480" cy="1091520"/>
            <a:chOff x="1734120" y="843120"/>
            <a:chExt cx="1365480" cy="1091520"/>
          </a:xfrm>
        </p:grpSpPr>
        <p:sp>
          <p:nvSpPr>
            <p:cNvPr id="467" name="Google Shape;893;p74"/>
            <p:cNvSpPr/>
            <p:nvPr/>
          </p:nvSpPr>
          <p:spPr>
            <a:xfrm>
              <a:off x="2282400" y="843120"/>
              <a:ext cx="269280" cy="269280"/>
            </a:xfrm>
            <a:custGeom>
              <a:avLst/>
              <a:gdLst>
                <a:gd name="textAreaLeft" fmla="*/ 0 w 269280"/>
                <a:gd name="textAreaRight" fmla="*/ 273960 w 269280"/>
                <a:gd name="textAreaTop" fmla="*/ 0 h 269280"/>
                <a:gd name="textAreaBottom" fmla="*/ 273960 h 2692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8" name="Google Shape;894;p74"/>
            <p:cNvSpPr/>
            <p:nvPr/>
          </p:nvSpPr>
          <p:spPr>
            <a:xfrm>
              <a:off x="2008080" y="1117440"/>
              <a:ext cx="269280" cy="269280"/>
            </a:xfrm>
            <a:custGeom>
              <a:avLst/>
              <a:gdLst>
                <a:gd name="textAreaLeft" fmla="*/ 0 w 269280"/>
                <a:gd name="textAreaRight" fmla="*/ 273960 w 269280"/>
                <a:gd name="textAreaTop" fmla="*/ 0 h 269280"/>
                <a:gd name="textAreaBottom" fmla="*/ 273960 h 2692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9" name="Google Shape;895;p74"/>
            <p:cNvSpPr/>
            <p:nvPr/>
          </p:nvSpPr>
          <p:spPr>
            <a:xfrm>
              <a:off x="1734120" y="1391400"/>
              <a:ext cx="269280" cy="269280"/>
            </a:xfrm>
            <a:custGeom>
              <a:avLst/>
              <a:gdLst>
                <a:gd name="textAreaLeft" fmla="*/ 0 w 269280"/>
                <a:gd name="textAreaRight" fmla="*/ 273960 w 269280"/>
                <a:gd name="textAreaTop" fmla="*/ 0 h 269280"/>
                <a:gd name="textAreaBottom" fmla="*/ 273960 h 2692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0" name="Google Shape;896;p74"/>
            <p:cNvSpPr/>
            <p:nvPr/>
          </p:nvSpPr>
          <p:spPr>
            <a:xfrm>
              <a:off x="1734120" y="1665360"/>
              <a:ext cx="269280" cy="269280"/>
            </a:xfrm>
            <a:custGeom>
              <a:avLst/>
              <a:gdLst>
                <a:gd name="textAreaLeft" fmla="*/ 0 w 269280"/>
                <a:gd name="textAreaRight" fmla="*/ 273960 w 269280"/>
                <a:gd name="textAreaTop" fmla="*/ 0 h 269280"/>
                <a:gd name="textAreaBottom" fmla="*/ 273960 h 2692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1" name="Google Shape;897;p74"/>
            <p:cNvSpPr/>
            <p:nvPr/>
          </p:nvSpPr>
          <p:spPr>
            <a:xfrm>
              <a:off x="2008080" y="1665360"/>
              <a:ext cx="269280" cy="269280"/>
            </a:xfrm>
            <a:custGeom>
              <a:avLst/>
              <a:gdLst>
                <a:gd name="textAreaLeft" fmla="*/ 0 w 269280"/>
                <a:gd name="textAreaRight" fmla="*/ 273960 w 269280"/>
                <a:gd name="textAreaTop" fmla="*/ 0 h 269280"/>
                <a:gd name="textAreaBottom" fmla="*/ 273960 h 2692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2" name="Google Shape;898;p74"/>
            <p:cNvSpPr/>
            <p:nvPr/>
          </p:nvSpPr>
          <p:spPr>
            <a:xfrm>
              <a:off x="2282400" y="1665360"/>
              <a:ext cx="269280" cy="269280"/>
            </a:xfrm>
            <a:custGeom>
              <a:avLst/>
              <a:gdLst>
                <a:gd name="textAreaLeft" fmla="*/ 0 w 269280"/>
                <a:gd name="textAreaRight" fmla="*/ 273960 w 269280"/>
                <a:gd name="textAreaTop" fmla="*/ 0 h 269280"/>
                <a:gd name="textAreaBottom" fmla="*/ 273960 h 2692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3" name="Google Shape;899;p74"/>
            <p:cNvSpPr/>
            <p:nvPr/>
          </p:nvSpPr>
          <p:spPr>
            <a:xfrm>
              <a:off x="2556360" y="1665360"/>
              <a:ext cx="269280" cy="269280"/>
            </a:xfrm>
            <a:custGeom>
              <a:avLst/>
              <a:gdLst>
                <a:gd name="textAreaLeft" fmla="*/ 0 w 269280"/>
                <a:gd name="textAreaRight" fmla="*/ 273960 w 269280"/>
                <a:gd name="textAreaTop" fmla="*/ 0 h 269280"/>
                <a:gd name="textAreaBottom" fmla="*/ 273960 h 2692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4" name="Google Shape;900;p74"/>
            <p:cNvSpPr/>
            <p:nvPr/>
          </p:nvSpPr>
          <p:spPr>
            <a:xfrm>
              <a:off x="2830320" y="1665360"/>
              <a:ext cx="269280" cy="269280"/>
            </a:xfrm>
            <a:custGeom>
              <a:avLst/>
              <a:gdLst>
                <a:gd name="textAreaLeft" fmla="*/ 0 w 269280"/>
                <a:gd name="textAreaRight" fmla="*/ 273960 w 269280"/>
                <a:gd name="textAreaTop" fmla="*/ 0 h 269280"/>
                <a:gd name="textAreaBottom" fmla="*/ 273960 h 2692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5" name="Google Shape;901;p74"/>
            <p:cNvSpPr/>
            <p:nvPr/>
          </p:nvSpPr>
          <p:spPr>
            <a:xfrm>
              <a:off x="2830320" y="1391400"/>
              <a:ext cx="269280" cy="269280"/>
            </a:xfrm>
            <a:custGeom>
              <a:avLst/>
              <a:gdLst>
                <a:gd name="textAreaLeft" fmla="*/ 0 w 269280"/>
                <a:gd name="textAreaRight" fmla="*/ 273960 w 269280"/>
                <a:gd name="textAreaTop" fmla="*/ 0 h 269280"/>
                <a:gd name="textAreaBottom" fmla="*/ 273960 h 2692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6" name="Google Shape;902;p74"/>
            <p:cNvSpPr/>
            <p:nvPr/>
          </p:nvSpPr>
          <p:spPr>
            <a:xfrm>
              <a:off x="2556360" y="1117440"/>
              <a:ext cx="269280" cy="269280"/>
            </a:xfrm>
            <a:custGeom>
              <a:avLst/>
              <a:gdLst>
                <a:gd name="textAreaLeft" fmla="*/ 0 w 269280"/>
                <a:gd name="textAreaRight" fmla="*/ 273960 w 269280"/>
                <a:gd name="textAreaTop" fmla="*/ 0 h 269280"/>
                <a:gd name="textAreaBottom" fmla="*/ 273960 h 2692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77" name="Google Shape;903;p74"/>
          <p:cNvGrpSpPr/>
          <p:nvPr/>
        </p:nvGrpSpPr>
        <p:grpSpPr>
          <a:xfrm>
            <a:off x="9798120" y="5367240"/>
            <a:ext cx="1393560" cy="726840"/>
            <a:chOff x="9798120" y="5367240"/>
            <a:chExt cx="1393560" cy="726840"/>
          </a:xfrm>
        </p:grpSpPr>
        <p:grpSp>
          <p:nvGrpSpPr>
            <p:cNvPr id="478" name="Google Shape;904;p74"/>
            <p:cNvGrpSpPr/>
            <p:nvPr/>
          </p:nvGrpSpPr>
          <p:grpSpPr>
            <a:xfrm>
              <a:off x="9798120" y="5367240"/>
              <a:ext cx="1159920" cy="280440"/>
              <a:chOff x="9798120" y="5367240"/>
              <a:chExt cx="1159920" cy="280440"/>
            </a:xfrm>
          </p:grpSpPr>
          <p:sp>
            <p:nvSpPr>
              <p:cNvPr id="479" name="Google Shape;905;p74"/>
              <p:cNvSpPr/>
              <p:nvPr/>
            </p:nvSpPr>
            <p:spPr>
              <a:xfrm>
                <a:off x="9798120" y="5367240"/>
                <a:ext cx="137520" cy="279000"/>
              </a:xfrm>
              <a:custGeom>
                <a:avLst/>
                <a:gdLst>
                  <a:gd name="textAreaLeft" fmla="*/ 0 w 137520"/>
                  <a:gd name="textAreaRight" fmla="*/ 142200 w 137520"/>
                  <a:gd name="textAreaTop" fmla="*/ 0 h 279000"/>
                  <a:gd name="textAreaBottom" fmla="*/ 283680 h 279000"/>
                </a:gdLst>
                <a:ahLst/>
                <a:cxnLst/>
                <a:rect l="textAreaLeft" t="textAreaTop" r="textAreaRight" b="textAreaBottom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0" name="Google Shape;906;p74"/>
              <p:cNvSpPr/>
              <p:nvPr/>
            </p:nvSpPr>
            <p:spPr>
              <a:xfrm>
                <a:off x="9969840" y="5420160"/>
                <a:ext cx="214200" cy="227520"/>
              </a:xfrm>
              <a:custGeom>
                <a:avLst/>
                <a:gdLst>
                  <a:gd name="textAreaLeft" fmla="*/ 0 w 214200"/>
                  <a:gd name="textAreaRight" fmla="*/ 218880 w 214200"/>
                  <a:gd name="textAreaTop" fmla="*/ 0 h 227520"/>
                  <a:gd name="textAreaBottom" fmla="*/ 232200 h 227520"/>
                </a:gdLst>
                <a:ahLst/>
                <a:cxnLst/>
                <a:rect l="textAreaLeft" t="textAreaTop" r="textAreaRight" b="textAreaBottom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1" name="Google Shape;907;p74"/>
              <p:cNvSpPr/>
              <p:nvPr/>
            </p:nvSpPr>
            <p:spPr>
              <a:xfrm>
                <a:off x="10224720" y="5420160"/>
                <a:ext cx="202320" cy="227520"/>
              </a:xfrm>
              <a:custGeom>
                <a:avLst/>
                <a:gdLst>
                  <a:gd name="textAreaLeft" fmla="*/ 0 w 202320"/>
                  <a:gd name="textAreaRight" fmla="*/ 207000 w 202320"/>
                  <a:gd name="textAreaTop" fmla="*/ 0 h 227520"/>
                  <a:gd name="textAreaBottom" fmla="*/ 232200 h 227520"/>
                </a:gdLst>
                <a:ahLst/>
                <a:cxnLst/>
                <a:rect l="textAreaLeft" t="textAreaTop" r="textAreaRight" b="textAreaBottom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2" name="Google Shape;908;p74"/>
              <p:cNvSpPr/>
              <p:nvPr/>
            </p:nvSpPr>
            <p:spPr>
              <a:xfrm>
                <a:off x="10473120" y="5420160"/>
                <a:ext cx="199440" cy="222480"/>
              </a:xfrm>
              <a:custGeom>
                <a:avLst/>
                <a:gdLst>
                  <a:gd name="textAreaLeft" fmla="*/ 0 w 199440"/>
                  <a:gd name="textAreaRight" fmla="*/ 204120 w 199440"/>
                  <a:gd name="textAreaTop" fmla="*/ 0 h 222480"/>
                  <a:gd name="textAreaBottom" fmla="*/ 227160 h 222480"/>
                </a:gdLst>
                <a:ahLst/>
                <a:cxnLst/>
                <a:rect l="textAreaLeft" t="textAreaTop" r="textAreaRight" b="textAreaBottom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3" name="Google Shape;909;p74"/>
              <p:cNvSpPr/>
              <p:nvPr/>
            </p:nvSpPr>
            <p:spPr>
              <a:xfrm>
                <a:off x="10721520" y="5420160"/>
                <a:ext cx="236520" cy="227520"/>
              </a:xfrm>
              <a:custGeom>
                <a:avLst/>
                <a:gdLst>
                  <a:gd name="textAreaLeft" fmla="*/ 0 w 236520"/>
                  <a:gd name="textAreaRight" fmla="*/ 241200 w 236520"/>
                  <a:gd name="textAreaTop" fmla="*/ 0 h 227520"/>
                  <a:gd name="textAreaBottom" fmla="*/ 232200 h 22752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484" name="Google Shape;910;p74"/>
            <p:cNvGrpSpPr/>
            <p:nvPr/>
          </p:nvGrpSpPr>
          <p:grpSpPr>
            <a:xfrm>
              <a:off x="10199160" y="5727600"/>
              <a:ext cx="992520" cy="366480"/>
              <a:chOff x="10199160" y="5727600"/>
              <a:chExt cx="992520" cy="366480"/>
            </a:xfrm>
          </p:grpSpPr>
          <p:sp>
            <p:nvSpPr>
              <p:cNvPr id="485" name="Google Shape;911;p74"/>
              <p:cNvSpPr/>
              <p:nvPr/>
            </p:nvSpPr>
            <p:spPr>
              <a:xfrm>
                <a:off x="10199160" y="5727600"/>
                <a:ext cx="58680" cy="298800"/>
              </a:xfrm>
              <a:custGeom>
                <a:avLst/>
                <a:gdLst>
                  <a:gd name="textAreaLeft" fmla="*/ 0 w 58680"/>
                  <a:gd name="textAreaRight" fmla="*/ 63360 w 58680"/>
                  <a:gd name="textAreaTop" fmla="*/ 0 h 298800"/>
                  <a:gd name="textAreaBottom" fmla="*/ 303480 h 298800"/>
                </a:gdLst>
                <a:ahLst/>
                <a:cxnLst/>
                <a:rect l="textAreaLeft" t="textAreaTop" r="textAreaRight" b="textAreaBottom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6" name="Google Shape;912;p74"/>
              <p:cNvSpPr/>
              <p:nvPr/>
            </p:nvSpPr>
            <p:spPr>
              <a:xfrm>
                <a:off x="10311120" y="5804280"/>
                <a:ext cx="236520" cy="227520"/>
              </a:xfrm>
              <a:custGeom>
                <a:avLst/>
                <a:gdLst>
                  <a:gd name="textAreaLeft" fmla="*/ 0 w 236520"/>
                  <a:gd name="textAreaRight" fmla="*/ 241200 w 236520"/>
                  <a:gd name="textAreaTop" fmla="*/ 0 h 227520"/>
                  <a:gd name="textAreaBottom" fmla="*/ 232200 h 22752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7" name="Google Shape;913;p74"/>
              <p:cNvSpPr/>
              <p:nvPr/>
            </p:nvSpPr>
            <p:spPr>
              <a:xfrm>
                <a:off x="10588320" y="5804280"/>
                <a:ext cx="229320" cy="289800"/>
              </a:xfrm>
              <a:custGeom>
                <a:avLst/>
                <a:gdLst>
                  <a:gd name="textAreaLeft" fmla="*/ 0 w 229320"/>
                  <a:gd name="textAreaRight" fmla="*/ 234000 w 229320"/>
                  <a:gd name="textAreaTop" fmla="*/ 0 h 289800"/>
                  <a:gd name="textAreaBottom" fmla="*/ 294480 h 289800"/>
                </a:gdLst>
                <a:ahLst/>
                <a:cxnLst/>
                <a:rect l="textAreaLeft" t="textAreaTop" r="textAreaRight" b="textAreaBottom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8" name="Google Shape;914;p74"/>
              <p:cNvSpPr/>
              <p:nvPr/>
            </p:nvSpPr>
            <p:spPr>
              <a:xfrm>
                <a:off x="10880280" y="5727600"/>
                <a:ext cx="61920" cy="298800"/>
              </a:xfrm>
              <a:custGeom>
                <a:avLst/>
                <a:gdLst>
                  <a:gd name="textAreaLeft" fmla="*/ 0 w 61920"/>
                  <a:gd name="textAreaRight" fmla="*/ 66600 w 61920"/>
                  <a:gd name="textAreaTop" fmla="*/ 0 h 298800"/>
                  <a:gd name="textAreaBottom" fmla="*/ 303480 h 298800"/>
                </a:gdLst>
                <a:ahLst/>
                <a:cxnLst/>
                <a:rect l="textAreaLeft" t="textAreaTop" r="textAreaRight" b="textAreaBottom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9" name="Google Shape;915;p74"/>
              <p:cNvSpPr/>
              <p:nvPr/>
            </p:nvSpPr>
            <p:spPr>
              <a:xfrm>
                <a:off x="10991160" y="5806080"/>
                <a:ext cx="200520" cy="225000"/>
              </a:xfrm>
              <a:custGeom>
                <a:avLst/>
                <a:gdLst>
                  <a:gd name="textAreaLeft" fmla="*/ 0 w 200520"/>
                  <a:gd name="textAreaRight" fmla="*/ 205200 w 200520"/>
                  <a:gd name="textAreaTop" fmla="*/ 0 h 225000"/>
                  <a:gd name="textAreaBottom" fmla="*/ 229680 h 225000"/>
                </a:gdLst>
                <a:ahLst/>
                <a:cxnLst/>
                <a:rect l="textAreaLeft" t="textAreaTop" r="textAreaRight" b="textAreaBottom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490" name="Google Shape;916;p74"/>
          <p:cNvGrpSpPr/>
          <p:nvPr/>
        </p:nvGrpSpPr>
        <p:grpSpPr>
          <a:xfrm>
            <a:off x="9880920" y="5104080"/>
            <a:ext cx="574920" cy="140400"/>
            <a:chOff x="9880920" y="5104080"/>
            <a:chExt cx="574920" cy="140400"/>
          </a:xfrm>
        </p:grpSpPr>
        <p:sp>
          <p:nvSpPr>
            <p:cNvPr id="491" name="Google Shape;917;p74"/>
            <p:cNvSpPr/>
            <p:nvPr/>
          </p:nvSpPr>
          <p:spPr>
            <a:xfrm>
              <a:off x="10369800" y="5109840"/>
              <a:ext cx="86040" cy="133920"/>
            </a:xfrm>
            <a:custGeom>
              <a:avLst/>
              <a:gdLst>
                <a:gd name="textAreaLeft" fmla="*/ 0 w 86040"/>
                <a:gd name="textAreaRight" fmla="*/ 90720 w 86040"/>
                <a:gd name="textAreaTop" fmla="*/ 0 h 133920"/>
                <a:gd name="textAreaBottom" fmla="*/ 138600 h 133920"/>
              </a:gdLst>
              <a:ahLst/>
              <a:cxnLst/>
              <a:rect l="textAreaLeft" t="textAreaTop" r="textAreaRight" b="textAreaBottom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2" name="Google Shape;918;p74"/>
            <p:cNvSpPr/>
            <p:nvPr/>
          </p:nvSpPr>
          <p:spPr>
            <a:xfrm>
              <a:off x="9880920" y="5104080"/>
              <a:ext cx="126360" cy="140400"/>
            </a:xfrm>
            <a:custGeom>
              <a:avLst/>
              <a:gdLst>
                <a:gd name="textAreaLeft" fmla="*/ 0 w 126360"/>
                <a:gd name="textAreaRight" fmla="*/ 131040 w 126360"/>
                <a:gd name="textAreaTop" fmla="*/ 0 h 140400"/>
                <a:gd name="textAreaBottom" fmla="*/ 145080 h 140400"/>
              </a:gdLst>
              <a:ahLst/>
              <a:cxnLst/>
              <a:rect l="textAreaLeft" t="textAreaTop" r="textAreaRight" b="textAreaBottom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3" name="Google Shape;919;p74"/>
            <p:cNvSpPr/>
            <p:nvPr/>
          </p:nvSpPr>
          <p:spPr>
            <a:xfrm>
              <a:off x="10007280" y="5124240"/>
              <a:ext cx="122760" cy="115920"/>
            </a:xfrm>
            <a:custGeom>
              <a:avLst/>
              <a:gdLst>
                <a:gd name="textAreaLeft" fmla="*/ 0 w 122760"/>
                <a:gd name="textAreaRight" fmla="*/ 127440 w 122760"/>
                <a:gd name="textAreaTop" fmla="*/ 0 h 115920"/>
                <a:gd name="textAreaBottom" fmla="*/ 120600 h 115920"/>
              </a:gdLst>
              <a:ahLst/>
              <a:cxnLst/>
              <a:rect l="textAreaLeft" t="textAreaTop" r="textAreaRight" b="textAreaBottom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4" name="Google Shape;920;p74"/>
            <p:cNvSpPr/>
            <p:nvPr/>
          </p:nvSpPr>
          <p:spPr>
            <a:xfrm>
              <a:off x="10133280" y="5125680"/>
              <a:ext cx="114480" cy="112320"/>
            </a:xfrm>
            <a:custGeom>
              <a:avLst/>
              <a:gdLst>
                <a:gd name="textAreaLeft" fmla="*/ 0 w 114480"/>
                <a:gd name="textAreaRight" fmla="*/ 119160 w 114480"/>
                <a:gd name="textAreaTop" fmla="*/ 0 h 112320"/>
                <a:gd name="textAreaBottom" fmla="*/ 117000 h 112320"/>
              </a:gdLst>
              <a:ahLst/>
              <a:cxnLst/>
              <a:rect l="textAreaLeft" t="textAreaTop" r="textAreaRight" b="textAreaBottom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5" name="Google Shape;921;p74"/>
            <p:cNvSpPr/>
            <p:nvPr/>
          </p:nvSpPr>
          <p:spPr>
            <a:xfrm>
              <a:off x="10251720" y="5124960"/>
              <a:ext cx="115560" cy="114480"/>
            </a:xfrm>
            <a:custGeom>
              <a:avLst/>
              <a:gdLst>
                <a:gd name="textAreaLeft" fmla="*/ 0 w 115560"/>
                <a:gd name="textAreaRight" fmla="*/ 120240 w 115560"/>
                <a:gd name="textAreaTop" fmla="*/ 0 h 114480"/>
                <a:gd name="textAreaBottom" fmla="*/ 119160 h 114480"/>
              </a:gdLst>
              <a:ahLst/>
              <a:cxnLst/>
              <a:rect l="textAreaLeft" t="textAreaTop" r="textAreaRight" b="textAreaBottom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96" name="Google Shape;922;p74"/>
          <p:cNvSpPr/>
          <p:nvPr/>
        </p:nvSpPr>
        <p:spPr>
          <a:xfrm>
            <a:off x="8377920" y="13320"/>
            <a:ext cx="3607200" cy="3607200"/>
          </a:xfrm>
          <a:custGeom>
            <a:avLst/>
            <a:gdLst>
              <a:gd name="textAreaLeft" fmla="*/ 0 w 3607200"/>
              <a:gd name="textAreaRight" fmla="*/ 3611880 w 3607200"/>
              <a:gd name="textAreaTop" fmla="*/ 0 h 3607200"/>
              <a:gd name="textAreaBottom" fmla="*/ 3611880 h 3607200"/>
            </a:gdLst>
            <a:ahLst/>
            <a:cxnLst/>
            <a:rect l="textAreaLeft" t="textAreaTop" r="textAreaRight" b="textAreaBottom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382e35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497" name="Google Shape;923;p74"/>
          <p:cNvGrpSpPr/>
          <p:nvPr/>
        </p:nvGrpSpPr>
        <p:grpSpPr>
          <a:xfrm>
            <a:off x="401040" y="198360"/>
            <a:ext cx="6756480" cy="1620360"/>
            <a:chOff x="401040" y="198360"/>
            <a:chExt cx="6756480" cy="1620360"/>
          </a:xfrm>
        </p:grpSpPr>
        <p:sp>
          <p:nvSpPr>
            <p:cNvPr id="498" name="Google Shape;924;p74"/>
            <p:cNvSpPr/>
            <p:nvPr/>
          </p:nvSpPr>
          <p:spPr>
            <a:xfrm>
              <a:off x="690480" y="275760"/>
              <a:ext cx="2089800" cy="154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_BIG</a:t>
              </a:r>
              <a:br>
                <a:rPr sz="2100"/>
              </a:b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DATA</a:t>
              </a:r>
              <a:br>
                <a:rPr sz="2100"/>
              </a:b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SCIENCE</a:t>
              </a:r>
              <a:endParaRPr b="0" lang="pt-BR" sz="21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9" name="Google Shape;925;p74"/>
            <p:cNvSpPr/>
            <p:nvPr/>
          </p:nvSpPr>
          <p:spPr>
            <a:xfrm>
              <a:off x="1944360" y="961560"/>
              <a:ext cx="5213160" cy="765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16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_ANALISTA DE DADOS</a:t>
              </a:r>
              <a:endParaRPr b="0" lang="pt-BR" sz="16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00" name="Google Shape;926;p74"/>
            <p:cNvGrpSpPr/>
            <p:nvPr/>
          </p:nvGrpSpPr>
          <p:grpSpPr>
            <a:xfrm>
              <a:off x="401040" y="198360"/>
              <a:ext cx="688680" cy="688680"/>
              <a:chOff x="401040" y="198360"/>
              <a:chExt cx="688680" cy="688680"/>
            </a:xfrm>
          </p:grpSpPr>
          <p:sp>
            <p:nvSpPr>
              <p:cNvPr id="501" name="Google Shape;927;p74"/>
              <p:cNvSpPr/>
              <p:nvPr/>
            </p:nvSpPr>
            <p:spPr>
              <a:xfrm>
                <a:off x="401040" y="545040"/>
                <a:ext cx="342000" cy="342000"/>
              </a:xfrm>
              <a:prstGeom prst="rect">
                <a:avLst/>
              </a:prstGeom>
              <a:solidFill>
                <a:srgbClr val="292255">
                  <a:alpha val="2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2" name="Google Shape;928;p74"/>
              <p:cNvSpPr/>
              <p:nvPr/>
            </p:nvSpPr>
            <p:spPr>
              <a:xfrm>
                <a:off x="747720" y="198360"/>
                <a:ext cx="342000" cy="342000"/>
              </a:xfrm>
              <a:prstGeom prst="rect">
                <a:avLst/>
              </a:prstGeom>
              <a:solidFill>
                <a:srgbClr val="292255">
                  <a:alpha val="2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503" name="Google Shape;929;p74"/>
          <p:cNvSpPr/>
          <p:nvPr/>
        </p:nvSpPr>
        <p:spPr>
          <a:xfrm>
            <a:off x="706680" y="3871800"/>
            <a:ext cx="3554280" cy="168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Chegamos ao final</a:t>
            </a:r>
            <a:br>
              <a:rPr sz="2600"/>
            </a:b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do nosso encontro!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Até o </a:t>
            </a:r>
            <a:r>
              <a:rPr b="1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próximo</a:t>
            </a: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04" name="Google Shape;930;p74" descr=""/>
          <p:cNvPicPr/>
          <p:nvPr/>
        </p:nvPicPr>
        <p:blipFill>
          <a:blip r:embed="rId2"/>
          <a:stretch/>
        </p:blipFill>
        <p:spPr>
          <a:xfrm>
            <a:off x="9226440" y="1445400"/>
            <a:ext cx="1909800" cy="33480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4c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5" name="Google Shape;1170;p81"/>
          <p:cNvGrpSpPr/>
          <p:nvPr/>
        </p:nvGrpSpPr>
        <p:grpSpPr>
          <a:xfrm>
            <a:off x="795240" y="2890800"/>
            <a:ext cx="3669480" cy="3104280"/>
            <a:chOff x="795240" y="2890800"/>
            <a:chExt cx="3669480" cy="3104280"/>
          </a:xfrm>
        </p:grpSpPr>
        <p:sp>
          <p:nvSpPr>
            <p:cNvPr id="506" name="Google Shape;1171;p81"/>
            <p:cNvSpPr/>
            <p:nvPr/>
          </p:nvSpPr>
          <p:spPr>
            <a:xfrm>
              <a:off x="795240" y="4303800"/>
              <a:ext cx="560520" cy="1691280"/>
            </a:xfrm>
            <a:custGeom>
              <a:avLst/>
              <a:gdLst>
                <a:gd name="textAreaLeft" fmla="*/ 0 w 560520"/>
                <a:gd name="textAreaRight" fmla="*/ 565200 w 560520"/>
                <a:gd name="textAreaTop" fmla="*/ 0 h 1691280"/>
                <a:gd name="textAreaBottom" fmla="*/ 1695960 h 1691280"/>
              </a:gdLst>
              <a:ahLst/>
              <a:cxnLst/>
              <a:rect l="textAreaLeft" t="textAreaTop" r="textAreaRight" b="textAreaBottom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7" name="Google Shape;1172;p81"/>
            <p:cNvSpPr/>
            <p:nvPr/>
          </p:nvSpPr>
          <p:spPr>
            <a:xfrm>
              <a:off x="3904200" y="3738600"/>
              <a:ext cx="560520" cy="1125720"/>
            </a:xfrm>
            <a:custGeom>
              <a:avLst/>
              <a:gdLst>
                <a:gd name="textAreaLeft" fmla="*/ 0 w 560520"/>
                <a:gd name="textAreaRight" fmla="*/ 565200 w 560520"/>
                <a:gd name="textAreaTop" fmla="*/ 0 h 1125720"/>
                <a:gd name="textAreaBottom" fmla="*/ 1130400 h 1125720"/>
              </a:gdLst>
              <a:ahLst/>
              <a:cxnLst/>
              <a:rect l="textAreaLeft" t="textAreaTop" r="textAreaRight" b="textAreaBottom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8" name="Google Shape;1173;p81"/>
            <p:cNvSpPr/>
            <p:nvPr/>
          </p:nvSpPr>
          <p:spPr>
            <a:xfrm>
              <a:off x="4186800" y="5434560"/>
              <a:ext cx="277920" cy="277920"/>
            </a:xfrm>
            <a:custGeom>
              <a:avLst/>
              <a:gdLst>
                <a:gd name="textAreaLeft" fmla="*/ 0 w 277920"/>
                <a:gd name="textAreaRight" fmla="*/ 282600 w 277920"/>
                <a:gd name="textAreaTop" fmla="*/ 0 h 277920"/>
                <a:gd name="textAreaBottom" fmla="*/ 282600 h 27792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9" name="Google Shape;1174;p81"/>
            <p:cNvSpPr/>
            <p:nvPr/>
          </p:nvSpPr>
          <p:spPr>
            <a:xfrm>
              <a:off x="2490840" y="3173400"/>
              <a:ext cx="277920" cy="277920"/>
            </a:xfrm>
            <a:custGeom>
              <a:avLst/>
              <a:gdLst>
                <a:gd name="textAreaLeft" fmla="*/ 0 w 277920"/>
                <a:gd name="textAreaRight" fmla="*/ 282600 w 277920"/>
                <a:gd name="textAreaTop" fmla="*/ 0 h 277920"/>
                <a:gd name="textAreaBottom" fmla="*/ 282600 h 27792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0" name="Google Shape;1175;p81"/>
            <p:cNvSpPr/>
            <p:nvPr/>
          </p:nvSpPr>
          <p:spPr>
            <a:xfrm>
              <a:off x="1360440" y="2890800"/>
              <a:ext cx="1125720" cy="1125720"/>
            </a:xfrm>
            <a:custGeom>
              <a:avLst/>
              <a:gdLst>
                <a:gd name="textAreaLeft" fmla="*/ 0 w 1125720"/>
                <a:gd name="textAreaRight" fmla="*/ 1130400 w 1125720"/>
                <a:gd name="textAreaTop" fmla="*/ 0 h 1125720"/>
                <a:gd name="textAreaBottom" fmla="*/ 1130400 h 1125720"/>
              </a:gdLst>
              <a:ahLst/>
              <a:cxnLst/>
              <a:rect l="textAreaLeft" t="textAreaTop" r="textAreaRight" b="textAreaBottom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1" name="Google Shape;1176;p81"/>
            <p:cNvSpPr/>
            <p:nvPr/>
          </p:nvSpPr>
          <p:spPr>
            <a:xfrm>
              <a:off x="1925640" y="4303800"/>
              <a:ext cx="1408320" cy="1408320"/>
            </a:xfrm>
            <a:custGeom>
              <a:avLst/>
              <a:gdLst>
                <a:gd name="textAreaLeft" fmla="*/ 0 w 1408320"/>
                <a:gd name="textAreaRight" fmla="*/ 1413000 w 1408320"/>
                <a:gd name="textAreaTop" fmla="*/ 0 h 1408320"/>
                <a:gd name="textAreaBottom" fmla="*/ 1413000 h 1408320"/>
              </a:gdLst>
              <a:ahLst/>
              <a:cxnLst/>
              <a:rect l="textAreaLeft" t="textAreaTop" r="textAreaRight" b="textAreaBottom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12" name="Google Shape;1177;p81"/>
          <p:cNvSpPr/>
          <p:nvPr/>
        </p:nvSpPr>
        <p:spPr>
          <a:xfrm>
            <a:off x="29865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3" name="Google Shape;1178;p81"/>
          <p:cNvSpPr/>
          <p:nvPr/>
        </p:nvSpPr>
        <p:spPr>
          <a:xfrm>
            <a:off x="35420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4" name="Google Shape;1179;p81"/>
          <p:cNvSpPr/>
          <p:nvPr/>
        </p:nvSpPr>
        <p:spPr>
          <a:xfrm>
            <a:off x="4049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5" name="Google Shape;1180;p81"/>
          <p:cNvSpPr/>
          <p:nvPr/>
        </p:nvSpPr>
        <p:spPr>
          <a:xfrm>
            <a:off x="456408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6" name="Google Shape;1181;p81"/>
          <p:cNvSpPr/>
          <p:nvPr/>
        </p:nvSpPr>
        <p:spPr>
          <a:xfrm>
            <a:off x="50781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Google Shape;1182;p81"/>
          <p:cNvSpPr/>
          <p:nvPr/>
        </p:nvSpPr>
        <p:spPr>
          <a:xfrm>
            <a:off x="6145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Google Shape;1183;p81"/>
          <p:cNvSpPr/>
          <p:nvPr/>
        </p:nvSpPr>
        <p:spPr>
          <a:xfrm>
            <a:off x="5633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Google Shape;1184;p81"/>
          <p:cNvSpPr/>
          <p:nvPr/>
        </p:nvSpPr>
        <p:spPr>
          <a:xfrm>
            <a:off x="67413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Google Shape;1185;p81"/>
          <p:cNvSpPr/>
          <p:nvPr/>
        </p:nvSpPr>
        <p:spPr>
          <a:xfrm>
            <a:off x="730332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Google Shape;1186;p81"/>
          <p:cNvSpPr/>
          <p:nvPr/>
        </p:nvSpPr>
        <p:spPr>
          <a:xfrm>
            <a:off x="7846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522" name="Google Shape;1187;p81"/>
          <p:cNvGrpSpPr/>
          <p:nvPr/>
        </p:nvGrpSpPr>
        <p:grpSpPr>
          <a:xfrm>
            <a:off x="-2185920" y="0"/>
            <a:ext cx="927720" cy="6853320"/>
            <a:chOff x="-2185920" y="0"/>
            <a:chExt cx="927720" cy="6853320"/>
          </a:xfrm>
        </p:grpSpPr>
        <p:sp>
          <p:nvSpPr>
            <p:cNvPr id="523" name="Google Shape;1188;p81"/>
            <p:cNvSpPr/>
            <p:nvPr/>
          </p:nvSpPr>
          <p:spPr>
            <a:xfrm>
              <a:off x="-2185920" y="0"/>
              <a:ext cx="312840" cy="6853320"/>
            </a:xfrm>
            <a:prstGeom prst="rect">
              <a:avLst/>
            </a:pr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4" name="Google Shape;1189;p81"/>
            <p:cNvSpPr/>
            <p:nvPr/>
          </p:nvSpPr>
          <p:spPr>
            <a:xfrm>
              <a:off x="-2185920" y="0"/>
              <a:ext cx="312840" cy="2484360"/>
            </a:xfrm>
            <a:prstGeom prst="rect">
              <a:avLst/>
            </a:prstGeom>
            <a:solidFill>
              <a:srgbClr val="084c8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5" name="Google Shape;1190;p81"/>
            <p:cNvSpPr/>
            <p:nvPr/>
          </p:nvSpPr>
          <p:spPr>
            <a:xfrm>
              <a:off x="-1881720" y="0"/>
              <a:ext cx="312840" cy="685332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6" name="Google Shape;1191;p81"/>
            <p:cNvSpPr/>
            <p:nvPr/>
          </p:nvSpPr>
          <p:spPr>
            <a:xfrm>
              <a:off x="-1881720" y="4368960"/>
              <a:ext cx="312840" cy="248436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7" name="Google Shape;1192;p81"/>
            <p:cNvSpPr/>
            <p:nvPr/>
          </p:nvSpPr>
          <p:spPr>
            <a:xfrm>
              <a:off x="-1571040" y="0"/>
              <a:ext cx="312840" cy="6853320"/>
            </a:xfrm>
            <a:prstGeom prst="rect">
              <a:avLst/>
            </a:prstGeom>
            <a:solidFill>
              <a:srgbClr val="0dad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8" name="Google Shape;1193;p81"/>
            <p:cNvSpPr/>
            <p:nvPr/>
          </p:nvSpPr>
          <p:spPr>
            <a:xfrm>
              <a:off x="-1571040" y="0"/>
              <a:ext cx="312840" cy="2484360"/>
            </a:xfrm>
            <a:prstGeom prst="rect">
              <a:avLst/>
            </a:prstGeom>
            <a:solidFill>
              <a:srgbClr val="6deaa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29" name="Google Shape;1194;p81"/>
          <p:cNvGrpSpPr/>
          <p:nvPr/>
        </p:nvGrpSpPr>
        <p:grpSpPr>
          <a:xfrm>
            <a:off x="1734120" y="843120"/>
            <a:ext cx="1365480" cy="1091520"/>
            <a:chOff x="1734120" y="843120"/>
            <a:chExt cx="1365480" cy="1091520"/>
          </a:xfrm>
        </p:grpSpPr>
        <p:sp>
          <p:nvSpPr>
            <p:cNvPr id="530" name="Google Shape;1195;p81"/>
            <p:cNvSpPr/>
            <p:nvPr/>
          </p:nvSpPr>
          <p:spPr>
            <a:xfrm>
              <a:off x="2282400" y="843120"/>
              <a:ext cx="269280" cy="269280"/>
            </a:xfrm>
            <a:custGeom>
              <a:avLst/>
              <a:gdLst>
                <a:gd name="textAreaLeft" fmla="*/ 0 w 269280"/>
                <a:gd name="textAreaRight" fmla="*/ 273960 w 269280"/>
                <a:gd name="textAreaTop" fmla="*/ 0 h 269280"/>
                <a:gd name="textAreaBottom" fmla="*/ 273960 h 2692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1" name="Google Shape;1196;p81"/>
            <p:cNvSpPr/>
            <p:nvPr/>
          </p:nvSpPr>
          <p:spPr>
            <a:xfrm>
              <a:off x="2008080" y="1117440"/>
              <a:ext cx="269280" cy="269280"/>
            </a:xfrm>
            <a:custGeom>
              <a:avLst/>
              <a:gdLst>
                <a:gd name="textAreaLeft" fmla="*/ 0 w 269280"/>
                <a:gd name="textAreaRight" fmla="*/ 273960 w 269280"/>
                <a:gd name="textAreaTop" fmla="*/ 0 h 269280"/>
                <a:gd name="textAreaBottom" fmla="*/ 273960 h 2692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2" name="Google Shape;1197;p81"/>
            <p:cNvSpPr/>
            <p:nvPr/>
          </p:nvSpPr>
          <p:spPr>
            <a:xfrm>
              <a:off x="1734120" y="1391400"/>
              <a:ext cx="269280" cy="269280"/>
            </a:xfrm>
            <a:custGeom>
              <a:avLst/>
              <a:gdLst>
                <a:gd name="textAreaLeft" fmla="*/ 0 w 269280"/>
                <a:gd name="textAreaRight" fmla="*/ 273960 w 269280"/>
                <a:gd name="textAreaTop" fmla="*/ 0 h 269280"/>
                <a:gd name="textAreaBottom" fmla="*/ 273960 h 2692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3" name="Google Shape;1198;p81"/>
            <p:cNvSpPr/>
            <p:nvPr/>
          </p:nvSpPr>
          <p:spPr>
            <a:xfrm>
              <a:off x="1734120" y="1665360"/>
              <a:ext cx="269280" cy="269280"/>
            </a:xfrm>
            <a:custGeom>
              <a:avLst/>
              <a:gdLst>
                <a:gd name="textAreaLeft" fmla="*/ 0 w 269280"/>
                <a:gd name="textAreaRight" fmla="*/ 273960 w 269280"/>
                <a:gd name="textAreaTop" fmla="*/ 0 h 269280"/>
                <a:gd name="textAreaBottom" fmla="*/ 273960 h 2692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4" name="Google Shape;1199;p81"/>
            <p:cNvSpPr/>
            <p:nvPr/>
          </p:nvSpPr>
          <p:spPr>
            <a:xfrm>
              <a:off x="2008080" y="1665360"/>
              <a:ext cx="269280" cy="269280"/>
            </a:xfrm>
            <a:custGeom>
              <a:avLst/>
              <a:gdLst>
                <a:gd name="textAreaLeft" fmla="*/ 0 w 269280"/>
                <a:gd name="textAreaRight" fmla="*/ 273960 w 269280"/>
                <a:gd name="textAreaTop" fmla="*/ 0 h 269280"/>
                <a:gd name="textAreaBottom" fmla="*/ 273960 h 2692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5" name="Google Shape;1200;p81"/>
            <p:cNvSpPr/>
            <p:nvPr/>
          </p:nvSpPr>
          <p:spPr>
            <a:xfrm>
              <a:off x="2282400" y="1665360"/>
              <a:ext cx="269280" cy="269280"/>
            </a:xfrm>
            <a:custGeom>
              <a:avLst/>
              <a:gdLst>
                <a:gd name="textAreaLeft" fmla="*/ 0 w 269280"/>
                <a:gd name="textAreaRight" fmla="*/ 273960 w 269280"/>
                <a:gd name="textAreaTop" fmla="*/ 0 h 269280"/>
                <a:gd name="textAreaBottom" fmla="*/ 273960 h 2692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6" name="Google Shape;1201;p81"/>
            <p:cNvSpPr/>
            <p:nvPr/>
          </p:nvSpPr>
          <p:spPr>
            <a:xfrm>
              <a:off x="2556360" y="1665360"/>
              <a:ext cx="269280" cy="269280"/>
            </a:xfrm>
            <a:custGeom>
              <a:avLst/>
              <a:gdLst>
                <a:gd name="textAreaLeft" fmla="*/ 0 w 269280"/>
                <a:gd name="textAreaRight" fmla="*/ 273960 w 269280"/>
                <a:gd name="textAreaTop" fmla="*/ 0 h 269280"/>
                <a:gd name="textAreaBottom" fmla="*/ 273960 h 2692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7" name="Google Shape;1202;p81"/>
            <p:cNvSpPr/>
            <p:nvPr/>
          </p:nvSpPr>
          <p:spPr>
            <a:xfrm>
              <a:off x="2830320" y="1665360"/>
              <a:ext cx="269280" cy="269280"/>
            </a:xfrm>
            <a:custGeom>
              <a:avLst/>
              <a:gdLst>
                <a:gd name="textAreaLeft" fmla="*/ 0 w 269280"/>
                <a:gd name="textAreaRight" fmla="*/ 273960 w 269280"/>
                <a:gd name="textAreaTop" fmla="*/ 0 h 269280"/>
                <a:gd name="textAreaBottom" fmla="*/ 273960 h 2692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8" name="Google Shape;1203;p81"/>
            <p:cNvSpPr/>
            <p:nvPr/>
          </p:nvSpPr>
          <p:spPr>
            <a:xfrm>
              <a:off x="2830320" y="1391400"/>
              <a:ext cx="269280" cy="269280"/>
            </a:xfrm>
            <a:custGeom>
              <a:avLst/>
              <a:gdLst>
                <a:gd name="textAreaLeft" fmla="*/ 0 w 269280"/>
                <a:gd name="textAreaRight" fmla="*/ 273960 w 269280"/>
                <a:gd name="textAreaTop" fmla="*/ 0 h 269280"/>
                <a:gd name="textAreaBottom" fmla="*/ 273960 h 2692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9" name="Google Shape;1204;p81"/>
            <p:cNvSpPr/>
            <p:nvPr/>
          </p:nvSpPr>
          <p:spPr>
            <a:xfrm>
              <a:off x="2556360" y="1117440"/>
              <a:ext cx="269280" cy="269280"/>
            </a:xfrm>
            <a:custGeom>
              <a:avLst/>
              <a:gdLst>
                <a:gd name="textAreaLeft" fmla="*/ 0 w 269280"/>
                <a:gd name="textAreaRight" fmla="*/ 273960 w 269280"/>
                <a:gd name="textAreaTop" fmla="*/ 0 h 269280"/>
                <a:gd name="textAreaBottom" fmla="*/ 273960 h 2692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40" name="Google Shape;1205;p81"/>
          <p:cNvGrpSpPr/>
          <p:nvPr/>
        </p:nvGrpSpPr>
        <p:grpSpPr>
          <a:xfrm>
            <a:off x="9761760" y="5104080"/>
            <a:ext cx="1393560" cy="990000"/>
            <a:chOff x="9761760" y="5104080"/>
            <a:chExt cx="1393560" cy="990000"/>
          </a:xfrm>
        </p:grpSpPr>
        <p:grpSp>
          <p:nvGrpSpPr>
            <p:cNvPr id="541" name="Google Shape;1206;p81"/>
            <p:cNvGrpSpPr/>
            <p:nvPr/>
          </p:nvGrpSpPr>
          <p:grpSpPr>
            <a:xfrm>
              <a:off x="9761760" y="5367240"/>
              <a:ext cx="1393560" cy="726840"/>
              <a:chOff x="9761760" y="5367240"/>
              <a:chExt cx="1393560" cy="726840"/>
            </a:xfrm>
          </p:grpSpPr>
          <p:grpSp>
            <p:nvGrpSpPr>
              <p:cNvPr id="542" name="Google Shape;1207;p81"/>
              <p:cNvGrpSpPr/>
              <p:nvPr/>
            </p:nvGrpSpPr>
            <p:grpSpPr>
              <a:xfrm>
                <a:off x="9761760" y="5367240"/>
                <a:ext cx="1159920" cy="280440"/>
                <a:chOff x="9761760" y="5367240"/>
                <a:chExt cx="1159920" cy="280440"/>
              </a:xfrm>
            </p:grpSpPr>
            <p:sp>
              <p:nvSpPr>
                <p:cNvPr id="543" name="Google Shape;1208;p81"/>
                <p:cNvSpPr/>
                <p:nvPr/>
              </p:nvSpPr>
              <p:spPr>
                <a:xfrm>
                  <a:off x="9761760" y="5367240"/>
                  <a:ext cx="137520" cy="279000"/>
                </a:xfrm>
                <a:custGeom>
                  <a:avLst/>
                  <a:gdLst>
                    <a:gd name="textAreaLeft" fmla="*/ 0 w 137520"/>
                    <a:gd name="textAreaRight" fmla="*/ 142200 w 137520"/>
                    <a:gd name="textAreaTop" fmla="*/ 0 h 279000"/>
                    <a:gd name="textAreaBottom" fmla="*/ 283680 h 279000"/>
                  </a:gdLst>
                  <a:ahLst/>
                  <a:cxnLst/>
                  <a:rect l="textAreaLeft" t="textAreaTop" r="textAreaRight" b="textAreaBottom"/>
                  <a:pathLst>
                    <a:path w="142250" h="283668">
                      <a:moveTo>
                        <a:pt x="91506" y="283669"/>
                      </a:moveTo>
                      <a:cubicBezTo>
                        <a:pt x="52824" y="283669"/>
                        <a:pt x="26620" y="268279"/>
                        <a:pt x="26620" y="216703"/>
                      </a:cubicBezTo>
                      <a:lnTo>
                        <a:pt x="26620" y="111055"/>
                      </a:lnTo>
                      <a:lnTo>
                        <a:pt x="0" y="111055"/>
                      </a:lnTo>
                      <a:lnTo>
                        <a:pt x="0" y="56983"/>
                      </a:lnTo>
                      <a:lnTo>
                        <a:pt x="26620" y="56983"/>
                      </a:lnTo>
                      <a:lnTo>
                        <a:pt x="26620" y="0"/>
                      </a:lnTo>
                      <a:lnTo>
                        <a:pt x="89842" y="0"/>
                      </a:lnTo>
                      <a:lnTo>
                        <a:pt x="89842" y="56983"/>
                      </a:lnTo>
                      <a:lnTo>
                        <a:pt x="142250" y="56983"/>
                      </a:lnTo>
                      <a:lnTo>
                        <a:pt x="142250" y="111055"/>
                      </a:lnTo>
                      <a:lnTo>
                        <a:pt x="89842" y="111055"/>
                      </a:lnTo>
                      <a:lnTo>
                        <a:pt x="89842" y="206305"/>
                      </a:lnTo>
                      <a:cubicBezTo>
                        <a:pt x="89842" y="220862"/>
                        <a:pt x="96081" y="227933"/>
                        <a:pt x="110223" y="227933"/>
                      </a:cubicBezTo>
                      <a:cubicBezTo>
                        <a:pt x="121869" y="227933"/>
                        <a:pt x="132268" y="225022"/>
                        <a:pt x="141418" y="220031"/>
                      </a:cubicBezTo>
                      <a:lnTo>
                        <a:pt x="141418" y="270775"/>
                      </a:lnTo>
                      <a:cubicBezTo>
                        <a:pt x="128108" y="278678"/>
                        <a:pt x="112719" y="283669"/>
                        <a:pt x="91506" y="283669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44" name="Google Shape;1209;p81"/>
                <p:cNvSpPr/>
                <p:nvPr/>
              </p:nvSpPr>
              <p:spPr>
                <a:xfrm>
                  <a:off x="9933480" y="5420160"/>
                  <a:ext cx="214200" cy="227520"/>
                </a:xfrm>
                <a:custGeom>
                  <a:avLst/>
                  <a:gdLst>
                    <a:gd name="textAreaLeft" fmla="*/ 0 w 214200"/>
                    <a:gd name="textAreaRight" fmla="*/ 218880 w 214200"/>
                    <a:gd name="textAreaTop" fmla="*/ 0 h 227520"/>
                    <a:gd name="textAreaBottom" fmla="*/ 232200 h 227520"/>
                  </a:gdLst>
                  <a:ahLst/>
                  <a:cxnLst/>
                  <a:rect l="textAreaLeft" t="textAreaTop" r="textAreaRight" b="textAreaBottom"/>
                  <a:pathLst>
                    <a:path w="218782" h="232092">
                      <a:moveTo>
                        <a:pt x="217951" y="137675"/>
                      </a:moveTo>
                      <a:lnTo>
                        <a:pt x="62806" y="137675"/>
                      </a:lnTo>
                      <a:cubicBezTo>
                        <a:pt x="69045" y="166375"/>
                        <a:pt x="89010" y="181348"/>
                        <a:pt x="117294" y="181348"/>
                      </a:cubicBezTo>
                      <a:cubicBezTo>
                        <a:pt x="138507" y="181348"/>
                        <a:pt x="153897" y="174693"/>
                        <a:pt x="171366" y="158472"/>
                      </a:cubicBezTo>
                      <a:lnTo>
                        <a:pt x="207552" y="190499"/>
                      </a:lnTo>
                      <a:cubicBezTo>
                        <a:pt x="186756" y="216287"/>
                        <a:pt x="156808" y="232093"/>
                        <a:pt x="116462" y="232093"/>
                      </a:cubicBezTo>
                      <a:cubicBezTo>
                        <a:pt x="49496" y="232093"/>
                        <a:pt x="0" y="185092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2408"/>
                        <a:pt x="45337" y="0"/>
                        <a:pt x="110223" y="0"/>
                      </a:cubicBezTo>
                      <a:cubicBezTo>
                        <a:pt x="184676" y="0"/>
                        <a:pt x="218783" y="57815"/>
                        <a:pt x="218783" y="121038"/>
                      </a:cubicBezTo>
                      <a:lnTo>
                        <a:pt x="218783" y="121869"/>
                      </a:lnTo>
                      <a:cubicBezTo>
                        <a:pt x="218783" y="128109"/>
                        <a:pt x="218367" y="131852"/>
                        <a:pt x="217951" y="137675"/>
                      </a:cubicBezTo>
                      <a:close/>
                      <a:moveTo>
                        <a:pt x="110223" y="50744"/>
                      </a:moveTo>
                      <a:cubicBezTo>
                        <a:pt x="84019" y="50744"/>
                        <a:pt x="66966" y="69461"/>
                        <a:pt x="61975" y="98161"/>
                      </a:cubicBezTo>
                      <a:lnTo>
                        <a:pt x="157224" y="98161"/>
                      </a:lnTo>
                      <a:cubicBezTo>
                        <a:pt x="153481" y="69877"/>
                        <a:pt x="136843" y="50744"/>
                        <a:pt x="110223" y="50744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45" name="Google Shape;1210;p81"/>
                <p:cNvSpPr/>
                <p:nvPr/>
              </p:nvSpPr>
              <p:spPr>
                <a:xfrm>
                  <a:off x="10188360" y="5420160"/>
                  <a:ext cx="202320" cy="227520"/>
                </a:xfrm>
                <a:custGeom>
                  <a:avLst/>
                  <a:gdLst>
                    <a:gd name="textAreaLeft" fmla="*/ 0 w 202320"/>
                    <a:gd name="textAreaRight" fmla="*/ 207000 w 202320"/>
                    <a:gd name="textAreaTop" fmla="*/ 0 h 227520"/>
                    <a:gd name="textAreaBottom" fmla="*/ 232200 h 227520"/>
                  </a:gdLst>
                  <a:ahLst/>
                  <a:cxnLst/>
                  <a:rect l="textAreaLeft" t="textAreaTop" r="textAreaRight" b="textAreaBottom"/>
                  <a:pathLst>
                    <a:path w="207136" h="232092">
                      <a:moveTo>
                        <a:pt x="116046" y="232093"/>
                      </a:moveTo>
                      <a:cubicBezTo>
                        <a:pt x="49081" y="232093"/>
                        <a:pt x="0" y="180517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2408"/>
                        <a:pt x="48665" y="0"/>
                        <a:pt x="116878" y="0"/>
                      </a:cubicBezTo>
                      <a:cubicBezTo>
                        <a:pt x="158888" y="0"/>
                        <a:pt x="185092" y="14142"/>
                        <a:pt x="205889" y="37434"/>
                      </a:cubicBezTo>
                      <a:lnTo>
                        <a:pt x="167207" y="79028"/>
                      </a:lnTo>
                      <a:cubicBezTo>
                        <a:pt x="153065" y="64054"/>
                        <a:pt x="138923" y="54488"/>
                        <a:pt x="116462" y="54488"/>
                      </a:cubicBezTo>
                      <a:cubicBezTo>
                        <a:pt x="84851" y="54488"/>
                        <a:pt x="62390" y="82355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50153"/>
                        <a:pt x="84435" y="177605"/>
                        <a:pt x="118958" y="177605"/>
                      </a:cubicBezTo>
                      <a:cubicBezTo>
                        <a:pt x="140171" y="177605"/>
                        <a:pt x="154728" y="168454"/>
                        <a:pt x="170118" y="153897"/>
                      </a:cubicBezTo>
                      <a:lnTo>
                        <a:pt x="207136" y="191331"/>
                      </a:lnTo>
                      <a:cubicBezTo>
                        <a:pt x="185508" y="215039"/>
                        <a:pt x="160552" y="232093"/>
                        <a:pt x="116046" y="232093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46" name="Google Shape;1211;p81"/>
                <p:cNvSpPr/>
                <p:nvPr/>
              </p:nvSpPr>
              <p:spPr>
                <a:xfrm>
                  <a:off x="10436760" y="5420160"/>
                  <a:ext cx="199440" cy="222480"/>
                </a:xfrm>
                <a:custGeom>
                  <a:avLst/>
                  <a:gdLst>
                    <a:gd name="textAreaLeft" fmla="*/ 0 w 199440"/>
                    <a:gd name="textAreaRight" fmla="*/ 204120 w 199440"/>
                    <a:gd name="textAreaTop" fmla="*/ 0 h 222480"/>
                    <a:gd name="textAreaBottom" fmla="*/ 227160 h 222480"/>
                  </a:gdLst>
                  <a:ahLst/>
                  <a:cxnLst/>
                  <a:rect l="textAreaLeft" t="textAreaTop" r="textAreaRight" b="textAreaBottom"/>
                  <a:pathLst>
                    <a:path w="204224" h="227101">
                      <a:moveTo>
                        <a:pt x="141002" y="227102"/>
                      </a:moveTo>
                      <a:lnTo>
                        <a:pt x="141002" y="102736"/>
                      </a:lnTo>
                      <a:cubicBezTo>
                        <a:pt x="141002" y="72789"/>
                        <a:pt x="126861" y="57399"/>
                        <a:pt x="102736" y="57399"/>
                      </a:cubicBezTo>
                      <a:cubicBezTo>
                        <a:pt x="78612" y="57399"/>
                        <a:pt x="63222" y="72789"/>
                        <a:pt x="63222" y="102736"/>
                      </a:cubicBezTo>
                      <a:lnTo>
                        <a:pt x="63222" y="227102"/>
                      </a:lnTo>
                      <a:lnTo>
                        <a:pt x="0" y="227102"/>
                      </a:lnTo>
                      <a:lnTo>
                        <a:pt x="0" y="4159"/>
                      </a:lnTo>
                      <a:lnTo>
                        <a:pt x="63222" y="4159"/>
                      </a:lnTo>
                      <a:lnTo>
                        <a:pt x="63222" y="35771"/>
                      </a:lnTo>
                      <a:cubicBezTo>
                        <a:pt x="77780" y="17053"/>
                        <a:pt x="96497" y="0"/>
                        <a:pt x="128524" y="0"/>
                      </a:cubicBezTo>
                      <a:cubicBezTo>
                        <a:pt x="176357" y="0"/>
                        <a:pt x="204225" y="31611"/>
                        <a:pt x="204225" y="82771"/>
                      </a:cubicBezTo>
                      <a:lnTo>
                        <a:pt x="204225" y="227102"/>
                      </a:lnTo>
                      <a:lnTo>
                        <a:pt x="141002" y="227102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47" name="Google Shape;1212;p81"/>
                <p:cNvSpPr/>
                <p:nvPr/>
              </p:nvSpPr>
              <p:spPr>
                <a:xfrm>
                  <a:off x="10685160" y="5420160"/>
                  <a:ext cx="236520" cy="227520"/>
                </a:xfrm>
                <a:custGeom>
                  <a:avLst/>
                  <a:gdLst>
                    <a:gd name="textAreaLeft" fmla="*/ 0 w 236520"/>
                    <a:gd name="textAreaRight" fmla="*/ 241200 w 236520"/>
                    <a:gd name="textAreaTop" fmla="*/ 0 h 227520"/>
                    <a:gd name="textAreaBottom" fmla="*/ 232200 h 227520"/>
                  </a:gdLst>
                  <a:ahLst/>
                  <a:cxnLst/>
                  <a:rect l="textAreaLeft" t="textAreaTop" r="textAreaRight" b="textAreaBottom"/>
                  <a:pathLst>
                    <a:path w="241243" h="232092">
                      <a:moveTo>
                        <a:pt x="120206" y="232093"/>
                      </a:moveTo>
                      <a:cubicBezTo>
                        <a:pt x="51160" y="232093"/>
                        <a:pt x="0" y="180933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1992"/>
                        <a:pt x="51576" y="0"/>
                        <a:pt x="121038" y="0"/>
                      </a:cubicBezTo>
                      <a:cubicBezTo>
                        <a:pt x="190499" y="0"/>
                        <a:pt x="241243" y="51160"/>
                        <a:pt x="241243" y="115214"/>
                      </a:cubicBezTo>
                      <a:lnTo>
                        <a:pt x="241243" y="116046"/>
                      </a:lnTo>
                      <a:cubicBezTo>
                        <a:pt x="241243" y="180101"/>
                        <a:pt x="189667" y="232093"/>
                        <a:pt x="120206" y="232093"/>
                      </a:cubicBezTo>
                      <a:close/>
                      <a:moveTo>
                        <a:pt x="178853" y="116046"/>
                      </a:moveTo>
                      <a:cubicBezTo>
                        <a:pt x="178853" y="83187"/>
                        <a:pt x="155144" y="54488"/>
                        <a:pt x="120206" y="54488"/>
                      </a:cubicBezTo>
                      <a:cubicBezTo>
                        <a:pt x="85267" y="54488"/>
                        <a:pt x="62390" y="82355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48905"/>
                        <a:pt x="86099" y="177605"/>
                        <a:pt x="121038" y="177605"/>
                      </a:cubicBezTo>
                      <a:cubicBezTo>
                        <a:pt x="155976" y="177605"/>
                        <a:pt x="178853" y="149737"/>
                        <a:pt x="178853" y="116878"/>
                      </a:cubicBezTo>
                      <a:lnTo>
                        <a:pt x="178853" y="116046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548" name="Google Shape;1213;p81"/>
              <p:cNvGrpSpPr/>
              <p:nvPr/>
            </p:nvGrpSpPr>
            <p:grpSpPr>
              <a:xfrm>
                <a:off x="10162800" y="5727600"/>
                <a:ext cx="992520" cy="366480"/>
                <a:chOff x="10162800" y="5727600"/>
                <a:chExt cx="992520" cy="366480"/>
              </a:xfrm>
            </p:grpSpPr>
            <p:sp>
              <p:nvSpPr>
                <p:cNvPr id="549" name="Google Shape;1214;p81"/>
                <p:cNvSpPr/>
                <p:nvPr/>
              </p:nvSpPr>
              <p:spPr>
                <a:xfrm>
                  <a:off x="10162800" y="5727600"/>
                  <a:ext cx="58680" cy="298800"/>
                </a:xfrm>
                <a:custGeom>
                  <a:avLst/>
                  <a:gdLst>
                    <a:gd name="textAreaLeft" fmla="*/ 0 w 58680"/>
                    <a:gd name="textAreaRight" fmla="*/ 63360 w 58680"/>
                    <a:gd name="textAreaTop" fmla="*/ 0 h 298800"/>
                    <a:gd name="textAreaBottom" fmla="*/ 303480 h 298800"/>
                  </a:gdLst>
                  <a:ahLst/>
                  <a:cxnLst/>
                  <a:rect l="textAreaLeft" t="textAreaTop" r="textAreaRight" b="textAreaBottom"/>
                  <a:pathLst>
                    <a:path w="63222" h="303633">
                      <a:moveTo>
                        <a:pt x="0" y="303634"/>
                      </a:moveTo>
                      <a:lnTo>
                        <a:pt x="0" y="0"/>
                      </a:lnTo>
                      <a:lnTo>
                        <a:pt x="63222" y="0"/>
                      </a:lnTo>
                      <a:lnTo>
                        <a:pt x="63222" y="303634"/>
                      </a:lnTo>
                      <a:lnTo>
                        <a:pt x="0" y="303634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50" name="Google Shape;1215;p81"/>
                <p:cNvSpPr/>
                <p:nvPr/>
              </p:nvSpPr>
              <p:spPr>
                <a:xfrm>
                  <a:off x="10274760" y="5804280"/>
                  <a:ext cx="236520" cy="227520"/>
                </a:xfrm>
                <a:custGeom>
                  <a:avLst/>
                  <a:gdLst>
                    <a:gd name="textAreaLeft" fmla="*/ 0 w 236520"/>
                    <a:gd name="textAreaRight" fmla="*/ 241200 w 236520"/>
                    <a:gd name="textAreaTop" fmla="*/ 0 h 227520"/>
                    <a:gd name="textAreaBottom" fmla="*/ 232200 h 227520"/>
                  </a:gdLst>
                  <a:ahLst/>
                  <a:cxnLst/>
                  <a:rect l="textAreaLeft" t="textAreaTop" r="textAreaRight" b="textAreaBottom"/>
                  <a:pathLst>
                    <a:path w="241243" h="232092">
                      <a:moveTo>
                        <a:pt x="120206" y="232093"/>
                      </a:moveTo>
                      <a:cubicBezTo>
                        <a:pt x="51160" y="232093"/>
                        <a:pt x="0" y="180933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1992"/>
                        <a:pt x="51576" y="0"/>
                        <a:pt x="121038" y="0"/>
                      </a:cubicBezTo>
                      <a:cubicBezTo>
                        <a:pt x="190499" y="0"/>
                        <a:pt x="241243" y="51160"/>
                        <a:pt x="241243" y="115214"/>
                      </a:cubicBezTo>
                      <a:lnTo>
                        <a:pt x="241243" y="116046"/>
                      </a:lnTo>
                      <a:cubicBezTo>
                        <a:pt x="241243" y="180101"/>
                        <a:pt x="189667" y="232093"/>
                        <a:pt x="120206" y="232093"/>
                      </a:cubicBezTo>
                      <a:close/>
                      <a:moveTo>
                        <a:pt x="178853" y="116046"/>
                      </a:moveTo>
                      <a:cubicBezTo>
                        <a:pt x="178853" y="83187"/>
                        <a:pt x="155144" y="54488"/>
                        <a:pt x="120206" y="54488"/>
                      </a:cubicBezTo>
                      <a:cubicBezTo>
                        <a:pt x="85267" y="54488"/>
                        <a:pt x="62390" y="82356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48905"/>
                        <a:pt x="86099" y="177605"/>
                        <a:pt x="121038" y="177605"/>
                      </a:cubicBezTo>
                      <a:cubicBezTo>
                        <a:pt x="155976" y="177605"/>
                        <a:pt x="178853" y="149737"/>
                        <a:pt x="178853" y="116878"/>
                      </a:cubicBezTo>
                      <a:lnTo>
                        <a:pt x="178853" y="116046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51" name="Google Shape;1216;p81"/>
                <p:cNvSpPr/>
                <p:nvPr/>
              </p:nvSpPr>
              <p:spPr>
                <a:xfrm>
                  <a:off x="10551960" y="5804280"/>
                  <a:ext cx="229320" cy="289800"/>
                </a:xfrm>
                <a:custGeom>
                  <a:avLst/>
                  <a:gdLst>
                    <a:gd name="textAreaLeft" fmla="*/ 0 w 229320"/>
                    <a:gd name="textAreaRight" fmla="*/ 234000 w 229320"/>
                    <a:gd name="textAreaTop" fmla="*/ 0 h 289800"/>
                    <a:gd name="textAreaBottom" fmla="*/ 294480 h 289800"/>
                  </a:gdLst>
                  <a:ahLst/>
                  <a:cxnLst/>
                  <a:rect l="textAreaLeft" t="textAreaTop" r="textAreaRight" b="textAreaBottom"/>
                  <a:pathLst>
                    <a:path w="234172" h="294483">
                      <a:moveTo>
                        <a:pt x="109807" y="294483"/>
                      </a:moveTo>
                      <a:cubicBezTo>
                        <a:pt x="73621" y="294483"/>
                        <a:pt x="39514" y="286165"/>
                        <a:pt x="11230" y="271191"/>
                      </a:cubicBezTo>
                      <a:lnTo>
                        <a:pt x="32859" y="223774"/>
                      </a:lnTo>
                      <a:cubicBezTo>
                        <a:pt x="55735" y="236668"/>
                        <a:pt x="78612" y="244155"/>
                        <a:pt x="108144" y="244155"/>
                      </a:cubicBezTo>
                      <a:cubicBezTo>
                        <a:pt x="151401" y="244155"/>
                        <a:pt x="171782" y="223358"/>
                        <a:pt x="171782" y="183428"/>
                      </a:cubicBezTo>
                      <a:lnTo>
                        <a:pt x="171782" y="172614"/>
                      </a:lnTo>
                      <a:cubicBezTo>
                        <a:pt x="153065" y="195074"/>
                        <a:pt x="132684" y="208800"/>
                        <a:pt x="98993" y="208800"/>
                      </a:cubicBezTo>
                      <a:cubicBezTo>
                        <a:pt x="47001" y="208800"/>
                        <a:pt x="0" y="170950"/>
                        <a:pt x="0" y="104816"/>
                      </a:cubicBezTo>
                      <a:lnTo>
                        <a:pt x="0" y="103984"/>
                      </a:lnTo>
                      <a:cubicBezTo>
                        <a:pt x="0" y="37434"/>
                        <a:pt x="47833" y="0"/>
                        <a:pt x="98993" y="0"/>
                      </a:cubicBezTo>
                      <a:cubicBezTo>
                        <a:pt x="133516" y="0"/>
                        <a:pt x="153897" y="14558"/>
                        <a:pt x="170950" y="33275"/>
                      </a:cubicBezTo>
                      <a:lnTo>
                        <a:pt x="170950" y="4159"/>
                      </a:lnTo>
                      <a:lnTo>
                        <a:pt x="234172" y="4159"/>
                      </a:lnTo>
                      <a:lnTo>
                        <a:pt x="234172" y="176773"/>
                      </a:lnTo>
                      <a:cubicBezTo>
                        <a:pt x="234172" y="260792"/>
                        <a:pt x="192579" y="294483"/>
                        <a:pt x="109807" y="294483"/>
                      </a:cubicBezTo>
                      <a:close/>
                      <a:moveTo>
                        <a:pt x="171782" y="103984"/>
                      </a:moveTo>
                      <a:cubicBezTo>
                        <a:pt x="171782" y="73621"/>
                        <a:pt x="148073" y="52408"/>
                        <a:pt x="117294" y="52408"/>
                      </a:cubicBezTo>
                      <a:cubicBezTo>
                        <a:pt x="86515" y="52408"/>
                        <a:pt x="63222" y="73621"/>
                        <a:pt x="63222" y="103984"/>
                      </a:cubicBezTo>
                      <a:lnTo>
                        <a:pt x="63222" y="104816"/>
                      </a:lnTo>
                      <a:cubicBezTo>
                        <a:pt x="63222" y="135595"/>
                        <a:pt x="86515" y="156392"/>
                        <a:pt x="117294" y="156392"/>
                      </a:cubicBezTo>
                      <a:cubicBezTo>
                        <a:pt x="148073" y="156392"/>
                        <a:pt x="171782" y="135179"/>
                        <a:pt x="171782" y="104816"/>
                      </a:cubicBezTo>
                      <a:lnTo>
                        <a:pt x="171782" y="103984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52" name="Google Shape;1217;p81"/>
                <p:cNvSpPr/>
                <p:nvPr/>
              </p:nvSpPr>
              <p:spPr>
                <a:xfrm>
                  <a:off x="10843920" y="5727600"/>
                  <a:ext cx="61920" cy="298800"/>
                </a:xfrm>
                <a:custGeom>
                  <a:avLst/>
                  <a:gdLst>
                    <a:gd name="textAreaLeft" fmla="*/ 0 w 61920"/>
                    <a:gd name="textAreaRight" fmla="*/ 66600 w 61920"/>
                    <a:gd name="textAreaTop" fmla="*/ 0 h 298800"/>
                    <a:gd name="textAreaBottom" fmla="*/ 303480 h 298800"/>
                  </a:gdLst>
                  <a:ahLst/>
                  <a:cxnLst/>
                  <a:rect l="textAreaLeft" t="textAreaTop" r="textAreaRight" b="textAreaBottom"/>
                  <a:pathLst>
                    <a:path w="66549" h="303633">
                      <a:moveTo>
                        <a:pt x="0" y="56151"/>
                      </a:moveTo>
                      <a:lnTo>
                        <a:pt x="0" y="0"/>
                      </a:lnTo>
                      <a:lnTo>
                        <a:pt x="66550" y="0"/>
                      </a:lnTo>
                      <a:lnTo>
                        <a:pt x="66550" y="56151"/>
                      </a:lnTo>
                      <a:lnTo>
                        <a:pt x="0" y="56151"/>
                      </a:lnTo>
                      <a:close/>
                      <a:moveTo>
                        <a:pt x="1664" y="303634"/>
                      </a:moveTo>
                      <a:lnTo>
                        <a:pt x="1664" y="80692"/>
                      </a:lnTo>
                      <a:lnTo>
                        <a:pt x="64886" y="80692"/>
                      </a:lnTo>
                      <a:lnTo>
                        <a:pt x="64886" y="303634"/>
                      </a:lnTo>
                      <a:lnTo>
                        <a:pt x="1664" y="303634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53" name="Google Shape;1218;p81"/>
                <p:cNvSpPr/>
                <p:nvPr/>
              </p:nvSpPr>
              <p:spPr>
                <a:xfrm>
                  <a:off x="10954800" y="5806080"/>
                  <a:ext cx="200520" cy="225000"/>
                </a:xfrm>
                <a:custGeom>
                  <a:avLst/>
                  <a:gdLst>
                    <a:gd name="textAreaLeft" fmla="*/ 0 w 200520"/>
                    <a:gd name="textAreaRight" fmla="*/ 205200 w 200520"/>
                    <a:gd name="textAreaTop" fmla="*/ 0 h 225000"/>
                    <a:gd name="textAreaBottom" fmla="*/ 229680 h 225000"/>
                  </a:gdLst>
                  <a:ahLst/>
                  <a:cxnLst/>
                  <a:rect l="textAreaLeft" t="textAreaTop" r="textAreaRight" b="textAreaBottom"/>
                  <a:pathLst>
                    <a:path w="205056" h="229597">
                      <a:moveTo>
                        <a:pt x="143914" y="225438"/>
                      </a:moveTo>
                      <a:lnTo>
                        <a:pt x="143914" y="201313"/>
                      </a:lnTo>
                      <a:cubicBezTo>
                        <a:pt x="128525" y="218367"/>
                        <a:pt x="107312" y="229597"/>
                        <a:pt x="76532" y="229597"/>
                      </a:cubicBezTo>
                      <a:cubicBezTo>
                        <a:pt x="34523" y="229597"/>
                        <a:pt x="0" y="205473"/>
                        <a:pt x="0" y="161383"/>
                      </a:cubicBezTo>
                      <a:lnTo>
                        <a:pt x="0" y="160552"/>
                      </a:lnTo>
                      <a:cubicBezTo>
                        <a:pt x="0" y="111887"/>
                        <a:pt x="37018" y="89426"/>
                        <a:pt x="89842" y="89426"/>
                      </a:cubicBezTo>
                      <a:cubicBezTo>
                        <a:pt x="112303" y="89426"/>
                        <a:pt x="128525" y="93170"/>
                        <a:pt x="144330" y="98577"/>
                      </a:cubicBezTo>
                      <a:lnTo>
                        <a:pt x="144330" y="94834"/>
                      </a:lnTo>
                      <a:cubicBezTo>
                        <a:pt x="144330" y="68630"/>
                        <a:pt x="128109" y="54072"/>
                        <a:pt x="96497" y="54072"/>
                      </a:cubicBezTo>
                      <a:cubicBezTo>
                        <a:pt x="72373" y="54072"/>
                        <a:pt x="55320" y="58647"/>
                        <a:pt x="34939" y="66134"/>
                      </a:cubicBezTo>
                      <a:lnTo>
                        <a:pt x="19133" y="17885"/>
                      </a:lnTo>
                      <a:cubicBezTo>
                        <a:pt x="43673" y="7071"/>
                        <a:pt x="67798" y="0"/>
                        <a:pt x="105648" y="0"/>
                      </a:cubicBezTo>
                      <a:cubicBezTo>
                        <a:pt x="174693" y="0"/>
                        <a:pt x="205057" y="35771"/>
                        <a:pt x="205057" y="96081"/>
                      </a:cubicBezTo>
                      <a:lnTo>
                        <a:pt x="205057" y="225438"/>
                      </a:lnTo>
                      <a:lnTo>
                        <a:pt x="143914" y="225438"/>
                      </a:lnTo>
                      <a:close/>
                      <a:moveTo>
                        <a:pt x="145162" y="135595"/>
                      </a:moveTo>
                      <a:cubicBezTo>
                        <a:pt x="134348" y="130604"/>
                        <a:pt x="120206" y="127277"/>
                        <a:pt x="104816" y="127277"/>
                      </a:cubicBezTo>
                      <a:cubicBezTo>
                        <a:pt x="77780" y="127277"/>
                        <a:pt x="61143" y="138091"/>
                        <a:pt x="61143" y="158056"/>
                      </a:cubicBezTo>
                      <a:lnTo>
                        <a:pt x="61143" y="158888"/>
                      </a:lnTo>
                      <a:cubicBezTo>
                        <a:pt x="61143" y="175941"/>
                        <a:pt x="75285" y="185924"/>
                        <a:pt x="95665" y="185924"/>
                      </a:cubicBezTo>
                      <a:cubicBezTo>
                        <a:pt x="125197" y="185924"/>
                        <a:pt x="145162" y="169702"/>
                        <a:pt x="145162" y="146826"/>
                      </a:cubicBezTo>
                      <a:lnTo>
                        <a:pt x="145162" y="135595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554" name="Google Shape;1219;p81"/>
            <p:cNvGrpSpPr/>
            <p:nvPr/>
          </p:nvGrpSpPr>
          <p:grpSpPr>
            <a:xfrm>
              <a:off x="9844560" y="5104080"/>
              <a:ext cx="575280" cy="140400"/>
              <a:chOff x="9844560" y="5104080"/>
              <a:chExt cx="575280" cy="140400"/>
            </a:xfrm>
          </p:grpSpPr>
          <p:sp>
            <p:nvSpPr>
              <p:cNvPr id="555" name="Google Shape;1220;p81"/>
              <p:cNvSpPr/>
              <p:nvPr/>
            </p:nvSpPr>
            <p:spPr>
              <a:xfrm>
                <a:off x="10333800" y="5109840"/>
                <a:ext cx="86040" cy="133920"/>
              </a:xfrm>
              <a:custGeom>
                <a:avLst/>
                <a:gdLst>
                  <a:gd name="textAreaLeft" fmla="*/ 0 w 86040"/>
                  <a:gd name="textAreaRight" fmla="*/ 90720 w 86040"/>
                  <a:gd name="textAreaTop" fmla="*/ 0 h 133920"/>
                  <a:gd name="textAreaBottom" fmla="*/ 138600 h 133920"/>
                </a:gdLst>
                <a:ahLst/>
                <a:cxnLst/>
                <a:rect l="textAreaLeft" t="textAreaTop" r="textAreaRight" b="textAreaBottom"/>
                <a:pathLst>
                  <a:path w="90882" h="138714">
                    <a:moveTo>
                      <a:pt x="90882" y="111014"/>
                    </a:moveTo>
                    <a:cubicBezTo>
                      <a:pt x="90217" y="111014"/>
                      <a:pt x="89551" y="111014"/>
                      <a:pt x="88886" y="111014"/>
                    </a:cubicBezTo>
                    <a:cubicBezTo>
                      <a:pt x="61517" y="111014"/>
                      <a:pt x="41677" y="93503"/>
                      <a:pt x="41677" y="69337"/>
                    </a:cubicBezTo>
                    <a:lnTo>
                      <a:pt x="41677" y="68796"/>
                    </a:lnTo>
                    <a:cubicBezTo>
                      <a:pt x="41677" y="45711"/>
                      <a:pt x="61559" y="27618"/>
                      <a:pt x="86931" y="27618"/>
                    </a:cubicBezTo>
                    <a:cubicBezTo>
                      <a:pt x="88303" y="27618"/>
                      <a:pt x="89593" y="27660"/>
                      <a:pt x="90882" y="27743"/>
                    </a:cubicBezTo>
                    <a:lnTo>
                      <a:pt x="90882" y="42"/>
                    </a:lnTo>
                    <a:cubicBezTo>
                      <a:pt x="89718" y="0"/>
                      <a:pt x="88511" y="0"/>
                      <a:pt x="87263" y="0"/>
                    </a:cubicBezTo>
                    <a:cubicBezTo>
                      <a:pt x="37559" y="0"/>
                      <a:pt x="0" y="29781"/>
                      <a:pt x="0" y="69378"/>
                    </a:cubicBezTo>
                    <a:lnTo>
                      <a:pt x="0" y="69877"/>
                    </a:lnTo>
                    <a:cubicBezTo>
                      <a:pt x="0" y="108476"/>
                      <a:pt x="38058" y="138715"/>
                      <a:pt x="86598" y="138715"/>
                    </a:cubicBezTo>
                    <a:cubicBezTo>
                      <a:pt x="88095" y="138715"/>
                      <a:pt x="89426" y="138715"/>
                      <a:pt x="90841" y="138632"/>
                    </a:cubicBezTo>
                    <a:lnTo>
                      <a:pt x="90841" y="110972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6" name="Google Shape;1221;p81"/>
              <p:cNvSpPr/>
              <p:nvPr/>
            </p:nvSpPr>
            <p:spPr>
              <a:xfrm>
                <a:off x="9844560" y="5104080"/>
                <a:ext cx="126360" cy="140400"/>
              </a:xfrm>
              <a:custGeom>
                <a:avLst/>
                <a:gdLst>
                  <a:gd name="textAreaLeft" fmla="*/ 0 w 126360"/>
                  <a:gd name="textAreaRight" fmla="*/ 131040 w 126360"/>
                  <a:gd name="textAreaTop" fmla="*/ 0 h 140400"/>
                  <a:gd name="textAreaBottom" fmla="*/ 145080 h 140400"/>
                </a:gdLst>
                <a:ahLst/>
                <a:cxnLst/>
                <a:rect l="textAreaLeft" t="textAreaTop" r="textAreaRight" b="textAreaBottom"/>
                <a:pathLst>
                  <a:path w="131186" h="145161">
                    <a:moveTo>
                      <a:pt x="77364" y="58647"/>
                    </a:moveTo>
                    <a:cubicBezTo>
                      <a:pt x="48041" y="52408"/>
                      <a:pt x="43881" y="49372"/>
                      <a:pt x="43881" y="40096"/>
                    </a:cubicBezTo>
                    <a:lnTo>
                      <a:pt x="43881" y="39680"/>
                    </a:lnTo>
                    <a:cubicBezTo>
                      <a:pt x="43881" y="32859"/>
                      <a:pt x="51410" y="27410"/>
                      <a:pt x="65718" y="27410"/>
                    </a:cubicBezTo>
                    <a:cubicBezTo>
                      <a:pt x="72997" y="27410"/>
                      <a:pt x="82522" y="29407"/>
                      <a:pt x="89218" y="31861"/>
                    </a:cubicBezTo>
                    <a:lnTo>
                      <a:pt x="89218" y="2329"/>
                    </a:lnTo>
                    <a:cubicBezTo>
                      <a:pt x="83021" y="1248"/>
                      <a:pt x="73454" y="0"/>
                      <a:pt x="66217" y="0"/>
                    </a:cubicBezTo>
                    <a:cubicBezTo>
                      <a:pt x="31528" y="0"/>
                      <a:pt x="6821" y="16929"/>
                      <a:pt x="6821" y="42550"/>
                    </a:cubicBezTo>
                    <a:lnTo>
                      <a:pt x="6821" y="42925"/>
                    </a:lnTo>
                    <a:cubicBezTo>
                      <a:pt x="6821" y="70959"/>
                      <a:pt x="28866" y="78778"/>
                      <a:pt x="63056" y="86057"/>
                    </a:cubicBezTo>
                    <a:cubicBezTo>
                      <a:pt x="91423" y="92130"/>
                      <a:pt x="94085" y="96123"/>
                      <a:pt x="94085" y="104026"/>
                    </a:cubicBezTo>
                    <a:lnTo>
                      <a:pt x="94085" y="104442"/>
                    </a:lnTo>
                    <a:cubicBezTo>
                      <a:pt x="94085" y="112719"/>
                      <a:pt x="84851" y="117752"/>
                      <a:pt x="69586" y="117752"/>
                    </a:cubicBezTo>
                    <a:cubicBezTo>
                      <a:pt x="50204" y="117752"/>
                      <a:pt x="37351" y="111097"/>
                      <a:pt x="22086" y="100615"/>
                    </a:cubicBezTo>
                    <a:lnTo>
                      <a:pt x="0" y="122577"/>
                    </a:lnTo>
                    <a:cubicBezTo>
                      <a:pt x="20381" y="137675"/>
                      <a:pt x="43174" y="145162"/>
                      <a:pt x="68879" y="145162"/>
                    </a:cubicBezTo>
                    <a:cubicBezTo>
                      <a:pt x="105482" y="145162"/>
                      <a:pt x="131186" y="129440"/>
                      <a:pt x="131186" y="101405"/>
                    </a:cubicBezTo>
                    <a:lnTo>
                      <a:pt x="131186" y="100989"/>
                    </a:lnTo>
                    <a:cubicBezTo>
                      <a:pt x="131186" y="76408"/>
                      <a:pt x="111762" y="66092"/>
                      <a:pt x="77364" y="58647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7" name="Google Shape;1222;p81"/>
              <p:cNvSpPr/>
              <p:nvPr/>
            </p:nvSpPr>
            <p:spPr>
              <a:xfrm>
                <a:off x="9970920" y="5124240"/>
                <a:ext cx="122760" cy="115920"/>
              </a:xfrm>
              <a:custGeom>
                <a:avLst/>
                <a:gdLst>
                  <a:gd name="textAreaLeft" fmla="*/ 0 w 122760"/>
                  <a:gd name="textAreaRight" fmla="*/ 127440 w 122760"/>
                  <a:gd name="textAreaTop" fmla="*/ 0 h 115920"/>
                  <a:gd name="textAreaBottom" fmla="*/ 120600 h 115920"/>
                </a:gdLst>
                <a:ahLst/>
                <a:cxnLst/>
                <a:rect l="textAreaLeft" t="textAreaTop" r="textAreaRight" b="textAreaBottom"/>
                <a:pathLst>
                  <a:path w="127526" h="120455">
                    <a:moveTo>
                      <a:pt x="36353" y="50994"/>
                    </a:moveTo>
                    <a:cubicBezTo>
                      <a:pt x="39264" y="36103"/>
                      <a:pt x="49288" y="26370"/>
                      <a:pt x="64678" y="26370"/>
                    </a:cubicBezTo>
                    <a:cubicBezTo>
                      <a:pt x="80068" y="26370"/>
                      <a:pt x="90050" y="36311"/>
                      <a:pt x="92255" y="50994"/>
                    </a:cubicBezTo>
                    <a:lnTo>
                      <a:pt x="36353" y="50994"/>
                    </a:lnTo>
                    <a:close/>
                    <a:moveTo>
                      <a:pt x="64678" y="42"/>
                    </a:moveTo>
                    <a:cubicBezTo>
                      <a:pt x="26578" y="42"/>
                      <a:pt x="0" y="27244"/>
                      <a:pt x="0" y="60269"/>
                    </a:cubicBezTo>
                    <a:lnTo>
                      <a:pt x="0" y="60685"/>
                    </a:lnTo>
                    <a:cubicBezTo>
                      <a:pt x="0" y="96081"/>
                      <a:pt x="29032" y="120455"/>
                      <a:pt x="68338" y="120455"/>
                    </a:cubicBezTo>
                    <a:cubicBezTo>
                      <a:pt x="69461" y="120455"/>
                      <a:pt x="73122" y="120289"/>
                      <a:pt x="74245" y="120289"/>
                    </a:cubicBezTo>
                    <a:lnTo>
                      <a:pt x="74245" y="93919"/>
                    </a:lnTo>
                    <a:cubicBezTo>
                      <a:pt x="73330" y="93919"/>
                      <a:pt x="69794" y="94127"/>
                      <a:pt x="68796" y="94127"/>
                    </a:cubicBezTo>
                    <a:cubicBezTo>
                      <a:pt x="52200" y="94127"/>
                      <a:pt x="40512" y="86390"/>
                      <a:pt x="36810" y="71458"/>
                    </a:cubicBezTo>
                    <a:lnTo>
                      <a:pt x="127069" y="71458"/>
                    </a:lnTo>
                    <a:cubicBezTo>
                      <a:pt x="127277" y="68422"/>
                      <a:pt x="127526" y="66467"/>
                      <a:pt x="127526" y="63222"/>
                    </a:cubicBezTo>
                    <a:lnTo>
                      <a:pt x="127526" y="62806"/>
                    </a:lnTo>
                    <a:cubicBezTo>
                      <a:pt x="127526" y="29989"/>
                      <a:pt x="108310" y="0"/>
                      <a:pt x="64637" y="0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8" name="Google Shape;1223;p81"/>
              <p:cNvSpPr/>
              <p:nvPr/>
            </p:nvSpPr>
            <p:spPr>
              <a:xfrm>
                <a:off x="10096920" y="5125680"/>
                <a:ext cx="114480" cy="112320"/>
              </a:xfrm>
              <a:custGeom>
                <a:avLst/>
                <a:gdLst>
                  <a:gd name="textAreaLeft" fmla="*/ 0 w 114480"/>
                  <a:gd name="textAreaRight" fmla="*/ 119160 w 114480"/>
                  <a:gd name="textAreaTop" fmla="*/ 0 h 112320"/>
                  <a:gd name="textAreaBottom" fmla="*/ 117000 h 112320"/>
                </a:gdLst>
                <a:ahLst/>
                <a:cxnLst/>
                <a:rect l="textAreaLeft" t="textAreaTop" r="textAreaRight" b="textAreaBottom"/>
                <a:pathLst>
                  <a:path w="119290" h="117003">
                    <a:moveTo>
                      <a:pt x="119291" y="55736"/>
                    </a:moveTo>
                    <a:cubicBezTo>
                      <a:pt x="119291" y="24457"/>
                      <a:pt x="100158" y="0"/>
                      <a:pt x="59687" y="0"/>
                    </a:cubicBezTo>
                    <a:cubicBezTo>
                      <a:pt x="19216" y="0"/>
                      <a:pt x="0" y="24415"/>
                      <a:pt x="0" y="55736"/>
                    </a:cubicBezTo>
                    <a:lnTo>
                      <a:pt x="0" y="117003"/>
                    </a:lnTo>
                    <a:lnTo>
                      <a:pt x="37517" y="117003"/>
                    </a:lnTo>
                    <a:lnTo>
                      <a:pt x="37517" y="53489"/>
                    </a:lnTo>
                    <a:cubicBezTo>
                      <a:pt x="38183" y="41926"/>
                      <a:pt x="42758" y="28242"/>
                      <a:pt x="59687" y="28242"/>
                    </a:cubicBezTo>
                    <a:cubicBezTo>
                      <a:pt x="76616" y="28242"/>
                      <a:pt x="81482" y="41926"/>
                      <a:pt x="82147" y="53489"/>
                    </a:cubicBezTo>
                    <a:lnTo>
                      <a:pt x="82147" y="117003"/>
                    </a:lnTo>
                    <a:lnTo>
                      <a:pt x="119291" y="117003"/>
                    </a:lnTo>
                    <a:lnTo>
                      <a:pt x="119291" y="55736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9" name="Google Shape;1224;p81"/>
              <p:cNvSpPr/>
              <p:nvPr/>
            </p:nvSpPr>
            <p:spPr>
              <a:xfrm>
                <a:off x="10215360" y="5124960"/>
                <a:ext cx="115560" cy="114480"/>
              </a:xfrm>
              <a:custGeom>
                <a:avLst/>
                <a:gdLst>
                  <a:gd name="textAreaLeft" fmla="*/ 0 w 115560"/>
                  <a:gd name="textAreaRight" fmla="*/ 120240 w 115560"/>
                  <a:gd name="textAreaTop" fmla="*/ 0 h 114480"/>
                  <a:gd name="textAreaBottom" fmla="*/ 119160 h 114480"/>
                </a:gdLst>
                <a:ahLst/>
                <a:cxnLst/>
                <a:rect l="textAreaLeft" t="textAreaTop" r="textAreaRight" b="textAreaBottom"/>
                <a:pathLst>
                  <a:path w="120330" h="119165">
                    <a:moveTo>
                      <a:pt x="62016" y="0"/>
                    </a:moveTo>
                    <a:cubicBezTo>
                      <a:pt x="60352" y="0"/>
                      <a:pt x="54696" y="0"/>
                      <a:pt x="53157" y="83"/>
                    </a:cubicBezTo>
                    <a:lnTo>
                      <a:pt x="53157" y="28076"/>
                    </a:lnTo>
                    <a:cubicBezTo>
                      <a:pt x="60394" y="28159"/>
                      <a:pt x="70293" y="29365"/>
                      <a:pt x="74702" y="31694"/>
                    </a:cubicBezTo>
                    <a:cubicBezTo>
                      <a:pt x="81191" y="35105"/>
                      <a:pt x="84560" y="40845"/>
                      <a:pt x="84685" y="48623"/>
                    </a:cubicBezTo>
                    <a:cubicBezTo>
                      <a:pt x="75825" y="47583"/>
                      <a:pt x="65843" y="46876"/>
                      <a:pt x="57150" y="46668"/>
                    </a:cubicBezTo>
                    <a:cubicBezTo>
                      <a:pt x="21753" y="45753"/>
                      <a:pt x="4201" y="57482"/>
                      <a:pt x="707" y="76200"/>
                    </a:cubicBezTo>
                    <a:cubicBezTo>
                      <a:pt x="624" y="76532"/>
                      <a:pt x="582" y="76907"/>
                      <a:pt x="499" y="77281"/>
                    </a:cubicBezTo>
                    <a:cubicBezTo>
                      <a:pt x="499" y="77406"/>
                      <a:pt x="499" y="77531"/>
                      <a:pt x="458" y="77655"/>
                    </a:cubicBezTo>
                    <a:cubicBezTo>
                      <a:pt x="166" y="79444"/>
                      <a:pt x="0" y="81316"/>
                      <a:pt x="0" y="83312"/>
                    </a:cubicBezTo>
                    <a:lnTo>
                      <a:pt x="0" y="83728"/>
                    </a:lnTo>
                    <a:cubicBezTo>
                      <a:pt x="0" y="106646"/>
                      <a:pt x="20256" y="119166"/>
                      <a:pt x="44880" y="119166"/>
                    </a:cubicBezTo>
                    <a:cubicBezTo>
                      <a:pt x="62973" y="119166"/>
                      <a:pt x="75409" y="113301"/>
                      <a:pt x="84435" y="104483"/>
                    </a:cubicBezTo>
                    <a:lnTo>
                      <a:pt x="84435" y="117835"/>
                    </a:lnTo>
                    <a:lnTo>
                      <a:pt x="120330" y="117835"/>
                    </a:lnTo>
                    <a:lnTo>
                      <a:pt x="120330" y="49912"/>
                    </a:lnTo>
                    <a:cubicBezTo>
                      <a:pt x="120330" y="18592"/>
                      <a:pt x="102528" y="83"/>
                      <a:pt x="62016" y="83"/>
                    </a:cubicBezTo>
                    <a:moveTo>
                      <a:pt x="84809" y="76574"/>
                    </a:moveTo>
                    <a:cubicBezTo>
                      <a:pt x="81607" y="93503"/>
                      <a:pt x="64137" y="95998"/>
                      <a:pt x="60144" y="96248"/>
                    </a:cubicBezTo>
                    <a:cubicBezTo>
                      <a:pt x="31902" y="97745"/>
                      <a:pt x="30904" y="78446"/>
                      <a:pt x="40387" y="72539"/>
                    </a:cubicBezTo>
                    <a:cubicBezTo>
                      <a:pt x="53157" y="64637"/>
                      <a:pt x="84893" y="69087"/>
                      <a:pt x="84893" y="69087"/>
                    </a:cubicBezTo>
                    <a:cubicBezTo>
                      <a:pt x="84893" y="70210"/>
                      <a:pt x="85184" y="73122"/>
                      <a:pt x="84768" y="76574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560" name="Google Shape;1225;p81"/>
          <p:cNvSpPr/>
          <p:nvPr/>
        </p:nvSpPr>
        <p:spPr>
          <a:xfrm>
            <a:off x="8377920" y="13320"/>
            <a:ext cx="3607200" cy="3607200"/>
          </a:xfrm>
          <a:custGeom>
            <a:avLst/>
            <a:gdLst>
              <a:gd name="textAreaLeft" fmla="*/ 0 w 3607200"/>
              <a:gd name="textAreaRight" fmla="*/ 3611880 w 3607200"/>
              <a:gd name="textAreaTop" fmla="*/ 0 h 3607200"/>
              <a:gd name="textAreaBottom" fmla="*/ 3611880 h 3607200"/>
            </a:gdLst>
            <a:ahLst/>
            <a:cxnLst/>
            <a:rect l="textAreaLeft" t="textAreaTop" r="textAreaRight" b="textAreaBottom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382e35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561" name="Google Shape;1226;p81"/>
          <p:cNvGrpSpPr/>
          <p:nvPr/>
        </p:nvGrpSpPr>
        <p:grpSpPr>
          <a:xfrm>
            <a:off x="401040" y="198360"/>
            <a:ext cx="2379240" cy="1620360"/>
            <a:chOff x="401040" y="198360"/>
            <a:chExt cx="2379240" cy="1620360"/>
          </a:xfrm>
        </p:grpSpPr>
        <p:sp>
          <p:nvSpPr>
            <p:cNvPr id="562" name="Google Shape;1227;p81"/>
            <p:cNvSpPr/>
            <p:nvPr/>
          </p:nvSpPr>
          <p:spPr>
            <a:xfrm>
              <a:off x="690480" y="275760"/>
              <a:ext cx="2089800" cy="154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_ANALISTA</a:t>
              </a:r>
              <a:endParaRPr b="0" lang="pt-BR" sz="21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DE CIBER</a:t>
              </a:r>
              <a:endParaRPr b="0" lang="pt-BR" sz="21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SEGURANÇA</a:t>
              </a:r>
              <a:endParaRPr b="0" lang="pt-BR" sz="21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63" name="Google Shape;1228;p81"/>
            <p:cNvGrpSpPr/>
            <p:nvPr/>
          </p:nvGrpSpPr>
          <p:grpSpPr>
            <a:xfrm>
              <a:off x="401040" y="198360"/>
              <a:ext cx="688680" cy="688680"/>
              <a:chOff x="401040" y="198360"/>
              <a:chExt cx="688680" cy="688680"/>
            </a:xfrm>
          </p:grpSpPr>
          <p:sp>
            <p:nvSpPr>
              <p:cNvPr id="564" name="Google Shape;1229;p81"/>
              <p:cNvSpPr/>
              <p:nvPr/>
            </p:nvSpPr>
            <p:spPr>
              <a:xfrm>
                <a:off x="401040" y="545040"/>
                <a:ext cx="342000" cy="342000"/>
              </a:xfrm>
              <a:prstGeom prst="rect">
                <a:avLst/>
              </a:prstGeom>
              <a:solidFill>
                <a:srgbClr val="292255">
                  <a:alpha val="2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5" name="Google Shape;1230;p81"/>
              <p:cNvSpPr/>
              <p:nvPr/>
            </p:nvSpPr>
            <p:spPr>
              <a:xfrm>
                <a:off x="747720" y="198360"/>
                <a:ext cx="342000" cy="342000"/>
              </a:xfrm>
              <a:prstGeom prst="rect">
                <a:avLst/>
              </a:prstGeom>
              <a:solidFill>
                <a:srgbClr val="292255">
                  <a:alpha val="2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566" name="Google Shape;1231;p81"/>
          <p:cNvSpPr/>
          <p:nvPr/>
        </p:nvSpPr>
        <p:spPr>
          <a:xfrm>
            <a:off x="706680" y="3871800"/>
            <a:ext cx="3554280" cy="168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Chegamos ao final</a:t>
            </a:r>
            <a:br>
              <a:rPr sz="2600"/>
            </a:b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do nosso encontro!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Até o </a:t>
            </a:r>
            <a:r>
              <a:rPr b="1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próximo</a:t>
            </a: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67" name="Google Shape;1232;p81" descr=""/>
          <p:cNvPicPr/>
          <p:nvPr/>
        </p:nvPicPr>
        <p:blipFill>
          <a:blip r:embed="rId2"/>
          <a:stretch/>
        </p:blipFill>
        <p:spPr>
          <a:xfrm>
            <a:off x="9719280" y="1364760"/>
            <a:ext cx="924480" cy="48348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973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1713;p89"/>
          <p:cNvSpPr/>
          <p:nvPr/>
        </p:nvSpPr>
        <p:spPr>
          <a:xfrm>
            <a:off x="8377920" y="13320"/>
            <a:ext cx="3607200" cy="3607200"/>
          </a:xfrm>
          <a:custGeom>
            <a:avLst/>
            <a:gdLst>
              <a:gd name="textAreaLeft" fmla="*/ 0 w 3607200"/>
              <a:gd name="textAreaRight" fmla="*/ 3611880 w 3607200"/>
              <a:gd name="textAreaTop" fmla="*/ 0 h 3607200"/>
              <a:gd name="textAreaBottom" fmla="*/ 3611880 h 3607200"/>
            </a:gdLst>
            <a:ahLst/>
            <a:cxnLst/>
            <a:rect l="textAreaLeft" t="textAreaTop" r="textAreaRight" b="textAreaBottom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292454">
              <a:alpha val="9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9" name="Google Shape;1714;p89"/>
          <p:cNvSpPr/>
          <p:nvPr/>
        </p:nvSpPr>
        <p:spPr>
          <a:xfrm>
            <a:off x="29865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0" name="Google Shape;1715;p89"/>
          <p:cNvSpPr/>
          <p:nvPr/>
        </p:nvSpPr>
        <p:spPr>
          <a:xfrm>
            <a:off x="35420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1" name="Google Shape;1716;p89"/>
          <p:cNvSpPr/>
          <p:nvPr/>
        </p:nvSpPr>
        <p:spPr>
          <a:xfrm>
            <a:off x="4049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2" name="Google Shape;1717;p89"/>
          <p:cNvSpPr/>
          <p:nvPr/>
        </p:nvSpPr>
        <p:spPr>
          <a:xfrm>
            <a:off x="456408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3" name="Google Shape;1718;p89"/>
          <p:cNvSpPr/>
          <p:nvPr/>
        </p:nvSpPr>
        <p:spPr>
          <a:xfrm>
            <a:off x="50781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Google Shape;1719;p89"/>
          <p:cNvSpPr/>
          <p:nvPr/>
        </p:nvSpPr>
        <p:spPr>
          <a:xfrm>
            <a:off x="6145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Google Shape;1720;p89"/>
          <p:cNvSpPr/>
          <p:nvPr/>
        </p:nvSpPr>
        <p:spPr>
          <a:xfrm>
            <a:off x="5633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Google Shape;1721;p89"/>
          <p:cNvSpPr/>
          <p:nvPr/>
        </p:nvSpPr>
        <p:spPr>
          <a:xfrm>
            <a:off x="67413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Google Shape;1722;p89"/>
          <p:cNvSpPr/>
          <p:nvPr/>
        </p:nvSpPr>
        <p:spPr>
          <a:xfrm>
            <a:off x="730332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Google Shape;1723;p89"/>
          <p:cNvSpPr/>
          <p:nvPr/>
        </p:nvSpPr>
        <p:spPr>
          <a:xfrm>
            <a:off x="7846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579" name="Google Shape;1724;p89"/>
          <p:cNvGrpSpPr/>
          <p:nvPr/>
        </p:nvGrpSpPr>
        <p:grpSpPr>
          <a:xfrm>
            <a:off x="8899560" y="1396080"/>
            <a:ext cx="2462760" cy="491760"/>
            <a:chOff x="8899560" y="1396080"/>
            <a:chExt cx="2462760" cy="491760"/>
          </a:xfrm>
        </p:grpSpPr>
        <p:grpSp>
          <p:nvGrpSpPr>
            <p:cNvPr id="580" name="Google Shape;1725;p89"/>
            <p:cNvGrpSpPr/>
            <p:nvPr/>
          </p:nvGrpSpPr>
          <p:grpSpPr>
            <a:xfrm>
              <a:off x="8899560" y="1396080"/>
              <a:ext cx="469440" cy="491760"/>
              <a:chOff x="8899560" y="1396080"/>
              <a:chExt cx="469440" cy="491760"/>
            </a:xfrm>
          </p:grpSpPr>
          <p:sp>
            <p:nvSpPr>
              <p:cNvPr id="581" name="Google Shape;1726;p89"/>
              <p:cNvSpPr/>
              <p:nvPr/>
            </p:nvSpPr>
            <p:spPr>
              <a:xfrm>
                <a:off x="8899560" y="1699560"/>
                <a:ext cx="188640" cy="188280"/>
              </a:xfrm>
              <a:custGeom>
                <a:avLst/>
                <a:gdLst>
                  <a:gd name="textAreaLeft" fmla="*/ 0 w 188640"/>
                  <a:gd name="textAreaRight" fmla="*/ 193320 w 188640"/>
                  <a:gd name="textAreaTop" fmla="*/ 0 h 188280"/>
                  <a:gd name="textAreaBottom" fmla="*/ 192960 h 188280"/>
                </a:gdLst>
                <a:ahLst/>
                <a:cxnLst/>
                <a:rect l="textAreaLeft" t="textAreaTop" r="textAreaRight" b="textAreaBottom"/>
                <a:pathLst>
                  <a:path w="131152" h="130746">
                    <a:moveTo>
                      <a:pt x="25760" y="0"/>
                    </a:moveTo>
                    <a:lnTo>
                      <a:pt x="131153" y="0"/>
                    </a:lnTo>
                    <a:lnTo>
                      <a:pt x="69410" y="123485"/>
                    </a:lnTo>
                    <a:cubicBezTo>
                      <a:pt x="64553" y="133167"/>
                      <a:pt x="50731" y="133167"/>
                      <a:pt x="45906" y="123485"/>
                    </a:cubicBezTo>
                    <a:lnTo>
                      <a:pt x="2745" y="37228"/>
                    </a:lnTo>
                    <a:cubicBezTo>
                      <a:pt x="-5796" y="20114"/>
                      <a:pt x="6624" y="0"/>
                      <a:pt x="25760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159455"/>
                  </a:gs>
                  <a:gs pos="50000">
                    <a:srgbClr val="2aa87f"/>
                  </a:gs>
                  <a:gs pos="100000">
                    <a:srgbClr val="3fbda9"/>
                  </a:gs>
                </a:gsLst>
                <a:lin ang="4512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2" name="Google Shape;1727;p89"/>
              <p:cNvSpPr/>
              <p:nvPr/>
            </p:nvSpPr>
            <p:spPr>
              <a:xfrm>
                <a:off x="9007560" y="1396080"/>
                <a:ext cx="361440" cy="277200"/>
              </a:xfrm>
              <a:custGeom>
                <a:avLst/>
                <a:gdLst>
                  <a:gd name="textAreaLeft" fmla="*/ 0 w 361440"/>
                  <a:gd name="textAreaRight" fmla="*/ 366120 w 361440"/>
                  <a:gd name="textAreaTop" fmla="*/ 0 h 277200"/>
                  <a:gd name="textAreaBottom" fmla="*/ 281880 h 277200"/>
                </a:gdLst>
                <a:ahLst/>
                <a:cxnLst/>
                <a:rect l="textAreaLeft" t="textAreaTop" r="textAreaRight" b="textAreaBottom"/>
                <a:pathLst>
                  <a:path w="248294" h="191161">
                    <a:moveTo>
                      <a:pt x="47825" y="0"/>
                    </a:moveTo>
                    <a:lnTo>
                      <a:pt x="193086" y="0"/>
                    </a:lnTo>
                    <a:cubicBezTo>
                      <a:pt x="234063" y="0"/>
                      <a:pt x="260729" y="43129"/>
                      <a:pt x="242409" y="79803"/>
                    </a:cubicBezTo>
                    <a:lnTo>
                      <a:pt x="195075" y="174503"/>
                    </a:lnTo>
                    <a:cubicBezTo>
                      <a:pt x="194944" y="174797"/>
                      <a:pt x="194781" y="175090"/>
                      <a:pt x="194618" y="175416"/>
                    </a:cubicBezTo>
                    <a:lnTo>
                      <a:pt x="186729" y="191161"/>
                    </a:lnTo>
                    <a:lnTo>
                      <a:pt x="195042" y="174503"/>
                    </a:lnTo>
                    <a:cubicBezTo>
                      <a:pt x="212515" y="138057"/>
                      <a:pt x="185947" y="95581"/>
                      <a:pt x="145296" y="95581"/>
                    </a:cubicBezTo>
                    <a:lnTo>
                      <a:pt x="13172" y="95581"/>
                    </a:lnTo>
                    <a:cubicBezTo>
                      <a:pt x="3392" y="95581"/>
                      <a:pt x="-2965" y="85312"/>
                      <a:pt x="1404" y="76543"/>
                    </a:cubicBezTo>
                    <a:lnTo>
                      <a:pt x="36056" y="7270"/>
                    </a:lnTo>
                    <a:cubicBezTo>
                      <a:pt x="38273" y="2804"/>
                      <a:pt x="42837" y="0"/>
                      <a:pt x="47825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23a794"/>
                  </a:gs>
                  <a:gs pos="57000">
                    <a:srgbClr val="007a84"/>
                  </a:gs>
                  <a:gs pos="100000">
                    <a:srgbClr val="005158"/>
                  </a:gs>
                </a:gsLst>
                <a:lin ang="143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3" name="Google Shape;1728;p89"/>
              <p:cNvSpPr/>
              <p:nvPr/>
            </p:nvSpPr>
            <p:spPr>
              <a:xfrm>
                <a:off x="9007560" y="1396080"/>
                <a:ext cx="361440" cy="266400"/>
              </a:xfrm>
              <a:custGeom>
                <a:avLst/>
                <a:gdLst>
                  <a:gd name="textAreaLeft" fmla="*/ 0 w 361440"/>
                  <a:gd name="textAreaRight" fmla="*/ 366120 w 361440"/>
                  <a:gd name="textAreaTop" fmla="*/ 0 h 266400"/>
                  <a:gd name="textAreaBottom" fmla="*/ 271080 h 266400"/>
                </a:gdLst>
                <a:ahLst/>
                <a:cxnLst/>
                <a:rect l="textAreaLeft" t="textAreaTop" r="textAreaRight" b="textAreaBottom"/>
                <a:pathLst>
                  <a:path w="248294" h="183793">
                    <a:moveTo>
                      <a:pt x="47825" y="0"/>
                    </a:moveTo>
                    <a:lnTo>
                      <a:pt x="193086" y="0"/>
                    </a:lnTo>
                    <a:cubicBezTo>
                      <a:pt x="234063" y="0"/>
                      <a:pt x="260729" y="43129"/>
                      <a:pt x="242409" y="79803"/>
                    </a:cubicBezTo>
                    <a:lnTo>
                      <a:pt x="194977" y="174699"/>
                    </a:lnTo>
                    <a:cubicBezTo>
                      <a:pt x="194879" y="174927"/>
                      <a:pt x="194749" y="175155"/>
                      <a:pt x="194651" y="175383"/>
                    </a:cubicBezTo>
                    <a:lnTo>
                      <a:pt x="190446" y="183794"/>
                    </a:lnTo>
                    <a:lnTo>
                      <a:pt x="194977" y="174699"/>
                    </a:lnTo>
                    <a:cubicBezTo>
                      <a:pt x="212646" y="138188"/>
                      <a:pt x="186077" y="95581"/>
                      <a:pt x="145329" y="95581"/>
                    </a:cubicBezTo>
                    <a:lnTo>
                      <a:pt x="13172" y="95581"/>
                    </a:lnTo>
                    <a:cubicBezTo>
                      <a:pt x="3392" y="95581"/>
                      <a:pt x="-2965" y="85312"/>
                      <a:pt x="1404" y="76543"/>
                    </a:cubicBezTo>
                    <a:lnTo>
                      <a:pt x="36056" y="7270"/>
                    </a:lnTo>
                    <a:cubicBezTo>
                      <a:pt x="38273" y="2804"/>
                      <a:pt x="42837" y="0"/>
                      <a:pt x="47825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4a8b"/>
                  </a:gs>
                  <a:gs pos="41000">
                    <a:srgbClr val="105da8">
                      <a:alpha val="50000"/>
                    </a:srgbClr>
                  </a:gs>
                  <a:gs pos="100000">
                    <a:srgbClr val="2170c6">
                      <a:alpha val="0"/>
                    </a:srgbClr>
                  </a:gs>
                </a:gsLst>
                <a:lin ang="1494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4" name="Google Shape;1729;p89"/>
              <p:cNvSpPr/>
              <p:nvPr/>
            </p:nvSpPr>
            <p:spPr>
              <a:xfrm>
                <a:off x="8903520" y="1506600"/>
                <a:ext cx="461160" cy="212040"/>
              </a:xfrm>
              <a:custGeom>
                <a:avLst/>
                <a:gdLst>
                  <a:gd name="textAreaLeft" fmla="*/ 0 w 461160"/>
                  <a:gd name="textAreaRight" fmla="*/ 465840 w 461160"/>
                  <a:gd name="textAreaTop" fmla="*/ 0 h 212040"/>
                  <a:gd name="textAreaBottom" fmla="*/ 216720 h 212040"/>
                </a:gdLst>
                <a:ahLst/>
                <a:cxnLst/>
                <a:rect l="textAreaLeft" t="textAreaTop" r="textAreaRight" b="textAreaBottom"/>
                <a:pathLst>
                  <a:path w="316015" h="146859">
                    <a:moveTo>
                      <a:pt x="215773" y="132320"/>
                    </a:moveTo>
                    <a:lnTo>
                      <a:pt x="23504" y="132320"/>
                    </a:lnTo>
                    <a:cubicBezTo>
                      <a:pt x="13561" y="132320"/>
                      <a:pt x="4433" y="137960"/>
                      <a:pt x="0" y="146859"/>
                    </a:cubicBezTo>
                    <a:lnTo>
                      <a:pt x="47790" y="51311"/>
                    </a:lnTo>
                    <a:cubicBezTo>
                      <a:pt x="52256" y="42411"/>
                      <a:pt x="61351" y="36772"/>
                      <a:pt x="71294" y="36772"/>
                    </a:cubicBezTo>
                    <a:lnTo>
                      <a:pt x="263531" y="36772"/>
                    </a:lnTo>
                    <a:cubicBezTo>
                      <a:pt x="284395" y="36772"/>
                      <a:pt x="303465" y="25004"/>
                      <a:pt x="312821" y="6357"/>
                    </a:cubicBezTo>
                    <a:lnTo>
                      <a:pt x="316016" y="0"/>
                    </a:lnTo>
                    <a:lnTo>
                      <a:pt x="265096" y="101840"/>
                    </a:lnTo>
                    <a:cubicBezTo>
                      <a:pt x="255773" y="120519"/>
                      <a:pt x="236669" y="132320"/>
                      <a:pt x="215773" y="132320"/>
                    </a:cubicBez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5" name="Google Shape;1730;p89"/>
              <p:cNvSpPr/>
              <p:nvPr/>
            </p:nvSpPr>
            <p:spPr>
              <a:xfrm>
                <a:off x="8903520" y="1515240"/>
                <a:ext cx="461160" cy="212040"/>
              </a:xfrm>
              <a:custGeom>
                <a:avLst/>
                <a:gdLst>
                  <a:gd name="textAreaLeft" fmla="*/ 0 w 461160"/>
                  <a:gd name="textAreaRight" fmla="*/ 465840 w 461160"/>
                  <a:gd name="textAreaTop" fmla="*/ 0 h 212040"/>
                  <a:gd name="textAreaBottom" fmla="*/ 216720 h 212040"/>
                </a:gdLst>
                <a:ahLst/>
                <a:cxnLst/>
                <a:rect l="textAreaLeft" t="textAreaTop" r="textAreaRight" b="textAreaBottom"/>
                <a:pathLst>
                  <a:path w="316015" h="146859">
                    <a:moveTo>
                      <a:pt x="215773" y="132320"/>
                    </a:moveTo>
                    <a:lnTo>
                      <a:pt x="23504" y="132320"/>
                    </a:lnTo>
                    <a:cubicBezTo>
                      <a:pt x="13561" y="132320"/>
                      <a:pt x="4433" y="137960"/>
                      <a:pt x="0" y="146859"/>
                    </a:cubicBezTo>
                    <a:lnTo>
                      <a:pt x="47790" y="51311"/>
                    </a:lnTo>
                    <a:cubicBezTo>
                      <a:pt x="52256" y="42411"/>
                      <a:pt x="61351" y="36772"/>
                      <a:pt x="71294" y="36772"/>
                    </a:cubicBezTo>
                    <a:lnTo>
                      <a:pt x="263531" y="36772"/>
                    </a:lnTo>
                    <a:cubicBezTo>
                      <a:pt x="284395" y="36772"/>
                      <a:pt x="303465" y="25004"/>
                      <a:pt x="312821" y="6357"/>
                    </a:cubicBezTo>
                    <a:lnTo>
                      <a:pt x="316016" y="0"/>
                    </a:lnTo>
                    <a:lnTo>
                      <a:pt x="265096" y="101840"/>
                    </a:lnTo>
                    <a:cubicBezTo>
                      <a:pt x="255773" y="120519"/>
                      <a:pt x="236669" y="132320"/>
                      <a:pt x="215773" y="132320"/>
                    </a:cubicBez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6" name="Google Shape;1731;p89"/>
              <p:cNvSpPr/>
              <p:nvPr/>
            </p:nvSpPr>
            <p:spPr>
              <a:xfrm>
                <a:off x="8903520" y="1504440"/>
                <a:ext cx="461160" cy="212040"/>
              </a:xfrm>
              <a:custGeom>
                <a:avLst/>
                <a:gdLst>
                  <a:gd name="textAreaLeft" fmla="*/ 0 w 461160"/>
                  <a:gd name="textAreaRight" fmla="*/ 465840 w 461160"/>
                  <a:gd name="textAreaTop" fmla="*/ 0 h 212040"/>
                  <a:gd name="textAreaBottom" fmla="*/ 216720 h 212040"/>
                </a:gdLst>
                <a:ahLst/>
                <a:cxnLst/>
                <a:rect l="textAreaLeft" t="textAreaTop" r="textAreaRight" b="textAreaBottom"/>
                <a:pathLst>
                  <a:path w="316015" h="146859">
                    <a:moveTo>
                      <a:pt x="215773" y="132320"/>
                    </a:moveTo>
                    <a:lnTo>
                      <a:pt x="23504" y="132320"/>
                    </a:lnTo>
                    <a:cubicBezTo>
                      <a:pt x="13561" y="132320"/>
                      <a:pt x="4433" y="137960"/>
                      <a:pt x="0" y="146859"/>
                    </a:cubicBezTo>
                    <a:lnTo>
                      <a:pt x="47790" y="51311"/>
                    </a:lnTo>
                    <a:cubicBezTo>
                      <a:pt x="52256" y="42411"/>
                      <a:pt x="61351" y="36772"/>
                      <a:pt x="71294" y="36772"/>
                    </a:cubicBezTo>
                    <a:lnTo>
                      <a:pt x="263531" y="36772"/>
                    </a:lnTo>
                    <a:cubicBezTo>
                      <a:pt x="284395" y="36772"/>
                      <a:pt x="303465" y="25004"/>
                      <a:pt x="312821" y="6357"/>
                    </a:cubicBezTo>
                    <a:lnTo>
                      <a:pt x="316016" y="0"/>
                    </a:lnTo>
                    <a:lnTo>
                      <a:pt x="265096" y="101840"/>
                    </a:lnTo>
                    <a:cubicBezTo>
                      <a:pt x="255773" y="120519"/>
                      <a:pt x="236669" y="132320"/>
                      <a:pt x="215773" y="13232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7fd9a2"/>
                  </a:gs>
                  <a:gs pos="20000">
                    <a:srgbClr val="47bf79"/>
                  </a:gs>
                  <a:gs pos="71000">
                    <a:srgbClr val="009280"/>
                  </a:gs>
                  <a:gs pos="100000">
                    <a:srgbClr val="007a84"/>
                  </a:gs>
                </a:gsLst>
                <a:lin ang="1578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7" name="Google Shape;1732;p89"/>
              <p:cNvSpPr/>
              <p:nvPr/>
            </p:nvSpPr>
            <p:spPr>
              <a:xfrm>
                <a:off x="8903880" y="1515240"/>
                <a:ext cx="455760" cy="200880"/>
              </a:xfrm>
              <a:custGeom>
                <a:avLst/>
                <a:gdLst>
                  <a:gd name="textAreaLeft" fmla="*/ 0 w 455760"/>
                  <a:gd name="textAreaRight" fmla="*/ 460440 w 455760"/>
                  <a:gd name="textAreaTop" fmla="*/ 0 h 200880"/>
                  <a:gd name="textAreaBottom" fmla="*/ 205560 h 200880"/>
                </a:gdLst>
                <a:ahLst/>
                <a:cxnLst/>
                <a:rect l="textAreaLeft" t="textAreaTop" r="textAreaRight" b="textAreaBottom"/>
                <a:pathLst>
                  <a:path w="312201" h="139491">
                    <a:moveTo>
                      <a:pt x="215513" y="124952"/>
                    </a:moveTo>
                    <a:lnTo>
                      <a:pt x="23504" y="124952"/>
                    </a:lnTo>
                    <a:cubicBezTo>
                      <a:pt x="13529" y="124952"/>
                      <a:pt x="4433" y="130592"/>
                      <a:pt x="0" y="139492"/>
                    </a:cubicBezTo>
                    <a:lnTo>
                      <a:pt x="47790" y="43944"/>
                    </a:lnTo>
                    <a:cubicBezTo>
                      <a:pt x="52256" y="35044"/>
                      <a:pt x="61351" y="29404"/>
                      <a:pt x="71294" y="29404"/>
                    </a:cubicBezTo>
                    <a:lnTo>
                      <a:pt x="264411" y="29404"/>
                    </a:lnTo>
                    <a:cubicBezTo>
                      <a:pt x="284623" y="29404"/>
                      <a:pt x="303074" y="18027"/>
                      <a:pt x="312202" y="0"/>
                    </a:cubicBezTo>
                    <a:lnTo>
                      <a:pt x="264835" y="94537"/>
                    </a:lnTo>
                    <a:cubicBezTo>
                      <a:pt x="255479" y="113184"/>
                      <a:pt x="236409" y="124985"/>
                      <a:pt x="215545" y="124985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a8e47c">
                      <a:alpha val="85000"/>
                    </a:srgbClr>
                  </a:gs>
                  <a:gs pos="37000">
                    <a:srgbClr val="87d152">
                      <a:alpha val="20000"/>
                    </a:srgbClr>
                  </a:gs>
                  <a:gs pos="100000">
                    <a:srgbClr val="58be5a">
                      <a:alpha val="0"/>
                    </a:srgbClr>
                  </a:gs>
                </a:gsLst>
                <a:lin ang="159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588" name="Google Shape;1733;p89"/>
            <p:cNvGrpSpPr/>
            <p:nvPr/>
          </p:nvGrpSpPr>
          <p:grpSpPr>
            <a:xfrm>
              <a:off x="9447120" y="1396080"/>
              <a:ext cx="1188720" cy="207720"/>
              <a:chOff x="9447120" y="1396080"/>
              <a:chExt cx="1188720" cy="207720"/>
            </a:xfrm>
          </p:grpSpPr>
          <p:sp>
            <p:nvSpPr>
              <p:cNvPr id="589" name="Google Shape;1734;p89"/>
              <p:cNvSpPr/>
              <p:nvPr/>
            </p:nvSpPr>
            <p:spPr>
              <a:xfrm>
                <a:off x="9447120" y="1411200"/>
                <a:ext cx="204480" cy="189360"/>
              </a:xfrm>
              <a:custGeom>
                <a:avLst/>
                <a:gdLst>
                  <a:gd name="textAreaLeft" fmla="*/ 0 w 204480"/>
                  <a:gd name="textAreaRight" fmla="*/ 209160 w 204480"/>
                  <a:gd name="textAreaTop" fmla="*/ 0 h 189360"/>
                  <a:gd name="textAreaBottom" fmla="*/ 194040 h 189360"/>
                </a:gdLst>
                <a:ahLst/>
                <a:cxnLst/>
                <a:rect l="textAreaLeft" t="textAreaTop" r="textAreaRight" b="textAreaBottom"/>
                <a:pathLst>
                  <a:path w="209156" h="194045">
                    <a:moveTo>
                      <a:pt x="113638" y="125028"/>
                    </a:moveTo>
                    <a:cubicBezTo>
                      <a:pt x="112473" y="128102"/>
                      <a:pt x="111147" y="131693"/>
                      <a:pt x="109723" y="135835"/>
                    </a:cubicBezTo>
                    <a:cubicBezTo>
                      <a:pt x="108267" y="139977"/>
                      <a:pt x="106746" y="144669"/>
                      <a:pt x="105128" y="149911"/>
                    </a:cubicBezTo>
                    <a:lnTo>
                      <a:pt x="104319" y="149911"/>
                    </a:lnTo>
                    <a:cubicBezTo>
                      <a:pt x="103607" y="146384"/>
                      <a:pt x="102572" y="142598"/>
                      <a:pt x="101278" y="138553"/>
                    </a:cubicBezTo>
                    <a:cubicBezTo>
                      <a:pt x="99983" y="134509"/>
                      <a:pt x="98333" y="130108"/>
                      <a:pt x="96327" y="125416"/>
                    </a:cubicBezTo>
                    <a:lnTo>
                      <a:pt x="46530" y="0"/>
                    </a:lnTo>
                    <a:lnTo>
                      <a:pt x="0" y="0"/>
                    </a:lnTo>
                    <a:lnTo>
                      <a:pt x="0" y="194013"/>
                    </a:lnTo>
                    <a:lnTo>
                      <a:pt x="30448" y="194013"/>
                    </a:lnTo>
                    <a:lnTo>
                      <a:pt x="30448" y="74971"/>
                    </a:lnTo>
                    <a:cubicBezTo>
                      <a:pt x="30448" y="67044"/>
                      <a:pt x="30319" y="59408"/>
                      <a:pt x="30124" y="52095"/>
                    </a:cubicBezTo>
                    <a:cubicBezTo>
                      <a:pt x="29930" y="44782"/>
                      <a:pt x="29510" y="37761"/>
                      <a:pt x="28960" y="30998"/>
                    </a:cubicBezTo>
                    <a:lnTo>
                      <a:pt x="29898" y="30998"/>
                    </a:lnTo>
                    <a:cubicBezTo>
                      <a:pt x="30966" y="36855"/>
                      <a:pt x="32034" y="41741"/>
                      <a:pt x="33069" y="45624"/>
                    </a:cubicBezTo>
                    <a:cubicBezTo>
                      <a:pt x="34104" y="49506"/>
                      <a:pt x="34978" y="52419"/>
                      <a:pt x="35722" y="54425"/>
                    </a:cubicBezTo>
                    <a:lnTo>
                      <a:pt x="92282" y="194046"/>
                    </a:lnTo>
                    <a:lnTo>
                      <a:pt x="115288" y="194046"/>
                    </a:lnTo>
                    <a:lnTo>
                      <a:pt x="171557" y="53357"/>
                    </a:lnTo>
                    <a:cubicBezTo>
                      <a:pt x="172463" y="51092"/>
                      <a:pt x="173369" y="48115"/>
                      <a:pt x="174340" y="44426"/>
                    </a:cubicBezTo>
                    <a:cubicBezTo>
                      <a:pt x="175278" y="40738"/>
                      <a:pt x="176314" y="36272"/>
                      <a:pt x="177382" y="31030"/>
                    </a:cubicBezTo>
                    <a:lnTo>
                      <a:pt x="178320" y="31030"/>
                    </a:lnTo>
                    <a:cubicBezTo>
                      <a:pt x="177770" y="38505"/>
                      <a:pt x="177349" y="45624"/>
                      <a:pt x="177026" y="52321"/>
                    </a:cubicBezTo>
                    <a:cubicBezTo>
                      <a:pt x="176702" y="59052"/>
                      <a:pt x="176540" y="65200"/>
                      <a:pt x="176540" y="70797"/>
                    </a:cubicBezTo>
                    <a:lnTo>
                      <a:pt x="176540" y="194046"/>
                    </a:lnTo>
                    <a:lnTo>
                      <a:pt x="209156" y="194046"/>
                    </a:lnTo>
                    <a:lnTo>
                      <a:pt x="209156" y="0"/>
                    </a:lnTo>
                    <a:lnTo>
                      <a:pt x="163986" y="0"/>
                    </a:lnTo>
                    <a:lnTo>
                      <a:pt x="113671" y="124996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0" name="Google Shape;1735;p89"/>
              <p:cNvSpPr/>
              <p:nvPr/>
            </p:nvSpPr>
            <p:spPr>
              <a:xfrm>
                <a:off x="9699120" y="1463400"/>
                <a:ext cx="27360" cy="137160"/>
              </a:xfrm>
              <a:custGeom>
                <a:avLst/>
                <a:gdLst>
                  <a:gd name="textAreaLeft" fmla="*/ 0 w 27360"/>
                  <a:gd name="textAreaRight" fmla="*/ 32040 w 27360"/>
                  <a:gd name="textAreaTop" fmla="*/ 0 h 137160"/>
                  <a:gd name="textAreaBottom" fmla="*/ 141840 h 137160"/>
                </a:gdLst>
                <a:ahLst/>
                <a:cxnLst/>
                <a:rect l="textAreaLeft" t="textAreaTop" r="textAreaRight" b="textAreaBottom"/>
                <a:pathLst>
                  <a:path w="32195" h="141918">
                    <a:moveTo>
                      <a:pt x="0" y="0"/>
                    </a:moveTo>
                    <a:lnTo>
                      <a:pt x="32195" y="0"/>
                    </a:lnTo>
                    <a:lnTo>
                      <a:pt x="32195" y="141918"/>
                    </a:lnTo>
                    <a:lnTo>
                      <a:pt x="0" y="141918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1" name="Google Shape;1736;p89"/>
              <p:cNvSpPr/>
              <p:nvPr/>
            </p:nvSpPr>
            <p:spPr>
              <a:xfrm>
                <a:off x="9695160" y="1399680"/>
                <a:ext cx="36000" cy="33840"/>
              </a:xfrm>
              <a:custGeom>
                <a:avLst/>
                <a:gdLst>
                  <a:gd name="textAreaLeft" fmla="*/ 0 w 36000"/>
                  <a:gd name="textAreaRight" fmla="*/ 40680 w 36000"/>
                  <a:gd name="textAreaTop" fmla="*/ 0 h 33840"/>
                  <a:gd name="textAreaBottom" fmla="*/ 38520 h 33840"/>
                </a:gdLst>
                <a:ahLst/>
                <a:cxnLst/>
                <a:rect l="textAreaLeft" t="textAreaTop" r="textAreaRight" b="textAreaBottom"/>
                <a:pathLst>
                  <a:path w="40737" h="38537">
                    <a:moveTo>
                      <a:pt x="20320" y="0"/>
                    </a:moveTo>
                    <a:cubicBezTo>
                      <a:pt x="14464" y="0"/>
                      <a:pt x="9610" y="1812"/>
                      <a:pt x="5760" y="5404"/>
                    </a:cubicBezTo>
                    <a:cubicBezTo>
                      <a:pt x="1941" y="9028"/>
                      <a:pt x="0" y="13655"/>
                      <a:pt x="0" y="19350"/>
                    </a:cubicBezTo>
                    <a:cubicBezTo>
                      <a:pt x="0" y="25044"/>
                      <a:pt x="1909" y="29316"/>
                      <a:pt x="5760" y="33004"/>
                    </a:cubicBezTo>
                    <a:cubicBezTo>
                      <a:pt x="9578" y="36693"/>
                      <a:pt x="14431" y="38537"/>
                      <a:pt x="20320" y="38537"/>
                    </a:cubicBezTo>
                    <a:cubicBezTo>
                      <a:pt x="26209" y="38537"/>
                      <a:pt x="31063" y="36725"/>
                      <a:pt x="34913" y="33069"/>
                    </a:cubicBezTo>
                    <a:cubicBezTo>
                      <a:pt x="38764" y="29413"/>
                      <a:pt x="40738" y="24850"/>
                      <a:pt x="40738" y="19350"/>
                    </a:cubicBezTo>
                    <a:cubicBezTo>
                      <a:pt x="40738" y="13849"/>
                      <a:pt x="38796" y="9028"/>
                      <a:pt x="34913" y="5404"/>
                    </a:cubicBezTo>
                    <a:cubicBezTo>
                      <a:pt x="31030" y="1812"/>
                      <a:pt x="26177" y="0"/>
                      <a:pt x="2032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9080" bIns="190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2" name="Google Shape;1737;p89"/>
              <p:cNvSpPr/>
              <p:nvPr/>
            </p:nvSpPr>
            <p:spPr>
              <a:xfrm>
                <a:off x="9763920" y="1459800"/>
                <a:ext cx="112320" cy="144000"/>
              </a:xfrm>
              <a:custGeom>
                <a:avLst/>
                <a:gdLst>
                  <a:gd name="textAreaLeft" fmla="*/ 0 w 112320"/>
                  <a:gd name="textAreaRight" fmla="*/ 117000 w 112320"/>
                  <a:gd name="textAreaTop" fmla="*/ 0 h 144000"/>
                  <a:gd name="textAreaBottom" fmla="*/ 148680 h 144000"/>
                </a:gdLst>
                <a:ahLst/>
                <a:cxnLst/>
                <a:rect l="textAreaLeft" t="textAreaTop" r="textAreaRight" b="textAreaBottom"/>
                <a:pathLst>
                  <a:path w="117035" h="148680">
                    <a:moveTo>
                      <a:pt x="75748" y="25562"/>
                    </a:moveTo>
                    <a:cubicBezTo>
                      <a:pt x="80990" y="25562"/>
                      <a:pt x="85876" y="26177"/>
                      <a:pt x="90438" y="27374"/>
                    </a:cubicBezTo>
                    <a:cubicBezTo>
                      <a:pt x="95000" y="28571"/>
                      <a:pt x="99628" y="30545"/>
                      <a:pt x="104319" y="33263"/>
                    </a:cubicBezTo>
                    <a:lnTo>
                      <a:pt x="117036" y="10807"/>
                    </a:lnTo>
                    <a:cubicBezTo>
                      <a:pt x="110370" y="7021"/>
                      <a:pt x="103737" y="4271"/>
                      <a:pt x="97136" y="2556"/>
                    </a:cubicBezTo>
                    <a:cubicBezTo>
                      <a:pt x="90568" y="841"/>
                      <a:pt x="83287" y="0"/>
                      <a:pt x="75360" y="0"/>
                    </a:cubicBezTo>
                    <a:cubicBezTo>
                      <a:pt x="52354" y="0"/>
                      <a:pt x="34040" y="7021"/>
                      <a:pt x="20417" y="21032"/>
                    </a:cubicBezTo>
                    <a:cubicBezTo>
                      <a:pt x="6795" y="35043"/>
                      <a:pt x="0" y="53939"/>
                      <a:pt x="0" y="77657"/>
                    </a:cubicBezTo>
                    <a:cubicBezTo>
                      <a:pt x="0" y="99401"/>
                      <a:pt x="6504" y="116680"/>
                      <a:pt x="19544" y="129461"/>
                    </a:cubicBezTo>
                    <a:cubicBezTo>
                      <a:pt x="32584" y="142274"/>
                      <a:pt x="49992" y="148681"/>
                      <a:pt x="71833" y="148681"/>
                    </a:cubicBezTo>
                    <a:cubicBezTo>
                      <a:pt x="80052" y="148681"/>
                      <a:pt x="87688" y="147678"/>
                      <a:pt x="94774" y="145704"/>
                    </a:cubicBezTo>
                    <a:cubicBezTo>
                      <a:pt x="101860" y="143730"/>
                      <a:pt x="108914" y="140527"/>
                      <a:pt x="115936" y="136094"/>
                    </a:cubicBezTo>
                    <a:lnTo>
                      <a:pt x="102669" y="114188"/>
                    </a:lnTo>
                    <a:cubicBezTo>
                      <a:pt x="97718" y="117424"/>
                      <a:pt x="92800" y="119721"/>
                      <a:pt x="87979" y="121080"/>
                    </a:cubicBezTo>
                    <a:cubicBezTo>
                      <a:pt x="83158" y="122439"/>
                      <a:pt x="78757" y="123119"/>
                      <a:pt x="74777" y="123119"/>
                    </a:cubicBezTo>
                    <a:cubicBezTo>
                      <a:pt x="62611" y="123119"/>
                      <a:pt x="52580" y="118945"/>
                      <a:pt x="44685" y="110597"/>
                    </a:cubicBezTo>
                    <a:cubicBezTo>
                      <a:pt x="36790" y="102249"/>
                      <a:pt x="32842" y="90373"/>
                      <a:pt x="32842" y="74939"/>
                    </a:cubicBezTo>
                    <a:cubicBezTo>
                      <a:pt x="32842" y="59505"/>
                      <a:pt x="36564" y="47986"/>
                      <a:pt x="44006" y="39023"/>
                    </a:cubicBezTo>
                    <a:cubicBezTo>
                      <a:pt x="51448" y="30060"/>
                      <a:pt x="62029" y="25562"/>
                      <a:pt x="75716" y="25562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3" name="Google Shape;1738;p89"/>
              <p:cNvSpPr/>
              <p:nvPr/>
            </p:nvSpPr>
            <p:spPr>
              <a:xfrm>
                <a:off x="9905760" y="1460880"/>
                <a:ext cx="78480" cy="139680"/>
              </a:xfrm>
              <a:custGeom>
                <a:avLst/>
                <a:gdLst>
                  <a:gd name="textAreaLeft" fmla="*/ 0 w 78480"/>
                  <a:gd name="textAreaRight" fmla="*/ 83160 w 78480"/>
                  <a:gd name="textAreaTop" fmla="*/ 0 h 139680"/>
                  <a:gd name="textAreaBottom" fmla="*/ 144360 h 139680"/>
                </a:gdLst>
                <a:ahLst/>
                <a:cxnLst/>
                <a:rect l="textAreaLeft" t="textAreaTop" r="textAreaRight" b="textAreaBottom"/>
                <a:pathLst>
                  <a:path w="83190" h="144377">
                    <a:moveTo>
                      <a:pt x="70506" y="32"/>
                    </a:moveTo>
                    <a:cubicBezTo>
                      <a:pt x="61673" y="32"/>
                      <a:pt x="54004" y="2524"/>
                      <a:pt x="47500" y="7539"/>
                    </a:cubicBezTo>
                    <a:cubicBezTo>
                      <a:pt x="40996" y="12555"/>
                      <a:pt x="36143" y="19964"/>
                      <a:pt x="32875" y="29801"/>
                    </a:cubicBezTo>
                    <a:lnTo>
                      <a:pt x="32325" y="29801"/>
                    </a:lnTo>
                    <a:lnTo>
                      <a:pt x="32325" y="2459"/>
                    </a:lnTo>
                    <a:lnTo>
                      <a:pt x="0" y="2459"/>
                    </a:lnTo>
                    <a:lnTo>
                      <a:pt x="0" y="144377"/>
                    </a:lnTo>
                    <a:lnTo>
                      <a:pt x="32325" y="144377"/>
                    </a:lnTo>
                    <a:lnTo>
                      <a:pt x="32325" y="74292"/>
                    </a:lnTo>
                    <a:cubicBezTo>
                      <a:pt x="32325" y="60508"/>
                      <a:pt x="35399" y="49345"/>
                      <a:pt x="41579" y="40802"/>
                    </a:cubicBezTo>
                    <a:cubicBezTo>
                      <a:pt x="47759" y="32292"/>
                      <a:pt x="56496" y="28021"/>
                      <a:pt x="67756" y="28021"/>
                    </a:cubicBezTo>
                    <a:cubicBezTo>
                      <a:pt x="70021" y="28021"/>
                      <a:pt x="71995" y="28151"/>
                      <a:pt x="73709" y="28442"/>
                    </a:cubicBezTo>
                    <a:cubicBezTo>
                      <a:pt x="75424" y="28733"/>
                      <a:pt x="77172" y="29089"/>
                      <a:pt x="78984" y="29510"/>
                    </a:cubicBezTo>
                    <a:lnTo>
                      <a:pt x="83190" y="1650"/>
                    </a:lnTo>
                    <a:cubicBezTo>
                      <a:pt x="81313" y="1100"/>
                      <a:pt x="79307" y="712"/>
                      <a:pt x="77236" y="421"/>
                    </a:cubicBezTo>
                    <a:cubicBezTo>
                      <a:pt x="75166" y="162"/>
                      <a:pt x="72901" y="0"/>
                      <a:pt x="7047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4" name="Google Shape;1739;p89"/>
              <p:cNvSpPr/>
              <p:nvPr/>
            </p:nvSpPr>
            <p:spPr>
              <a:xfrm>
                <a:off x="10000800" y="1459800"/>
                <a:ext cx="141480" cy="144000"/>
              </a:xfrm>
              <a:custGeom>
                <a:avLst/>
                <a:gdLst>
                  <a:gd name="textAreaLeft" fmla="*/ 0 w 141480"/>
                  <a:gd name="textAreaRight" fmla="*/ 146160 w 141480"/>
                  <a:gd name="textAreaTop" fmla="*/ 0 h 144000"/>
                  <a:gd name="textAreaBottom" fmla="*/ 148680 h 144000"/>
                </a:gdLst>
                <a:ahLst/>
                <a:cxnLst/>
                <a:rect l="textAreaLeft" t="textAreaTop" r="textAreaRight" b="textAreaBottom"/>
                <a:pathLst>
                  <a:path w="145995" h="148682">
                    <a:moveTo>
                      <a:pt x="74939" y="1"/>
                    </a:moveTo>
                    <a:cubicBezTo>
                      <a:pt x="51836" y="1"/>
                      <a:pt x="33619" y="6667"/>
                      <a:pt x="20223" y="19965"/>
                    </a:cubicBezTo>
                    <a:cubicBezTo>
                      <a:pt x="6827" y="33264"/>
                      <a:pt x="97" y="51740"/>
                      <a:pt x="0" y="75361"/>
                    </a:cubicBezTo>
                    <a:cubicBezTo>
                      <a:pt x="0" y="97655"/>
                      <a:pt x="6504" y="115419"/>
                      <a:pt x="19479" y="128718"/>
                    </a:cubicBezTo>
                    <a:cubicBezTo>
                      <a:pt x="32454" y="142016"/>
                      <a:pt x="50089" y="148682"/>
                      <a:pt x="72383" y="148682"/>
                    </a:cubicBezTo>
                    <a:cubicBezTo>
                      <a:pt x="94677" y="148682"/>
                      <a:pt x="112829" y="141855"/>
                      <a:pt x="126096" y="128200"/>
                    </a:cubicBezTo>
                    <a:cubicBezTo>
                      <a:pt x="139362" y="114545"/>
                      <a:pt x="145995" y="96166"/>
                      <a:pt x="145995" y="73063"/>
                    </a:cubicBezTo>
                    <a:cubicBezTo>
                      <a:pt x="145995" y="49960"/>
                      <a:pt x="139718" y="32779"/>
                      <a:pt x="127131" y="19609"/>
                    </a:cubicBezTo>
                    <a:cubicBezTo>
                      <a:pt x="114544" y="6440"/>
                      <a:pt x="97168" y="-96"/>
                      <a:pt x="74971" y="1"/>
                    </a:cubicBezTo>
                    <a:close/>
                    <a:moveTo>
                      <a:pt x="103090" y="110468"/>
                    </a:moveTo>
                    <a:cubicBezTo>
                      <a:pt x="96424" y="118913"/>
                      <a:pt x="86685" y="123120"/>
                      <a:pt x="73871" y="123120"/>
                    </a:cubicBezTo>
                    <a:cubicBezTo>
                      <a:pt x="61058" y="123120"/>
                      <a:pt x="50801" y="118913"/>
                      <a:pt x="43650" y="110533"/>
                    </a:cubicBezTo>
                    <a:cubicBezTo>
                      <a:pt x="36499" y="102152"/>
                      <a:pt x="32907" y="90245"/>
                      <a:pt x="32907" y="74811"/>
                    </a:cubicBezTo>
                    <a:cubicBezTo>
                      <a:pt x="32907" y="59376"/>
                      <a:pt x="36531" y="47340"/>
                      <a:pt x="43812" y="38635"/>
                    </a:cubicBezTo>
                    <a:cubicBezTo>
                      <a:pt x="51060" y="29931"/>
                      <a:pt x="61058" y="25563"/>
                      <a:pt x="73774" y="25563"/>
                    </a:cubicBezTo>
                    <a:cubicBezTo>
                      <a:pt x="86491" y="25563"/>
                      <a:pt x="96327" y="29705"/>
                      <a:pt x="103057" y="37956"/>
                    </a:cubicBezTo>
                    <a:cubicBezTo>
                      <a:pt x="109788" y="46207"/>
                      <a:pt x="113120" y="58179"/>
                      <a:pt x="113120" y="73872"/>
                    </a:cubicBezTo>
                    <a:cubicBezTo>
                      <a:pt x="113120" y="89566"/>
                      <a:pt x="109788" y="102023"/>
                      <a:pt x="103122" y="1104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5" name="Google Shape;1740;p89"/>
              <p:cNvSpPr/>
              <p:nvPr/>
            </p:nvSpPr>
            <p:spPr>
              <a:xfrm>
                <a:off x="10164600" y="1459800"/>
                <a:ext cx="101520" cy="144000"/>
              </a:xfrm>
              <a:custGeom>
                <a:avLst/>
                <a:gdLst>
                  <a:gd name="textAreaLeft" fmla="*/ 0 w 101520"/>
                  <a:gd name="textAreaRight" fmla="*/ 106200 w 101520"/>
                  <a:gd name="textAreaTop" fmla="*/ 0 h 144000"/>
                  <a:gd name="textAreaBottom" fmla="*/ 148680 h 144000"/>
                </a:gdLst>
                <a:ahLst/>
                <a:cxnLst/>
                <a:rect l="textAreaLeft" t="textAreaTop" r="textAreaRight" b="textAreaBottom"/>
                <a:pathLst>
                  <a:path w="106293" h="148648">
                    <a:moveTo>
                      <a:pt x="61640" y="59667"/>
                    </a:moveTo>
                    <a:cubicBezTo>
                      <a:pt x="51448" y="57240"/>
                      <a:pt x="44297" y="54716"/>
                      <a:pt x="40188" y="52160"/>
                    </a:cubicBezTo>
                    <a:cubicBezTo>
                      <a:pt x="36078" y="49603"/>
                      <a:pt x="34040" y="45721"/>
                      <a:pt x="34040" y="40576"/>
                    </a:cubicBezTo>
                    <a:cubicBezTo>
                      <a:pt x="34040" y="35431"/>
                      <a:pt x="36175" y="31419"/>
                      <a:pt x="40479" y="28539"/>
                    </a:cubicBezTo>
                    <a:cubicBezTo>
                      <a:pt x="44750" y="25659"/>
                      <a:pt x="50736" y="24203"/>
                      <a:pt x="58405" y="24203"/>
                    </a:cubicBezTo>
                    <a:cubicBezTo>
                      <a:pt x="63711" y="24203"/>
                      <a:pt x="68888" y="25012"/>
                      <a:pt x="73904" y="26630"/>
                    </a:cubicBezTo>
                    <a:cubicBezTo>
                      <a:pt x="78919" y="28248"/>
                      <a:pt x="84420" y="30966"/>
                      <a:pt x="90470" y="34752"/>
                    </a:cubicBezTo>
                    <a:lnTo>
                      <a:pt x="103187" y="12716"/>
                    </a:lnTo>
                    <a:cubicBezTo>
                      <a:pt x="96424" y="8283"/>
                      <a:pt x="89435" y="5080"/>
                      <a:pt x="82219" y="3042"/>
                    </a:cubicBezTo>
                    <a:cubicBezTo>
                      <a:pt x="75004" y="1003"/>
                      <a:pt x="67432" y="0"/>
                      <a:pt x="59505" y="0"/>
                    </a:cubicBezTo>
                    <a:cubicBezTo>
                      <a:pt x="43456" y="0"/>
                      <a:pt x="30351" y="4077"/>
                      <a:pt x="20191" y="12231"/>
                    </a:cubicBezTo>
                    <a:cubicBezTo>
                      <a:pt x="10031" y="20385"/>
                      <a:pt x="4983" y="30933"/>
                      <a:pt x="4983" y="43812"/>
                    </a:cubicBezTo>
                    <a:cubicBezTo>
                      <a:pt x="4983" y="55007"/>
                      <a:pt x="8510" y="64002"/>
                      <a:pt x="15596" y="70862"/>
                    </a:cubicBezTo>
                    <a:cubicBezTo>
                      <a:pt x="22682" y="77722"/>
                      <a:pt x="35043" y="83223"/>
                      <a:pt x="52742" y="87364"/>
                    </a:cubicBezTo>
                    <a:cubicBezTo>
                      <a:pt x="61414" y="89435"/>
                      <a:pt x="67594" y="92024"/>
                      <a:pt x="71347" y="95065"/>
                    </a:cubicBezTo>
                    <a:cubicBezTo>
                      <a:pt x="75101" y="98139"/>
                      <a:pt x="76978" y="102022"/>
                      <a:pt x="76978" y="106714"/>
                    </a:cubicBezTo>
                    <a:cubicBezTo>
                      <a:pt x="76978" y="112570"/>
                      <a:pt x="74777" y="116939"/>
                      <a:pt x="70344" y="119851"/>
                    </a:cubicBezTo>
                    <a:cubicBezTo>
                      <a:pt x="65911" y="122731"/>
                      <a:pt x="59731" y="124187"/>
                      <a:pt x="51804" y="124187"/>
                    </a:cubicBezTo>
                    <a:cubicBezTo>
                      <a:pt x="44394" y="124187"/>
                      <a:pt x="37631" y="123022"/>
                      <a:pt x="31451" y="120660"/>
                    </a:cubicBezTo>
                    <a:cubicBezTo>
                      <a:pt x="25271" y="118330"/>
                      <a:pt x="19479" y="115256"/>
                      <a:pt x="14075" y="111470"/>
                    </a:cubicBezTo>
                    <a:lnTo>
                      <a:pt x="0" y="134185"/>
                    </a:lnTo>
                    <a:cubicBezTo>
                      <a:pt x="7669" y="138974"/>
                      <a:pt x="15693" y="142565"/>
                      <a:pt x="24074" y="144992"/>
                    </a:cubicBezTo>
                    <a:cubicBezTo>
                      <a:pt x="32454" y="147419"/>
                      <a:pt x="41288" y="148649"/>
                      <a:pt x="50574" y="148649"/>
                    </a:cubicBezTo>
                    <a:cubicBezTo>
                      <a:pt x="67626" y="148649"/>
                      <a:pt x="81184" y="144539"/>
                      <a:pt x="91215" y="136353"/>
                    </a:cubicBezTo>
                    <a:cubicBezTo>
                      <a:pt x="101278" y="128134"/>
                      <a:pt x="106293" y="117230"/>
                      <a:pt x="106293" y="103608"/>
                    </a:cubicBezTo>
                    <a:cubicBezTo>
                      <a:pt x="106293" y="91894"/>
                      <a:pt x="102701" y="82543"/>
                      <a:pt x="95551" y="75619"/>
                    </a:cubicBezTo>
                    <a:cubicBezTo>
                      <a:pt x="88367" y="68662"/>
                      <a:pt x="77075" y="63355"/>
                      <a:pt x="61673" y="59667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6" name="Google Shape;1741;p89"/>
              <p:cNvSpPr/>
              <p:nvPr/>
            </p:nvSpPr>
            <p:spPr>
              <a:xfrm>
                <a:off x="10289520" y="1459800"/>
                <a:ext cx="141480" cy="144000"/>
              </a:xfrm>
              <a:custGeom>
                <a:avLst/>
                <a:gdLst>
                  <a:gd name="textAreaLeft" fmla="*/ 0 w 141480"/>
                  <a:gd name="textAreaRight" fmla="*/ 146160 w 141480"/>
                  <a:gd name="textAreaTop" fmla="*/ 0 h 144000"/>
                  <a:gd name="textAreaBottom" fmla="*/ 148680 h 144000"/>
                </a:gdLst>
                <a:ahLst/>
                <a:cxnLst/>
                <a:rect l="textAreaLeft" t="textAreaTop" r="textAreaRight" b="textAreaBottom"/>
                <a:pathLst>
                  <a:path w="145995" h="148682">
                    <a:moveTo>
                      <a:pt x="74939" y="1"/>
                    </a:moveTo>
                    <a:cubicBezTo>
                      <a:pt x="51836" y="1"/>
                      <a:pt x="33619" y="6667"/>
                      <a:pt x="20223" y="19965"/>
                    </a:cubicBezTo>
                    <a:cubicBezTo>
                      <a:pt x="6827" y="33264"/>
                      <a:pt x="97" y="51740"/>
                      <a:pt x="0" y="75361"/>
                    </a:cubicBezTo>
                    <a:cubicBezTo>
                      <a:pt x="0" y="97655"/>
                      <a:pt x="6504" y="115419"/>
                      <a:pt x="19479" y="128718"/>
                    </a:cubicBezTo>
                    <a:cubicBezTo>
                      <a:pt x="32454" y="142016"/>
                      <a:pt x="50089" y="148682"/>
                      <a:pt x="72383" y="148682"/>
                    </a:cubicBezTo>
                    <a:cubicBezTo>
                      <a:pt x="94677" y="148682"/>
                      <a:pt x="112829" y="141855"/>
                      <a:pt x="126096" y="128200"/>
                    </a:cubicBezTo>
                    <a:cubicBezTo>
                      <a:pt x="139362" y="114545"/>
                      <a:pt x="145995" y="96166"/>
                      <a:pt x="145995" y="73063"/>
                    </a:cubicBezTo>
                    <a:cubicBezTo>
                      <a:pt x="145995" y="49960"/>
                      <a:pt x="139718" y="32779"/>
                      <a:pt x="127131" y="19609"/>
                    </a:cubicBezTo>
                    <a:cubicBezTo>
                      <a:pt x="114544" y="6440"/>
                      <a:pt x="97168" y="-96"/>
                      <a:pt x="74971" y="1"/>
                    </a:cubicBezTo>
                    <a:close/>
                    <a:moveTo>
                      <a:pt x="103090" y="110468"/>
                    </a:moveTo>
                    <a:cubicBezTo>
                      <a:pt x="96424" y="118913"/>
                      <a:pt x="86685" y="123120"/>
                      <a:pt x="73871" y="123120"/>
                    </a:cubicBezTo>
                    <a:cubicBezTo>
                      <a:pt x="61058" y="123120"/>
                      <a:pt x="50801" y="118913"/>
                      <a:pt x="43650" y="110533"/>
                    </a:cubicBezTo>
                    <a:cubicBezTo>
                      <a:pt x="36499" y="102152"/>
                      <a:pt x="32907" y="90245"/>
                      <a:pt x="32907" y="74811"/>
                    </a:cubicBezTo>
                    <a:cubicBezTo>
                      <a:pt x="32907" y="59376"/>
                      <a:pt x="36531" y="47340"/>
                      <a:pt x="43812" y="38635"/>
                    </a:cubicBezTo>
                    <a:cubicBezTo>
                      <a:pt x="51060" y="29931"/>
                      <a:pt x="61058" y="25563"/>
                      <a:pt x="73774" y="25563"/>
                    </a:cubicBezTo>
                    <a:cubicBezTo>
                      <a:pt x="86491" y="25563"/>
                      <a:pt x="96327" y="29705"/>
                      <a:pt x="103057" y="37956"/>
                    </a:cubicBezTo>
                    <a:cubicBezTo>
                      <a:pt x="109788" y="46207"/>
                      <a:pt x="113120" y="58179"/>
                      <a:pt x="113120" y="73872"/>
                    </a:cubicBezTo>
                    <a:cubicBezTo>
                      <a:pt x="113120" y="89566"/>
                      <a:pt x="109788" y="102023"/>
                      <a:pt x="103122" y="1104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7" name="Google Shape;1742;p89"/>
              <p:cNvSpPr/>
              <p:nvPr/>
            </p:nvSpPr>
            <p:spPr>
              <a:xfrm>
                <a:off x="10452600" y="1396080"/>
                <a:ext cx="183240" cy="207720"/>
              </a:xfrm>
              <a:custGeom>
                <a:avLst/>
                <a:gdLst>
                  <a:gd name="textAreaLeft" fmla="*/ 0 w 183240"/>
                  <a:gd name="textAreaRight" fmla="*/ 187920 w 183240"/>
                  <a:gd name="textAreaTop" fmla="*/ 0 h 207720"/>
                  <a:gd name="textAreaBottom" fmla="*/ 212400 h 207720"/>
                </a:gdLst>
                <a:ahLst/>
                <a:cxnLst/>
                <a:rect l="textAreaLeft" t="textAreaTop" r="textAreaRight" b="textAreaBottom"/>
                <a:pathLst>
                  <a:path w="187962" h="212262">
                    <a:moveTo>
                      <a:pt x="174825" y="186636"/>
                    </a:moveTo>
                    <a:cubicBezTo>
                      <a:pt x="172496" y="187218"/>
                      <a:pt x="170004" y="187510"/>
                      <a:pt x="167383" y="187510"/>
                    </a:cubicBezTo>
                    <a:cubicBezTo>
                      <a:pt x="162077" y="187510"/>
                      <a:pt x="158129" y="185989"/>
                      <a:pt x="155541" y="182915"/>
                    </a:cubicBezTo>
                    <a:cubicBezTo>
                      <a:pt x="152984" y="179841"/>
                      <a:pt x="151690" y="174793"/>
                      <a:pt x="151690" y="167772"/>
                    </a:cubicBezTo>
                    <a:lnTo>
                      <a:pt x="151690" y="92283"/>
                    </a:lnTo>
                    <a:lnTo>
                      <a:pt x="185633" y="92283"/>
                    </a:lnTo>
                    <a:lnTo>
                      <a:pt x="185633" y="67270"/>
                    </a:lnTo>
                    <a:lnTo>
                      <a:pt x="151690" y="67270"/>
                    </a:lnTo>
                    <a:lnTo>
                      <a:pt x="151690" y="25303"/>
                    </a:lnTo>
                    <a:lnTo>
                      <a:pt x="119495" y="35043"/>
                    </a:lnTo>
                    <a:lnTo>
                      <a:pt x="119495" y="67238"/>
                    </a:lnTo>
                    <a:lnTo>
                      <a:pt x="55848" y="67238"/>
                    </a:lnTo>
                    <a:lnTo>
                      <a:pt x="55848" y="47889"/>
                    </a:lnTo>
                    <a:cubicBezTo>
                      <a:pt x="55848" y="40770"/>
                      <a:pt x="57563" y="35302"/>
                      <a:pt x="60993" y="31451"/>
                    </a:cubicBezTo>
                    <a:cubicBezTo>
                      <a:pt x="64423" y="27633"/>
                      <a:pt x="69568" y="25692"/>
                      <a:pt x="76428" y="25692"/>
                    </a:cubicBezTo>
                    <a:cubicBezTo>
                      <a:pt x="78854" y="25692"/>
                      <a:pt x="81119" y="25886"/>
                      <a:pt x="83190" y="26306"/>
                    </a:cubicBezTo>
                    <a:cubicBezTo>
                      <a:pt x="85261" y="26695"/>
                      <a:pt x="87623" y="27471"/>
                      <a:pt x="90212" y="28539"/>
                    </a:cubicBezTo>
                    <a:lnTo>
                      <a:pt x="97654" y="3786"/>
                    </a:lnTo>
                    <a:cubicBezTo>
                      <a:pt x="93771" y="2524"/>
                      <a:pt x="90082" y="1585"/>
                      <a:pt x="86555" y="938"/>
                    </a:cubicBezTo>
                    <a:cubicBezTo>
                      <a:pt x="83028" y="324"/>
                      <a:pt x="78919" y="0"/>
                      <a:pt x="74260" y="0"/>
                    </a:cubicBezTo>
                    <a:cubicBezTo>
                      <a:pt x="59019" y="0"/>
                      <a:pt x="46788" y="4142"/>
                      <a:pt x="37599" y="12457"/>
                    </a:cubicBezTo>
                    <a:cubicBezTo>
                      <a:pt x="28410" y="20773"/>
                      <a:pt x="23815" y="32001"/>
                      <a:pt x="23815" y="46141"/>
                    </a:cubicBezTo>
                    <a:lnTo>
                      <a:pt x="23815" y="67238"/>
                    </a:lnTo>
                    <a:lnTo>
                      <a:pt x="0" y="67238"/>
                    </a:lnTo>
                    <a:lnTo>
                      <a:pt x="0" y="92250"/>
                    </a:lnTo>
                    <a:lnTo>
                      <a:pt x="23815" y="92250"/>
                    </a:lnTo>
                    <a:lnTo>
                      <a:pt x="23815" y="209124"/>
                    </a:lnTo>
                    <a:lnTo>
                      <a:pt x="55881" y="209124"/>
                    </a:lnTo>
                    <a:lnTo>
                      <a:pt x="55881" y="92250"/>
                    </a:lnTo>
                    <a:lnTo>
                      <a:pt x="119527" y="92250"/>
                    </a:lnTo>
                    <a:lnTo>
                      <a:pt x="119527" y="170587"/>
                    </a:lnTo>
                    <a:cubicBezTo>
                      <a:pt x="119527" y="184371"/>
                      <a:pt x="123054" y="194790"/>
                      <a:pt x="130140" y="201779"/>
                    </a:cubicBezTo>
                    <a:cubicBezTo>
                      <a:pt x="137227" y="208768"/>
                      <a:pt x="147387" y="212263"/>
                      <a:pt x="160653" y="212263"/>
                    </a:cubicBezTo>
                    <a:cubicBezTo>
                      <a:pt x="165798" y="212263"/>
                      <a:pt x="170619" y="211842"/>
                      <a:pt x="175117" y="211033"/>
                    </a:cubicBezTo>
                    <a:cubicBezTo>
                      <a:pt x="179614" y="210224"/>
                      <a:pt x="183918" y="208930"/>
                      <a:pt x="187963" y="207118"/>
                    </a:cubicBezTo>
                    <a:lnTo>
                      <a:pt x="181200" y="184241"/>
                    </a:lnTo>
                    <a:cubicBezTo>
                      <a:pt x="179323" y="185245"/>
                      <a:pt x="177188" y="186021"/>
                      <a:pt x="174858" y="186604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598" name="Google Shape;1743;p89"/>
            <p:cNvGrpSpPr/>
            <p:nvPr/>
          </p:nvGrpSpPr>
          <p:grpSpPr>
            <a:xfrm>
              <a:off x="9450360" y="1679760"/>
              <a:ext cx="1911960" cy="207720"/>
              <a:chOff x="9450360" y="1679760"/>
              <a:chExt cx="1911960" cy="207720"/>
            </a:xfrm>
          </p:grpSpPr>
          <p:sp>
            <p:nvSpPr>
              <p:cNvPr id="599" name="Google Shape;1744;p89"/>
              <p:cNvSpPr/>
              <p:nvPr/>
            </p:nvSpPr>
            <p:spPr>
              <a:xfrm>
                <a:off x="9450360" y="1694880"/>
                <a:ext cx="125280" cy="189360"/>
              </a:xfrm>
              <a:custGeom>
                <a:avLst/>
                <a:gdLst>
                  <a:gd name="textAreaLeft" fmla="*/ 0 w 125280"/>
                  <a:gd name="textAreaRight" fmla="*/ 129960 w 125280"/>
                  <a:gd name="textAreaTop" fmla="*/ 0 h 189360"/>
                  <a:gd name="textAreaBottom" fmla="*/ 194040 h 189360"/>
                </a:gdLst>
                <a:ahLst/>
                <a:cxnLst/>
                <a:rect l="textAreaLeft" t="textAreaTop" r="textAreaRight" b="textAreaBottom"/>
                <a:pathLst>
                  <a:path w="130010" h="194013">
                    <a:moveTo>
                      <a:pt x="112279" y="15628"/>
                    </a:moveTo>
                    <a:cubicBezTo>
                      <a:pt x="100469" y="5209"/>
                      <a:pt x="83287" y="0"/>
                      <a:pt x="60734" y="0"/>
                    </a:cubicBezTo>
                    <a:lnTo>
                      <a:pt x="0" y="0"/>
                    </a:lnTo>
                    <a:lnTo>
                      <a:pt x="0" y="194013"/>
                    </a:lnTo>
                    <a:lnTo>
                      <a:pt x="32875" y="194013"/>
                    </a:lnTo>
                    <a:lnTo>
                      <a:pt x="32875" y="126516"/>
                    </a:lnTo>
                    <a:lnTo>
                      <a:pt x="56269" y="126516"/>
                    </a:lnTo>
                    <a:cubicBezTo>
                      <a:pt x="78822" y="126516"/>
                      <a:pt x="96748" y="120466"/>
                      <a:pt x="110046" y="108396"/>
                    </a:cubicBezTo>
                    <a:cubicBezTo>
                      <a:pt x="123345" y="96327"/>
                      <a:pt x="130011" y="80569"/>
                      <a:pt x="130011" y="61187"/>
                    </a:cubicBezTo>
                    <a:cubicBezTo>
                      <a:pt x="130011" y="41805"/>
                      <a:pt x="124090" y="26080"/>
                      <a:pt x="112279" y="15661"/>
                    </a:cubicBezTo>
                    <a:close/>
                    <a:moveTo>
                      <a:pt x="84678" y="90244"/>
                    </a:moveTo>
                    <a:cubicBezTo>
                      <a:pt x="77657" y="96554"/>
                      <a:pt x="67238" y="99725"/>
                      <a:pt x="53422" y="99725"/>
                    </a:cubicBezTo>
                    <a:lnTo>
                      <a:pt x="32842" y="99725"/>
                    </a:lnTo>
                    <a:lnTo>
                      <a:pt x="32842" y="26921"/>
                    </a:lnTo>
                    <a:lnTo>
                      <a:pt x="54910" y="26921"/>
                    </a:lnTo>
                    <a:cubicBezTo>
                      <a:pt x="68338" y="26921"/>
                      <a:pt x="78434" y="29866"/>
                      <a:pt x="85132" y="35787"/>
                    </a:cubicBezTo>
                    <a:cubicBezTo>
                      <a:pt x="91829" y="41708"/>
                      <a:pt x="95227" y="50639"/>
                      <a:pt x="95227" y="62643"/>
                    </a:cubicBezTo>
                    <a:cubicBezTo>
                      <a:pt x="95227" y="74648"/>
                      <a:pt x="91700" y="83934"/>
                      <a:pt x="84678" y="90244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0" name="Google Shape;1745;p89"/>
              <p:cNvSpPr/>
              <p:nvPr/>
            </p:nvSpPr>
            <p:spPr>
              <a:xfrm>
                <a:off x="9589320" y="1743480"/>
                <a:ext cx="141480" cy="144000"/>
              </a:xfrm>
              <a:custGeom>
                <a:avLst/>
                <a:gdLst>
                  <a:gd name="textAreaLeft" fmla="*/ 0 w 141480"/>
                  <a:gd name="textAreaRight" fmla="*/ 146160 w 141480"/>
                  <a:gd name="textAreaTop" fmla="*/ 0 h 144000"/>
                  <a:gd name="textAreaBottom" fmla="*/ 148680 h 144000"/>
                </a:gdLst>
                <a:ahLst/>
                <a:cxnLst/>
                <a:rect l="textAreaLeft" t="textAreaTop" r="textAreaRight" b="textAreaBottom"/>
                <a:pathLst>
                  <a:path w="145995" h="148682">
                    <a:moveTo>
                      <a:pt x="74939" y="1"/>
                    </a:moveTo>
                    <a:cubicBezTo>
                      <a:pt x="51836" y="1"/>
                      <a:pt x="33619" y="6667"/>
                      <a:pt x="20223" y="19965"/>
                    </a:cubicBezTo>
                    <a:cubicBezTo>
                      <a:pt x="6827" y="33264"/>
                      <a:pt x="97" y="51740"/>
                      <a:pt x="0" y="75361"/>
                    </a:cubicBezTo>
                    <a:cubicBezTo>
                      <a:pt x="0" y="97655"/>
                      <a:pt x="6504" y="115419"/>
                      <a:pt x="19479" y="128718"/>
                    </a:cubicBezTo>
                    <a:cubicBezTo>
                      <a:pt x="32454" y="142016"/>
                      <a:pt x="50089" y="148682"/>
                      <a:pt x="72383" y="148682"/>
                    </a:cubicBezTo>
                    <a:cubicBezTo>
                      <a:pt x="94677" y="148682"/>
                      <a:pt x="112829" y="141855"/>
                      <a:pt x="126096" y="128200"/>
                    </a:cubicBezTo>
                    <a:cubicBezTo>
                      <a:pt x="139362" y="114545"/>
                      <a:pt x="145995" y="96166"/>
                      <a:pt x="145995" y="73063"/>
                    </a:cubicBezTo>
                    <a:cubicBezTo>
                      <a:pt x="145995" y="49960"/>
                      <a:pt x="139718" y="32779"/>
                      <a:pt x="127131" y="19609"/>
                    </a:cubicBezTo>
                    <a:cubicBezTo>
                      <a:pt x="114544" y="6440"/>
                      <a:pt x="97168" y="-96"/>
                      <a:pt x="74971" y="1"/>
                    </a:cubicBezTo>
                    <a:close/>
                    <a:moveTo>
                      <a:pt x="103090" y="110468"/>
                    </a:moveTo>
                    <a:cubicBezTo>
                      <a:pt x="96424" y="118913"/>
                      <a:pt x="86685" y="123120"/>
                      <a:pt x="73871" y="123120"/>
                    </a:cubicBezTo>
                    <a:cubicBezTo>
                      <a:pt x="61058" y="123120"/>
                      <a:pt x="50801" y="118913"/>
                      <a:pt x="43650" y="110533"/>
                    </a:cubicBezTo>
                    <a:cubicBezTo>
                      <a:pt x="36499" y="102152"/>
                      <a:pt x="32907" y="90245"/>
                      <a:pt x="32907" y="74811"/>
                    </a:cubicBezTo>
                    <a:cubicBezTo>
                      <a:pt x="32907" y="59376"/>
                      <a:pt x="36531" y="47340"/>
                      <a:pt x="43811" y="38635"/>
                    </a:cubicBezTo>
                    <a:cubicBezTo>
                      <a:pt x="51060" y="29931"/>
                      <a:pt x="61058" y="25563"/>
                      <a:pt x="73774" y="25563"/>
                    </a:cubicBezTo>
                    <a:cubicBezTo>
                      <a:pt x="86490" y="25563"/>
                      <a:pt x="96327" y="29705"/>
                      <a:pt x="103057" y="37956"/>
                    </a:cubicBezTo>
                    <a:cubicBezTo>
                      <a:pt x="109788" y="46207"/>
                      <a:pt x="113120" y="58179"/>
                      <a:pt x="113120" y="73872"/>
                    </a:cubicBezTo>
                    <a:cubicBezTo>
                      <a:pt x="113120" y="89566"/>
                      <a:pt x="109788" y="102023"/>
                      <a:pt x="103122" y="110468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1" name="Google Shape;1746;p89"/>
              <p:cNvSpPr/>
              <p:nvPr/>
            </p:nvSpPr>
            <p:spPr>
              <a:xfrm>
                <a:off x="9748440" y="1747080"/>
                <a:ext cx="204120" cy="137160"/>
              </a:xfrm>
              <a:custGeom>
                <a:avLst/>
                <a:gdLst>
                  <a:gd name="textAreaLeft" fmla="*/ 0 w 204120"/>
                  <a:gd name="textAreaRight" fmla="*/ 208800 w 204120"/>
                  <a:gd name="textAreaTop" fmla="*/ 0 h 137160"/>
                  <a:gd name="textAreaBottom" fmla="*/ 141840 h 137160"/>
                </a:gdLst>
                <a:ahLst/>
                <a:cxnLst/>
                <a:rect l="textAreaLeft" t="textAreaTop" r="textAreaRight" b="textAreaBottom"/>
                <a:pathLst>
                  <a:path w="208735" h="141950">
                    <a:moveTo>
                      <a:pt x="154020" y="100501"/>
                    </a:moveTo>
                    <a:cubicBezTo>
                      <a:pt x="153373" y="103025"/>
                      <a:pt x="152887" y="105484"/>
                      <a:pt x="152531" y="107879"/>
                    </a:cubicBezTo>
                    <a:cubicBezTo>
                      <a:pt x="152175" y="110273"/>
                      <a:pt x="151884" y="112603"/>
                      <a:pt x="151723" y="114835"/>
                    </a:cubicBezTo>
                    <a:lnTo>
                      <a:pt x="150784" y="114835"/>
                    </a:lnTo>
                    <a:cubicBezTo>
                      <a:pt x="150428" y="111503"/>
                      <a:pt x="150072" y="108623"/>
                      <a:pt x="149716" y="106261"/>
                    </a:cubicBezTo>
                    <a:cubicBezTo>
                      <a:pt x="149360" y="103866"/>
                      <a:pt x="149004" y="101957"/>
                      <a:pt x="148649" y="100501"/>
                    </a:cubicBezTo>
                    <a:lnTo>
                      <a:pt x="122666" y="0"/>
                    </a:lnTo>
                    <a:lnTo>
                      <a:pt x="92638" y="0"/>
                    </a:lnTo>
                    <a:lnTo>
                      <a:pt x="63679" y="99984"/>
                    </a:lnTo>
                    <a:cubicBezTo>
                      <a:pt x="63032" y="102249"/>
                      <a:pt x="62514" y="104578"/>
                      <a:pt x="62061" y="107005"/>
                    </a:cubicBezTo>
                    <a:cubicBezTo>
                      <a:pt x="61608" y="109432"/>
                      <a:pt x="61284" y="111956"/>
                      <a:pt x="61123" y="114577"/>
                    </a:cubicBezTo>
                    <a:lnTo>
                      <a:pt x="60055" y="114577"/>
                    </a:lnTo>
                    <a:cubicBezTo>
                      <a:pt x="59861" y="111697"/>
                      <a:pt x="59634" y="109076"/>
                      <a:pt x="59311" y="106746"/>
                    </a:cubicBezTo>
                    <a:cubicBezTo>
                      <a:pt x="58987" y="104416"/>
                      <a:pt x="58599" y="102281"/>
                      <a:pt x="58146" y="100372"/>
                    </a:cubicBezTo>
                    <a:lnTo>
                      <a:pt x="33134" y="0"/>
                    </a:lnTo>
                    <a:lnTo>
                      <a:pt x="0" y="0"/>
                    </a:lnTo>
                    <a:lnTo>
                      <a:pt x="41676" y="141918"/>
                    </a:lnTo>
                    <a:lnTo>
                      <a:pt x="74551" y="141918"/>
                    </a:lnTo>
                    <a:lnTo>
                      <a:pt x="102022" y="48180"/>
                    </a:lnTo>
                    <a:cubicBezTo>
                      <a:pt x="102831" y="45753"/>
                      <a:pt x="103478" y="43391"/>
                      <a:pt x="103899" y="41094"/>
                    </a:cubicBezTo>
                    <a:cubicBezTo>
                      <a:pt x="104352" y="38796"/>
                      <a:pt x="104708" y="36208"/>
                      <a:pt x="104966" y="33328"/>
                    </a:cubicBezTo>
                    <a:lnTo>
                      <a:pt x="105516" y="33328"/>
                    </a:lnTo>
                    <a:cubicBezTo>
                      <a:pt x="105711" y="36111"/>
                      <a:pt x="105937" y="38699"/>
                      <a:pt x="106261" y="41029"/>
                    </a:cubicBezTo>
                    <a:cubicBezTo>
                      <a:pt x="106584" y="43391"/>
                      <a:pt x="107102" y="45882"/>
                      <a:pt x="107814" y="48600"/>
                    </a:cubicBezTo>
                    <a:lnTo>
                      <a:pt x="133376" y="141951"/>
                    </a:lnTo>
                    <a:lnTo>
                      <a:pt x="166930" y="141951"/>
                    </a:lnTo>
                    <a:lnTo>
                      <a:pt x="208736" y="32"/>
                    </a:lnTo>
                    <a:lnTo>
                      <a:pt x="178158" y="32"/>
                    </a:lnTo>
                    <a:lnTo>
                      <a:pt x="154085" y="100534"/>
                    </a:ln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2" name="Google Shape;1747;p89"/>
              <p:cNvSpPr/>
              <p:nvPr/>
            </p:nvSpPr>
            <p:spPr>
              <a:xfrm>
                <a:off x="9970560" y="1743480"/>
                <a:ext cx="124560" cy="144000"/>
              </a:xfrm>
              <a:custGeom>
                <a:avLst/>
                <a:gdLst>
                  <a:gd name="textAreaLeft" fmla="*/ 0 w 124560"/>
                  <a:gd name="textAreaRight" fmla="*/ 129240 w 124560"/>
                  <a:gd name="textAreaTop" fmla="*/ 0 h 144000"/>
                  <a:gd name="textAreaBottom" fmla="*/ 148680 h 144000"/>
                </a:gdLst>
                <a:ahLst/>
                <a:cxnLst/>
                <a:rect l="textAreaLeft" t="textAreaTop" r="textAreaRight" b="textAreaBottom"/>
                <a:pathLst>
                  <a:path w="129201" h="148680">
                    <a:moveTo>
                      <a:pt x="67918" y="0"/>
                    </a:moveTo>
                    <a:cubicBezTo>
                      <a:pt x="48083" y="0"/>
                      <a:pt x="31807" y="7021"/>
                      <a:pt x="19091" y="21032"/>
                    </a:cubicBezTo>
                    <a:cubicBezTo>
                      <a:pt x="6374" y="35043"/>
                      <a:pt x="0" y="53422"/>
                      <a:pt x="0" y="76169"/>
                    </a:cubicBezTo>
                    <a:cubicBezTo>
                      <a:pt x="97" y="99078"/>
                      <a:pt x="6277" y="116874"/>
                      <a:pt x="18541" y="129623"/>
                    </a:cubicBezTo>
                    <a:cubicBezTo>
                      <a:pt x="30804" y="142339"/>
                      <a:pt x="47953" y="148681"/>
                      <a:pt x="69956" y="148681"/>
                    </a:cubicBezTo>
                    <a:cubicBezTo>
                      <a:pt x="80861" y="148681"/>
                      <a:pt x="90891" y="147225"/>
                      <a:pt x="99984" y="144345"/>
                    </a:cubicBezTo>
                    <a:cubicBezTo>
                      <a:pt x="109076" y="141465"/>
                      <a:pt x="118103" y="136871"/>
                      <a:pt x="127034" y="130561"/>
                    </a:cubicBezTo>
                    <a:lnTo>
                      <a:pt x="112700" y="110402"/>
                    </a:lnTo>
                    <a:cubicBezTo>
                      <a:pt x="105937" y="115191"/>
                      <a:pt x="99142" y="118621"/>
                      <a:pt x="92347" y="120757"/>
                    </a:cubicBezTo>
                    <a:cubicBezTo>
                      <a:pt x="85520" y="122892"/>
                      <a:pt x="79566" y="123928"/>
                      <a:pt x="74421" y="123928"/>
                    </a:cubicBezTo>
                    <a:cubicBezTo>
                      <a:pt x="61349" y="123928"/>
                      <a:pt x="51221" y="120401"/>
                      <a:pt x="44038" y="113379"/>
                    </a:cubicBezTo>
                    <a:cubicBezTo>
                      <a:pt x="36855" y="106358"/>
                      <a:pt x="32972" y="96101"/>
                      <a:pt x="32325" y="82672"/>
                    </a:cubicBezTo>
                    <a:lnTo>
                      <a:pt x="129202" y="82672"/>
                    </a:lnTo>
                    <a:lnTo>
                      <a:pt x="129202" y="68727"/>
                    </a:lnTo>
                    <a:cubicBezTo>
                      <a:pt x="129202" y="46821"/>
                      <a:pt x="123766" y="29866"/>
                      <a:pt x="112894" y="17926"/>
                    </a:cubicBezTo>
                    <a:cubicBezTo>
                      <a:pt x="102022" y="5986"/>
                      <a:pt x="87041" y="0"/>
                      <a:pt x="67918" y="0"/>
                    </a:cubicBezTo>
                    <a:close/>
                    <a:moveTo>
                      <a:pt x="32487" y="60475"/>
                    </a:moveTo>
                    <a:cubicBezTo>
                      <a:pt x="33943" y="49215"/>
                      <a:pt x="37858" y="40220"/>
                      <a:pt x="44265" y="33554"/>
                    </a:cubicBezTo>
                    <a:cubicBezTo>
                      <a:pt x="50671" y="26889"/>
                      <a:pt x="58469" y="23556"/>
                      <a:pt x="67659" y="23556"/>
                    </a:cubicBezTo>
                    <a:cubicBezTo>
                      <a:pt x="77398" y="23556"/>
                      <a:pt x="84937" y="26662"/>
                      <a:pt x="90244" y="32875"/>
                    </a:cubicBezTo>
                    <a:cubicBezTo>
                      <a:pt x="95551" y="39087"/>
                      <a:pt x="98269" y="48309"/>
                      <a:pt x="98366" y="60475"/>
                    </a:cubicBezTo>
                    <a:lnTo>
                      <a:pt x="32487" y="60475"/>
                    </a:ln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3" name="Google Shape;1748;p89"/>
              <p:cNvSpPr/>
              <p:nvPr/>
            </p:nvSpPr>
            <p:spPr>
              <a:xfrm>
                <a:off x="10128600" y="1744560"/>
                <a:ext cx="78480" cy="139680"/>
              </a:xfrm>
              <a:custGeom>
                <a:avLst/>
                <a:gdLst>
                  <a:gd name="textAreaLeft" fmla="*/ 0 w 78480"/>
                  <a:gd name="textAreaRight" fmla="*/ 83160 w 78480"/>
                  <a:gd name="textAreaTop" fmla="*/ 0 h 139680"/>
                  <a:gd name="textAreaBottom" fmla="*/ 144360 h 139680"/>
                </a:gdLst>
                <a:ahLst/>
                <a:cxnLst/>
                <a:rect l="textAreaLeft" t="textAreaTop" r="textAreaRight" b="textAreaBottom"/>
                <a:pathLst>
                  <a:path w="83190" h="144377">
                    <a:moveTo>
                      <a:pt x="70506" y="32"/>
                    </a:moveTo>
                    <a:cubicBezTo>
                      <a:pt x="61673" y="32"/>
                      <a:pt x="54004" y="2524"/>
                      <a:pt x="47500" y="7539"/>
                    </a:cubicBezTo>
                    <a:cubicBezTo>
                      <a:pt x="40996" y="12555"/>
                      <a:pt x="36143" y="19964"/>
                      <a:pt x="32875" y="29801"/>
                    </a:cubicBezTo>
                    <a:lnTo>
                      <a:pt x="32325" y="29801"/>
                    </a:lnTo>
                    <a:lnTo>
                      <a:pt x="32325" y="2459"/>
                    </a:lnTo>
                    <a:lnTo>
                      <a:pt x="0" y="2459"/>
                    </a:lnTo>
                    <a:lnTo>
                      <a:pt x="0" y="144377"/>
                    </a:lnTo>
                    <a:lnTo>
                      <a:pt x="32325" y="144377"/>
                    </a:lnTo>
                    <a:lnTo>
                      <a:pt x="32325" y="74292"/>
                    </a:lnTo>
                    <a:cubicBezTo>
                      <a:pt x="32325" y="60508"/>
                      <a:pt x="35399" y="49345"/>
                      <a:pt x="41579" y="40802"/>
                    </a:cubicBezTo>
                    <a:cubicBezTo>
                      <a:pt x="47759" y="32292"/>
                      <a:pt x="56496" y="28021"/>
                      <a:pt x="67756" y="28021"/>
                    </a:cubicBezTo>
                    <a:cubicBezTo>
                      <a:pt x="70021" y="28021"/>
                      <a:pt x="71995" y="28151"/>
                      <a:pt x="73709" y="28442"/>
                    </a:cubicBezTo>
                    <a:cubicBezTo>
                      <a:pt x="75424" y="28733"/>
                      <a:pt x="77172" y="29089"/>
                      <a:pt x="78984" y="29510"/>
                    </a:cubicBezTo>
                    <a:lnTo>
                      <a:pt x="83190" y="1650"/>
                    </a:lnTo>
                    <a:cubicBezTo>
                      <a:pt x="81313" y="1100"/>
                      <a:pt x="79307" y="712"/>
                      <a:pt x="77236" y="421"/>
                    </a:cubicBezTo>
                    <a:cubicBezTo>
                      <a:pt x="75165" y="162"/>
                      <a:pt x="72900" y="0"/>
                      <a:pt x="70474" y="0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4" name="Google Shape;1749;p89"/>
              <p:cNvSpPr/>
              <p:nvPr/>
            </p:nvSpPr>
            <p:spPr>
              <a:xfrm>
                <a:off x="10308600" y="1694880"/>
                <a:ext cx="125280" cy="189360"/>
              </a:xfrm>
              <a:custGeom>
                <a:avLst/>
                <a:gdLst>
                  <a:gd name="textAreaLeft" fmla="*/ 0 w 125280"/>
                  <a:gd name="textAreaRight" fmla="*/ 129960 w 125280"/>
                  <a:gd name="textAreaTop" fmla="*/ 0 h 189360"/>
                  <a:gd name="textAreaBottom" fmla="*/ 194040 h 189360"/>
                </a:gdLst>
                <a:ahLst/>
                <a:cxnLst/>
                <a:rect l="textAreaLeft" t="textAreaTop" r="textAreaRight" b="textAreaBottom"/>
                <a:pathLst>
                  <a:path w="130010" h="194013">
                    <a:moveTo>
                      <a:pt x="112279" y="15628"/>
                    </a:moveTo>
                    <a:cubicBezTo>
                      <a:pt x="100469" y="5209"/>
                      <a:pt x="83287" y="0"/>
                      <a:pt x="60734" y="0"/>
                    </a:cubicBezTo>
                    <a:lnTo>
                      <a:pt x="0" y="0"/>
                    </a:lnTo>
                    <a:lnTo>
                      <a:pt x="0" y="194013"/>
                    </a:lnTo>
                    <a:lnTo>
                      <a:pt x="32875" y="194013"/>
                    </a:lnTo>
                    <a:lnTo>
                      <a:pt x="32875" y="126516"/>
                    </a:lnTo>
                    <a:lnTo>
                      <a:pt x="56269" y="126516"/>
                    </a:lnTo>
                    <a:cubicBezTo>
                      <a:pt x="78822" y="126516"/>
                      <a:pt x="96748" y="120466"/>
                      <a:pt x="110047" y="108396"/>
                    </a:cubicBezTo>
                    <a:cubicBezTo>
                      <a:pt x="123345" y="96327"/>
                      <a:pt x="130011" y="80569"/>
                      <a:pt x="130011" y="61187"/>
                    </a:cubicBezTo>
                    <a:cubicBezTo>
                      <a:pt x="130011" y="41805"/>
                      <a:pt x="124090" y="26080"/>
                      <a:pt x="112279" y="15661"/>
                    </a:cubicBezTo>
                    <a:close/>
                    <a:moveTo>
                      <a:pt x="84678" y="90244"/>
                    </a:moveTo>
                    <a:cubicBezTo>
                      <a:pt x="77657" y="96554"/>
                      <a:pt x="67238" y="99725"/>
                      <a:pt x="53422" y="99725"/>
                    </a:cubicBezTo>
                    <a:lnTo>
                      <a:pt x="32843" y="99725"/>
                    </a:lnTo>
                    <a:lnTo>
                      <a:pt x="32843" y="26921"/>
                    </a:lnTo>
                    <a:lnTo>
                      <a:pt x="54910" y="26921"/>
                    </a:lnTo>
                    <a:cubicBezTo>
                      <a:pt x="68338" y="26921"/>
                      <a:pt x="78434" y="29866"/>
                      <a:pt x="85132" y="35787"/>
                    </a:cubicBezTo>
                    <a:cubicBezTo>
                      <a:pt x="91829" y="41708"/>
                      <a:pt x="95227" y="50639"/>
                      <a:pt x="95227" y="62643"/>
                    </a:cubicBezTo>
                    <a:cubicBezTo>
                      <a:pt x="95227" y="74648"/>
                      <a:pt x="91700" y="83934"/>
                      <a:pt x="84678" y="90244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5" name="Google Shape;1750;p89"/>
              <p:cNvSpPr/>
              <p:nvPr/>
            </p:nvSpPr>
            <p:spPr>
              <a:xfrm>
                <a:off x="10466640" y="1683720"/>
                <a:ext cx="27360" cy="200520"/>
              </a:xfrm>
              <a:custGeom>
                <a:avLst/>
                <a:gdLst>
                  <a:gd name="textAreaLeft" fmla="*/ 0 w 27360"/>
                  <a:gd name="textAreaRight" fmla="*/ 32040 w 27360"/>
                  <a:gd name="textAreaTop" fmla="*/ 0 h 200520"/>
                  <a:gd name="textAreaBottom" fmla="*/ 205200 h 200520"/>
                </a:gdLst>
                <a:ahLst/>
                <a:cxnLst/>
                <a:rect l="textAreaLeft" t="textAreaTop" r="textAreaRight" b="textAreaBottom"/>
                <a:pathLst>
                  <a:path w="32195" h="205079">
                    <a:moveTo>
                      <a:pt x="0" y="0"/>
                    </a:moveTo>
                    <a:lnTo>
                      <a:pt x="32195" y="0"/>
                    </a:lnTo>
                    <a:lnTo>
                      <a:pt x="32195" y="205079"/>
                    </a:lnTo>
                    <a:lnTo>
                      <a:pt x="0" y="205079"/>
                    </a:ln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6" name="Google Shape;1751;p89"/>
              <p:cNvSpPr/>
              <p:nvPr/>
            </p:nvSpPr>
            <p:spPr>
              <a:xfrm>
                <a:off x="10528200" y="1743480"/>
                <a:ext cx="114480" cy="144000"/>
              </a:xfrm>
              <a:custGeom>
                <a:avLst/>
                <a:gdLst>
                  <a:gd name="textAreaLeft" fmla="*/ 0 w 114480"/>
                  <a:gd name="textAreaRight" fmla="*/ 119160 w 114480"/>
                  <a:gd name="textAreaTop" fmla="*/ 0 h 144000"/>
                  <a:gd name="textAreaBottom" fmla="*/ 148680 h 144000"/>
                </a:gdLst>
                <a:ahLst/>
                <a:cxnLst/>
                <a:rect l="textAreaLeft" t="textAreaTop" r="textAreaRight" b="textAreaBottom"/>
                <a:pathLst>
                  <a:path w="119074" h="148713">
                    <a:moveTo>
                      <a:pt x="62967" y="0"/>
                    </a:moveTo>
                    <a:cubicBezTo>
                      <a:pt x="51966" y="0"/>
                      <a:pt x="41806" y="1585"/>
                      <a:pt x="32454" y="4724"/>
                    </a:cubicBezTo>
                    <a:cubicBezTo>
                      <a:pt x="23103" y="7863"/>
                      <a:pt x="14172" y="12749"/>
                      <a:pt x="5598" y="19350"/>
                    </a:cubicBezTo>
                    <a:lnTo>
                      <a:pt x="19382" y="38570"/>
                    </a:lnTo>
                    <a:cubicBezTo>
                      <a:pt x="25950" y="33619"/>
                      <a:pt x="32745" y="29898"/>
                      <a:pt x="39735" y="27406"/>
                    </a:cubicBezTo>
                    <a:cubicBezTo>
                      <a:pt x="46724" y="24915"/>
                      <a:pt x="53616" y="23685"/>
                      <a:pt x="60378" y="23685"/>
                    </a:cubicBezTo>
                    <a:cubicBezTo>
                      <a:pt x="68953" y="23685"/>
                      <a:pt x="75748" y="25886"/>
                      <a:pt x="80731" y="30319"/>
                    </a:cubicBezTo>
                    <a:cubicBezTo>
                      <a:pt x="85746" y="34752"/>
                      <a:pt x="88238" y="41741"/>
                      <a:pt x="88238" y="51286"/>
                    </a:cubicBezTo>
                    <a:lnTo>
                      <a:pt x="88238" y="54263"/>
                    </a:lnTo>
                    <a:lnTo>
                      <a:pt x="50477" y="59278"/>
                    </a:lnTo>
                    <a:cubicBezTo>
                      <a:pt x="33716" y="61705"/>
                      <a:pt x="21097" y="66947"/>
                      <a:pt x="12652" y="74971"/>
                    </a:cubicBezTo>
                    <a:cubicBezTo>
                      <a:pt x="4206" y="82996"/>
                      <a:pt x="0" y="93415"/>
                      <a:pt x="0" y="106228"/>
                    </a:cubicBezTo>
                    <a:cubicBezTo>
                      <a:pt x="0" y="119042"/>
                      <a:pt x="4206" y="129655"/>
                      <a:pt x="12587" y="137291"/>
                    </a:cubicBezTo>
                    <a:cubicBezTo>
                      <a:pt x="20968" y="144928"/>
                      <a:pt x="31710" y="148713"/>
                      <a:pt x="44782" y="148713"/>
                    </a:cubicBezTo>
                    <a:cubicBezTo>
                      <a:pt x="54069" y="148713"/>
                      <a:pt x="62287" y="146610"/>
                      <a:pt x="69471" y="142436"/>
                    </a:cubicBezTo>
                    <a:cubicBezTo>
                      <a:pt x="76654" y="138230"/>
                      <a:pt x="82608" y="132049"/>
                      <a:pt x="87397" y="123831"/>
                    </a:cubicBezTo>
                    <a:lnTo>
                      <a:pt x="87947" y="123831"/>
                    </a:lnTo>
                    <a:lnTo>
                      <a:pt x="87947" y="145348"/>
                    </a:lnTo>
                    <a:lnTo>
                      <a:pt x="119074" y="145348"/>
                    </a:lnTo>
                    <a:lnTo>
                      <a:pt x="119074" y="56463"/>
                    </a:lnTo>
                    <a:cubicBezTo>
                      <a:pt x="119074" y="37599"/>
                      <a:pt x="114415" y="23491"/>
                      <a:pt x="105128" y="14108"/>
                    </a:cubicBezTo>
                    <a:cubicBezTo>
                      <a:pt x="95842" y="4724"/>
                      <a:pt x="81766" y="32"/>
                      <a:pt x="62935" y="32"/>
                    </a:cubicBezTo>
                    <a:close/>
                    <a:moveTo>
                      <a:pt x="88270" y="87397"/>
                    </a:moveTo>
                    <a:cubicBezTo>
                      <a:pt x="88270" y="98204"/>
                      <a:pt x="85067" y="107102"/>
                      <a:pt x="78660" y="114059"/>
                    </a:cubicBezTo>
                    <a:cubicBezTo>
                      <a:pt x="72253" y="121016"/>
                      <a:pt x="63873" y="124478"/>
                      <a:pt x="53486" y="124478"/>
                    </a:cubicBezTo>
                    <a:cubicBezTo>
                      <a:pt x="46724" y="124478"/>
                      <a:pt x="41255" y="122536"/>
                      <a:pt x="37049" y="118654"/>
                    </a:cubicBezTo>
                    <a:cubicBezTo>
                      <a:pt x="32843" y="114771"/>
                      <a:pt x="30772" y="109464"/>
                      <a:pt x="30772" y="102702"/>
                    </a:cubicBezTo>
                    <a:cubicBezTo>
                      <a:pt x="30772" y="95939"/>
                      <a:pt x="33004" y="90471"/>
                      <a:pt x="37470" y="86879"/>
                    </a:cubicBezTo>
                    <a:cubicBezTo>
                      <a:pt x="41935" y="83287"/>
                      <a:pt x="48665" y="80828"/>
                      <a:pt x="57693" y="79566"/>
                    </a:cubicBezTo>
                    <a:lnTo>
                      <a:pt x="88270" y="75522"/>
                    </a:lnTo>
                    <a:lnTo>
                      <a:pt x="88270" y="87429"/>
                    </a:ln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7" name="Google Shape;1752;p89"/>
              <p:cNvSpPr/>
              <p:nvPr/>
            </p:nvSpPr>
            <p:spPr>
              <a:xfrm>
                <a:off x="10670040" y="1704960"/>
                <a:ext cx="87480" cy="182160"/>
              </a:xfrm>
              <a:custGeom>
                <a:avLst/>
                <a:gdLst>
                  <a:gd name="textAreaLeft" fmla="*/ 0 w 87480"/>
                  <a:gd name="textAreaRight" fmla="*/ 92160 w 87480"/>
                  <a:gd name="textAreaTop" fmla="*/ 0 h 182160"/>
                  <a:gd name="textAreaBottom" fmla="*/ 186840 h 182160"/>
                </a:gdLst>
                <a:ahLst/>
                <a:cxnLst/>
                <a:rect l="textAreaLeft" t="textAreaTop" r="textAreaRight" b="textAreaBottom"/>
                <a:pathLst>
                  <a:path w="92120" h="186959">
                    <a:moveTo>
                      <a:pt x="79016" y="161333"/>
                    </a:moveTo>
                    <a:cubicBezTo>
                      <a:pt x="76686" y="161915"/>
                      <a:pt x="74195" y="162206"/>
                      <a:pt x="71574" y="162206"/>
                    </a:cubicBezTo>
                    <a:cubicBezTo>
                      <a:pt x="66267" y="162206"/>
                      <a:pt x="62320" y="160685"/>
                      <a:pt x="59731" y="157612"/>
                    </a:cubicBezTo>
                    <a:cubicBezTo>
                      <a:pt x="57175" y="154538"/>
                      <a:pt x="55881" y="149490"/>
                      <a:pt x="55881" y="142468"/>
                    </a:cubicBezTo>
                    <a:lnTo>
                      <a:pt x="55881" y="66979"/>
                    </a:lnTo>
                    <a:lnTo>
                      <a:pt x="89823" y="66979"/>
                    </a:lnTo>
                    <a:lnTo>
                      <a:pt x="89823" y="41967"/>
                    </a:lnTo>
                    <a:lnTo>
                      <a:pt x="55881" y="41967"/>
                    </a:lnTo>
                    <a:lnTo>
                      <a:pt x="55881" y="0"/>
                    </a:lnTo>
                    <a:lnTo>
                      <a:pt x="23685" y="9739"/>
                    </a:lnTo>
                    <a:lnTo>
                      <a:pt x="23685" y="41935"/>
                    </a:lnTo>
                    <a:lnTo>
                      <a:pt x="0" y="41935"/>
                    </a:lnTo>
                    <a:lnTo>
                      <a:pt x="0" y="66947"/>
                    </a:lnTo>
                    <a:lnTo>
                      <a:pt x="23685" y="66947"/>
                    </a:lnTo>
                    <a:lnTo>
                      <a:pt x="23685" y="145283"/>
                    </a:lnTo>
                    <a:cubicBezTo>
                      <a:pt x="23685" y="159068"/>
                      <a:pt x="27212" y="169487"/>
                      <a:pt x="34299" y="176476"/>
                    </a:cubicBezTo>
                    <a:cubicBezTo>
                      <a:pt x="41385" y="183465"/>
                      <a:pt x="51545" y="186959"/>
                      <a:pt x="64811" y="186959"/>
                    </a:cubicBezTo>
                    <a:cubicBezTo>
                      <a:pt x="69956" y="186959"/>
                      <a:pt x="74777" y="186539"/>
                      <a:pt x="79275" y="185730"/>
                    </a:cubicBezTo>
                    <a:cubicBezTo>
                      <a:pt x="83773" y="184921"/>
                      <a:pt x="88076" y="183627"/>
                      <a:pt x="92121" y="181815"/>
                    </a:cubicBezTo>
                    <a:lnTo>
                      <a:pt x="85358" y="158938"/>
                    </a:lnTo>
                    <a:cubicBezTo>
                      <a:pt x="83481" y="159941"/>
                      <a:pt x="81346" y="160718"/>
                      <a:pt x="79016" y="161300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8" name="Google Shape;1753;p89"/>
              <p:cNvSpPr/>
              <p:nvPr/>
            </p:nvSpPr>
            <p:spPr>
              <a:xfrm>
                <a:off x="10772640" y="1679760"/>
                <a:ext cx="92880" cy="204480"/>
              </a:xfrm>
              <a:custGeom>
                <a:avLst/>
                <a:gdLst>
                  <a:gd name="textAreaLeft" fmla="*/ 0 w 92880"/>
                  <a:gd name="textAreaRight" fmla="*/ 97560 w 92880"/>
                  <a:gd name="textAreaTop" fmla="*/ 0 h 204480"/>
                  <a:gd name="textAreaBottom" fmla="*/ 209160 h 204480"/>
                </a:gdLst>
                <a:ahLst/>
                <a:cxnLst/>
                <a:rect l="textAreaLeft" t="textAreaTop" r="textAreaRight" b="textAreaBottom"/>
                <a:pathLst>
                  <a:path w="97686" h="209124">
                    <a:moveTo>
                      <a:pt x="74259" y="0"/>
                    </a:moveTo>
                    <a:cubicBezTo>
                      <a:pt x="59019" y="0"/>
                      <a:pt x="46788" y="4142"/>
                      <a:pt x="37599" y="12457"/>
                    </a:cubicBezTo>
                    <a:cubicBezTo>
                      <a:pt x="28409" y="20773"/>
                      <a:pt x="23815" y="32001"/>
                      <a:pt x="23815" y="46141"/>
                    </a:cubicBezTo>
                    <a:lnTo>
                      <a:pt x="23815" y="67238"/>
                    </a:lnTo>
                    <a:lnTo>
                      <a:pt x="0" y="67238"/>
                    </a:lnTo>
                    <a:lnTo>
                      <a:pt x="0" y="92250"/>
                    </a:lnTo>
                    <a:lnTo>
                      <a:pt x="23815" y="92250"/>
                    </a:lnTo>
                    <a:lnTo>
                      <a:pt x="23815" y="209124"/>
                    </a:lnTo>
                    <a:lnTo>
                      <a:pt x="55881" y="209124"/>
                    </a:lnTo>
                    <a:lnTo>
                      <a:pt x="55881" y="92250"/>
                    </a:lnTo>
                    <a:lnTo>
                      <a:pt x="88497" y="92250"/>
                    </a:lnTo>
                    <a:lnTo>
                      <a:pt x="88497" y="67238"/>
                    </a:lnTo>
                    <a:lnTo>
                      <a:pt x="55881" y="67238"/>
                    </a:lnTo>
                    <a:lnTo>
                      <a:pt x="55881" y="47889"/>
                    </a:lnTo>
                    <a:cubicBezTo>
                      <a:pt x="55881" y="40770"/>
                      <a:pt x="57596" y="35302"/>
                      <a:pt x="61025" y="31451"/>
                    </a:cubicBezTo>
                    <a:cubicBezTo>
                      <a:pt x="64455" y="27633"/>
                      <a:pt x="69600" y="25692"/>
                      <a:pt x="76460" y="25692"/>
                    </a:cubicBezTo>
                    <a:cubicBezTo>
                      <a:pt x="78887" y="25692"/>
                      <a:pt x="81151" y="25886"/>
                      <a:pt x="83222" y="26306"/>
                    </a:cubicBezTo>
                    <a:cubicBezTo>
                      <a:pt x="85293" y="26695"/>
                      <a:pt x="87655" y="27471"/>
                      <a:pt x="90244" y="28539"/>
                    </a:cubicBezTo>
                    <a:lnTo>
                      <a:pt x="97686" y="3786"/>
                    </a:lnTo>
                    <a:cubicBezTo>
                      <a:pt x="93803" y="2524"/>
                      <a:pt x="90114" y="1585"/>
                      <a:pt x="86587" y="938"/>
                    </a:cubicBezTo>
                    <a:cubicBezTo>
                      <a:pt x="83061" y="324"/>
                      <a:pt x="78951" y="0"/>
                      <a:pt x="74292" y="0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9" name="Google Shape;1754;p89"/>
              <p:cNvSpPr/>
              <p:nvPr/>
            </p:nvSpPr>
            <p:spPr>
              <a:xfrm>
                <a:off x="10874160" y="1743480"/>
                <a:ext cx="141480" cy="144000"/>
              </a:xfrm>
              <a:custGeom>
                <a:avLst/>
                <a:gdLst>
                  <a:gd name="textAreaLeft" fmla="*/ 0 w 141480"/>
                  <a:gd name="textAreaRight" fmla="*/ 146160 w 141480"/>
                  <a:gd name="textAreaTop" fmla="*/ 0 h 144000"/>
                  <a:gd name="textAreaBottom" fmla="*/ 148680 h 144000"/>
                </a:gdLst>
                <a:ahLst/>
                <a:cxnLst/>
                <a:rect l="textAreaLeft" t="textAreaTop" r="textAreaRight" b="textAreaBottom"/>
                <a:pathLst>
                  <a:path w="145995" h="148682">
                    <a:moveTo>
                      <a:pt x="74939" y="1"/>
                    </a:moveTo>
                    <a:cubicBezTo>
                      <a:pt x="51836" y="1"/>
                      <a:pt x="33619" y="6667"/>
                      <a:pt x="20223" y="19965"/>
                    </a:cubicBezTo>
                    <a:cubicBezTo>
                      <a:pt x="6827" y="33264"/>
                      <a:pt x="97" y="51740"/>
                      <a:pt x="0" y="75361"/>
                    </a:cubicBezTo>
                    <a:cubicBezTo>
                      <a:pt x="0" y="97655"/>
                      <a:pt x="6504" y="115419"/>
                      <a:pt x="19479" y="128718"/>
                    </a:cubicBezTo>
                    <a:cubicBezTo>
                      <a:pt x="32454" y="142016"/>
                      <a:pt x="50089" y="148682"/>
                      <a:pt x="72383" y="148682"/>
                    </a:cubicBezTo>
                    <a:cubicBezTo>
                      <a:pt x="94677" y="148682"/>
                      <a:pt x="112829" y="141855"/>
                      <a:pt x="126096" y="128200"/>
                    </a:cubicBezTo>
                    <a:cubicBezTo>
                      <a:pt x="139362" y="114545"/>
                      <a:pt x="145995" y="96166"/>
                      <a:pt x="145995" y="73063"/>
                    </a:cubicBezTo>
                    <a:cubicBezTo>
                      <a:pt x="145995" y="49960"/>
                      <a:pt x="139718" y="32779"/>
                      <a:pt x="127131" y="19609"/>
                    </a:cubicBezTo>
                    <a:cubicBezTo>
                      <a:pt x="114544" y="6440"/>
                      <a:pt x="97168" y="-96"/>
                      <a:pt x="74972" y="1"/>
                    </a:cubicBezTo>
                    <a:close/>
                    <a:moveTo>
                      <a:pt x="103090" y="110468"/>
                    </a:moveTo>
                    <a:cubicBezTo>
                      <a:pt x="96424" y="118913"/>
                      <a:pt x="86685" y="123120"/>
                      <a:pt x="73871" y="123120"/>
                    </a:cubicBezTo>
                    <a:cubicBezTo>
                      <a:pt x="61058" y="123120"/>
                      <a:pt x="50801" y="118913"/>
                      <a:pt x="43650" y="110533"/>
                    </a:cubicBezTo>
                    <a:cubicBezTo>
                      <a:pt x="36499" y="102152"/>
                      <a:pt x="32907" y="90245"/>
                      <a:pt x="32907" y="74811"/>
                    </a:cubicBezTo>
                    <a:cubicBezTo>
                      <a:pt x="32907" y="59376"/>
                      <a:pt x="36531" y="47340"/>
                      <a:pt x="43812" y="38635"/>
                    </a:cubicBezTo>
                    <a:cubicBezTo>
                      <a:pt x="51060" y="29931"/>
                      <a:pt x="61058" y="25563"/>
                      <a:pt x="73774" y="25563"/>
                    </a:cubicBezTo>
                    <a:cubicBezTo>
                      <a:pt x="86491" y="25563"/>
                      <a:pt x="96327" y="29705"/>
                      <a:pt x="103058" y="37956"/>
                    </a:cubicBezTo>
                    <a:cubicBezTo>
                      <a:pt x="109788" y="46207"/>
                      <a:pt x="113121" y="58179"/>
                      <a:pt x="113121" y="73872"/>
                    </a:cubicBezTo>
                    <a:cubicBezTo>
                      <a:pt x="113121" y="89566"/>
                      <a:pt x="109788" y="102023"/>
                      <a:pt x="103122" y="110468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0" name="Google Shape;1755;p89"/>
              <p:cNvSpPr/>
              <p:nvPr/>
            </p:nvSpPr>
            <p:spPr>
              <a:xfrm>
                <a:off x="11050920" y="1744560"/>
                <a:ext cx="78480" cy="139680"/>
              </a:xfrm>
              <a:custGeom>
                <a:avLst/>
                <a:gdLst>
                  <a:gd name="textAreaLeft" fmla="*/ 0 w 78480"/>
                  <a:gd name="textAreaRight" fmla="*/ 83160 w 78480"/>
                  <a:gd name="textAreaTop" fmla="*/ 0 h 139680"/>
                  <a:gd name="textAreaBottom" fmla="*/ 144360 h 139680"/>
                </a:gdLst>
                <a:ahLst/>
                <a:cxnLst/>
                <a:rect l="textAreaLeft" t="textAreaTop" r="textAreaRight" b="textAreaBottom"/>
                <a:pathLst>
                  <a:path w="83189" h="144377">
                    <a:moveTo>
                      <a:pt x="70506" y="32"/>
                    </a:moveTo>
                    <a:cubicBezTo>
                      <a:pt x="61673" y="32"/>
                      <a:pt x="54004" y="2524"/>
                      <a:pt x="47500" y="7539"/>
                    </a:cubicBezTo>
                    <a:cubicBezTo>
                      <a:pt x="40996" y="12555"/>
                      <a:pt x="36143" y="19964"/>
                      <a:pt x="32875" y="29801"/>
                    </a:cubicBezTo>
                    <a:lnTo>
                      <a:pt x="32325" y="29801"/>
                    </a:lnTo>
                    <a:lnTo>
                      <a:pt x="32325" y="2459"/>
                    </a:lnTo>
                    <a:lnTo>
                      <a:pt x="0" y="2459"/>
                    </a:lnTo>
                    <a:lnTo>
                      <a:pt x="0" y="144377"/>
                    </a:lnTo>
                    <a:lnTo>
                      <a:pt x="32325" y="144377"/>
                    </a:lnTo>
                    <a:lnTo>
                      <a:pt x="32325" y="74292"/>
                    </a:lnTo>
                    <a:cubicBezTo>
                      <a:pt x="32325" y="60508"/>
                      <a:pt x="35399" y="49345"/>
                      <a:pt x="41579" y="40802"/>
                    </a:cubicBezTo>
                    <a:cubicBezTo>
                      <a:pt x="47759" y="32292"/>
                      <a:pt x="56495" y="28021"/>
                      <a:pt x="67756" y="28021"/>
                    </a:cubicBezTo>
                    <a:cubicBezTo>
                      <a:pt x="70021" y="28021"/>
                      <a:pt x="71995" y="28151"/>
                      <a:pt x="73709" y="28442"/>
                    </a:cubicBezTo>
                    <a:cubicBezTo>
                      <a:pt x="75424" y="28733"/>
                      <a:pt x="77172" y="29089"/>
                      <a:pt x="78984" y="29510"/>
                    </a:cubicBezTo>
                    <a:lnTo>
                      <a:pt x="83190" y="1650"/>
                    </a:lnTo>
                    <a:cubicBezTo>
                      <a:pt x="81313" y="1100"/>
                      <a:pt x="79307" y="712"/>
                      <a:pt x="77236" y="421"/>
                    </a:cubicBezTo>
                    <a:cubicBezTo>
                      <a:pt x="75165" y="162"/>
                      <a:pt x="72900" y="0"/>
                      <a:pt x="70474" y="0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1" name="Google Shape;1756;p89"/>
              <p:cNvSpPr/>
              <p:nvPr/>
            </p:nvSpPr>
            <p:spPr>
              <a:xfrm>
                <a:off x="11154600" y="1743480"/>
                <a:ext cx="207720" cy="140760"/>
              </a:xfrm>
              <a:custGeom>
                <a:avLst/>
                <a:gdLst>
                  <a:gd name="textAreaLeft" fmla="*/ 0 w 207720"/>
                  <a:gd name="textAreaRight" fmla="*/ 212400 w 207720"/>
                  <a:gd name="textAreaTop" fmla="*/ 0 h 140760"/>
                  <a:gd name="textAreaBottom" fmla="*/ 145440 h 140760"/>
                </a:gdLst>
                <a:ahLst/>
                <a:cxnLst/>
                <a:rect l="textAreaLeft" t="textAreaTop" r="textAreaRight" b="textAreaBottom"/>
                <a:pathLst>
                  <a:path w="212392" h="145283">
                    <a:moveTo>
                      <a:pt x="200711" y="14367"/>
                    </a:moveTo>
                    <a:cubicBezTo>
                      <a:pt x="192913" y="4821"/>
                      <a:pt x="181265" y="32"/>
                      <a:pt x="165733" y="32"/>
                    </a:cubicBezTo>
                    <a:cubicBezTo>
                      <a:pt x="155282" y="32"/>
                      <a:pt x="146092" y="2362"/>
                      <a:pt x="138197" y="6989"/>
                    </a:cubicBezTo>
                    <a:cubicBezTo>
                      <a:pt x="130302" y="11649"/>
                      <a:pt x="123701" y="18638"/>
                      <a:pt x="118395" y="28021"/>
                    </a:cubicBezTo>
                    <a:cubicBezTo>
                      <a:pt x="115224" y="19188"/>
                      <a:pt x="110111" y="12296"/>
                      <a:pt x="103025" y="7377"/>
                    </a:cubicBezTo>
                    <a:cubicBezTo>
                      <a:pt x="95939" y="2459"/>
                      <a:pt x="87526" y="0"/>
                      <a:pt x="77787" y="0"/>
                    </a:cubicBezTo>
                    <a:cubicBezTo>
                      <a:pt x="68047" y="0"/>
                      <a:pt x="59311" y="2265"/>
                      <a:pt x="51610" y="6763"/>
                    </a:cubicBezTo>
                    <a:cubicBezTo>
                      <a:pt x="43909" y="11260"/>
                      <a:pt x="37664" y="17570"/>
                      <a:pt x="32875" y="25692"/>
                    </a:cubicBezTo>
                    <a:lnTo>
                      <a:pt x="32325" y="25692"/>
                    </a:lnTo>
                    <a:lnTo>
                      <a:pt x="32325" y="3365"/>
                    </a:lnTo>
                    <a:lnTo>
                      <a:pt x="0" y="3365"/>
                    </a:lnTo>
                    <a:lnTo>
                      <a:pt x="0" y="145283"/>
                    </a:lnTo>
                    <a:lnTo>
                      <a:pt x="32325" y="145283"/>
                    </a:lnTo>
                    <a:lnTo>
                      <a:pt x="32325" y="65329"/>
                    </a:lnTo>
                    <a:cubicBezTo>
                      <a:pt x="32325" y="53325"/>
                      <a:pt x="35108" y="43714"/>
                      <a:pt x="40641" y="36434"/>
                    </a:cubicBezTo>
                    <a:cubicBezTo>
                      <a:pt x="46174" y="29186"/>
                      <a:pt x="53422" y="25530"/>
                      <a:pt x="62352" y="25530"/>
                    </a:cubicBezTo>
                    <a:cubicBezTo>
                      <a:pt x="71283" y="25530"/>
                      <a:pt x="78466" y="28571"/>
                      <a:pt x="83125" y="34654"/>
                    </a:cubicBezTo>
                    <a:cubicBezTo>
                      <a:pt x="87785" y="40738"/>
                      <a:pt x="90082" y="49862"/>
                      <a:pt x="90082" y="62061"/>
                    </a:cubicBezTo>
                    <a:lnTo>
                      <a:pt x="90082" y="145251"/>
                    </a:lnTo>
                    <a:lnTo>
                      <a:pt x="122278" y="145251"/>
                    </a:lnTo>
                    <a:lnTo>
                      <a:pt x="122278" y="65038"/>
                    </a:lnTo>
                    <a:cubicBezTo>
                      <a:pt x="122278" y="53939"/>
                      <a:pt x="125157" y="44588"/>
                      <a:pt x="130949" y="36952"/>
                    </a:cubicBezTo>
                    <a:cubicBezTo>
                      <a:pt x="136709" y="29316"/>
                      <a:pt x="143892" y="25530"/>
                      <a:pt x="152467" y="25530"/>
                    </a:cubicBezTo>
                    <a:cubicBezTo>
                      <a:pt x="162206" y="25530"/>
                      <a:pt x="169260" y="28604"/>
                      <a:pt x="173628" y="34719"/>
                    </a:cubicBezTo>
                    <a:cubicBezTo>
                      <a:pt x="177996" y="40867"/>
                      <a:pt x="180197" y="50607"/>
                      <a:pt x="180197" y="63938"/>
                    </a:cubicBezTo>
                    <a:lnTo>
                      <a:pt x="180197" y="145251"/>
                    </a:lnTo>
                    <a:lnTo>
                      <a:pt x="212392" y="145251"/>
                    </a:lnTo>
                    <a:lnTo>
                      <a:pt x="212392" y="57304"/>
                    </a:lnTo>
                    <a:cubicBezTo>
                      <a:pt x="212392" y="38181"/>
                      <a:pt x="208477" y="23847"/>
                      <a:pt x="200679" y="14302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612" name="Google Shape;1757;p89"/>
          <p:cNvGrpSpPr/>
          <p:nvPr/>
        </p:nvGrpSpPr>
        <p:grpSpPr>
          <a:xfrm>
            <a:off x="1684080" y="792720"/>
            <a:ext cx="1365480" cy="1091520"/>
            <a:chOff x="1684080" y="792720"/>
            <a:chExt cx="1365480" cy="1091520"/>
          </a:xfrm>
        </p:grpSpPr>
        <p:sp>
          <p:nvSpPr>
            <p:cNvPr id="613" name="Google Shape;1758;p89"/>
            <p:cNvSpPr/>
            <p:nvPr/>
          </p:nvSpPr>
          <p:spPr>
            <a:xfrm>
              <a:off x="2232000" y="792720"/>
              <a:ext cx="269280" cy="269280"/>
            </a:xfrm>
            <a:custGeom>
              <a:avLst/>
              <a:gdLst>
                <a:gd name="textAreaLeft" fmla="*/ 0 w 269280"/>
                <a:gd name="textAreaRight" fmla="*/ 273960 w 269280"/>
                <a:gd name="textAreaTop" fmla="*/ 0 h 269280"/>
                <a:gd name="textAreaBottom" fmla="*/ 273960 h 2692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4" name="Google Shape;1759;p89"/>
            <p:cNvSpPr/>
            <p:nvPr/>
          </p:nvSpPr>
          <p:spPr>
            <a:xfrm>
              <a:off x="1958040" y="1066680"/>
              <a:ext cx="269280" cy="269280"/>
            </a:xfrm>
            <a:custGeom>
              <a:avLst/>
              <a:gdLst>
                <a:gd name="textAreaLeft" fmla="*/ 0 w 269280"/>
                <a:gd name="textAreaRight" fmla="*/ 273960 w 269280"/>
                <a:gd name="textAreaTop" fmla="*/ 0 h 269280"/>
                <a:gd name="textAreaBottom" fmla="*/ 273960 h 2692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5" name="Google Shape;1760;p89"/>
            <p:cNvSpPr/>
            <p:nvPr/>
          </p:nvSpPr>
          <p:spPr>
            <a:xfrm>
              <a:off x="1684080" y="1341000"/>
              <a:ext cx="269280" cy="269280"/>
            </a:xfrm>
            <a:custGeom>
              <a:avLst/>
              <a:gdLst>
                <a:gd name="textAreaLeft" fmla="*/ 0 w 269280"/>
                <a:gd name="textAreaRight" fmla="*/ 273960 w 269280"/>
                <a:gd name="textAreaTop" fmla="*/ 0 h 269280"/>
                <a:gd name="textAreaBottom" fmla="*/ 273960 h 2692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6" name="Google Shape;1761;p89"/>
            <p:cNvSpPr/>
            <p:nvPr/>
          </p:nvSpPr>
          <p:spPr>
            <a:xfrm>
              <a:off x="1684080" y="1614960"/>
              <a:ext cx="269280" cy="269280"/>
            </a:xfrm>
            <a:custGeom>
              <a:avLst/>
              <a:gdLst>
                <a:gd name="textAreaLeft" fmla="*/ 0 w 269280"/>
                <a:gd name="textAreaRight" fmla="*/ 273960 w 269280"/>
                <a:gd name="textAreaTop" fmla="*/ 0 h 269280"/>
                <a:gd name="textAreaBottom" fmla="*/ 273960 h 2692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7" name="Google Shape;1762;p89"/>
            <p:cNvSpPr/>
            <p:nvPr/>
          </p:nvSpPr>
          <p:spPr>
            <a:xfrm>
              <a:off x="1958040" y="1614960"/>
              <a:ext cx="269280" cy="269280"/>
            </a:xfrm>
            <a:custGeom>
              <a:avLst/>
              <a:gdLst>
                <a:gd name="textAreaLeft" fmla="*/ 0 w 269280"/>
                <a:gd name="textAreaRight" fmla="*/ 273960 w 269280"/>
                <a:gd name="textAreaTop" fmla="*/ 0 h 269280"/>
                <a:gd name="textAreaBottom" fmla="*/ 273960 h 2692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8" name="Google Shape;1763;p89"/>
            <p:cNvSpPr/>
            <p:nvPr/>
          </p:nvSpPr>
          <p:spPr>
            <a:xfrm>
              <a:off x="2232000" y="1614960"/>
              <a:ext cx="269280" cy="269280"/>
            </a:xfrm>
            <a:custGeom>
              <a:avLst/>
              <a:gdLst>
                <a:gd name="textAreaLeft" fmla="*/ 0 w 269280"/>
                <a:gd name="textAreaRight" fmla="*/ 273960 w 269280"/>
                <a:gd name="textAreaTop" fmla="*/ 0 h 269280"/>
                <a:gd name="textAreaBottom" fmla="*/ 273960 h 2692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9" name="Google Shape;1764;p89"/>
            <p:cNvSpPr/>
            <p:nvPr/>
          </p:nvSpPr>
          <p:spPr>
            <a:xfrm>
              <a:off x="2506320" y="1614960"/>
              <a:ext cx="269280" cy="269280"/>
            </a:xfrm>
            <a:custGeom>
              <a:avLst/>
              <a:gdLst>
                <a:gd name="textAreaLeft" fmla="*/ 0 w 269280"/>
                <a:gd name="textAreaRight" fmla="*/ 273960 w 269280"/>
                <a:gd name="textAreaTop" fmla="*/ 0 h 269280"/>
                <a:gd name="textAreaBottom" fmla="*/ 273960 h 2692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0" name="Google Shape;1765;p89"/>
            <p:cNvSpPr/>
            <p:nvPr/>
          </p:nvSpPr>
          <p:spPr>
            <a:xfrm>
              <a:off x="2780280" y="1614960"/>
              <a:ext cx="269280" cy="269280"/>
            </a:xfrm>
            <a:custGeom>
              <a:avLst/>
              <a:gdLst>
                <a:gd name="textAreaLeft" fmla="*/ 0 w 269280"/>
                <a:gd name="textAreaRight" fmla="*/ 273960 w 269280"/>
                <a:gd name="textAreaTop" fmla="*/ 0 h 269280"/>
                <a:gd name="textAreaBottom" fmla="*/ 273960 h 2692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1" name="Google Shape;1766;p89"/>
            <p:cNvSpPr/>
            <p:nvPr/>
          </p:nvSpPr>
          <p:spPr>
            <a:xfrm>
              <a:off x="2780280" y="1341000"/>
              <a:ext cx="269280" cy="269280"/>
            </a:xfrm>
            <a:custGeom>
              <a:avLst/>
              <a:gdLst>
                <a:gd name="textAreaLeft" fmla="*/ 0 w 269280"/>
                <a:gd name="textAreaRight" fmla="*/ 273960 w 269280"/>
                <a:gd name="textAreaTop" fmla="*/ 0 h 269280"/>
                <a:gd name="textAreaBottom" fmla="*/ 273960 h 2692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2" name="Google Shape;1767;p89"/>
            <p:cNvSpPr/>
            <p:nvPr/>
          </p:nvSpPr>
          <p:spPr>
            <a:xfrm>
              <a:off x="2506320" y="1066680"/>
              <a:ext cx="269280" cy="269280"/>
            </a:xfrm>
            <a:custGeom>
              <a:avLst/>
              <a:gdLst>
                <a:gd name="textAreaLeft" fmla="*/ 0 w 269280"/>
                <a:gd name="textAreaRight" fmla="*/ 273960 w 269280"/>
                <a:gd name="textAreaTop" fmla="*/ 0 h 269280"/>
                <a:gd name="textAreaBottom" fmla="*/ 273960 h 26928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23" name="Google Shape;1768;p89"/>
          <p:cNvGrpSpPr/>
          <p:nvPr/>
        </p:nvGrpSpPr>
        <p:grpSpPr>
          <a:xfrm>
            <a:off x="9798120" y="5367240"/>
            <a:ext cx="1393560" cy="726840"/>
            <a:chOff x="9798120" y="5367240"/>
            <a:chExt cx="1393560" cy="726840"/>
          </a:xfrm>
        </p:grpSpPr>
        <p:grpSp>
          <p:nvGrpSpPr>
            <p:cNvPr id="624" name="Google Shape;1769;p89"/>
            <p:cNvGrpSpPr/>
            <p:nvPr/>
          </p:nvGrpSpPr>
          <p:grpSpPr>
            <a:xfrm>
              <a:off x="9798120" y="5367240"/>
              <a:ext cx="1159920" cy="280440"/>
              <a:chOff x="9798120" y="5367240"/>
              <a:chExt cx="1159920" cy="280440"/>
            </a:xfrm>
          </p:grpSpPr>
          <p:sp>
            <p:nvSpPr>
              <p:cNvPr id="625" name="Google Shape;1770;p89"/>
              <p:cNvSpPr/>
              <p:nvPr/>
            </p:nvSpPr>
            <p:spPr>
              <a:xfrm>
                <a:off x="9798120" y="5367240"/>
                <a:ext cx="137520" cy="279000"/>
              </a:xfrm>
              <a:custGeom>
                <a:avLst/>
                <a:gdLst>
                  <a:gd name="textAreaLeft" fmla="*/ 0 w 137520"/>
                  <a:gd name="textAreaRight" fmla="*/ 142200 w 137520"/>
                  <a:gd name="textAreaTop" fmla="*/ 0 h 279000"/>
                  <a:gd name="textAreaBottom" fmla="*/ 283680 h 279000"/>
                </a:gdLst>
                <a:ahLst/>
                <a:cxnLst/>
                <a:rect l="textAreaLeft" t="textAreaTop" r="textAreaRight" b="textAreaBottom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6" name="Google Shape;1771;p89"/>
              <p:cNvSpPr/>
              <p:nvPr/>
            </p:nvSpPr>
            <p:spPr>
              <a:xfrm>
                <a:off x="9969840" y="5420160"/>
                <a:ext cx="214200" cy="227520"/>
              </a:xfrm>
              <a:custGeom>
                <a:avLst/>
                <a:gdLst>
                  <a:gd name="textAreaLeft" fmla="*/ 0 w 214200"/>
                  <a:gd name="textAreaRight" fmla="*/ 218880 w 214200"/>
                  <a:gd name="textAreaTop" fmla="*/ 0 h 227520"/>
                  <a:gd name="textAreaBottom" fmla="*/ 232200 h 227520"/>
                </a:gdLst>
                <a:ahLst/>
                <a:cxnLst/>
                <a:rect l="textAreaLeft" t="textAreaTop" r="textAreaRight" b="textAreaBottom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7" name="Google Shape;1772;p89"/>
              <p:cNvSpPr/>
              <p:nvPr/>
            </p:nvSpPr>
            <p:spPr>
              <a:xfrm>
                <a:off x="10224720" y="5420160"/>
                <a:ext cx="202320" cy="227520"/>
              </a:xfrm>
              <a:custGeom>
                <a:avLst/>
                <a:gdLst>
                  <a:gd name="textAreaLeft" fmla="*/ 0 w 202320"/>
                  <a:gd name="textAreaRight" fmla="*/ 207000 w 202320"/>
                  <a:gd name="textAreaTop" fmla="*/ 0 h 227520"/>
                  <a:gd name="textAreaBottom" fmla="*/ 232200 h 227520"/>
                </a:gdLst>
                <a:ahLst/>
                <a:cxnLst/>
                <a:rect l="textAreaLeft" t="textAreaTop" r="textAreaRight" b="textAreaBottom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8" name="Google Shape;1773;p89"/>
              <p:cNvSpPr/>
              <p:nvPr/>
            </p:nvSpPr>
            <p:spPr>
              <a:xfrm>
                <a:off x="10473120" y="5420160"/>
                <a:ext cx="199440" cy="222480"/>
              </a:xfrm>
              <a:custGeom>
                <a:avLst/>
                <a:gdLst>
                  <a:gd name="textAreaLeft" fmla="*/ 0 w 199440"/>
                  <a:gd name="textAreaRight" fmla="*/ 204120 w 199440"/>
                  <a:gd name="textAreaTop" fmla="*/ 0 h 222480"/>
                  <a:gd name="textAreaBottom" fmla="*/ 227160 h 222480"/>
                </a:gdLst>
                <a:ahLst/>
                <a:cxnLst/>
                <a:rect l="textAreaLeft" t="textAreaTop" r="textAreaRight" b="textAreaBottom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9" name="Google Shape;1774;p89"/>
              <p:cNvSpPr/>
              <p:nvPr/>
            </p:nvSpPr>
            <p:spPr>
              <a:xfrm>
                <a:off x="10721520" y="5420160"/>
                <a:ext cx="236520" cy="227520"/>
              </a:xfrm>
              <a:custGeom>
                <a:avLst/>
                <a:gdLst>
                  <a:gd name="textAreaLeft" fmla="*/ 0 w 236520"/>
                  <a:gd name="textAreaRight" fmla="*/ 241200 w 236520"/>
                  <a:gd name="textAreaTop" fmla="*/ 0 h 227520"/>
                  <a:gd name="textAreaBottom" fmla="*/ 232200 h 22752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630" name="Google Shape;1775;p89"/>
            <p:cNvGrpSpPr/>
            <p:nvPr/>
          </p:nvGrpSpPr>
          <p:grpSpPr>
            <a:xfrm>
              <a:off x="10199160" y="5727600"/>
              <a:ext cx="992520" cy="366480"/>
              <a:chOff x="10199160" y="5727600"/>
              <a:chExt cx="992520" cy="366480"/>
            </a:xfrm>
          </p:grpSpPr>
          <p:sp>
            <p:nvSpPr>
              <p:cNvPr id="631" name="Google Shape;1776;p89"/>
              <p:cNvSpPr/>
              <p:nvPr/>
            </p:nvSpPr>
            <p:spPr>
              <a:xfrm>
                <a:off x="10199160" y="5727600"/>
                <a:ext cx="58680" cy="298800"/>
              </a:xfrm>
              <a:custGeom>
                <a:avLst/>
                <a:gdLst>
                  <a:gd name="textAreaLeft" fmla="*/ 0 w 58680"/>
                  <a:gd name="textAreaRight" fmla="*/ 63360 w 58680"/>
                  <a:gd name="textAreaTop" fmla="*/ 0 h 298800"/>
                  <a:gd name="textAreaBottom" fmla="*/ 303480 h 298800"/>
                </a:gdLst>
                <a:ahLst/>
                <a:cxnLst/>
                <a:rect l="textAreaLeft" t="textAreaTop" r="textAreaRight" b="textAreaBottom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2" name="Google Shape;1777;p89"/>
              <p:cNvSpPr/>
              <p:nvPr/>
            </p:nvSpPr>
            <p:spPr>
              <a:xfrm>
                <a:off x="10311120" y="5804280"/>
                <a:ext cx="236520" cy="227520"/>
              </a:xfrm>
              <a:custGeom>
                <a:avLst/>
                <a:gdLst>
                  <a:gd name="textAreaLeft" fmla="*/ 0 w 236520"/>
                  <a:gd name="textAreaRight" fmla="*/ 241200 w 236520"/>
                  <a:gd name="textAreaTop" fmla="*/ 0 h 227520"/>
                  <a:gd name="textAreaBottom" fmla="*/ 232200 h 22752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3" name="Google Shape;1778;p89"/>
              <p:cNvSpPr/>
              <p:nvPr/>
            </p:nvSpPr>
            <p:spPr>
              <a:xfrm>
                <a:off x="10588320" y="5804280"/>
                <a:ext cx="229320" cy="289800"/>
              </a:xfrm>
              <a:custGeom>
                <a:avLst/>
                <a:gdLst>
                  <a:gd name="textAreaLeft" fmla="*/ 0 w 229320"/>
                  <a:gd name="textAreaRight" fmla="*/ 234000 w 229320"/>
                  <a:gd name="textAreaTop" fmla="*/ 0 h 289800"/>
                  <a:gd name="textAreaBottom" fmla="*/ 294480 h 289800"/>
                </a:gdLst>
                <a:ahLst/>
                <a:cxnLst/>
                <a:rect l="textAreaLeft" t="textAreaTop" r="textAreaRight" b="textAreaBottom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4" name="Google Shape;1779;p89"/>
              <p:cNvSpPr/>
              <p:nvPr/>
            </p:nvSpPr>
            <p:spPr>
              <a:xfrm>
                <a:off x="10880280" y="5727600"/>
                <a:ext cx="61920" cy="298800"/>
              </a:xfrm>
              <a:custGeom>
                <a:avLst/>
                <a:gdLst>
                  <a:gd name="textAreaLeft" fmla="*/ 0 w 61920"/>
                  <a:gd name="textAreaRight" fmla="*/ 66600 w 61920"/>
                  <a:gd name="textAreaTop" fmla="*/ 0 h 298800"/>
                  <a:gd name="textAreaBottom" fmla="*/ 303480 h 298800"/>
                </a:gdLst>
                <a:ahLst/>
                <a:cxnLst/>
                <a:rect l="textAreaLeft" t="textAreaTop" r="textAreaRight" b="textAreaBottom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5" name="Google Shape;1780;p89"/>
              <p:cNvSpPr/>
              <p:nvPr/>
            </p:nvSpPr>
            <p:spPr>
              <a:xfrm>
                <a:off x="10991160" y="5806080"/>
                <a:ext cx="200520" cy="225000"/>
              </a:xfrm>
              <a:custGeom>
                <a:avLst/>
                <a:gdLst>
                  <a:gd name="textAreaLeft" fmla="*/ 0 w 200520"/>
                  <a:gd name="textAreaRight" fmla="*/ 205200 w 200520"/>
                  <a:gd name="textAreaTop" fmla="*/ 0 h 225000"/>
                  <a:gd name="textAreaBottom" fmla="*/ 229680 h 225000"/>
                </a:gdLst>
                <a:ahLst/>
                <a:cxnLst/>
                <a:rect l="textAreaLeft" t="textAreaTop" r="textAreaRight" b="textAreaBottom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636" name="Google Shape;1781;p89"/>
          <p:cNvGrpSpPr/>
          <p:nvPr/>
        </p:nvGrpSpPr>
        <p:grpSpPr>
          <a:xfrm>
            <a:off x="9880920" y="5104080"/>
            <a:ext cx="574920" cy="140400"/>
            <a:chOff x="9880920" y="5104080"/>
            <a:chExt cx="574920" cy="140400"/>
          </a:xfrm>
        </p:grpSpPr>
        <p:sp>
          <p:nvSpPr>
            <p:cNvPr id="637" name="Google Shape;1782;p89"/>
            <p:cNvSpPr/>
            <p:nvPr/>
          </p:nvSpPr>
          <p:spPr>
            <a:xfrm>
              <a:off x="10369800" y="5109840"/>
              <a:ext cx="86040" cy="133920"/>
            </a:xfrm>
            <a:custGeom>
              <a:avLst/>
              <a:gdLst>
                <a:gd name="textAreaLeft" fmla="*/ 0 w 86040"/>
                <a:gd name="textAreaRight" fmla="*/ 90720 w 86040"/>
                <a:gd name="textAreaTop" fmla="*/ 0 h 133920"/>
                <a:gd name="textAreaBottom" fmla="*/ 138600 h 133920"/>
              </a:gdLst>
              <a:ahLst/>
              <a:cxnLst/>
              <a:rect l="textAreaLeft" t="textAreaTop" r="textAreaRight" b="textAreaBottom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8" name="Google Shape;1783;p89"/>
            <p:cNvSpPr/>
            <p:nvPr/>
          </p:nvSpPr>
          <p:spPr>
            <a:xfrm>
              <a:off x="9880920" y="5104080"/>
              <a:ext cx="126360" cy="140400"/>
            </a:xfrm>
            <a:custGeom>
              <a:avLst/>
              <a:gdLst>
                <a:gd name="textAreaLeft" fmla="*/ 0 w 126360"/>
                <a:gd name="textAreaRight" fmla="*/ 131040 w 126360"/>
                <a:gd name="textAreaTop" fmla="*/ 0 h 140400"/>
                <a:gd name="textAreaBottom" fmla="*/ 145080 h 140400"/>
              </a:gdLst>
              <a:ahLst/>
              <a:cxnLst/>
              <a:rect l="textAreaLeft" t="textAreaTop" r="textAreaRight" b="textAreaBottom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9" name="Google Shape;1784;p89"/>
            <p:cNvSpPr/>
            <p:nvPr/>
          </p:nvSpPr>
          <p:spPr>
            <a:xfrm>
              <a:off x="10007280" y="5124240"/>
              <a:ext cx="122760" cy="115920"/>
            </a:xfrm>
            <a:custGeom>
              <a:avLst/>
              <a:gdLst>
                <a:gd name="textAreaLeft" fmla="*/ 0 w 122760"/>
                <a:gd name="textAreaRight" fmla="*/ 127440 w 122760"/>
                <a:gd name="textAreaTop" fmla="*/ 0 h 115920"/>
                <a:gd name="textAreaBottom" fmla="*/ 120600 h 115920"/>
              </a:gdLst>
              <a:ahLst/>
              <a:cxnLst/>
              <a:rect l="textAreaLeft" t="textAreaTop" r="textAreaRight" b="textAreaBottom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0" name="Google Shape;1785;p89"/>
            <p:cNvSpPr/>
            <p:nvPr/>
          </p:nvSpPr>
          <p:spPr>
            <a:xfrm>
              <a:off x="10133280" y="5125680"/>
              <a:ext cx="114480" cy="112320"/>
            </a:xfrm>
            <a:custGeom>
              <a:avLst/>
              <a:gdLst>
                <a:gd name="textAreaLeft" fmla="*/ 0 w 114480"/>
                <a:gd name="textAreaRight" fmla="*/ 119160 w 114480"/>
                <a:gd name="textAreaTop" fmla="*/ 0 h 112320"/>
                <a:gd name="textAreaBottom" fmla="*/ 117000 h 112320"/>
              </a:gdLst>
              <a:ahLst/>
              <a:cxnLst/>
              <a:rect l="textAreaLeft" t="textAreaTop" r="textAreaRight" b="textAreaBottom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1" name="Google Shape;1786;p89"/>
            <p:cNvSpPr/>
            <p:nvPr/>
          </p:nvSpPr>
          <p:spPr>
            <a:xfrm>
              <a:off x="10251720" y="5124960"/>
              <a:ext cx="115560" cy="114480"/>
            </a:xfrm>
            <a:custGeom>
              <a:avLst/>
              <a:gdLst>
                <a:gd name="textAreaLeft" fmla="*/ 0 w 115560"/>
                <a:gd name="textAreaRight" fmla="*/ 120240 w 115560"/>
                <a:gd name="textAreaTop" fmla="*/ 0 h 114480"/>
                <a:gd name="textAreaBottom" fmla="*/ 119160 h 114480"/>
              </a:gdLst>
              <a:ahLst/>
              <a:cxnLst/>
              <a:rect l="textAreaLeft" t="textAreaTop" r="textAreaRight" b="textAreaBottom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42" name="Google Shape;1787;p89"/>
          <p:cNvSpPr/>
          <p:nvPr/>
        </p:nvSpPr>
        <p:spPr>
          <a:xfrm>
            <a:off x="690480" y="275760"/>
            <a:ext cx="3774240" cy="154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21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_POWER</a:t>
            </a:r>
            <a:endParaRPr b="0" lang="pt-BR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21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PLATFORM</a:t>
            </a:r>
            <a:endParaRPr b="0" lang="pt-BR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643" name="Google Shape;1788;p89"/>
          <p:cNvGrpSpPr/>
          <p:nvPr/>
        </p:nvGrpSpPr>
        <p:grpSpPr>
          <a:xfrm>
            <a:off x="401040" y="198360"/>
            <a:ext cx="688680" cy="688680"/>
            <a:chOff x="401040" y="198360"/>
            <a:chExt cx="688680" cy="688680"/>
          </a:xfrm>
        </p:grpSpPr>
        <p:sp>
          <p:nvSpPr>
            <p:cNvPr id="644" name="Google Shape;1789;p89"/>
            <p:cNvSpPr/>
            <p:nvPr/>
          </p:nvSpPr>
          <p:spPr>
            <a:xfrm>
              <a:off x="401040" y="545040"/>
              <a:ext cx="342000" cy="342000"/>
            </a:xfrm>
            <a:prstGeom prst="rect">
              <a:avLst/>
            </a:prstGeom>
            <a:solidFill>
              <a:srgbClr val="acb8ca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5" name="Google Shape;1790;p89"/>
            <p:cNvSpPr/>
            <p:nvPr/>
          </p:nvSpPr>
          <p:spPr>
            <a:xfrm>
              <a:off x="747720" y="198360"/>
              <a:ext cx="342000" cy="342000"/>
            </a:xfrm>
            <a:prstGeom prst="rect">
              <a:avLst/>
            </a:prstGeom>
            <a:solidFill>
              <a:srgbClr val="acb8ca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46" name="Google Shape;1791;p89"/>
          <p:cNvSpPr/>
          <p:nvPr/>
        </p:nvSpPr>
        <p:spPr>
          <a:xfrm>
            <a:off x="706680" y="3871800"/>
            <a:ext cx="3554280" cy="168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Chegamos ao final</a:t>
            </a:r>
            <a:br>
              <a:rPr sz="2600"/>
            </a:b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do nosso encontro!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Até o </a:t>
            </a:r>
            <a:r>
              <a:rPr b="1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próximo</a:t>
            </a: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647" name="Google Shape;1792;p89"/>
          <p:cNvGrpSpPr/>
          <p:nvPr/>
        </p:nvGrpSpPr>
        <p:grpSpPr>
          <a:xfrm>
            <a:off x="795240" y="2890800"/>
            <a:ext cx="3669480" cy="3104280"/>
            <a:chOff x="795240" y="2890800"/>
            <a:chExt cx="3669480" cy="3104280"/>
          </a:xfrm>
        </p:grpSpPr>
        <p:sp>
          <p:nvSpPr>
            <p:cNvPr id="648" name="Google Shape;1793;p89"/>
            <p:cNvSpPr/>
            <p:nvPr/>
          </p:nvSpPr>
          <p:spPr>
            <a:xfrm>
              <a:off x="795240" y="4303800"/>
              <a:ext cx="560520" cy="1691280"/>
            </a:xfrm>
            <a:custGeom>
              <a:avLst/>
              <a:gdLst>
                <a:gd name="textAreaLeft" fmla="*/ 0 w 560520"/>
                <a:gd name="textAreaRight" fmla="*/ 565200 w 560520"/>
                <a:gd name="textAreaTop" fmla="*/ 0 h 1691280"/>
                <a:gd name="textAreaBottom" fmla="*/ 1695960 h 1691280"/>
              </a:gdLst>
              <a:ahLst/>
              <a:cxnLst/>
              <a:rect l="textAreaLeft" t="textAreaTop" r="textAreaRight" b="textAreaBottom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92454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9" name="Google Shape;1794;p89"/>
            <p:cNvSpPr/>
            <p:nvPr/>
          </p:nvSpPr>
          <p:spPr>
            <a:xfrm>
              <a:off x="3904200" y="3738600"/>
              <a:ext cx="560520" cy="1125720"/>
            </a:xfrm>
            <a:custGeom>
              <a:avLst/>
              <a:gdLst>
                <a:gd name="textAreaLeft" fmla="*/ 0 w 560520"/>
                <a:gd name="textAreaRight" fmla="*/ 565200 w 560520"/>
                <a:gd name="textAreaTop" fmla="*/ 0 h 1125720"/>
                <a:gd name="textAreaBottom" fmla="*/ 1130400 h 1125720"/>
              </a:gdLst>
              <a:ahLst/>
              <a:cxnLst/>
              <a:rect l="textAreaLeft" t="textAreaTop" r="textAreaRight" b="textAreaBottom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solidFill>
              <a:srgbClr val="292454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0" name="Google Shape;1795;p89"/>
            <p:cNvSpPr/>
            <p:nvPr/>
          </p:nvSpPr>
          <p:spPr>
            <a:xfrm>
              <a:off x="4186800" y="5434560"/>
              <a:ext cx="277920" cy="277920"/>
            </a:xfrm>
            <a:custGeom>
              <a:avLst/>
              <a:gdLst>
                <a:gd name="textAreaLeft" fmla="*/ 0 w 277920"/>
                <a:gd name="textAreaRight" fmla="*/ 282600 w 277920"/>
                <a:gd name="textAreaTop" fmla="*/ 0 h 277920"/>
                <a:gd name="textAreaBottom" fmla="*/ 282600 h 27792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292454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1" name="Google Shape;1796;p89"/>
            <p:cNvSpPr/>
            <p:nvPr/>
          </p:nvSpPr>
          <p:spPr>
            <a:xfrm>
              <a:off x="2490840" y="3173400"/>
              <a:ext cx="277920" cy="277920"/>
            </a:xfrm>
            <a:custGeom>
              <a:avLst/>
              <a:gdLst>
                <a:gd name="textAreaLeft" fmla="*/ 0 w 277920"/>
                <a:gd name="textAreaRight" fmla="*/ 282600 w 277920"/>
                <a:gd name="textAreaTop" fmla="*/ 0 h 277920"/>
                <a:gd name="textAreaBottom" fmla="*/ 282600 h 27792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292454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2" name="Google Shape;1797;p89"/>
            <p:cNvSpPr/>
            <p:nvPr/>
          </p:nvSpPr>
          <p:spPr>
            <a:xfrm>
              <a:off x="1360440" y="2890800"/>
              <a:ext cx="1125720" cy="1125720"/>
            </a:xfrm>
            <a:custGeom>
              <a:avLst/>
              <a:gdLst>
                <a:gd name="textAreaLeft" fmla="*/ 0 w 1125720"/>
                <a:gd name="textAreaRight" fmla="*/ 1130400 w 1125720"/>
                <a:gd name="textAreaTop" fmla="*/ 0 h 1125720"/>
                <a:gd name="textAreaBottom" fmla="*/ 1130400 h 1125720"/>
              </a:gdLst>
              <a:ahLst/>
              <a:cxnLst/>
              <a:rect l="textAreaLeft" t="textAreaTop" r="textAreaRight" b="textAreaBottom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solidFill>
              <a:srgbClr val="292454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3" name="Google Shape;1798;p89"/>
            <p:cNvSpPr/>
            <p:nvPr/>
          </p:nvSpPr>
          <p:spPr>
            <a:xfrm>
              <a:off x="1925640" y="4303800"/>
              <a:ext cx="1408320" cy="1408320"/>
            </a:xfrm>
            <a:custGeom>
              <a:avLst/>
              <a:gdLst>
                <a:gd name="textAreaLeft" fmla="*/ 0 w 1408320"/>
                <a:gd name="textAreaRight" fmla="*/ 1413000 w 1408320"/>
                <a:gd name="textAreaTop" fmla="*/ 0 h 1408320"/>
                <a:gd name="textAreaBottom" fmla="*/ 1413000 h 1408320"/>
              </a:gdLst>
              <a:ahLst/>
              <a:cxnLst/>
              <a:rect l="textAreaLeft" t="textAreaTop" r="textAreaRight" b="textAreaBottom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solidFill>
              <a:srgbClr val="292454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4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  <p:sldLayoutId id="2147483679" r:id="rId15"/>
    <p:sldLayoutId id="2147483680" r:id="rId16"/>
    <p:sldLayoutId id="2147483681" r:id="rId17"/>
    <p:sldLayoutId id="2147483682" r:id="rId18"/>
    <p:sldLayoutId id="2147483683" r:id="rId19"/>
    <p:sldLayoutId id="2147483684" r:id="rId20"/>
    <p:sldLayoutId id="2147483685" r:id="rId21"/>
    <p:sldLayoutId id="2147483686" r:id="rId22"/>
    <p:sldLayoutId id="2147483687" r:id="rId23"/>
    <p:sldLayoutId id="2147483688" r:id="rId24"/>
    <p:sldLayoutId id="2147483689" r:id="rId25"/>
    <p:sldLayoutId id="2147483690" r:id="rId26"/>
    <p:sldLayoutId id="2147483691" r:id="rId27"/>
    <p:sldLayoutId id="2147483692" r:id="rId28"/>
    <p:sldLayoutId id="2147483693" r:id="rId29"/>
    <p:sldLayoutId id="2147483694" r:id="rId30"/>
    <p:sldLayoutId id="2147483695" r:id="rId31"/>
    <p:sldLayoutId id="2147483696" r:id="rId32"/>
    <p:sldLayoutId id="2147483697" r:id="rId33"/>
    <p:sldLayoutId id="2147483698" r:id="rId34"/>
    <p:sldLayoutId id="2147483699" r:id="rId35"/>
    <p:sldLayoutId id="2147483700" r:id="rId36"/>
    <p:sldLayoutId id="2147483701" r:id="rId37"/>
    <p:sldLayoutId id="2147483702" r:id="rId38"/>
    <p:sldLayoutId id="2147483703" r:id="rId39"/>
    <p:sldLayoutId id="2147483704" r:id="rId40"/>
    <p:sldLayoutId id="2147483705" r:id="rId41"/>
    <p:sldLayoutId id="2147483706" r:id="rId42"/>
    <p:sldLayoutId id="2147483707" r:id="rId43"/>
  </p:sldLayoutIdLst>
</p:sldMaster>
</file>

<file path=ppt/slideMasters/slideMaster5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" name="Google Shape;17;p47"/>
          <p:cNvSpPr/>
          <p:nvPr/>
        </p:nvSpPr>
        <p:spPr>
          <a:xfrm>
            <a:off x="-187920" y="-628560"/>
            <a:ext cx="419760" cy="780588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5" name="Google Shape;18;p47"/>
          <p:cNvSpPr/>
          <p:nvPr/>
        </p:nvSpPr>
        <p:spPr>
          <a:xfrm rot="10800000">
            <a:off x="7390440" y="-420840"/>
            <a:ext cx="2610720" cy="780588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6" name="Google Shape;19;p47"/>
          <p:cNvSpPr/>
          <p:nvPr/>
        </p:nvSpPr>
        <p:spPr>
          <a:xfrm rot="10800000">
            <a:off x="10006200" y="-420840"/>
            <a:ext cx="2610720" cy="780588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7" name="Google Shape;20;p47"/>
          <p:cNvSpPr/>
          <p:nvPr/>
        </p:nvSpPr>
        <p:spPr>
          <a:xfrm>
            <a:off x="29865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8" name="Google Shape;21;p47"/>
          <p:cNvSpPr/>
          <p:nvPr/>
        </p:nvSpPr>
        <p:spPr>
          <a:xfrm>
            <a:off x="35420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9" name="Google Shape;22;p47"/>
          <p:cNvSpPr/>
          <p:nvPr/>
        </p:nvSpPr>
        <p:spPr>
          <a:xfrm>
            <a:off x="4049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0" name="Google Shape;23;p47"/>
          <p:cNvSpPr/>
          <p:nvPr/>
        </p:nvSpPr>
        <p:spPr>
          <a:xfrm>
            <a:off x="456408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1" name="Google Shape;24;p47"/>
          <p:cNvSpPr/>
          <p:nvPr/>
        </p:nvSpPr>
        <p:spPr>
          <a:xfrm>
            <a:off x="50781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2" name="Google Shape;25;p47"/>
          <p:cNvSpPr/>
          <p:nvPr/>
        </p:nvSpPr>
        <p:spPr>
          <a:xfrm>
            <a:off x="6145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3" name="Google Shape;26;p47"/>
          <p:cNvSpPr/>
          <p:nvPr/>
        </p:nvSpPr>
        <p:spPr>
          <a:xfrm>
            <a:off x="563364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4" name="Google Shape;27;p47"/>
          <p:cNvSpPr/>
          <p:nvPr/>
        </p:nvSpPr>
        <p:spPr>
          <a:xfrm>
            <a:off x="674136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5" name="Google Shape;28;p47"/>
          <p:cNvSpPr/>
          <p:nvPr/>
        </p:nvSpPr>
        <p:spPr>
          <a:xfrm>
            <a:off x="730332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6" name="Google Shape;29;p47"/>
          <p:cNvSpPr/>
          <p:nvPr/>
        </p:nvSpPr>
        <p:spPr>
          <a:xfrm>
            <a:off x="7846200" y="7543800"/>
            <a:ext cx="360000" cy="374400"/>
          </a:xfrm>
          <a:custGeom>
            <a:avLst/>
            <a:gdLst>
              <a:gd name="textAreaLeft" fmla="*/ 0 w 360000"/>
              <a:gd name="textAreaRight" fmla="*/ 364680 w 360000"/>
              <a:gd name="textAreaTop" fmla="*/ 0 h 374400"/>
              <a:gd name="textAreaBottom" fmla="*/ 379080 h 37440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image" Target="../media/image39.png"/><Relationship Id="rId3" Type="http://schemas.openxmlformats.org/officeDocument/2006/relationships/slideLayout" Target="../slideLayouts/slideLayout5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3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0.png"/><Relationship Id="rId3" Type="http://schemas.openxmlformats.org/officeDocument/2006/relationships/slideLayout" Target="../slideLayouts/slideLayout4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0.png"/><Relationship Id="rId3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slideLayout" Target="../slideLayouts/slideLayout28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26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0.png"/><Relationship Id="rId3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6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31.xml"/><Relationship Id="rId3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5" name="PlaceHolder 1"/>
          <p:cNvSpPr>
            <a:spLocks noGrp="1"/>
          </p:cNvSpPr>
          <p:nvPr>
            <p:ph/>
          </p:nvPr>
        </p:nvSpPr>
        <p:spPr>
          <a:xfrm>
            <a:off x="360000" y="2585880"/>
            <a:ext cx="7015680" cy="168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pt-BR" sz="40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ANALISTA DE DADOS - BIG DATA SCIENCE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16" name="Google Shape;2209;p 2" descr=""/>
          <p:cNvPicPr/>
          <p:nvPr/>
        </p:nvPicPr>
        <p:blipFill>
          <a:blip r:embed="rId1"/>
          <a:stretch/>
        </p:blipFill>
        <p:spPr>
          <a:xfrm>
            <a:off x="480240" y="475200"/>
            <a:ext cx="1347840" cy="2350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317" name="Google Shape;2210;p 2"/>
          <p:cNvGrpSpPr/>
          <p:nvPr/>
        </p:nvGrpSpPr>
        <p:grpSpPr>
          <a:xfrm>
            <a:off x="480240" y="5682960"/>
            <a:ext cx="1149120" cy="815760"/>
            <a:chOff x="480240" y="5682960"/>
            <a:chExt cx="1149120" cy="815760"/>
          </a:xfrm>
        </p:grpSpPr>
        <p:grpSp>
          <p:nvGrpSpPr>
            <p:cNvPr id="2318" name="Google Shape;2211;p 2"/>
            <p:cNvGrpSpPr/>
            <p:nvPr/>
          </p:nvGrpSpPr>
          <p:grpSpPr>
            <a:xfrm>
              <a:off x="480240" y="5900040"/>
              <a:ext cx="956520" cy="230400"/>
              <a:chOff x="480240" y="5900040"/>
              <a:chExt cx="956520" cy="230400"/>
            </a:xfrm>
          </p:grpSpPr>
          <p:sp>
            <p:nvSpPr>
              <p:cNvPr id="2319" name="Google Shape;2212;p 2"/>
              <p:cNvSpPr/>
              <p:nvPr/>
            </p:nvSpPr>
            <p:spPr>
              <a:xfrm>
                <a:off x="480240" y="5900040"/>
                <a:ext cx="112680" cy="229320"/>
              </a:xfrm>
              <a:custGeom>
                <a:avLst/>
                <a:gdLst>
                  <a:gd name="textAreaLeft" fmla="*/ 0 w 112680"/>
                  <a:gd name="textAreaRight" fmla="*/ 117360 w 112680"/>
                  <a:gd name="textAreaTop" fmla="*/ 0 h 229320"/>
                  <a:gd name="textAreaBottom" fmla="*/ 234000 h 229320"/>
                </a:gdLst>
                <a:ahLst/>
                <a:cxnLst/>
                <a:rect l="textAreaLeft" t="textAreaTop" r="textAreaRight" b="textAreaBottom"/>
                <a:pathLst>
                  <a:path w="117443" h="234124">
                    <a:moveTo>
                      <a:pt x="22003" y="178784"/>
                    </a:moveTo>
                    <a:lnTo>
                      <a:pt x="22003" y="91630"/>
                    </a:lnTo>
                    <a:lnTo>
                      <a:pt x="0" y="91630"/>
                    </a:lnTo>
                    <a:lnTo>
                      <a:pt x="0" y="47054"/>
                    </a:lnTo>
                    <a:lnTo>
                      <a:pt x="22003" y="47054"/>
                    </a:lnTo>
                    <a:lnTo>
                      <a:pt x="22003" y="0"/>
                    </a:lnTo>
                    <a:lnTo>
                      <a:pt x="74200" y="0"/>
                    </a:lnTo>
                    <a:lnTo>
                      <a:pt x="74200" y="47054"/>
                    </a:lnTo>
                    <a:lnTo>
                      <a:pt x="117443" y="47054"/>
                    </a:lnTo>
                    <a:lnTo>
                      <a:pt x="117443" y="91630"/>
                    </a:lnTo>
                    <a:lnTo>
                      <a:pt x="74200" y="91630"/>
                    </a:lnTo>
                    <a:lnTo>
                      <a:pt x="74200" y="170212"/>
                    </a:lnTo>
                    <a:cubicBezTo>
                      <a:pt x="74200" y="182213"/>
                      <a:pt x="79724" y="188024"/>
                      <a:pt x="91059" y="188024"/>
                    </a:cubicBezTo>
                    <a:cubicBezTo>
                      <a:pt x="100298" y="188024"/>
                      <a:pt x="108871" y="185928"/>
                      <a:pt x="116777" y="181547"/>
                    </a:cubicBezTo>
                    <a:lnTo>
                      <a:pt x="116777" y="223456"/>
                    </a:lnTo>
                    <a:cubicBezTo>
                      <a:pt x="105823" y="229934"/>
                      <a:pt x="93059" y="234125"/>
                      <a:pt x="75629" y="234125"/>
                    </a:cubicBezTo>
                    <a:cubicBezTo>
                      <a:pt x="44006" y="234125"/>
                      <a:pt x="22098" y="221456"/>
                      <a:pt x="22098" y="178880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20" name="Google Shape;2213;p 2"/>
              <p:cNvSpPr/>
              <p:nvPr/>
            </p:nvSpPr>
            <p:spPr>
              <a:xfrm>
                <a:off x="622080" y="5943600"/>
                <a:ext cx="176040" cy="186840"/>
              </a:xfrm>
              <a:custGeom>
                <a:avLst/>
                <a:gdLst>
                  <a:gd name="textAreaLeft" fmla="*/ 0 w 176040"/>
                  <a:gd name="textAreaRight" fmla="*/ 180720 w 176040"/>
                  <a:gd name="textAreaTop" fmla="*/ 0 h 186840"/>
                  <a:gd name="textAreaBottom" fmla="*/ 191520 h 186840"/>
                </a:gdLst>
                <a:ahLst/>
                <a:cxnLst/>
                <a:rect l="textAreaLeft" t="textAreaTop" r="textAreaRight" b="textAreaBottom"/>
                <a:pathLst>
                  <a:path w="180594" h="191452">
                    <a:moveTo>
                      <a:pt x="95" y="96393"/>
                    </a:moveTo>
                    <a:lnTo>
                      <a:pt x="95" y="95726"/>
                    </a:lnTo>
                    <a:cubicBezTo>
                      <a:pt x="95" y="43244"/>
                      <a:pt x="37528" y="0"/>
                      <a:pt x="91059" y="0"/>
                    </a:cubicBezTo>
                    <a:cubicBezTo>
                      <a:pt x="152495" y="0"/>
                      <a:pt x="180594" y="47720"/>
                      <a:pt x="180594" y="99917"/>
                    </a:cubicBezTo>
                    <a:cubicBezTo>
                      <a:pt x="180594" y="104013"/>
                      <a:pt x="180213" y="108490"/>
                      <a:pt x="179927" y="113633"/>
                    </a:cubicBezTo>
                    <a:lnTo>
                      <a:pt x="51911" y="113633"/>
                    </a:lnTo>
                    <a:cubicBezTo>
                      <a:pt x="57055" y="137351"/>
                      <a:pt x="73533" y="149638"/>
                      <a:pt x="96869" y="149638"/>
                    </a:cubicBezTo>
                    <a:cubicBezTo>
                      <a:pt x="114395" y="149638"/>
                      <a:pt x="126778" y="144113"/>
                      <a:pt x="141446" y="130778"/>
                    </a:cubicBezTo>
                    <a:lnTo>
                      <a:pt x="171259" y="157163"/>
                    </a:lnTo>
                    <a:cubicBezTo>
                      <a:pt x="153734" y="178784"/>
                      <a:pt x="129350" y="191453"/>
                      <a:pt x="96107" y="191453"/>
                    </a:cubicBezTo>
                    <a:cubicBezTo>
                      <a:pt x="40862" y="191453"/>
                      <a:pt x="0" y="152686"/>
                      <a:pt x="0" y="96393"/>
                    </a:cubicBezTo>
                    <a:close/>
                    <a:moveTo>
                      <a:pt x="129826" y="80963"/>
                    </a:moveTo>
                    <a:cubicBezTo>
                      <a:pt x="126778" y="57626"/>
                      <a:pt x="112967" y="41815"/>
                      <a:pt x="91059" y="41815"/>
                    </a:cubicBezTo>
                    <a:cubicBezTo>
                      <a:pt x="69151" y="41815"/>
                      <a:pt x="55340" y="57245"/>
                      <a:pt x="51245" y="80963"/>
                    </a:cubicBezTo>
                    <a:lnTo>
                      <a:pt x="129826" y="80963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21" name="Google Shape;2214;p 2"/>
              <p:cNvSpPr/>
              <p:nvPr/>
            </p:nvSpPr>
            <p:spPr>
              <a:xfrm>
                <a:off x="832320" y="5943600"/>
                <a:ext cx="166320" cy="186840"/>
              </a:xfrm>
              <a:custGeom>
                <a:avLst/>
                <a:gdLst>
                  <a:gd name="textAreaLeft" fmla="*/ 0 w 166320"/>
                  <a:gd name="textAreaRight" fmla="*/ 171000 w 166320"/>
                  <a:gd name="textAreaTop" fmla="*/ 0 h 186840"/>
                  <a:gd name="textAreaBottom" fmla="*/ 191520 h 186840"/>
                </a:gdLst>
                <a:ahLst/>
                <a:cxnLst/>
                <a:rect l="textAreaLeft" t="textAreaTop" r="textAreaRight" b="textAreaBottom"/>
                <a:pathLst>
                  <a:path w="170973" h="191357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3244"/>
                      <a:pt x="40195" y="0"/>
                      <a:pt x="96488" y="0"/>
                    </a:cubicBezTo>
                    <a:cubicBezTo>
                      <a:pt x="131159" y="0"/>
                      <a:pt x="152400" y="11716"/>
                      <a:pt x="169926" y="30861"/>
                    </a:cubicBezTo>
                    <a:lnTo>
                      <a:pt x="138017" y="65151"/>
                    </a:lnTo>
                    <a:cubicBezTo>
                      <a:pt x="126016" y="52768"/>
                      <a:pt x="115062" y="44863"/>
                      <a:pt x="96107" y="44863"/>
                    </a:cubicBezTo>
                    <a:cubicBezTo>
                      <a:pt x="70009" y="44863"/>
                      <a:pt x="51530" y="67532"/>
                      <a:pt x="51530" y="94964"/>
                    </a:cubicBezTo>
                    <a:lnTo>
                      <a:pt x="51530" y="95631"/>
                    </a:lnTo>
                    <a:cubicBezTo>
                      <a:pt x="51530" y="124111"/>
                      <a:pt x="69723" y="146399"/>
                      <a:pt x="98203" y="146399"/>
                    </a:cubicBezTo>
                    <a:cubicBezTo>
                      <a:pt x="115729" y="146399"/>
                      <a:pt x="127730" y="138875"/>
                      <a:pt x="140398" y="126873"/>
                    </a:cubicBezTo>
                    <a:lnTo>
                      <a:pt x="170974" y="157734"/>
                    </a:lnTo>
                    <a:cubicBezTo>
                      <a:pt x="153162" y="177260"/>
                      <a:pt x="132493" y="191357"/>
                      <a:pt x="95821" y="191357"/>
                    </a:cubicBezTo>
                    <a:cubicBezTo>
                      <a:pt x="40576" y="191357"/>
                      <a:pt x="95" y="148495"/>
                      <a:pt x="95" y="96298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22" name="Google Shape;2215;p 2"/>
              <p:cNvSpPr/>
              <p:nvPr/>
            </p:nvSpPr>
            <p:spPr>
              <a:xfrm>
                <a:off x="1037160" y="5943600"/>
                <a:ext cx="163800" cy="182520"/>
              </a:xfrm>
              <a:custGeom>
                <a:avLst/>
                <a:gdLst>
                  <a:gd name="textAreaLeft" fmla="*/ 0 w 163800"/>
                  <a:gd name="textAreaRight" fmla="*/ 168480 w 163800"/>
                  <a:gd name="textAreaTop" fmla="*/ 0 h 182520"/>
                  <a:gd name="textAreaBottom" fmla="*/ 187200 h 182520"/>
                </a:gdLst>
                <a:ahLst/>
                <a:cxnLst/>
                <a:rect l="textAreaLeft" t="textAreaTop" r="textAreaRight" b="textAreaBottom"/>
                <a:pathLst>
                  <a:path w="168592" h="187356">
                    <a:moveTo>
                      <a:pt x="0" y="3429"/>
                    </a:moveTo>
                    <a:lnTo>
                      <a:pt x="52197" y="3429"/>
                    </a:lnTo>
                    <a:lnTo>
                      <a:pt x="52197" y="29527"/>
                    </a:lnTo>
                    <a:cubicBezTo>
                      <a:pt x="64199" y="14097"/>
                      <a:pt x="80010" y="0"/>
                      <a:pt x="106109" y="0"/>
                    </a:cubicBezTo>
                    <a:cubicBezTo>
                      <a:pt x="145923" y="0"/>
                      <a:pt x="168593" y="25717"/>
                      <a:pt x="168593" y="68294"/>
                    </a:cubicBezTo>
                    <a:lnTo>
                      <a:pt x="168593" y="187357"/>
                    </a:lnTo>
                    <a:lnTo>
                      <a:pt x="116395" y="187357"/>
                    </a:lnTo>
                    <a:lnTo>
                      <a:pt x="116395" y="84773"/>
                    </a:lnTo>
                    <a:cubicBezTo>
                      <a:pt x="116395" y="60103"/>
                      <a:pt x="105061" y="47339"/>
                      <a:pt x="84772" y="47339"/>
                    </a:cubicBezTo>
                    <a:cubicBezTo>
                      <a:pt x="64484" y="47339"/>
                      <a:pt x="52197" y="60007"/>
                      <a:pt x="52197" y="84773"/>
                    </a:cubicBezTo>
                    <a:lnTo>
                      <a:pt x="52197" y="187357"/>
                    </a:lnTo>
                    <a:lnTo>
                      <a:pt x="0" y="187357"/>
                    </a:lnTo>
                    <a:lnTo>
                      <a:pt x="0" y="3429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23" name="Google Shape;2216;p 2"/>
              <p:cNvSpPr/>
              <p:nvPr/>
            </p:nvSpPr>
            <p:spPr>
              <a:xfrm>
                <a:off x="1242360" y="5943600"/>
                <a:ext cx="194400" cy="186840"/>
              </a:xfrm>
              <a:custGeom>
                <a:avLst/>
                <a:gdLst>
                  <a:gd name="textAreaLeft" fmla="*/ 0 w 194400"/>
                  <a:gd name="textAreaRight" fmla="*/ 199080 w 194400"/>
                  <a:gd name="textAreaTop" fmla="*/ 0 h 186840"/>
                  <a:gd name="textAreaBottom" fmla="*/ 191520 h 186840"/>
                </a:gdLst>
                <a:ahLst/>
                <a:cxnLst/>
                <a:rect l="textAreaLeft" t="textAreaTop" r="textAreaRight" b="textAreaBottom"/>
                <a:pathLst>
                  <a:path w="199072" h="191452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2863"/>
                      <a:pt x="42577" y="0"/>
                      <a:pt x="99917" y="0"/>
                    </a:cubicBezTo>
                    <a:cubicBezTo>
                      <a:pt x="157258" y="0"/>
                      <a:pt x="199073" y="41910"/>
                      <a:pt x="199073" y="95060"/>
                    </a:cubicBezTo>
                    <a:lnTo>
                      <a:pt x="199073" y="95726"/>
                    </a:lnTo>
                    <a:cubicBezTo>
                      <a:pt x="199073" y="148590"/>
                      <a:pt x="156496" y="191453"/>
                      <a:pt x="99155" y="191453"/>
                    </a:cubicBezTo>
                    <a:cubicBezTo>
                      <a:pt x="41815" y="191453"/>
                      <a:pt x="0" y="149543"/>
                      <a:pt x="0" y="96393"/>
                    </a:cubicBezTo>
                    <a:close/>
                    <a:moveTo>
                      <a:pt x="147542" y="96393"/>
                    </a:moveTo>
                    <a:lnTo>
                      <a:pt x="147542" y="95726"/>
                    </a:lnTo>
                    <a:cubicBezTo>
                      <a:pt x="147542" y="68580"/>
                      <a:pt x="128016" y="44958"/>
                      <a:pt x="99155" y="44958"/>
                    </a:cubicBezTo>
                    <a:cubicBezTo>
                      <a:pt x="70295" y="44958"/>
                      <a:pt x="51435" y="67628"/>
                      <a:pt x="51435" y="95060"/>
                    </a:cubicBezTo>
                    <a:lnTo>
                      <a:pt x="51435" y="95726"/>
                    </a:lnTo>
                    <a:cubicBezTo>
                      <a:pt x="51435" y="122873"/>
                      <a:pt x="70961" y="146494"/>
                      <a:pt x="99822" y="146494"/>
                    </a:cubicBezTo>
                    <a:cubicBezTo>
                      <a:pt x="128683" y="146494"/>
                      <a:pt x="147542" y="123825"/>
                      <a:pt x="147542" y="96393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324" name="Google Shape;2217;p 2"/>
            <p:cNvGrpSpPr/>
            <p:nvPr/>
          </p:nvGrpSpPr>
          <p:grpSpPr>
            <a:xfrm>
              <a:off x="811440" y="6197400"/>
              <a:ext cx="817920" cy="301320"/>
              <a:chOff x="811440" y="6197400"/>
              <a:chExt cx="817920" cy="301320"/>
            </a:xfrm>
          </p:grpSpPr>
          <p:sp>
            <p:nvSpPr>
              <p:cNvPr id="2325" name="Google Shape;2218;p 2"/>
              <p:cNvSpPr/>
              <p:nvPr/>
            </p:nvSpPr>
            <p:spPr>
              <a:xfrm>
                <a:off x="811440" y="6197400"/>
                <a:ext cx="47520" cy="245880"/>
              </a:xfrm>
              <a:custGeom>
                <a:avLst/>
                <a:gdLst>
                  <a:gd name="textAreaLeft" fmla="*/ 0 w 47520"/>
                  <a:gd name="textAreaRight" fmla="*/ 52200 w 47520"/>
                  <a:gd name="textAreaTop" fmla="*/ 0 h 245880"/>
                  <a:gd name="textAreaBottom" fmla="*/ 250560 h 245880"/>
                </a:gdLst>
                <a:ahLst/>
                <a:cxnLst/>
                <a:rect l="textAreaLeft" t="textAreaTop" r="textAreaRight" b="textAreaBottom"/>
                <a:pathLst>
                  <a:path w="52197" h="250602">
                    <a:moveTo>
                      <a:pt x="0" y="0"/>
                    </a:moveTo>
                    <a:lnTo>
                      <a:pt x="52197" y="0"/>
                    </a:lnTo>
                    <a:lnTo>
                      <a:pt x="52197" y="250603"/>
                    </a:lnTo>
                    <a:lnTo>
                      <a:pt x="0" y="25060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26" name="Google Shape;2219;p 2"/>
              <p:cNvSpPr/>
              <p:nvPr/>
            </p:nvSpPr>
            <p:spPr>
              <a:xfrm>
                <a:off x="903600" y="6260760"/>
                <a:ext cx="194400" cy="186840"/>
              </a:xfrm>
              <a:custGeom>
                <a:avLst/>
                <a:gdLst>
                  <a:gd name="textAreaLeft" fmla="*/ 0 w 194400"/>
                  <a:gd name="textAreaRight" fmla="*/ 199080 w 194400"/>
                  <a:gd name="textAreaTop" fmla="*/ 0 h 186840"/>
                  <a:gd name="textAreaBottom" fmla="*/ 191520 h 186840"/>
                </a:gdLst>
                <a:ahLst/>
                <a:cxnLst/>
                <a:rect l="textAreaLeft" t="textAreaTop" r="textAreaRight" b="textAreaBottom"/>
                <a:pathLst>
                  <a:path w="199072" h="191452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2863"/>
                      <a:pt x="42577" y="0"/>
                      <a:pt x="99917" y="0"/>
                    </a:cubicBezTo>
                    <a:cubicBezTo>
                      <a:pt x="157258" y="0"/>
                      <a:pt x="199072" y="41910"/>
                      <a:pt x="199072" y="95059"/>
                    </a:cubicBezTo>
                    <a:lnTo>
                      <a:pt x="199072" y="95726"/>
                    </a:lnTo>
                    <a:cubicBezTo>
                      <a:pt x="199072" y="148590"/>
                      <a:pt x="156496" y="191452"/>
                      <a:pt x="99155" y="191452"/>
                    </a:cubicBezTo>
                    <a:cubicBezTo>
                      <a:pt x="41815" y="191452"/>
                      <a:pt x="0" y="149542"/>
                      <a:pt x="0" y="96393"/>
                    </a:cubicBezTo>
                    <a:close/>
                    <a:moveTo>
                      <a:pt x="147542" y="96393"/>
                    </a:moveTo>
                    <a:lnTo>
                      <a:pt x="147542" y="95726"/>
                    </a:lnTo>
                    <a:cubicBezTo>
                      <a:pt x="147542" y="68580"/>
                      <a:pt x="128016" y="44958"/>
                      <a:pt x="99155" y="44958"/>
                    </a:cubicBezTo>
                    <a:cubicBezTo>
                      <a:pt x="70295" y="44958"/>
                      <a:pt x="51435" y="67627"/>
                      <a:pt x="51435" y="95059"/>
                    </a:cubicBezTo>
                    <a:lnTo>
                      <a:pt x="51435" y="95726"/>
                    </a:lnTo>
                    <a:cubicBezTo>
                      <a:pt x="51435" y="122873"/>
                      <a:pt x="70961" y="146494"/>
                      <a:pt x="99822" y="146494"/>
                    </a:cubicBezTo>
                    <a:cubicBezTo>
                      <a:pt x="128683" y="146494"/>
                      <a:pt x="147542" y="123825"/>
                      <a:pt x="147542" y="96393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27" name="Google Shape;2220;p 2"/>
              <p:cNvSpPr/>
              <p:nvPr/>
            </p:nvSpPr>
            <p:spPr>
              <a:xfrm>
                <a:off x="1132200" y="6260400"/>
                <a:ext cx="188640" cy="238320"/>
              </a:xfrm>
              <a:custGeom>
                <a:avLst/>
                <a:gdLst>
                  <a:gd name="textAreaLeft" fmla="*/ 0 w 188640"/>
                  <a:gd name="textAreaRight" fmla="*/ 193320 w 188640"/>
                  <a:gd name="textAreaTop" fmla="*/ 0 h 238320"/>
                  <a:gd name="textAreaBottom" fmla="*/ 243000 h 238320"/>
                </a:gdLst>
                <a:ahLst/>
                <a:cxnLst/>
                <a:rect l="textAreaLeft" t="textAreaTop" r="textAreaRight" b="textAreaBottom"/>
                <a:pathLst>
                  <a:path w="193262" h="242887">
                    <a:moveTo>
                      <a:pt x="9430" y="223838"/>
                    </a:moveTo>
                    <a:lnTo>
                      <a:pt x="27242" y="184690"/>
                    </a:lnTo>
                    <a:cubicBezTo>
                      <a:pt x="46482" y="195358"/>
                      <a:pt x="64675" y="201549"/>
                      <a:pt x="89344" y="201549"/>
                    </a:cubicBezTo>
                    <a:cubicBezTo>
                      <a:pt x="125063" y="201549"/>
                      <a:pt x="141827" y="184404"/>
                      <a:pt x="141827" y="151448"/>
                    </a:cubicBezTo>
                    <a:lnTo>
                      <a:pt x="141827" y="142494"/>
                    </a:lnTo>
                    <a:cubicBezTo>
                      <a:pt x="126397" y="161354"/>
                      <a:pt x="109538" y="172307"/>
                      <a:pt x="81725" y="172307"/>
                    </a:cubicBezTo>
                    <a:cubicBezTo>
                      <a:pt x="38862" y="172307"/>
                      <a:pt x="0" y="141446"/>
                      <a:pt x="0" y="86487"/>
                    </a:cubicBezTo>
                    <a:lnTo>
                      <a:pt x="0" y="85820"/>
                    </a:lnTo>
                    <a:cubicBezTo>
                      <a:pt x="0" y="30861"/>
                      <a:pt x="39433" y="0"/>
                      <a:pt x="81725" y="0"/>
                    </a:cubicBezTo>
                    <a:cubicBezTo>
                      <a:pt x="110204" y="0"/>
                      <a:pt x="127063" y="12002"/>
                      <a:pt x="141065" y="27432"/>
                    </a:cubicBezTo>
                    <a:lnTo>
                      <a:pt x="141065" y="3429"/>
                    </a:lnTo>
                    <a:lnTo>
                      <a:pt x="193262" y="3429"/>
                    </a:lnTo>
                    <a:lnTo>
                      <a:pt x="193262" y="145828"/>
                    </a:lnTo>
                    <a:cubicBezTo>
                      <a:pt x="193262" y="178403"/>
                      <a:pt x="185356" y="202787"/>
                      <a:pt x="169926" y="218218"/>
                    </a:cubicBezTo>
                    <a:cubicBezTo>
                      <a:pt x="152400" y="235744"/>
                      <a:pt x="126302" y="242888"/>
                      <a:pt x="90678" y="242888"/>
                    </a:cubicBezTo>
                    <a:cubicBezTo>
                      <a:pt x="60484" y="242888"/>
                      <a:pt x="32671" y="236029"/>
                      <a:pt x="9335" y="223647"/>
                    </a:cubicBezTo>
                    <a:close/>
                    <a:moveTo>
                      <a:pt x="141923" y="86582"/>
                    </a:moveTo>
                    <a:lnTo>
                      <a:pt x="141923" y="85916"/>
                    </a:lnTo>
                    <a:cubicBezTo>
                      <a:pt x="141923" y="60865"/>
                      <a:pt x="122682" y="43339"/>
                      <a:pt x="96965" y="43339"/>
                    </a:cubicBezTo>
                    <a:cubicBezTo>
                      <a:pt x="71247" y="43339"/>
                      <a:pt x="52388" y="60865"/>
                      <a:pt x="52388" y="85916"/>
                    </a:cubicBezTo>
                    <a:lnTo>
                      <a:pt x="52388" y="86582"/>
                    </a:lnTo>
                    <a:cubicBezTo>
                      <a:pt x="52388" y="112300"/>
                      <a:pt x="71247" y="129159"/>
                      <a:pt x="96965" y="129159"/>
                    </a:cubicBezTo>
                    <a:cubicBezTo>
                      <a:pt x="122682" y="129159"/>
                      <a:pt x="141923" y="111633"/>
                      <a:pt x="141923" y="86582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28" name="Google Shape;2221;p 2"/>
              <p:cNvSpPr/>
              <p:nvPr/>
            </p:nvSpPr>
            <p:spPr>
              <a:xfrm>
                <a:off x="1373040" y="6197400"/>
                <a:ext cx="50400" cy="245880"/>
              </a:xfrm>
              <a:custGeom>
                <a:avLst/>
                <a:gdLst>
                  <a:gd name="textAreaLeft" fmla="*/ 0 w 50400"/>
                  <a:gd name="textAreaRight" fmla="*/ 55080 w 50400"/>
                  <a:gd name="textAreaTop" fmla="*/ 0 h 245880"/>
                  <a:gd name="textAreaBottom" fmla="*/ 250560 h 245880"/>
                </a:gdLst>
                <a:ahLst/>
                <a:cxnLst/>
                <a:rect l="textAreaLeft" t="textAreaTop" r="textAreaRight" b="textAreaBottom"/>
                <a:pathLst>
                  <a:path w="54959" h="250507">
                    <a:moveTo>
                      <a:pt x="0" y="0"/>
                    </a:moveTo>
                    <a:lnTo>
                      <a:pt x="54959" y="0"/>
                    </a:lnTo>
                    <a:lnTo>
                      <a:pt x="54959" y="46292"/>
                    </a:lnTo>
                    <a:lnTo>
                      <a:pt x="0" y="46292"/>
                    </a:lnTo>
                    <a:lnTo>
                      <a:pt x="0" y="0"/>
                    </a:lnTo>
                    <a:close/>
                    <a:moveTo>
                      <a:pt x="1333" y="66580"/>
                    </a:moveTo>
                    <a:lnTo>
                      <a:pt x="53531" y="66580"/>
                    </a:lnTo>
                    <a:lnTo>
                      <a:pt x="53531" y="250508"/>
                    </a:lnTo>
                    <a:lnTo>
                      <a:pt x="1333" y="250508"/>
                    </a:lnTo>
                    <a:lnTo>
                      <a:pt x="1333" y="66580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29" name="Google Shape;2222;p 2"/>
              <p:cNvSpPr/>
              <p:nvPr/>
            </p:nvSpPr>
            <p:spPr>
              <a:xfrm>
                <a:off x="1464840" y="6261840"/>
                <a:ext cx="164520" cy="184680"/>
              </a:xfrm>
              <a:custGeom>
                <a:avLst/>
                <a:gdLst>
                  <a:gd name="textAreaLeft" fmla="*/ 0 w 164520"/>
                  <a:gd name="textAreaRight" fmla="*/ 169200 w 164520"/>
                  <a:gd name="textAreaTop" fmla="*/ 0 h 184680"/>
                  <a:gd name="textAreaBottom" fmla="*/ 189360 h 184680"/>
                </a:gdLst>
                <a:ahLst/>
                <a:cxnLst/>
                <a:rect l="textAreaLeft" t="textAreaTop" r="textAreaRight" b="textAreaBottom"/>
                <a:pathLst>
                  <a:path w="169259" h="189452">
                    <a:moveTo>
                      <a:pt x="95" y="133159"/>
                    </a:moveTo>
                    <a:lnTo>
                      <a:pt x="95" y="132493"/>
                    </a:lnTo>
                    <a:cubicBezTo>
                      <a:pt x="95" y="92678"/>
                      <a:pt x="30671" y="73819"/>
                      <a:pt x="74200" y="73819"/>
                    </a:cubicBezTo>
                    <a:cubicBezTo>
                      <a:pt x="93059" y="73819"/>
                      <a:pt x="105823" y="76867"/>
                      <a:pt x="119158" y="81344"/>
                    </a:cubicBezTo>
                    <a:lnTo>
                      <a:pt x="119158" y="78296"/>
                    </a:lnTo>
                    <a:cubicBezTo>
                      <a:pt x="119158" y="56293"/>
                      <a:pt x="105727" y="44672"/>
                      <a:pt x="79724" y="44672"/>
                    </a:cubicBezTo>
                    <a:cubicBezTo>
                      <a:pt x="59436" y="44672"/>
                      <a:pt x="45720" y="48101"/>
                      <a:pt x="28956" y="54578"/>
                    </a:cubicBezTo>
                    <a:lnTo>
                      <a:pt x="15907" y="14764"/>
                    </a:lnTo>
                    <a:cubicBezTo>
                      <a:pt x="36195" y="6191"/>
                      <a:pt x="56102" y="0"/>
                      <a:pt x="87249" y="0"/>
                    </a:cubicBezTo>
                    <a:cubicBezTo>
                      <a:pt x="116110" y="0"/>
                      <a:pt x="136017" y="7239"/>
                      <a:pt x="149352" y="20574"/>
                    </a:cubicBezTo>
                    <a:cubicBezTo>
                      <a:pt x="162687" y="33909"/>
                      <a:pt x="169259" y="54578"/>
                      <a:pt x="169259" y="79248"/>
                    </a:cubicBezTo>
                    <a:lnTo>
                      <a:pt x="169259" y="186023"/>
                    </a:lnTo>
                    <a:lnTo>
                      <a:pt x="118777" y="186023"/>
                    </a:lnTo>
                    <a:lnTo>
                      <a:pt x="118777" y="166116"/>
                    </a:lnTo>
                    <a:cubicBezTo>
                      <a:pt x="106108" y="180213"/>
                      <a:pt x="88868" y="189452"/>
                      <a:pt x="63151" y="189452"/>
                    </a:cubicBezTo>
                    <a:cubicBezTo>
                      <a:pt x="28480" y="189452"/>
                      <a:pt x="0" y="169926"/>
                      <a:pt x="0" y="133159"/>
                    </a:cubicBezTo>
                    <a:close/>
                    <a:moveTo>
                      <a:pt x="119920" y="121158"/>
                    </a:moveTo>
                    <a:lnTo>
                      <a:pt x="119920" y="111919"/>
                    </a:lnTo>
                    <a:cubicBezTo>
                      <a:pt x="110681" y="107823"/>
                      <a:pt x="99346" y="105061"/>
                      <a:pt x="86582" y="105061"/>
                    </a:cubicBezTo>
                    <a:cubicBezTo>
                      <a:pt x="64294" y="105061"/>
                      <a:pt x="50578" y="114014"/>
                      <a:pt x="50578" y="130492"/>
                    </a:cubicBezTo>
                    <a:lnTo>
                      <a:pt x="50578" y="131159"/>
                    </a:lnTo>
                    <a:cubicBezTo>
                      <a:pt x="50578" y="145256"/>
                      <a:pt x="62294" y="153448"/>
                      <a:pt x="79058" y="153448"/>
                    </a:cubicBezTo>
                    <a:cubicBezTo>
                      <a:pt x="103727" y="153448"/>
                      <a:pt x="119920" y="140398"/>
                      <a:pt x="119920" y="121158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330" name="Google Shape;2223;p 2"/>
            <p:cNvGrpSpPr/>
            <p:nvPr/>
          </p:nvGrpSpPr>
          <p:grpSpPr>
            <a:xfrm>
              <a:off x="548640" y="5682960"/>
              <a:ext cx="473760" cy="115200"/>
              <a:chOff x="548640" y="5682960"/>
              <a:chExt cx="473760" cy="115200"/>
            </a:xfrm>
          </p:grpSpPr>
          <p:sp>
            <p:nvSpPr>
              <p:cNvPr id="2331" name="Google Shape;2224;p 2"/>
              <p:cNvSpPr/>
              <p:nvPr/>
            </p:nvSpPr>
            <p:spPr>
              <a:xfrm>
                <a:off x="952200" y="5688000"/>
                <a:ext cx="70200" cy="109800"/>
              </a:xfrm>
              <a:custGeom>
                <a:avLst/>
                <a:gdLst>
                  <a:gd name="textAreaLeft" fmla="*/ 0 w 70200"/>
                  <a:gd name="textAreaRight" fmla="*/ 74880 w 70200"/>
                  <a:gd name="textAreaTop" fmla="*/ 0 h 109800"/>
                  <a:gd name="textAreaBottom" fmla="*/ 114480 h 109800"/>
                </a:gdLst>
                <a:ahLst/>
                <a:cxnLst/>
                <a:rect l="textAreaLeft" t="textAreaTop" r="textAreaRight" b="textAreaBottom"/>
                <a:pathLst>
                  <a:path w="74961" h="114395">
                    <a:moveTo>
                      <a:pt x="74962" y="91535"/>
                    </a:moveTo>
                    <a:cubicBezTo>
                      <a:pt x="74390" y="91535"/>
                      <a:pt x="73914" y="91535"/>
                      <a:pt x="73343" y="91535"/>
                    </a:cubicBezTo>
                    <a:cubicBezTo>
                      <a:pt x="50768" y="91535"/>
                      <a:pt x="34385" y="77057"/>
                      <a:pt x="34385" y="57150"/>
                    </a:cubicBezTo>
                    <a:lnTo>
                      <a:pt x="34385" y="56674"/>
                    </a:lnTo>
                    <a:cubicBezTo>
                      <a:pt x="34385" y="37624"/>
                      <a:pt x="50768" y="22670"/>
                      <a:pt x="71723" y="22670"/>
                    </a:cubicBezTo>
                    <a:cubicBezTo>
                      <a:pt x="72866" y="22670"/>
                      <a:pt x="73914" y="22670"/>
                      <a:pt x="74962" y="22765"/>
                    </a:cubicBezTo>
                    <a:lnTo>
                      <a:pt x="74962" y="0"/>
                    </a:lnTo>
                    <a:cubicBezTo>
                      <a:pt x="74009" y="0"/>
                      <a:pt x="72962" y="0"/>
                      <a:pt x="72009" y="0"/>
                    </a:cubicBezTo>
                    <a:cubicBezTo>
                      <a:pt x="30956" y="0"/>
                      <a:pt x="0" y="24575"/>
                      <a:pt x="0" y="57245"/>
                    </a:cubicBezTo>
                    <a:lnTo>
                      <a:pt x="0" y="57626"/>
                    </a:lnTo>
                    <a:cubicBezTo>
                      <a:pt x="0" y="89440"/>
                      <a:pt x="31432" y="114395"/>
                      <a:pt x="71438" y="114395"/>
                    </a:cubicBezTo>
                    <a:cubicBezTo>
                      <a:pt x="72676" y="114395"/>
                      <a:pt x="73819" y="114395"/>
                      <a:pt x="74962" y="114395"/>
                    </a:cubicBezTo>
                    <a:lnTo>
                      <a:pt x="74962" y="91535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32" name="Google Shape;2225;p 2"/>
              <p:cNvSpPr/>
              <p:nvPr/>
            </p:nvSpPr>
            <p:spPr>
              <a:xfrm>
                <a:off x="548640" y="5682960"/>
                <a:ext cx="103680" cy="115200"/>
              </a:xfrm>
              <a:custGeom>
                <a:avLst/>
                <a:gdLst>
                  <a:gd name="textAreaLeft" fmla="*/ 0 w 103680"/>
                  <a:gd name="textAreaRight" fmla="*/ 108360 w 103680"/>
                  <a:gd name="textAreaTop" fmla="*/ 0 h 115200"/>
                  <a:gd name="textAreaBottom" fmla="*/ 119880 h 115200"/>
                </a:gdLst>
                <a:ahLst/>
                <a:cxnLst/>
                <a:rect l="textAreaLeft" t="textAreaTop" r="textAreaRight" b="textAreaBottom"/>
                <a:pathLst>
                  <a:path w="108299" h="119824">
                    <a:moveTo>
                      <a:pt x="63818" y="48387"/>
                    </a:moveTo>
                    <a:cubicBezTo>
                      <a:pt x="39624" y="43244"/>
                      <a:pt x="36195" y="40767"/>
                      <a:pt x="36195" y="33052"/>
                    </a:cubicBezTo>
                    <a:lnTo>
                      <a:pt x="36195" y="32671"/>
                    </a:lnTo>
                    <a:cubicBezTo>
                      <a:pt x="36195" y="27051"/>
                      <a:pt x="42386" y="22574"/>
                      <a:pt x="54197" y="22574"/>
                    </a:cubicBezTo>
                    <a:cubicBezTo>
                      <a:pt x="60198" y="22574"/>
                      <a:pt x="68104" y="24194"/>
                      <a:pt x="73628" y="26289"/>
                    </a:cubicBezTo>
                    <a:lnTo>
                      <a:pt x="73628" y="1905"/>
                    </a:lnTo>
                    <a:cubicBezTo>
                      <a:pt x="68485" y="1048"/>
                      <a:pt x="60674" y="0"/>
                      <a:pt x="54673" y="0"/>
                    </a:cubicBezTo>
                    <a:cubicBezTo>
                      <a:pt x="26003" y="0"/>
                      <a:pt x="5620" y="14002"/>
                      <a:pt x="5620" y="35147"/>
                    </a:cubicBezTo>
                    <a:lnTo>
                      <a:pt x="5620" y="35433"/>
                    </a:lnTo>
                    <a:cubicBezTo>
                      <a:pt x="5620" y="58579"/>
                      <a:pt x="23813" y="65056"/>
                      <a:pt x="52007" y="71057"/>
                    </a:cubicBezTo>
                    <a:cubicBezTo>
                      <a:pt x="75438" y="76010"/>
                      <a:pt x="77629" y="79343"/>
                      <a:pt x="77629" y="85916"/>
                    </a:cubicBezTo>
                    <a:lnTo>
                      <a:pt x="77629" y="86201"/>
                    </a:lnTo>
                    <a:cubicBezTo>
                      <a:pt x="77629" y="93059"/>
                      <a:pt x="70009" y="97155"/>
                      <a:pt x="57436" y="97155"/>
                    </a:cubicBezTo>
                    <a:cubicBezTo>
                      <a:pt x="41434" y="97155"/>
                      <a:pt x="30861" y="91631"/>
                      <a:pt x="18193" y="83058"/>
                    </a:cubicBezTo>
                    <a:lnTo>
                      <a:pt x="0" y="101156"/>
                    </a:lnTo>
                    <a:cubicBezTo>
                      <a:pt x="16764" y="113633"/>
                      <a:pt x="35623" y="119825"/>
                      <a:pt x="56864" y="119825"/>
                    </a:cubicBezTo>
                    <a:cubicBezTo>
                      <a:pt x="87058" y="119825"/>
                      <a:pt x="108299" y="106871"/>
                      <a:pt x="108299" y="83725"/>
                    </a:cubicBezTo>
                    <a:lnTo>
                      <a:pt x="108299" y="83439"/>
                    </a:lnTo>
                    <a:cubicBezTo>
                      <a:pt x="108299" y="63151"/>
                      <a:pt x="92297" y="54673"/>
                      <a:pt x="63913" y="48482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33" name="Google Shape;2226;p 2"/>
              <p:cNvSpPr/>
              <p:nvPr/>
            </p:nvSpPr>
            <p:spPr>
              <a:xfrm>
                <a:off x="653040" y="5699520"/>
                <a:ext cx="100440" cy="94680"/>
              </a:xfrm>
              <a:custGeom>
                <a:avLst/>
                <a:gdLst>
                  <a:gd name="textAreaLeft" fmla="*/ 0 w 100440"/>
                  <a:gd name="textAreaRight" fmla="*/ 105120 w 100440"/>
                  <a:gd name="textAreaTop" fmla="*/ 0 h 94680"/>
                  <a:gd name="textAreaBottom" fmla="*/ 99360 h 94680"/>
                </a:gdLst>
                <a:ahLst/>
                <a:cxnLst/>
                <a:rect l="textAreaLeft" t="textAreaTop" r="textAreaRight" b="textAreaBottom"/>
                <a:pathLst>
                  <a:path w="105251" h="99440">
                    <a:moveTo>
                      <a:pt x="30004" y="42005"/>
                    </a:moveTo>
                    <a:cubicBezTo>
                      <a:pt x="32385" y="29718"/>
                      <a:pt x="40672" y="21717"/>
                      <a:pt x="53340" y="21717"/>
                    </a:cubicBezTo>
                    <a:cubicBezTo>
                      <a:pt x="66008" y="21717"/>
                      <a:pt x="74295" y="29908"/>
                      <a:pt x="76105" y="42005"/>
                    </a:cubicBezTo>
                    <a:lnTo>
                      <a:pt x="30004" y="42005"/>
                    </a:lnTo>
                    <a:close/>
                    <a:moveTo>
                      <a:pt x="53340" y="0"/>
                    </a:moveTo>
                    <a:cubicBezTo>
                      <a:pt x="21908" y="0"/>
                      <a:pt x="0" y="22479"/>
                      <a:pt x="0" y="49720"/>
                    </a:cubicBezTo>
                    <a:lnTo>
                      <a:pt x="0" y="50102"/>
                    </a:lnTo>
                    <a:cubicBezTo>
                      <a:pt x="0" y="79343"/>
                      <a:pt x="24003" y="99441"/>
                      <a:pt x="56388" y="99441"/>
                    </a:cubicBezTo>
                    <a:cubicBezTo>
                      <a:pt x="57341" y="99441"/>
                      <a:pt x="60293" y="99346"/>
                      <a:pt x="61246" y="99346"/>
                    </a:cubicBezTo>
                    <a:lnTo>
                      <a:pt x="61246" y="77534"/>
                    </a:lnTo>
                    <a:cubicBezTo>
                      <a:pt x="60484" y="77534"/>
                      <a:pt x="57531" y="77724"/>
                      <a:pt x="56769" y="77724"/>
                    </a:cubicBezTo>
                    <a:cubicBezTo>
                      <a:pt x="43053" y="77724"/>
                      <a:pt x="33433" y="71342"/>
                      <a:pt x="30385" y="59055"/>
                    </a:cubicBezTo>
                    <a:lnTo>
                      <a:pt x="104870" y="59055"/>
                    </a:lnTo>
                    <a:cubicBezTo>
                      <a:pt x="105061" y="56579"/>
                      <a:pt x="105251" y="54959"/>
                      <a:pt x="105251" y="52292"/>
                    </a:cubicBezTo>
                    <a:lnTo>
                      <a:pt x="105251" y="51911"/>
                    </a:lnTo>
                    <a:cubicBezTo>
                      <a:pt x="105251" y="24860"/>
                      <a:pt x="89440" y="95"/>
                      <a:pt x="53340" y="95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34" name="Google Shape;2227;p 2"/>
              <p:cNvSpPr/>
              <p:nvPr/>
            </p:nvSpPr>
            <p:spPr>
              <a:xfrm>
                <a:off x="757080" y="5700600"/>
                <a:ext cx="93960" cy="91800"/>
              </a:xfrm>
              <a:custGeom>
                <a:avLst/>
                <a:gdLst>
                  <a:gd name="textAreaLeft" fmla="*/ 0 w 93960"/>
                  <a:gd name="textAreaRight" fmla="*/ 98640 w 93960"/>
                  <a:gd name="textAreaTop" fmla="*/ 0 h 91800"/>
                  <a:gd name="textAreaBottom" fmla="*/ 96480 h 91800"/>
                </a:gdLst>
                <a:ahLst/>
                <a:cxnLst/>
                <a:rect l="textAreaLeft" t="textAreaTop" r="textAreaRight" b="textAreaBottom"/>
                <a:pathLst>
                  <a:path w="98488" h="96583">
                    <a:moveTo>
                      <a:pt x="98393" y="46006"/>
                    </a:moveTo>
                    <a:cubicBezTo>
                      <a:pt x="98393" y="20193"/>
                      <a:pt x="82582" y="0"/>
                      <a:pt x="49244" y="0"/>
                    </a:cubicBezTo>
                    <a:cubicBezTo>
                      <a:pt x="15907" y="0"/>
                      <a:pt x="0" y="20193"/>
                      <a:pt x="0" y="46006"/>
                    </a:cubicBezTo>
                    <a:lnTo>
                      <a:pt x="0" y="96584"/>
                    </a:lnTo>
                    <a:lnTo>
                      <a:pt x="30956" y="96584"/>
                    </a:lnTo>
                    <a:lnTo>
                      <a:pt x="30956" y="44196"/>
                    </a:lnTo>
                    <a:cubicBezTo>
                      <a:pt x="31528" y="34671"/>
                      <a:pt x="35243" y="23336"/>
                      <a:pt x="49244" y="23336"/>
                    </a:cubicBezTo>
                    <a:cubicBezTo>
                      <a:pt x="63246" y="23336"/>
                      <a:pt x="67247" y="34671"/>
                      <a:pt x="67818" y="44196"/>
                    </a:cubicBezTo>
                    <a:lnTo>
                      <a:pt x="67818" y="96584"/>
                    </a:lnTo>
                    <a:lnTo>
                      <a:pt x="98489" y="96584"/>
                    </a:lnTo>
                    <a:lnTo>
                      <a:pt x="98489" y="46006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35" name="Google Shape;2228;p 2"/>
              <p:cNvSpPr/>
              <p:nvPr/>
            </p:nvSpPr>
            <p:spPr>
              <a:xfrm>
                <a:off x="854640" y="5700240"/>
                <a:ext cx="94680" cy="93600"/>
              </a:xfrm>
              <a:custGeom>
                <a:avLst/>
                <a:gdLst>
                  <a:gd name="textAreaLeft" fmla="*/ 0 w 94680"/>
                  <a:gd name="textAreaRight" fmla="*/ 99360 w 94680"/>
                  <a:gd name="textAreaTop" fmla="*/ 0 h 93600"/>
                  <a:gd name="textAreaBottom" fmla="*/ 98280 h 93600"/>
                </a:gdLst>
                <a:ahLst/>
                <a:cxnLst/>
                <a:rect l="textAreaLeft" t="textAreaTop" r="textAreaRight" b="textAreaBottom"/>
                <a:pathLst>
                  <a:path w="99345" h="98202">
                    <a:moveTo>
                      <a:pt x="51149" y="0"/>
                    </a:moveTo>
                    <a:cubicBezTo>
                      <a:pt x="49816" y="0"/>
                      <a:pt x="45148" y="0"/>
                      <a:pt x="43815" y="0"/>
                    </a:cubicBezTo>
                    <a:lnTo>
                      <a:pt x="43815" y="23051"/>
                    </a:lnTo>
                    <a:cubicBezTo>
                      <a:pt x="49816" y="23051"/>
                      <a:pt x="57912" y="24098"/>
                      <a:pt x="61627" y="26003"/>
                    </a:cubicBezTo>
                    <a:cubicBezTo>
                      <a:pt x="66961" y="28861"/>
                      <a:pt x="69723" y="33528"/>
                      <a:pt x="69914" y="40005"/>
                    </a:cubicBezTo>
                    <a:cubicBezTo>
                      <a:pt x="62579" y="39148"/>
                      <a:pt x="54388" y="38576"/>
                      <a:pt x="47149" y="38386"/>
                    </a:cubicBezTo>
                    <a:cubicBezTo>
                      <a:pt x="17907" y="37624"/>
                      <a:pt x="3429" y="47339"/>
                      <a:pt x="571" y="62770"/>
                    </a:cubicBezTo>
                    <a:cubicBezTo>
                      <a:pt x="571" y="63056"/>
                      <a:pt x="476" y="63341"/>
                      <a:pt x="381" y="63627"/>
                    </a:cubicBezTo>
                    <a:cubicBezTo>
                      <a:pt x="381" y="63722"/>
                      <a:pt x="381" y="63818"/>
                      <a:pt x="381" y="63913"/>
                    </a:cubicBezTo>
                    <a:cubicBezTo>
                      <a:pt x="191" y="65342"/>
                      <a:pt x="0" y="66961"/>
                      <a:pt x="0" y="68580"/>
                    </a:cubicBezTo>
                    <a:lnTo>
                      <a:pt x="0" y="68961"/>
                    </a:lnTo>
                    <a:cubicBezTo>
                      <a:pt x="0" y="87916"/>
                      <a:pt x="16764" y="98203"/>
                      <a:pt x="37052" y="98203"/>
                    </a:cubicBezTo>
                    <a:cubicBezTo>
                      <a:pt x="52006" y="98203"/>
                      <a:pt x="62294" y="93345"/>
                      <a:pt x="69723" y="86106"/>
                    </a:cubicBezTo>
                    <a:lnTo>
                      <a:pt x="69723" y="97155"/>
                    </a:lnTo>
                    <a:lnTo>
                      <a:pt x="99346" y="97155"/>
                    </a:lnTo>
                    <a:lnTo>
                      <a:pt x="99346" y="41148"/>
                    </a:lnTo>
                    <a:cubicBezTo>
                      <a:pt x="99346" y="15335"/>
                      <a:pt x="84677" y="0"/>
                      <a:pt x="51244" y="0"/>
                    </a:cubicBezTo>
                    <a:moveTo>
                      <a:pt x="70009" y="63056"/>
                    </a:moveTo>
                    <a:cubicBezTo>
                      <a:pt x="67342" y="77057"/>
                      <a:pt x="52959" y="79058"/>
                      <a:pt x="49720" y="79248"/>
                    </a:cubicBezTo>
                    <a:cubicBezTo>
                      <a:pt x="26384" y="80486"/>
                      <a:pt x="25622" y="64580"/>
                      <a:pt x="33433" y="59722"/>
                    </a:cubicBezTo>
                    <a:cubicBezTo>
                      <a:pt x="43910" y="53245"/>
                      <a:pt x="70199" y="56864"/>
                      <a:pt x="70199" y="56864"/>
                    </a:cubicBezTo>
                    <a:cubicBezTo>
                      <a:pt x="70199" y="57817"/>
                      <a:pt x="70485" y="60198"/>
                      <a:pt x="70199" y="63056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pic>
        <p:nvPicPr>
          <p:cNvPr id="2336" name="" descr=""/>
          <p:cNvPicPr/>
          <p:nvPr/>
        </p:nvPicPr>
        <p:blipFill>
          <a:blip r:embed="rId2"/>
          <a:stretch/>
        </p:blipFill>
        <p:spPr>
          <a:xfrm>
            <a:off x="7560000" y="900000"/>
            <a:ext cx="4496400" cy="4496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7" name="Google Shape;2552;p 1"/>
          <p:cNvSpPr/>
          <p:nvPr/>
        </p:nvSpPr>
        <p:spPr>
          <a:xfrm>
            <a:off x="839160" y="2095200"/>
            <a:ext cx="5426280" cy="19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4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QUAIS FORAM OS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4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APRENDIZADOS</a:t>
            </a:r>
            <a:r>
              <a:rPr b="0" lang="pt-BR" sz="4400" strike="noStrike" u="none">
                <a:solidFill>
                  <a:schemeClr val="lt1"/>
                </a:solidFill>
                <a:effectLst/>
                <a:uFillTx/>
                <a:latin typeface="Arial Black"/>
                <a:ea typeface="Arial Black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4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DA ULTIMA AULA?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8" name="PlaceHolder 1"/>
          <p:cNvSpPr>
            <a:spLocks noGrp="1"/>
          </p:cNvSpPr>
          <p:nvPr>
            <p:ph/>
          </p:nvPr>
        </p:nvSpPr>
        <p:spPr>
          <a:xfrm>
            <a:off x="1363680" y="1356840"/>
            <a:ext cx="5207040" cy="59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Continuando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9" name="PlaceHolder 2"/>
          <p:cNvSpPr>
            <a:spLocks noGrp="1"/>
          </p:cNvSpPr>
          <p:nvPr>
            <p:ph/>
          </p:nvPr>
        </p:nvSpPr>
        <p:spPr>
          <a:xfrm>
            <a:off x="1363680" y="2301480"/>
            <a:ext cx="9502920" cy="336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Linkedin?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Termos técnicos?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9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Correções dos exercícios?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40" name="Google Shape;2273;p 2" descr=""/>
          <p:cNvPicPr/>
          <p:nvPr/>
        </p:nvPicPr>
        <p:blipFill>
          <a:blip r:embed="rId1"/>
          <a:stretch/>
        </p:blipFill>
        <p:spPr>
          <a:xfrm>
            <a:off x="10463040" y="6283080"/>
            <a:ext cx="1347840" cy="235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1" name="Google Shape;2395;p18"/>
          <p:cNvSpPr/>
          <p:nvPr/>
        </p:nvSpPr>
        <p:spPr>
          <a:xfrm>
            <a:off x="768240" y="2872440"/>
            <a:ext cx="4020120" cy="169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48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BORA</a:t>
            </a:r>
            <a:br>
              <a:rPr sz="4800"/>
            </a:br>
            <a:r>
              <a:rPr b="1" lang="pt-BR" sz="4800" strike="noStrike" u="none">
                <a:solidFill>
                  <a:schemeClr val="lt1"/>
                </a:solidFill>
                <a:effectLst/>
                <a:uFillTx/>
                <a:latin typeface="Arial Black"/>
                <a:ea typeface="Arial Black"/>
              </a:rPr>
              <a:t>COMEÇAR?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342" name="Google Shape;2396;p18"/>
          <p:cNvGrpSpPr/>
          <p:nvPr/>
        </p:nvGrpSpPr>
        <p:grpSpPr>
          <a:xfrm>
            <a:off x="425520" y="2453400"/>
            <a:ext cx="688680" cy="688680"/>
            <a:chOff x="425520" y="2453400"/>
            <a:chExt cx="688680" cy="688680"/>
          </a:xfrm>
        </p:grpSpPr>
        <p:sp>
          <p:nvSpPr>
            <p:cNvPr id="2343" name="Google Shape;2397;p18"/>
            <p:cNvSpPr/>
            <p:nvPr/>
          </p:nvSpPr>
          <p:spPr>
            <a:xfrm>
              <a:off x="425520" y="2800080"/>
              <a:ext cx="342000" cy="3420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44" name="Google Shape;2398;p18"/>
            <p:cNvSpPr/>
            <p:nvPr/>
          </p:nvSpPr>
          <p:spPr>
            <a:xfrm>
              <a:off x="772200" y="2453400"/>
              <a:ext cx="342000" cy="3420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345" name="Google Shape;2399;p18"/>
          <p:cNvGrpSpPr/>
          <p:nvPr/>
        </p:nvGrpSpPr>
        <p:grpSpPr>
          <a:xfrm>
            <a:off x="4358160" y="3877920"/>
            <a:ext cx="688680" cy="688680"/>
            <a:chOff x="4358160" y="3877920"/>
            <a:chExt cx="688680" cy="688680"/>
          </a:xfrm>
        </p:grpSpPr>
        <p:sp>
          <p:nvSpPr>
            <p:cNvPr id="2346" name="Google Shape;2400;p18"/>
            <p:cNvSpPr/>
            <p:nvPr/>
          </p:nvSpPr>
          <p:spPr>
            <a:xfrm>
              <a:off x="4358160" y="4224600"/>
              <a:ext cx="342000" cy="3420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47" name="Google Shape;2401;p18"/>
            <p:cNvSpPr/>
            <p:nvPr/>
          </p:nvSpPr>
          <p:spPr>
            <a:xfrm>
              <a:off x="4704840" y="3877920"/>
              <a:ext cx="342000" cy="3420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2348" name="Google Shape;2402;p18" descr=""/>
          <p:cNvPicPr/>
          <p:nvPr/>
        </p:nvPicPr>
        <p:blipFill>
          <a:blip r:embed="rId1"/>
          <a:stretch/>
        </p:blipFill>
        <p:spPr>
          <a:xfrm>
            <a:off x="384840" y="5823720"/>
            <a:ext cx="1071000" cy="760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49" name="Google Shape;2403;p18" descr=""/>
          <p:cNvPicPr/>
          <p:nvPr/>
        </p:nvPicPr>
        <p:blipFill>
          <a:blip r:embed="rId2"/>
          <a:stretch/>
        </p:blipFill>
        <p:spPr>
          <a:xfrm>
            <a:off x="480240" y="475200"/>
            <a:ext cx="1347840" cy="235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0" name="Google Shape;2585;p 2" descr=""/>
          <p:cNvPicPr/>
          <p:nvPr/>
        </p:nvPicPr>
        <p:blipFill>
          <a:blip r:embed="rId1"/>
          <a:stretch/>
        </p:blipFill>
        <p:spPr>
          <a:xfrm>
            <a:off x="384840" y="5823720"/>
            <a:ext cx="1071000" cy="760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51" name="Google Shape;2586;p 2" descr=""/>
          <p:cNvPicPr/>
          <p:nvPr/>
        </p:nvPicPr>
        <p:blipFill>
          <a:blip r:embed="rId2"/>
          <a:stretch/>
        </p:blipFill>
        <p:spPr>
          <a:xfrm>
            <a:off x="2674440" y="6078600"/>
            <a:ext cx="1347840" cy="235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52" name=""/>
          <p:cNvSpPr/>
          <p:nvPr/>
        </p:nvSpPr>
        <p:spPr>
          <a:xfrm>
            <a:off x="5040000" y="540000"/>
            <a:ext cx="6835680" cy="43614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IP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864000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Como identificar um PC especifico?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URL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864000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Um ‘nome’ para o IP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864000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Portas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864000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Como rodar múltiplos serviços em um único PC?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Autenticação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864000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Como impedir que qualquer pessoa acesse um serviço, mesmo abrindo este a internet?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3" name="PlaceHolder 8"/>
          <p:cNvSpPr/>
          <p:nvPr/>
        </p:nvSpPr>
        <p:spPr>
          <a:xfrm>
            <a:off x="643320" y="1084320"/>
            <a:ext cx="3416400" cy="170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3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Introdução a redes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4" name="PlaceHolder 1"/>
          <p:cNvSpPr>
            <a:spLocks noGrp="1"/>
          </p:cNvSpPr>
          <p:nvPr>
            <p:ph type="title"/>
          </p:nvPr>
        </p:nvSpPr>
        <p:spPr>
          <a:xfrm>
            <a:off x="642960" y="1083960"/>
            <a:ext cx="3416400" cy="170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pt-BR" sz="3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SQL vs NoSQL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355" name="Google Shape;2483;p 1"/>
          <p:cNvGrpSpPr/>
          <p:nvPr/>
        </p:nvGrpSpPr>
        <p:grpSpPr>
          <a:xfrm>
            <a:off x="358920" y="792360"/>
            <a:ext cx="563400" cy="563400"/>
            <a:chOff x="358920" y="792360"/>
            <a:chExt cx="563400" cy="563400"/>
          </a:xfrm>
        </p:grpSpPr>
        <p:sp>
          <p:nvSpPr>
            <p:cNvPr id="2356" name="Google Shape;2484;p 1"/>
            <p:cNvSpPr/>
            <p:nvPr/>
          </p:nvSpPr>
          <p:spPr>
            <a:xfrm>
              <a:off x="358920" y="1076400"/>
              <a:ext cx="279360" cy="27936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57" name="Google Shape;2485;p 1"/>
            <p:cNvSpPr/>
            <p:nvPr/>
          </p:nvSpPr>
          <p:spPr>
            <a:xfrm>
              <a:off x="642960" y="792360"/>
              <a:ext cx="279360" cy="27936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2358" name="Google Shape;2486;p 1" descr=""/>
          <p:cNvPicPr/>
          <p:nvPr/>
        </p:nvPicPr>
        <p:blipFill>
          <a:blip r:embed="rId1"/>
          <a:stretch/>
        </p:blipFill>
        <p:spPr>
          <a:xfrm>
            <a:off x="10463040" y="6283080"/>
            <a:ext cx="1347840" cy="235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59" name=""/>
          <p:cNvSpPr/>
          <p:nvPr/>
        </p:nvSpPr>
        <p:spPr>
          <a:xfrm>
            <a:off x="4680000" y="1000440"/>
            <a:ext cx="7195680" cy="139356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SQL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NoSQL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0" name="Google Shape;2505;p29"/>
          <p:cNvSpPr/>
          <p:nvPr/>
        </p:nvSpPr>
        <p:spPr>
          <a:xfrm>
            <a:off x="1858320" y="1430640"/>
            <a:ext cx="4547880" cy="70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pt-BR" sz="32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É HORA DE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1" name="Google Shape;2506;p29"/>
          <p:cNvSpPr/>
          <p:nvPr/>
        </p:nvSpPr>
        <p:spPr>
          <a:xfrm>
            <a:off x="1771200" y="2014200"/>
            <a:ext cx="4449600" cy="328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8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BEBER UMA ÁGUA.</a:t>
            </a:r>
            <a:endParaRPr b="0" lang="pt-BR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362" name="Google Shape;2507;p29"/>
          <p:cNvGrpSpPr/>
          <p:nvPr/>
        </p:nvGrpSpPr>
        <p:grpSpPr>
          <a:xfrm>
            <a:off x="1413720" y="1054800"/>
            <a:ext cx="688680" cy="688680"/>
            <a:chOff x="1413720" y="1054800"/>
            <a:chExt cx="688680" cy="688680"/>
          </a:xfrm>
        </p:grpSpPr>
        <p:sp>
          <p:nvSpPr>
            <p:cNvPr id="2363" name="Google Shape;2508;p29"/>
            <p:cNvSpPr/>
            <p:nvPr/>
          </p:nvSpPr>
          <p:spPr>
            <a:xfrm>
              <a:off x="1413720" y="1401480"/>
              <a:ext cx="342000" cy="34200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64" name="Google Shape;2509;p29"/>
            <p:cNvSpPr/>
            <p:nvPr/>
          </p:nvSpPr>
          <p:spPr>
            <a:xfrm>
              <a:off x="1760400" y="1054800"/>
              <a:ext cx="342000" cy="34200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365" name="Google Shape;2510;p29"/>
          <p:cNvGrpSpPr/>
          <p:nvPr/>
        </p:nvGrpSpPr>
        <p:grpSpPr>
          <a:xfrm>
            <a:off x="5195160" y="5145120"/>
            <a:ext cx="688680" cy="688680"/>
            <a:chOff x="5195160" y="5145120"/>
            <a:chExt cx="688680" cy="688680"/>
          </a:xfrm>
        </p:grpSpPr>
        <p:sp>
          <p:nvSpPr>
            <p:cNvPr id="2366" name="Google Shape;2511;p29"/>
            <p:cNvSpPr/>
            <p:nvPr/>
          </p:nvSpPr>
          <p:spPr>
            <a:xfrm>
              <a:off x="5195160" y="5491800"/>
              <a:ext cx="342000" cy="34200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67" name="Google Shape;2512;p29"/>
            <p:cNvSpPr/>
            <p:nvPr/>
          </p:nvSpPr>
          <p:spPr>
            <a:xfrm>
              <a:off x="5541840" y="5145120"/>
              <a:ext cx="342000" cy="34200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368" name="Google Shape;2513;p29"/>
          <p:cNvSpPr/>
          <p:nvPr/>
        </p:nvSpPr>
        <p:spPr>
          <a:xfrm>
            <a:off x="6225840" y="4187880"/>
            <a:ext cx="2169360" cy="89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pt-BR" sz="2000" strike="noStrike" u="none">
                <a:solidFill>
                  <a:srgbClr val="00b0f0"/>
                </a:solidFill>
                <a:effectLst/>
                <a:highlight>
                  <a:srgbClr val="292454"/>
                </a:highlight>
                <a:uFillTx/>
                <a:latin typeface="Arial"/>
                <a:ea typeface="Arial"/>
              </a:rPr>
              <a:t>Intervalo.</a:t>
            </a:r>
            <a:br>
              <a:rPr sz="2000"/>
            </a:br>
            <a:r>
              <a:rPr b="0" lang="pt-BR" sz="2000" strike="noStrike" u="none">
                <a:solidFill>
                  <a:srgbClr val="00b0f0"/>
                </a:solidFill>
                <a:effectLst/>
                <a:highlight>
                  <a:srgbClr val="292454"/>
                </a:highlight>
                <a:uFillTx/>
                <a:latin typeface="Arial"/>
                <a:ea typeface="Arial"/>
              </a:rPr>
              <a:t>Voltaremos em</a:t>
            </a:r>
            <a:br>
              <a:rPr sz="2000"/>
            </a:br>
            <a:r>
              <a:rPr b="0" lang="pt-BR" sz="2000" strike="noStrike" u="none">
                <a:solidFill>
                  <a:srgbClr val="00b0f0"/>
                </a:solidFill>
                <a:effectLst/>
                <a:highlight>
                  <a:srgbClr val="292454"/>
                </a:highlight>
                <a:uFillTx/>
                <a:latin typeface="Arial"/>
                <a:ea typeface="Arial"/>
              </a:rPr>
              <a:t>20 minutos.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69" name="Google Shape;2514;p29" descr=""/>
          <p:cNvPicPr/>
          <p:nvPr/>
        </p:nvPicPr>
        <p:blipFill>
          <a:blip r:embed="rId1"/>
          <a:stretch/>
        </p:blipFill>
        <p:spPr>
          <a:xfrm>
            <a:off x="10463040" y="6283080"/>
            <a:ext cx="1347840" cy="235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0" name="Google Shape;2585;p 4" descr=""/>
          <p:cNvPicPr/>
          <p:nvPr/>
        </p:nvPicPr>
        <p:blipFill>
          <a:blip r:embed="rId1"/>
          <a:stretch/>
        </p:blipFill>
        <p:spPr>
          <a:xfrm>
            <a:off x="384840" y="5823720"/>
            <a:ext cx="1071000" cy="760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71" name="Google Shape;2586;p 4" descr=""/>
          <p:cNvPicPr/>
          <p:nvPr/>
        </p:nvPicPr>
        <p:blipFill>
          <a:blip r:embed="rId2"/>
          <a:stretch/>
        </p:blipFill>
        <p:spPr>
          <a:xfrm>
            <a:off x="2674440" y="6078600"/>
            <a:ext cx="1347840" cy="235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72" name=""/>
          <p:cNvSpPr/>
          <p:nvPr/>
        </p:nvSpPr>
        <p:spPr>
          <a:xfrm>
            <a:off x="5040000" y="540000"/>
            <a:ext cx="6835680" cy="21312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Notebook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3" name="PlaceHolder 7"/>
          <p:cNvSpPr/>
          <p:nvPr/>
        </p:nvSpPr>
        <p:spPr>
          <a:xfrm>
            <a:off x="643320" y="1084320"/>
            <a:ext cx="3416400" cy="170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3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Exemplo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4" name="Google Shape;2552;p33"/>
          <p:cNvSpPr/>
          <p:nvPr/>
        </p:nvSpPr>
        <p:spPr>
          <a:xfrm>
            <a:off x="839160" y="2095200"/>
            <a:ext cx="5426280" cy="19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4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QUAIS FORAM OS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4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APRENDIZADOS</a:t>
            </a:r>
            <a:r>
              <a:rPr b="0" lang="pt-BR" sz="4400" strike="noStrike" u="none">
                <a:solidFill>
                  <a:schemeClr val="lt1"/>
                </a:solidFill>
                <a:effectLst/>
                <a:uFillTx/>
                <a:latin typeface="Arial Black"/>
                <a:ea typeface="Arial Black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4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DE HOJE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5" name="Google Shape;2638;p44" descr=""/>
          <p:cNvPicPr/>
          <p:nvPr/>
        </p:nvPicPr>
        <p:blipFill>
          <a:blip r:embed="rId1"/>
          <a:stretch/>
        </p:blipFill>
        <p:spPr>
          <a:xfrm>
            <a:off x="544320" y="557280"/>
            <a:ext cx="1347840" cy="235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76" name=""/>
          <p:cNvSpPr/>
          <p:nvPr/>
        </p:nvSpPr>
        <p:spPr>
          <a:xfrm>
            <a:off x="4320000" y="1980000"/>
            <a:ext cx="7735680" cy="400392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Duvidas?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se esqueça de sair de suas contas (logout)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desligar o computador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7" name=""/>
          <p:cNvSpPr/>
          <p:nvPr/>
        </p:nvSpPr>
        <p:spPr>
          <a:xfrm>
            <a:off x="4140000" y="720000"/>
            <a:ext cx="5215680" cy="71568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anchorCtr="1">
            <a:spAutoFit/>
          </a:bodyPr>
          <a:p>
            <a:pPr marL="432000" indent="-324000" algn="ctr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FIM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8" name="Google Shape;2545;p32"/>
          <p:cNvSpPr/>
          <p:nvPr/>
        </p:nvSpPr>
        <p:spPr>
          <a:xfrm>
            <a:off x="6982200" y="1879560"/>
            <a:ext cx="4062240" cy="154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6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ATÉ A PRÓXIMA</a:t>
            </a:r>
            <a:endParaRPr b="0" lang="pt-BR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9" name="Google Shape;2546;p32"/>
          <p:cNvSpPr/>
          <p:nvPr/>
        </p:nvSpPr>
        <p:spPr>
          <a:xfrm>
            <a:off x="6982200" y="3731400"/>
            <a:ext cx="4570200" cy="121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9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AULA!</a:t>
            </a:r>
            <a:endParaRPr b="0" lang="pt-BR" sz="9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80" name="Google Shape;2547;p32" descr=""/>
          <p:cNvPicPr/>
          <p:nvPr/>
        </p:nvPicPr>
        <p:blipFill>
          <a:blip r:embed="rId1"/>
          <a:stretch/>
        </p:blipFill>
        <p:spPr>
          <a:xfrm>
            <a:off x="10463040" y="6283080"/>
            <a:ext cx="1347840" cy="235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FF45D3C5819D24A9571E67D91AA8ED7" ma:contentTypeVersion="13" ma:contentTypeDescription="Create a new document." ma:contentTypeScope="" ma:versionID="84856beb63fdf51913c722ca9904591c">
  <xsd:schema xmlns:xsd="http://www.w3.org/2001/XMLSchema" xmlns:xs="http://www.w3.org/2001/XMLSchema" xmlns:p="http://schemas.microsoft.com/office/2006/metadata/properties" xmlns:ns2="89f2ec47-3dff-4de5-9cc7-dc6190d2cc66" xmlns:ns3="ca42eca9-3d08-4ffe-ace1-e2044ca3bb3e" targetNamespace="http://schemas.microsoft.com/office/2006/metadata/properties" ma:root="true" ma:fieldsID="aee0b2afeabb27cfb105da228391388c" ns2:_="" ns3:_="">
    <xsd:import namespace="89f2ec47-3dff-4de5-9cc7-dc6190d2cc66"/>
    <xsd:import namespace="ca42eca9-3d08-4ffe-ace1-e2044ca3bb3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f2ec47-3dff-4de5-9cc7-dc6190d2cc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5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BillingMetadata" ma:index="16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2d77e4f7-b9fa-4320-8d81-57236321a9a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42eca9-3d08-4ffe-ace1-e2044ca3bb3e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42e156ad-337d-4bf4-9ed1-a475df8e8962}" ma:internalName="TaxCatchAll" ma:showField="CatchAllData" ma:web="ca42eca9-3d08-4ffe-ace1-e2044ca3bb3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9f2ec47-3dff-4de5-9cc7-dc6190d2cc66">
      <Terms xmlns="http://schemas.microsoft.com/office/infopath/2007/PartnerControls"/>
    </lcf76f155ced4ddcb4097134ff3c332f>
    <TaxCatchAll xmlns="ca42eca9-3d08-4ffe-ace1-e2044ca3bb3e" xsi:nil="true"/>
  </documentManagement>
</p:properties>
</file>

<file path=customXml/itemProps1.xml><?xml version="1.0" encoding="utf-8"?>
<ds:datastoreItem xmlns:ds="http://schemas.openxmlformats.org/officeDocument/2006/customXml" ds:itemID="{EE34BCE1-9BC8-469F-82B0-D8F6DAA7EC20}"/>
</file>

<file path=customXml/itemProps2.xml><?xml version="1.0" encoding="utf-8"?>
<ds:datastoreItem xmlns:ds="http://schemas.openxmlformats.org/officeDocument/2006/customXml" ds:itemID="{B5183130-A383-4975-9A4C-20EABEC8913D}"/>
</file>

<file path=customXml/itemProps3.xml><?xml version="1.0" encoding="utf-8"?>
<ds:datastoreItem xmlns:ds="http://schemas.openxmlformats.org/officeDocument/2006/customXml" ds:itemID="{29C067AA-9358-49D8-AC23-120E6A19E8A0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2416</TotalTime>
  <Application>LibreOffice/25.2.7.2$Windows_X86_64 LibreOffice_project/5cbfd1ab6520636bb5f7b99185aa69bd7456825d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2018-05-13T00:15:53Z</dcterms:created>
  <dc:creator>Mejakita Dev</dc:creator>
  <dc:description/>
  <dc:language>pt-BR</dc:language>
  <cp:lastModifiedBy/>
  <dcterms:modified xsi:type="dcterms:W3CDTF">2026-03-10T09:47:11Z</dcterms:modified>
  <cp:revision>54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0x0101004FF45D3C5819D24A9571E67D91AA8ED7</vt:lpwstr>
  </property>
  <property fmtid="{D5CDD505-2E9C-101B-9397-08002B2CF9AE}" pid="3" name="MediaServiceImageTags">
    <vt:lpwstr/>
  </property>
  <property fmtid="{D5CDD505-2E9C-101B-9397-08002B2CF9AE}" pid="4" name="Order">
    <vt:r8>797800</vt:r8>
  </property>
</Properties>
</file>