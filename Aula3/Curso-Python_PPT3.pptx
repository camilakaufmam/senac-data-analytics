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54.xml.rels" ContentType="application/vnd.openxmlformats-package.relationships+xml"/>
  <Override PartName="/ppt/slideMasters/slideMaster54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55.xml" ContentType="application/vnd.openxmlformats-officedocument.theme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8.xml.rels" ContentType="application/vnd.openxmlformats-package.relationships+xml"/>
  <Override PartName="/ppt/notesSlides/_rels/notesSlide12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57" r:id="rId4"/>
    <p:sldMasterId id="2147483659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8.xml"/><Relationship Id="rId5" Type="http://schemas.openxmlformats.org/officeDocument/2006/relationships/slideMaster" Target="slideMasters/slideMaster9.xml"/><Relationship Id="rId6" Type="http://schemas.openxmlformats.org/officeDocument/2006/relationships/slideMaster" Target="slideMasters/slideMaster5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92B3384-832B-4D33-AE1E-1D822BC0373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9E11FA-63DA-4C82-9CE0-E3015BBE5482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5BC10F-244B-4B49-B732-E80E29F8ACD9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8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0.png"/><Relationship Id="rId3" Type="http://schemas.openxmlformats.org/officeDocument/2006/relationships/image" Target="../media/image1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Relationship Id="rId3" Type="http://schemas.openxmlformats.org/officeDocument/2006/relationships/image" Target="../media/image15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6.png"/><Relationship Id="rId3" Type="http://schemas.openxmlformats.org/officeDocument/2006/relationships/image" Target="../media/image16.png"/><Relationship Id="rId4" Type="http://schemas.openxmlformats.org/officeDocument/2006/relationships/image" Target="../media/image16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7.png"/><Relationship Id="rId3" Type="http://schemas.openxmlformats.org/officeDocument/2006/relationships/image" Target="../media/image18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8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9.png"/><Relationship Id="rId3" Type="http://schemas.openxmlformats.org/officeDocument/2006/relationships/image" Target="../media/image3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8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9.png"/><Relationship Id="rId3" Type="http://schemas.openxmlformats.org/officeDocument/2006/relationships/image" Target="../media/image3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9.png"/><Relationship Id="rId3" Type="http://schemas.openxmlformats.org/officeDocument/2006/relationships/image" Target="../media/image3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0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9.png"/><Relationship Id="rId3" Type="http://schemas.openxmlformats.org/officeDocument/2006/relationships/image" Target="../media/image3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3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6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27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8.png"/><Relationship Id="rId3" Type="http://schemas.openxmlformats.org/officeDocument/2006/relationships/image" Target="../media/image28.png"/><Relationship Id="rId4" Type="http://schemas.openxmlformats.org/officeDocument/2006/relationships/image" Target="../media/image28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9.png"/><Relationship Id="rId3" Type="http://schemas.openxmlformats.org/officeDocument/2006/relationships/image" Target="../media/image30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1.png"/><Relationship Id="rId3" Type="http://schemas.openxmlformats.org/officeDocument/2006/relationships/image" Target="../media/image3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2.png"/><Relationship Id="rId3" Type="http://schemas.openxmlformats.org/officeDocument/2006/relationships/image" Target="../media/image33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4.png"/><Relationship Id="rId3" Type="http://schemas.openxmlformats.org/officeDocument/2006/relationships/image" Target="../media/image35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5.pn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6.png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9.png"/><Relationship Id="rId3" Type="http://schemas.openxmlformats.org/officeDocument/2006/relationships/image" Target="../media/image3.pn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0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0.png"/><Relationship Id="rId3" Type="http://schemas.openxmlformats.org/officeDocument/2006/relationships/image" Target="../media/image37.pn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0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2.png"/><Relationship Id="rId3" Type="http://schemas.openxmlformats.org/officeDocument/2006/relationships/image" Target="../media/image33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48;p76"/>
          <p:cNvGrpSpPr/>
          <p:nvPr/>
        </p:nvGrpSpPr>
        <p:grpSpPr>
          <a:xfrm>
            <a:off x="461520" y="438840"/>
            <a:ext cx="11081160" cy="6293160"/>
            <a:chOff x="461520" y="438840"/>
            <a:chExt cx="11081160" cy="6293160"/>
          </a:xfrm>
        </p:grpSpPr>
        <p:pic>
          <p:nvPicPr>
            <p:cNvPr id="1" name="Google Shape;949;p76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4360" cy="4284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950;p76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7000" cy="200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" name="Google Shape;951;p76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9080" cy="3259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" name="Google Shape;952;p76"/>
            <p:cNvGrpSpPr/>
            <p:nvPr/>
          </p:nvGrpSpPr>
          <p:grpSpPr>
            <a:xfrm>
              <a:off x="1406520" y="1012320"/>
              <a:ext cx="1368360" cy="1094400"/>
              <a:chOff x="1406520" y="1012320"/>
              <a:chExt cx="1368360" cy="1094400"/>
            </a:xfrm>
          </p:grpSpPr>
          <p:sp>
            <p:nvSpPr>
              <p:cNvPr id="5" name="Google Shape;953;p76"/>
              <p:cNvSpPr/>
              <p:nvPr/>
            </p:nvSpPr>
            <p:spPr>
              <a:xfrm>
                <a:off x="1954800" y="10123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Google Shape;954;p76"/>
              <p:cNvSpPr/>
              <p:nvPr/>
            </p:nvSpPr>
            <p:spPr>
              <a:xfrm>
                <a:off x="1680480" y="128628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Google Shape;955;p76"/>
              <p:cNvSpPr/>
              <p:nvPr/>
            </p:nvSpPr>
            <p:spPr>
              <a:xfrm>
                <a:off x="1406520" y="1560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Google Shape;956;p76"/>
              <p:cNvSpPr/>
              <p:nvPr/>
            </p:nvSpPr>
            <p:spPr>
              <a:xfrm>
                <a:off x="140652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Google Shape;957;p76"/>
              <p:cNvSpPr/>
              <p:nvPr/>
            </p:nvSpPr>
            <p:spPr>
              <a:xfrm>
                <a:off x="168048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958;p76"/>
              <p:cNvSpPr/>
              <p:nvPr/>
            </p:nvSpPr>
            <p:spPr>
              <a:xfrm>
                <a:off x="195480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959;p76"/>
              <p:cNvSpPr/>
              <p:nvPr/>
            </p:nvSpPr>
            <p:spPr>
              <a:xfrm>
                <a:off x="222876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960;p76"/>
              <p:cNvSpPr/>
              <p:nvPr/>
            </p:nvSpPr>
            <p:spPr>
              <a:xfrm>
                <a:off x="250272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961;p76"/>
              <p:cNvSpPr/>
              <p:nvPr/>
            </p:nvSpPr>
            <p:spPr>
              <a:xfrm>
                <a:off x="2502720" y="1560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962;p76"/>
              <p:cNvSpPr/>
              <p:nvPr/>
            </p:nvSpPr>
            <p:spPr>
              <a:xfrm>
                <a:off x="2228760" y="128628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5" name="Google Shape;963;p76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4040" cy="5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964;p76"/>
          <p:cNvSpPr/>
          <p:nvPr/>
        </p:nvSpPr>
        <p:spPr>
          <a:xfrm>
            <a:off x="-65160" y="0"/>
            <a:ext cx="2730240" cy="2448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965;p76"/>
          <p:cNvSpPr/>
          <p:nvPr/>
        </p:nvSpPr>
        <p:spPr>
          <a:xfrm flipH="1">
            <a:off x="7618680" y="-2880"/>
            <a:ext cx="4635360" cy="2448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66;p76"/>
          <p:cNvSpPr/>
          <p:nvPr/>
        </p:nvSpPr>
        <p:spPr>
          <a:xfrm>
            <a:off x="2362320" y="0"/>
            <a:ext cx="5655960" cy="2448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967;p76"/>
          <p:cNvSpPr/>
          <p:nvPr/>
        </p:nvSpPr>
        <p:spPr>
          <a:xfrm>
            <a:off x="35420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968;p76"/>
          <p:cNvSpPr/>
          <p:nvPr/>
        </p:nvSpPr>
        <p:spPr>
          <a:xfrm>
            <a:off x="409716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969;p76"/>
          <p:cNvSpPr/>
          <p:nvPr/>
        </p:nvSpPr>
        <p:spPr>
          <a:xfrm>
            <a:off x="460476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970;p76"/>
          <p:cNvSpPr/>
          <p:nvPr/>
        </p:nvSpPr>
        <p:spPr>
          <a:xfrm>
            <a:off x="511920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971;p76"/>
          <p:cNvSpPr/>
          <p:nvPr/>
        </p:nvSpPr>
        <p:spPr>
          <a:xfrm>
            <a:off x="56336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972;p76"/>
          <p:cNvSpPr/>
          <p:nvPr/>
        </p:nvSpPr>
        <p:spPr>
          <a:xfrm>
            <a:off x="670032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973;p76"/>
          <p:cNvSpPr/>
          <p:nvPr/>
        </p:nvSpPr>
        <p:spPr>
          <a:xfrm>
            <a:off x="618912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974;p76"/>
          <p:cNvSpPr/>
          <p:nvPr/>
        </p:nvSpPr>
        <p:spPr>
          <a:xfrm>
            <a:off x="72968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975;p76"/>
          <p:cNvSpPr/>
          <p:nvPr/>
        </p:nvSpPr>
        <p:spPr>
          <a:xfrm>
            <a:off x="785880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976;p76"/>
          <p:cNvSpPr/>
          <p:nvPr/>
        </p:nvSpPr>
        <p:spPr>
          <a:xfrm>
            <a:off x="840168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978;p77"/>
          <p:cNvGrpSpPr/>
          <p:nvPr/>
        </p:nvGrpSpPr>
        <p:grpSpPr>
          <a:xfrm>
            <a:off x="461520" y="438840"/>
            <a:ext cx="11081160" cy="6293160"/>
            <a:chOff x="461520" y="438840"/>
            <a:chExt cx="11081160" cy="6293160"/>
          </a:xfrm>
        </p:grpSpPr>
        <p:pic>
          <p:nvPicPr>
            <p:cNvPr id="32" name="Google Shape;979;p77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4360" cy="4284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980;p77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7000" cy="200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981;p77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9080" cy="3259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5" name="Google Shape;982;p77"/>
            <p:cNvGrpSpPr/>
            <p:nvPr/>
          </p:nvGrpSpPr>
          <p:grpSpPr>
            <a:xfrm>
              <a:off x="1406520" y="1012320"/>
              <a:ext cx="1368360" cy="1094400"/>
              <a:chOff x="1406520" y="1012320"/>
              <a:chExt cx="1368360" cy="1094400"/>
            </a:xfrm>
          </p:grpSpPr>
          <p:sp>
            <p:nvSpPr>
              <p:cNvPr id="36" name="Google Shape;983;p77"/>
              <p:cNvSpPr/>
              <p:nvPr/>
            </p:nvSpPr>
            <p:spPr>
              <a:xfrm>
                <a:off x="1954800" y="10123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984;p77"/>
              <p:cNvSpPr/>
              <p:nvPr/>
            </p:nvSpPr>
            <p:spPr>
              <a:xfrm>
                <a:off x="1680480" y="128628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985;p77"/>
              <p:cNvSpPr/>
              <p:nvPr/>
            </p:nvSpPr>
            <p:spPr>
              <a:xfrm>
                <a:off x="1406520" y="1560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986;p77"/>
              <p:cNvSpPr/>
              <p:nvPr/>
            </p:nvSpPr>
            <p:spPr>
              <a:xfrm>
                <a:off x="140652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987;p77"/>
              <p:cNvSpPr/>
              <p:nvPr/>
            </p:nvSpPr>
            <p:spPr>
              <a:xfrm>
                <a:off x="168048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988;p77"/>
              <p:cNvSpPr/>
              <p:nvPr/>
            </p:nvSpPr>
            <p:spPr>
              <a:xfrm>
                <a:off x="195480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989;p77"/>
              <p:cNvSpPr/>
              <p:nvPr/>
            </p:nvSpPr>
            <p:spPr>
              <a:xfrm>
                <a:off x="222876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990;p77"/>
              <p:cNvSpPr/>
              <p:nvPr/>
            </p:nvSpPr>
            <p:spPr>
              <a:xfrm>
                <a:off x="250272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991;p77"/>
              <p:cNvSpPr/>
              <p:nvPr/>
            </p:nvSpPr>
            <p:spPr>
              <a:xfrm>
                <a:off x="2502720" y="1560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992;p77"/>
              <p:cNvSpPr/>
              <p:nvPr/>
            </p:nvSpPr>
            <p:spPr>
              <a:xfrm>
                <a:off x="2228760" y="128628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6" name="Google Shape;993;p77" descr=""/>
          <p:cNvPicPr/>
          <p:nvPr/>
        </p:nvPicPr>
        <p:blipFill>
          <a:blip r:embed="rId5"/>
          <a:stretch/>
        </p:blipFill>
        <p:spPr>
          <a:xfrm>
            <a:off x="11131560" y="5951520"/>
            <a:ext cx="824040" cy="5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994;p77"/>
          <p:cNvSpPr/>
          <p:nvPr/>
        </p:nvSpPr>
        <p:spPr>
          <a:xfrm flipH="1">
            <a:off x="7618680" y="-2880"/>
            <a:ext cx="4635360" cy="2448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95;p77"/>
          <p:cNvSpPr/>
          <p:nvPr/>
        </p:nvSpPr>
        <p:spPr>
          <a:xfrm rot="5400000">
            <a:off x="-1316160" y="1267920"/>
            <a:ext cx="6863040" cy="4317840"/>
          </a:xfrm>
          <a:custGeom>
            <a:avLst/>
            <a:gdLst>
              <a:gd name="textAreaLeft" fmla="*/ 0 w 6863040"/>
              <a:gd name="textAreaRight" fmla="*/ 6864840 w 6863040"/>
              <a:gd name="textAreaTop" fmla="*/ 0 h 4317840"/>
              <a:gd name="textAreaBottom" fmla="*/ 4319640 h 431784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996;p77"/>
          <p:cNvSpPr/>
          <p:nvPr/>
        </p:nvSpPr>
        <p:spPr>
          <a:xfrm>
            <a:off x="35420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97;p77"/>
          <p:cNvSpPr/>
          <p:nvPr/>
        </p:nvSpPr>
        <p:spPr>
          <a:xfrm>
            <a:off x="409716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98;p77"/>
          <p:cNvSpPr/>
          <p:nvPr/>
        </p:nvSpPr>
        <p:spPr>
          <a:xfrm>
            <a:off x="460476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99;p77"/>
          <p:cNvSpPr/>
          <p:nvPr/>
        </p:nvSpPr>
        <p:spPr>
          <a:xfrm>
            <a:off x="511920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000;p77"/>
          <p:cNvSpPr/>
          <p:nvPr/>
        </p:nvSpPr>
        <p:spPr>
          <a:xfrm>
            <a:off x="56336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01;p77"/>
          <p:cNvSpPr/>
          <p:nvPr/>
        </p:nvSpPr>
        <p:spPr>
          <a:xfrm>
            <a:off x="670032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02;p77"/>
          <p:cNvSpPr/>
          <p:nvPr/>
        </p:nvSpPr>
        <p:spPr>
          <a:xfrm>
            <a:off x="618912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003;p77"/>
          <p:cNvSpPr/>
          <p:nvPr/>
        </p:nvSpPr>
        <p:spPr>
          <a:xfrm>
            <a:off x="72968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004;p77"/>
          <p:cNvSpPr/>
          <p:nvPr/>
        </p:nvSpPr>
        <p:spPr>
          <a:xfrm>
            <a:off x="785880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005;p77"/>
          <p:cNvSpPr/>
          <p:nvPr/>
        </p:nvSpPr>
        <p:spPr>
          <a:xfrm>
            <a:off x="840168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1006;p77"/>
          <p:cNvSpPr/>
          <p:nvPr/>
        </p:nvSpPr>
        <p:spPr>
          <a:xfrm>
            <a:off x="-45360" y="-2880"/>
            <a:ext cx="8063640" cy="2480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1008;p78"/>
          <p:cNvGrpSpPr/>
          <p:nvPr/>
        </p:nvGrpSpPr>
        <p:grpSpPr>
          <a:xfrm>
            <a:off x="461520" y="438840"/>
            <a:ext cx="11081160" cy="6293160"/>
            <a:chOff x="461520" y="438840"/>
            <a:chExt cx="11081160" cy="6293160"/>
          </a:xfrm>
        </p:grpSpPr>
        <p:pic>
          <p:nvPicPr>
            <p:cNvPr id="63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4360" cy="4284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4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7000" cy="2007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9080" cy="3259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" name="Google Shape;1012;p78"/>
            <p:cNvGrpSpPr/>
            <p:nvPr/>
          </p:nvGrpSpPr>
          <p:grpSpPr>
            <a:xfrm>
              <a:off x="1406520" y="1012320"/>
              <a:ext cx="1368360" cy="1094400"/>
              <a:chOff x="1406520" y="1012320"/>
              <a:chExt cx="1368360" cy="1094400"/>
            </a:xfrm>
          </p:grpSpPr>
          <p:sp>
            <p:nvSpPr>
              <p:cNvPr id="67" name="Google Shape;1013;p78"/>
              <p:cNvSpPr/>
              <p:nvPr/>
            </p:nvSpPr>
            <p:spPr>
              <a:xfrm>
                <a:off x="1954800" y="10123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Google Shape;1014;p78"/>
              <p:cNvSpPr/>
              <p:nvPr/>
            </p:nvSpPr>
            <p:spPr>
              <a:xfrm>
                <a:off x="1680480" y="128628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1015;p78"/>
              <p:cNvSpPr/>
              <p:nvPr/>
            </p:nvSpPr>
            <p:spPr>
              <a:xfrm>
                <a:off x="1406520" y="1560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Google Shape;1016;p78"/>
              <p:cNvSpPr/>
              <p:nvPr/>
            </p:nvSpPr>
            <p:spPr>
              <a:xfrm>
                <a:off x="140652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Google Shape;1017;p78"/>
              <p:cNvSpPr/>
              <p:nvPr/>
            </p:nvSpPr>
            <p:spPr>
              <a:xfrm>
                <a:off x="168048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Google Shape;1018;p78"/>
              <p:cNvSpPr/>
              <p:nvPr/>
            </p:nvSpPr>
            <p:spPr>
              <a:xfrm>
                <a:off x="195480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1019;p78"/>
              <p:cNvSpPr/>
              <p:nvPr/>
            </p:nvSpPr>
            <p:spPr>
              <a:xfrm>
                <a:off x="222876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1020;p78"/>
              <p:cNvSpPr/>
              <p:nvPr/>
            </p:nvSpPr>
            <p:spPr>
              <a:xfrm>
                <a:off x="2502720" y="18345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Google Shape;1021;p78"/>
              <p:cNvSpPr/>
              <p:nvPr/>
            </p:nvSpPr>
            <p:spPr>
              <a:xfrm>
                <a:off x="2502720" y="1560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1022;p78"/>
              <p:cNvSpPr/>
              <p:nvPr/>
            </p:nvSpPr>
            <p:spPr>
              <a:xfrm>
                <a:off x="2228760" y="128628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7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4040" cy="5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24;p78"/>
          <p:cNvSpPr/>
          <p:nvPr/>
        </p:nvSpPr>
        <p:spPr>
          <a:xfrm flipH="1">
            <a:off x="7618680" y="-2880"/>
            <a:ext cx="4635360" cy="2448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5;p78"/>
          <p:cNvSpPr/>
          <p:nvPr/>
        </p:nvSpPr>
        <p:spPr>
          <a:xfrm>
            <a:off x="35420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26;p78"/>
          <p:cNvSpPr/>
          <p:nvPr/>
        </p:nvSpPr>
        <p:spPr>
          <a:xfrm>
            <a:off x="409716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27;p78"/>
          <p:cNvSpPr/>
          <p:nvPr/>
        </p:nvSpPr>
        <p:spPr>
          <a:xfrm>
            <a:off x="460476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28;p78"/>
          <p:cNvSpPr/>
          <p:nvPr/>
        </p:nvSpPr>
        <p:spPr>
          <a:xfrm>
            <a:off x="511920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29;p78"/>
          <p:cNvSpPr/>
          <p:nvPr/>
        </p:nvSpPr>
        <p:spPr>
          <a:xfrm>
            <a:off x="56336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30;p78"/>
          <p:cNvSpPr/>
          <p:nvPr/>
        </p:nvSpPr>
        <p:spPr>
          <a:xfrm>
            <a:off x="670032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31;p78"/>
          <p:cNvSpPr/>
          <p:nvPr/>
        </p:nvSpPr>
        <p:spPr>
          <a:xfrm>
            <a:off x="618912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32;p78"/>
          <p:cNvSpPr/>
          <p:nvPr/>
        </p:nvSpPr>
        <p:spPr>
          <a:xfrm>
            <a:off x="72968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33;p78"/>
          <p:cNvSpPr/>
          <p:nvPr/>
        </p:nvSpPr>
        <p:spPr>
          <a:xfrm>
            <a:off x="785880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034;p78"/>
          <p:cNvSpPr/>
          <p:nvPr/>
        </p:nvSpPr>
        <p:spPr>
          <a:xfrm>
            <a:off x="840168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035;p78"/>
          <p:cNvSpPr/>
          <p:nvPr/>
        </p:nvSpPr>
        <p:spPr>
          <a:xfrm rot="5400000">
            <a:off x="-1316160" y="1267920"/>
            <a:ext cx="6863040" cy="4317840"/>
          </a:xfrm>
          <a:custGeom>
            <a:avLst/>
            <a:gdLst>
              <a:gd name="textAreaLeft" fmla="*/ 0 w 6863040"/>
              <a:gd name="textAreaRight" fmla="*/ 6864840 w 6863040"/>
              <a:gd name="textAreaTop" fmla="*/ 0 h 4317840"/>
              <a:gd name="textAreaBottom" fmla="*/ 4319640 h 431784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036;p78"/>
          <p:cNvSpPr/>
          <p:nvPr/>
        </p:nvSpPr>
        <p:spPr>
          <a:xfrm>
            <a:off x="-45360" y="0"/>
            <a:ext cx="8063640" cy="237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740;p71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741;p71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742;p71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743;p71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744;p71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745;p71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746;p71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747;p71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748;p71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749;p71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oogle Shape;750;p71"/>
          <p:cNvGrpSpPr/>
          <p:nvPr/>
        </p:nvGrpSpPr>
        <p:grpSpPr>
          <a:xfrm>
            <a:off x="822600" y="270000"/>
            <a:ext cx="11081520" cy="7117560"/>
            <a:chOff x="822600" y="270000"/>
            <a:chExt cx="11081520" cy="7117560"/>
          </a:xfrm>
        </p:grpSpPr>
        <p:grpSp>
          <p:nvGrpSpPr>
            <p:cNvPr id="104" name="Google Shape;751;p71"/>
            <p:cNvGrpSpPr/>
            <p:nvPr/>
          </p:nvGrpSpPr>
          <p:grpSpPr>
            <a:xfrm>
              <a:off x="822600" y="270000"/>
              <a:ext cx="11081520" cy="6293160"/>
              <a:chOff x="822600" y="270000"/>
              <a:chExt cx="11081520" cy="6293160"/>
            </a:xfrm>
          </p:grpSpPr>
          <p:pic>
            <p:nvPicPr>
              <p:cNvPr id="105" name="Google Shape;752;p71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4360" cy="4284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6" name="Google Shape;753;p71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7000" cy="2007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7" name="Google Shape;754;p71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9080" cy="3259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08" name="Google Shape;755;p71"/>
              <p:cNvGrpSpPr/>
              <p:nvPr/>
            </p:nvGrpSpPr>
            <p:grpSpPr>
              <a:xfrm>
                <a:off x="1767960" y="843120"/>
                <a:ext cx="1368360" cy="1094400"/>
                <a:chOff x="1767960" y="843120"/>
                <a:chExt cx="1368360" cy="1094400"/>
              </a:xfrm>
            </p:grpSpPr>
            <p:sp>
              <p:nvSpPr>
                <p:cNvPr id="109" name="Google Shape;756;p71"/>
                <p:cNvSpPr/>
                <p:nvPr/>
              </p:nvSpPr>
              <p:spPr>
                <a:xfrm>
                  <a:off x="2315880" y="84312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Google Shape;757;p71"/>
                <p:cNvSpPr/>
                <p:nvPr/>
              </p:nvSpPr>
              <p:spPr>
                <a:xfrm>
                  <a:off x="2041920" y="111744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Google Shape;758;p71"/>
                <p:cNvSpPr/>
                <p:nvPr/>
              </p:nvSpPr>
              <p:spPr>
                <a:xfrm>
                  <a:off x="1767960" y="139140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Google Shape;759;p71"/>
                <p:cNvSpPr/>
                <p:nvPr/>
              </p:nvSpPr>
              <p:spPr>
                <a:xfrm>
                  <a:off x="176796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Google Shape;760;p71"/>
                <p:cNvSpPr/>
                <p:nvPr/>
              </p:nvSpPr>
              <p:spPr>
                <a:xfrm>
                  <a:off x="204192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" name="Google Shape;761;p71"/>
                <p:cNvSpPr/>
                <p:nvPr/>
              </p:nvSpPr>
              <p:spPr>
                <a:xfrm>
                  <a:off x="231588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" name="Google Shape;762;p71"/>
                <p:cNvSpPr/>
                <p:nvPr/>
              </p:nvSpPr>
              <p:spPr>
                <a:xfrm>
                  <a:off x="259020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Google Shape;763;p71"/>
                <p:cNvSpPr/>
                <p:nvPr/>
              </p:nvSpPr>
              <p:spPr>
                <a:xfrm>
                  <a:off x="286416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" name="Google Shape;764;p71"/>
                <p:cNvSpPr/>
                <p:nvPr/>
              </p:nvSpPr>
              <p:spPr>
                <a:xfrm>
                  <a:off x="2864160" y="139140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" name="Google Shape;765;p71"/>
                <p:cNvSpPr/>
                <p:nvPr/>
              </p:nvSpPr>
              <p:spPr>
                <a:xfrm>
                  <a:off x="2590200" y="111744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9" name="Google Shape;766;p71"/>
            <p:cNvGrpSpPr/>
            <p:nvPr/>
          </p:nvGrpSpPr>
          <p:grpSpPr>
            <a:xfrm>
              <a:off x="6279120" y="5470920"/>
              <a:ext cx="1916640" cy="1916640"/>
              <a:chOff x="6279120" y="5470920"/>
              <a:chExt cx="1916640" cy="1916640"/>
            </a:xfrm>
          </p:grpSpPr>
          <p:sp>
            <p:nvSpPr>
              <p:cNvPr id="120" name="Google Shape;767;p71"/>
              <p:cNvSpPr/>
              <p:nvPr/>
            </p:nvSpPr>
            <p:spPr>
              <a:xfrm>
                <a:off x="627912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Google Shape;768;p71"/>
              <p:cNvSpPr/>
              <p:nvPr/>
            </p:nvSpPr>
            <p:spPr>
              <a:xfrm>
                <a:off x="655308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Google Shape;769;p71"/>
              <p:cNvSpPr/>
              <p:nvPr/>
            </p:nvSpPr>
            <p:spPr>
              <a:xfrm>
                <a:off x="682704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Google Shape;770;p71"/>
              <p:cNvSpPr/>
              <p:nvPr/>
            </p:nvSpPr>
            <p:spPr>
              <a:xfrm>
                <a:off x="710136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771;p71"/>
              <p:cNvSpPr/>
              <p:nvPr/>
            </p:nvSpPr>
            <p:spPr>
              <a:xfrm>
                <a:off x="737532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Google Shape;772;p71"/>
              <p:cNvSpPr/>
              <p:nvPr/>
            </p:nvSpPr>
            <p:spPr>
              <a:xfrm>
                <a:off x="764928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773;p71"/>
              <p:cNvSpPr/>
              <p:nvPr/>
            </p:nvSpPr>
            <p:spPr>
              <a:xfrm>
                <a:off x="792360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774;p71"/>
              <p:cNvSpPr/>
              <p:nvPr/>
            </p:nvSpPr>
            <p:spPr>
              <a:xfrm>
                <a:off x="7923600" y="68414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775;p71"/>
              <p:cNvSpPr/>
              <p:nvPr/>
            </p:nvSpPr>
            <p:spPr>
              <a:xfrm>
                <a:off x="7923600" y="65671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Google Shape;776;p71"/>
              <p:cNvSpPr/>
              <p:nvPr/>
            </p:nvSpPr>
            <p:spPr>
              <a:xfrm>
                <a:off x="7923600" y="62931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Google Shape;777;p71"/>
              <p:cNvSpPr/>
              <p:nvPr/>
            </p:nvSpPr>
            <p:spPr>
              <a:xfrm>
                <a:off x="7923600" y="60192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778;p71"/>
              <p:cNvSpPr/>
              <p:nvPr/>
            </p:nvSpPr>
            <p:spPr>
              <a:xfrm>
                <a:off x="7649280" y="5745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Google Shape;779;p71"/>
              <p:cNvSpPr/>
              <p:nvPr/>
            </p:nvSpPr>
            <p:spPr>
              <a:xfrm>
                <a:off x="7375320" y="54709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Google Shape;780;p71"/>
              <p:cNvSpPr/>
              <p:nvPr/>
            </p:nvSpPr>
            <p:spPr>
              <a:xfrm>
                <a:off x="7101360" y="54709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781;p71"/>
              <p:cNvSpPr/>
              <p:nvPr/>
            </p:nvSpPr>
            <p:spPr>
              <a:xfrm>
                <a:off x="6827040" y="54709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Google Shape;782;p71"/>
              <p:cNvSpPr/>
              <p:nvPr/>
            </p:nvSpPr>
            <p:spPr>
              <a:xfrm>
                <a:off x="6553080" y="5745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Google Shape;783;p71"/>
              <p:cNvSpPr/>
              <p:nvPr/>
            </p:nvSpPr>
            <p:spPr>
              <a:xfrm>
                <a:off x="6279120" y="60192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784;p71"/>
              <p:cNvSpPr/>
              <p:nvPr/>
            </p:nvSpPr>
            <p:spPr>
              <a:xfrm>
                <a:off x="6279120" y="62931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Google Shape;785;p71"/>
              <p:cNvSpPr/>
              <p:nvPr/>
            </p:nvSpPr>
            <p:spPr>
              <a:xfrm>
                <a:off x="6279120" y="65671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Google Shape;786;p71"/>
              <p:cNvSpPr/>
              <p:nvPr/>
            </p:nvSpPr>
            <p:spPr>
              <a:xfrm>
                <a:off x="6279120" y="68414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061;p94"/>
          <p:cNvGrpSpPr/>
          <p:nvPr/>
        </p:nvGrpSpPr>
        <p:grpSpPr>
          <a:xfrm>
            <a:off x="822600" y="270000"/>
            <a:ext cx="11081520" cy="7117560"/>
            <a:chOff x="822600" y="270000"/>
            <a:chExt cx="11081520" cy="7117560"/>
          </a:xfrm>
        </p:grpSpPr>
        <p:grpSp>
          <p:nvGrpSpPr>
            <p:cNvPr id="143" name="Google Shape;2062;p94"/>
            <p:cNvGrpSpPr/>
            <p:nvPr/>
          </p:nvGrpSpPr>
          <p:grpSpPr>
            <a:xfrm>
              <a:off x="822600" y="270000"/>
              <a:ext cx="11081520" cy="6293160"/>
              <a:chOff x="822600" y="270000"/>
              <a:chExt cx="11081520" cy="6293160"/>
            </a:xfrm>
          </p:grpSpPr>
          <p:pic>
            <p:nvPicPr>
              <p:cNvPr id="144" name="Google Shape;2063;p94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4360" cy="4284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5" name="Google Shape;2064;p94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7000" cy="2007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6" name="Google Shape;2065;p94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9080" cy="3259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47" name="Google Shape;2066;p94"/>
              <p:cNvGrpSpPr/>
              <p:nvPr/>
            </p:nvGrpSpPr>
            <p:grpSpPr>
              <a:xfrm>
                <a:off x="1767960" y="843120"/>
                <a:ext cx="1368360" cy="1094400"/>
                <a:chOff x="1767960" y="843120"/>
                <a:chExt cx="1368360" cy="1094400"/>
              </a:xfrm>
            </p:grpSpPr>
            <p:sp>
              <p:nvSpPr>
                <p:cNvPr id="148" name="Google Shape;2067;p94"/>
                <p:cNvSpPr/>
                <p:nvPr/>
              </p:nvSpPr>
              <p:spPr>
                <a:xfrm>
                  <a:off x="2315880" y="84312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" name="Google Shape;2068;p94"/>
                <p:cNvSpPr/>
                <p:nvPr/>
              </p:nvSpPr>
              <p:spPr>
                <a:xfrm>
                  <a:off x="2041920" y="111744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" name="Google Shape;2069;p94"/>
                <p:cNvSpPr/>
                <p:nvPr/>
              </p:nvSpPr>
              <p:spPr>
                <a:xfrm>
                  <a:off x="1767960" y="139140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" name="Google Shape;2070;p94"/>
                <p:cNvSpPr/>
                <p:nvPr/>
              </p:nvSpPr>
              <p:spPr>
                <a:xfrm>
                  <a:off x="176796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" name="Google Shape;2071;p94"/>
                <p:cNvSpPr/>
                <p:nvPr/>
              </p:nvSpPr>
              <p:spPr>
                <a:xfrm>
                  <a:off x="204192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" name="Google Shape;2072;p94"/>
                <p:cNvSpPr/>
                <p:nvPr/>
              </p:nvSpPr>
              <p:spPr>
                <a:xfrm>
                  <a:off x="231588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" name="Google Shape;2073;p94"/>
                <p:cNvSpPr/>
                <p:nvPr/>
              </p:nvSpPr>
              <p:spPr>
                <a:xfrm>
                  <a:off x="259020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" name="Google Shape;2074;p94"/>
                <p:cNvSpPr/>
                <p:nvPr/>
              </p:nvSpPr>
              <p:spPr>
                <a:xfrm>
                  <a:off x="286416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" name="Google Shape;2075;p94"/>
                <p:cNvSpPr/>
                <p:nvPr/>
              </p:nvSpPr>
              <p:spPr>
                <a:xfrm>
                  <a:off x="2864160" y="139140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" name="Google Shape;2076;p94"/>
                <p:cNvSpPr/>
                <p:nvPr/>
              </p:nvSpPr>
              <p:spPr>
                <a:xfrm>
                  <a:off x="2590200" y="111744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8" name="Google Shape;2077;p94"/>
            <p:cNvGrpSpPr/>
            <p:nvPr/>
          </p:nvGrpSpPr>
          <p:grpSpPr>
            <a:xfrm>
              <a:off x="6279120" y="5470920"/>
              <a:ext cx="1916640" cy="1916640"/>
              <a:chOff x="6279120" y="5470920"/>
              <a:chExt cx="1916640" cy="1916640"/>
            </a:xfrm>
          </p:grpSpPr>
          <p:sp>
            <p:nvSpPr>
              <p:cNvPr id="159" name="Google Shape;2078;p94"/>
              <p:cNvSpPr/>
              <p:nvPr/>
            </p:nvSpPr>
            <p:spPr>
              <a:xfrm>
                <a:off x="627912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2079;p94"/>
              <p:cNvSpPr/>
              <p:nvPr/>
            </p:nvSpPr>
            <p:spPr>
              <a:xfrm>
                <a:off x="655308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Google Shape;2080;p94"/>
              <p:cNvSpPr/>
              <p:nvPr/>
            </p:nvSpPr>
            <p:spPr>
              <a:xfrm>
                <a:off x="682704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2081;p94"/>
              <p:cNvSpPr/>
              <p:nvPr/>
            </p:nvSpPr>
            <p:spPr>
              <a:xfrm>
                <a:off x="710136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2082;p94"/>
              <p:cNvSpPr/>
              <p:nvPr/>
            </p:nvSpPr>
            <p:spPr>
              <a:xfrm>
                <a:off x="737532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Google Shape;2083;p94"/>
              <p:cNvSpPr/>
              <p:nvPr/>
            </p:nvSpPr>
            <p:spPr>
              <a:xfrm>
                <a:off x="764928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Google Shape;2084;p94"/>
              <p:cNvSpPr/>
              <p:nvPr/>
            </p:nvSpPr>
            <p:spPr>
              <a:xfrm>
                <a:off x="792360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2085;p94"/>
              <p:cNvSpPr/>
              <p:nvPr/>
            </p:nvSpPr>
            <p:spPr>
              <a:xfrm>
                <a:off x="7923600" y="68414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2086;p94"/>
              <p:cNvSpPr/>
              <p:nvPr/>
            </p:nvSpPr>
            <p:spPr>
              <a:xfrm>
                <a:off x="7923600" y="65671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2087;p94"/>
              <p:cNvSpPr/>
              <p:nvPr/>
            </p:nvSpPr>
            <p:spPr>
              <a:xfrm>
                <a:off x="7923600" y="62931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Google Shape;2088;p94"/>
              <p:cNvSpPr/>
              <p:nvPr/>
            </p:nvSpPr>
            <p:spPr>
              <a:xfrm>
                <a:off x="7923600" y="60192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Google Shape;2089;p94"/>
              <p:cNvSpPr/>
              <p:nvPr/>
            </p:nvSpPr>
            <p:spPr>
              <a:xfrm>
                <a:off x="7649280" y="5745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Google Shape;2090;p94"/>
              <p:cNvSpPr/>
              <p:nvPr/>
            </p:nvSpPr>
            <p:spPr>
              <a:xfrm>
                <a:off x="7375320" y="54709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Google Shape;2091;p94"/>
              <p:cNvSpPr/>
              <p:nvPr/>
            </p:nvSpPr>
            <p:spPr>
              <a:xfrm>
                <a:off x="7101360" y="54709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2092;p94"/>
              <p:cNvSpPr/>
              <p:nvPr/>
            </p:nvSpPr>
            <p:spPr>
              <a:xfrm>
                <a:off x="6827040" y="54709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2093;p94"/>
              <p:cNvSpPr/>
              <p:nvPr/>
            </p:nvSpPr>
            <p:spPr>
              <a:xfrm>
                <a:off x="6553080" y="5745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Google Shape;2094;p94"/>
              <p:cNvSpPr/>
              <p:nvPr/>
            </p:nvSpPr>
            <p:spPr>
              <a:xfrm>
                <a:off x="6279120" y="60192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2095;p94"/>
              <p:cNvSpPr/>
              <p:nvPr/>
            </p:nvSpPr>
            <p:spPr>
              <a:xfrm>
                <a:off x="6279120" y="62931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Google Shape;2096;p94"/>
              <p:cNvSpPr/>
              <p:nvPr/>
            </p:nvSpPr>
            <p:spPr>
              <a:xfrm>
                <a:off x="6279120" y="65671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Google Shape;2097;p94"/>
              <p:cNvSpPr/>
              <p:nvPr/>
            </p:nvSpPr>
            <p:spPr>
              <a:xfrm>
                <a:off x="6279120" y="68414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9" name="Google Shape;2098;p94"/>
          <p:cNvGrpSpPr/>
          <p:nvPr/>
        </p:nvGrpSpPr>
        <p:grpSpPr>
          <a:xfrm>
            <a:off x="-14760" y="3337560"/>
            <a:ext cx="3917880" cy="2937960"/>
            <a:chOff x="-14760" y="3337560"/>
            <a:chExt cx="3917880" cy="2937960"/>
          </a:xfrm>
        </p:grpSpPr>
        <p:sp>
          <p:nvSpPr>
            <p:cNvPr id="180" name="Google Shape;2099;p94"/>
            <p:cNvSpPr/>
            <p:nvPr/>
          </p:nvSpPr>
          <p:spPr>
            <a:xfrm flipH="1" rot="16200000">
              <a:off x="3252960" y="562392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100;p94"/>
            <p:cNvSpPr/>
            <p:nvPr/>
          </p:nvSpPr>
          <p:spPr>
            <a:xfrm flipH="1">
              <a:off x="638280" y="562392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101;p94"/>
            <p:cNvSpPr/>
            <p:nvPr/>
          </p:nvSpPr>
          <p:spPr>
            <a:xfrm flipH="1">
              <a:off x="964800" y="5623920"/>
              <a:ext cx="325080" cy="3250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102;p94"/>
            <p:cNvSpPr/>
            <p:nvPr/>
          </p:nvSpPr>
          <p:spPr>
            <a:xfrm flipH="1">
              <a:off x="1291320" y="562392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Google Shape;2103;p94"/>
            <p:cNvSpPr/>
            <p:nvPr/>
          </p:nvSpPr>
          <p:spPr>
            <a:xfrm flipH="1">
              <a:off x="1944720" y="562392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Google Shape;2104;p94"/>
            <p:cNvSpPr/>
            <p:nvPr/>
          </p:nvSpPr>
          <p:spPr>
            <a:xfrm flipH="1">
              <a:off x="1617840" y="562392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2105;p94"/>
            <p:cNvSpPr/>
            <p:nvPr/>
          </p:nvSpPr>
          <p:spPr>
            <a:xfrm flipH="1">
              <a:off x="2271240" y="562392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2106;p94"/>
            <p:cNvSpPr/>
            <p:nvPr/>
          </p:nvSpPr>
          <p:spPr>
            <a:xfrm flipH="1">
              <a:off x="2597760" y="562392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2107;p94"/>
            <p:cNvSpPr/>
            <p:nvPr/>
          </p:nvSpPr>
          <p:spPr>
            <a:xfrm flipH="1">
              <a:off x="2924280" y="562392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2108;p94"/>
            <p:cNvSpPr/>
            <p:nvPr/>
          </p:nvSpPr>
          <p:spPr>
            <a:xfrm flipH="1">
              <a:off x="3577680" y="562392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2109;p94"/>
            <p:cNvSpPr/>
            <p:nvPr/>
          </p:nvSpPr>
          <p:spPr>
            <a:xfrm flipH="1" rot="16200000">
              <a:off x="3252960" y="49708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2110;p94"/>
            <p:cNvSpPr/>
            <p:nvPr/>
          </p:nvSpPr>
          <p:spPr>
            <a:xfrm flipH="1" rot="16200000">
              <a:off x="3252960" y="52974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2111;p94"/>
            <p:cNvSpPr/>
            <p:nvPr/>
          </p:nvSpPr>
          <p:spPr>
            <a:xfrm flipH="1" rot="16200000">
              <a:off x="3252960" y="46440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2112;p94"/>
            <p:cNvSpPr/>
            <p:nvPr/>
          </p:nvSpPr>
          <p:spPr>
            <a:xfrm flipH="1" rot="16200000">
              <a:off x="3252960" y="39909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2113;p94"/>
            <p:cNvSpPr/>
            <p:nvPr/>
          </p:nvSpPr>
          <p:spPr>
            <a:xfrm flipH="1" rot="16200000">
              <a:off x="3252960" y="36644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2114;p94"/>
            <p:cNvSpPr/>
            <p:nvPr/>
          </p:nvSpPr>
          <p:spPr>
            <a:xfrm flipH="1">
              <a:off x="311400" y="52970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115;p94"/>
            <p:cNvSpPr/>
            <p:nvPr/>
          </p:nvSpPr>
          <p:spPr>
            <a:xfrm flipH="1">
              <a:off x="-15120" y="52970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oogle Shape;2116;p94"/>
            <p:cNvSpPr/>
            <p:nvPr/>
          </p:nvSpPr>
          <p:spPr>
            <a:xfrm flipH="1">
              <a:off x="638280" y="52970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Google Shape;2117;p94"/>
            <p:cNvSpPr/>
            <p:nvPr/>
          </p:nvSpPr>
          <p:spPr>
            <a:xfrm flipH="1">
              <a:off x="964800" y="52970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118;p94"/>
            <p:cNvSpPr/>
            <p:nvPr/>
          </p:nvSpPr>
          <p:spPr>
            <a:xfrm flipH="1">
              <a:off x="1291320" y="52970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119;p94"/>
            <p:cNvSpPr/>
            <p:nvPr/>
          </p:nvSpPr>
          <p:spPr>
            <a:xfrm flipH="1">
              <a:off x="1944720" y="52970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Google Shape;2120;p94"/>
            <p:cNvSpPr/>
            <p:nvPr/>
          </p:nvSpPr>
          <p:spPr>
            <a:xfrm flipH="1">
              <a:off x="1617840" y="52970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Google Shape;2121;p94"/>
            <p:cNvSpPr/>
            <p:nvPr/>
          </p:nvSpPr>
          <p:spPr>
            <a:xfrm flipH="1">
              <a:off x="2924280" y="52970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Google Shape;2122;p94"/>
            <p:cNvSpPr/>
            <p:nvPr/>
          </p:nvSpPr>
          <p:spPr>
            <a:xfrm flipH="1">
              <a:off x="3577680" y="52970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Google Shape;2123;p94"/>
            <p:cNvSpPr/>
            <p:nvPr/>
          </p:nvSpPr>
          <p:spPr>
            <a:xfrm flipH="1">
              <a:off x="311400" y="49708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Google Shape;2124;p94"/>
            <p:cNvSpPr/>
            <p:nvPr/>
          </p:nvSpPr>
          <p:spPr>
            <a:xfrm flipH="1">
              <a:off x="638280" y="49708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Google Shape;2125;p94"/>
            <p:cNvSpPr/>
            <p:nvPr/>
          </p:nvSpPr>
          <p:spPr>
            <a:xfrm flipH="1">
              <a:off x="964800" y="49708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Google Shape;2126;p94"/>
            <p:cNvSpPr/>
            <p:nvPr/>
          </p:nvSpPr>
          <p:spPr>
            <a:xfrm flipH="1">
              <a:off x="1291320" y="49708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Google Shape;2127;p94"/>
            <p:cNvSpPr/>
            <p:nvPr/>
          </p:nvSpPr>
          <p:spPr>
            <a:xfrm flipH="1">
              <a:off x="1944720" y="49708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Google Shape;2128;p94"/>
            <p:cNvSpPr/>
            <p:nvPr/>
          </p:nvSpPr>
          <p:spPr>
            <a:xfrm flipH="1">
              <a:off x="1617840" y="49708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2129;p94"/>
            <p:cNvSpPr/>
            <p:nvPr/>
          </p:nvSpPr>
          <p:spPr>
            <a:xfrm flipH="1">
              <a:off x="2271240" y="49708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Google Shape;2130;p94"/>
            <p:cNvSpPr/>
            <p:nvPr/>
          </p:nvSpPr>
          <p:spPr>
            <a:xfrm flipH="1">
              <a:off x="2597760" y="49708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Google Shape;2131;p94"/>
            <p:cNvSpPr/>
            <p:nvPr/>
          </p:nvSpPr>
          <p:spPr>
            <a:xfrm flipH="1">
              <a:off x="311400" y="46440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Google Shape;2132;p94"/>
            <p:cNvSpPr/>
            <p:nvPr/>
          </p:nvSpPr>
          <p:spPr>
            <a:xfrm flipH="1">
              <a:off x="-15120" y="46440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Google Shape;2133;p94"/>
            <p:cNvSpPr/>
            <p:nvPr/>
          </p:nvSpPr>
          <p:spPr>
            <a:xfrm flipH="1">
              <a:off x="638280" y="4644000"/>
              <a:ext cx="325080" cy="3250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Google Shape;2134;p94"/>
            <p:cNvSpPr/>
            <p:nvPr/>
          </p:nvSpPr>
          <p:spPr>
            <a:xfrm flipH="1">
              <a:off x="964800" y="46440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2135;p94"/>
            <p:cNvSpPr/>
            <p:nvPr/>
          </p:nvSpPr>
          <p:spPr>
            <a:xfrm flipH="1">
              <a:off x="1291320" y="46440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2136;p94"/>
            <p:cNvSpPr/>
            <p:nvPr/>
          </p:nvSpPr>
          <p:spPr>
            <a:xfrm flipH="1">
              <a:off x="1944720" y="46440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Google Shape;2137;p94"/>
            <p:cNvSpPr/>
            <p:nvPr/>
          </p:nvSpPr>
          <p:spPr>
            <a:xfrm flipH="1">
              <a:off x="1617840" y="46440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Google Shape;2138;p94"/>
            <p:cNvSpPr/>
            <p:nvPr/>
          </p:nvSpPr>
          <p:spPr>
            <a:xfrm flipH="1">
              <a:off x="2271240" y="46440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Google Shape;2139;p94"/>
            <p:cNvSpPr/>
            <p:nvPr/>
          </p:nvSpPr>
          <p:spPr>
            <a:xfrm flipH="1">
              <a:off x="2597760" y="46440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Google Shape;2140;p94"/>
            <p:cNvSpPr/>
            <p:nvPr/>
          </p:nvSpPr>
          <p:spPr>
            <a:xfrm flipH="1">
              <a:off x="2924280" y="46440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Google Shape;2141;p94"/>
            <p:cNvSpPr/>
            <p:nvPr/>
          </p:nvSpPr>
          <p:spPr>
            <a:xfrm flipH="1">
              <a:off x="3577680" y="464400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Google Shape;2142;p94"/>
            <p:cNvSpPr/>
            <p:nvPr/>
          </p:nvSpPr>
          <p:spPr>
            <a:xfrm flipH="1">
              <a:off x="311400" y="43174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Google Shape;2143;p94"/>
            <p:cNvSpPr/>
            <p:nvPr/>
          </p:nvSpPr>
          <p:spPr>
            <a:xfrm flipH="1">
              <a:off x="-15120" y="43174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Google Shape;2144;p94"/>
            <p:cNvSpPr/>
            <p:nvPr/>
          </p:nvSpPr>
          <p:spPr>
            <a:xfrm flipH="1">
              <a:off x="638280" y="43174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Google Shape;2145;p94"/>
            <p:cNvSpPr/>
            <p:nvPr/>
          </p:nvSpPr>
          <p:spPr>
            <a:xfrm flipH="1">
              <a:off x="964800" y="43174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Google Shape;2146;p94"/>
            <p:cNvSpPr/>
            <p:nvPr/>
          </p:nvSpPr>
          <p:spPr>
            <a:xfrm flipH="1">
              <a:off x="1291320" y="43174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Google Shape;2147;p94"/>
            <p:cNvSpPr/>
            <p:nvPr/>
          </p:nvSpPr>
          <p:spPr>
            <a:xfrm flipH="1">
              <a:off x="1944720" y="43174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Google Shape;2148;p94"/>
            <p:cNvSpPr/>
            <p:nvPr/>
          </p:nvSpPr>
          <p:spPr>
            <a:xfrm flipH="1">
              <a:off x="1617840" y="43174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Google Shape;2149;p94"/>
            <p:cNvSpPr/>
            <p:nvPr/>
          </p:nvSpPr>
          <p:spPr>
            <a:xfrm flipH="1">
              <a:off x="2271240" y="43174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Google Shape;2150;p94"/>
            <p:cNvSpPr/>
            <p:nvPr/>
          </p:nvSpPr>
          <p:spPr>
            <a:xfrm flipH="1">
              <a:off x="2597760" y="4317480"/>
              <a:ext cx="325080" cy="3250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Google Shape;2151;p94"/>
            <p:cNvSpPr/>
            <p:nvPr/>
          </p:nvSpPr>
          <p:spPr>
            <a:xfrm flipH="1">
              <a:off x="2924280" y="43174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Google Shape;2152;p94"/>
            <p:cNvSpPr/>
            <p:nvPr/>
          </p:nvSpPr>
          <p:spPr>
            <a:xfrm flipH="1">
              <a:off x="3577680" y="431748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Google Shape;2153;p94"/>
            <p:cNvSpPr/>
            <p:nvPr/>
          </p:nvSpPr>
          <p:spPr>
            <a:xfrm flipH="1">
              <a:off x="311400" y="39909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Google Shape;2154;p94"/>
            <p:cNvSpPr/>
            <p:nvPr/>
          </p:nvSpPr>
          <p:spPr>
            <a:xfrm flipH="1">
              <a:off x="638280" y="39909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Google Shape;2155;p94"/>
            <p:cNvSpPr/>
            <p:nvPr/>
          </p:nvSpPr>
          <p:spPr>
            <a:xfrm flipH="1">
              <a:off x="964800" y="39909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Google Shape;2156;p94"/>
            <p:cNvSpPr/>
            <p:nvPr/>
          </p:nvSpPr>
          <p:spPr>
            <a:xfrm flipH="1">
              <a:off x="1291320" y="3990960"/>
              <a:ext cx="325080" cy="3250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Google Shape;2157;p94"/>
            <p:cNvSpPr/>
            <p:nvPr/>
          </p:nvSpPr>
          <p:spPr>
            <a:xfrm flipH="1">
              <a:off x="1944720" y="39909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Google Shape;2158;p94"/>
            <p:cNvSpPr/>
            <p:nvPr/>
          </p:nvSpPr>
          <p:spPr>
            <a:xfrm flipH="1">
              <a:off x="1617840" y="39909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Google Shape;2159;p94"/>
            <p:cNvSpPr/>
            <p:nvPr/>
          </p:nvSpPr>
          <p:spPr>
            <a:xfrm flipH="1">
              <a:off x="2271240" y="39909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Google Shape;2160;p94"/>
            <p:cNvSpPr/>
            <p:nvPr/>
          </p:nvSpPr>
          <p:spPr>
            <a:xfrm flipH="1">
              <a:off x="2597760" y="39909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Google Shape;2161;p94"/>
            <p:cNvSpPr/>
            <p:nvPr/>
          </p:nvSpPr>
          <p:spPr>
            <a:xfrm flipH="1">
              <a:off x="2924280" y="39909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Google Shape;2162;p94"/>
            <p:cNvSpPr/>
            <p:nvPr/>
          </p:nvSpPr>
          <p:spPr>
            <a:xfrm flipH="1">
              <a:off x="638280" y="36644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Google Shape;2163;p94"/>
            <p:cNvSpPr/>
            <p:nvPr/>
          </p:nvSpPr>
          <p:spPr>
            <a:xfrm flipH="1">
              <a:off x="964800" y="36644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Google Shape;2164;p94"/>
            <p:cNvSpPr/>
            <p:nvPr/>
          </p:nvSpPr>
          <p:spPr>
            <a:xfrm flipH="1">
              <a:off x="1291320" y="36644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Google Shape;2165;p94"/>
            <p:cNvSpPr/>
            <p:nvPr/>
          </p:nvSpPr>
          <p:spPr>
            <a:xfrm flipH="1">
              <a:off x="1944720" y="36644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Google Shape;2166;p94"/>
            <p:cNvSpPr/>
            <p:nvPr/>
          </p:nvSpPr>
          <p:spPr>
            <a:xfrm flipH="1">
              <a:off x="1617840" y="36644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Google Shape;2167;p94"/>
            <p:cNvSpPr/>
            <p:nvPr/>
          </p:nvSpPr>
          <p:spPr>
            <a:xfrm flipH="1">
              <a:off x="2271240" y="36644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Google Shape;2168;p94"/>
            <p:cNvSpPr/>
            <p:nvPr/>
          </p:nvSpPr>
          <p:spPr>
            <a:xfrm flipH="1">
              <a:off x="2597760" y="36644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Google Shape;2169;p94"/>
            <p:cNvSpPr/>
            <p:nvPr/>
          </p:nvSpPr>
          <p:spPr>
            <a:xfrm flipH="1">
              <a:off x="2924280" y="36644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Google Shape;2170;p94"/>
            <p:cNvSpPr/>
            <p:nvPr/>
          </p:nvSpPr>
          <p:spPr>
            <a:xfrm flipH="1">
              <a:off x="3577680" y="36644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Google Shape;2171;p94"/>
            <p:cNvSpPr/>
            <p:nvPr/>
          </p:nvSpPr>
          <p:spPr>
            <a:xfrm flipH="1">
              <a:off x="311400" y="33375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Google Shape;2172;p94"/>
            <p:cNvSpPr/>
            <p:nvPr/>
          </p:nvSpPr>
          <p:spPr>
            <a:xfrm flipH="1">
              <a:off x="-15120" y="33375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Google Shape;2173;p94"/>
            <p:cNvSpPr/>
            <p:nvPr/>
          </p:nvSpPr>
          <p:spPr>
            <a:xfrm flipH="1">
              <a:off x="638280" y="333756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Google Shape;2174;p94"/>
            <p:cNvSpPr/>
            <p:nvPr/>
          </p:nvSpPr>
          <p:spPr>
            <a:xfrm flipH="1">
              <a:off x="-15120" y="5950440"/>
              <a:ext cx="325080" cy="325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Google Shape;2175;p94"/>
            <p:cNvSpPr/>
            <p:nvPr/>
          </p:nvSpPr>
          <p:spPr>
            <a:xfrm flipH="1">
              <a:off x="-15120" y="5623920"/>
              <a:ext cx="325080" cy="3250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Google Shape;2176;p94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177;p94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178;p94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179;p94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180;p94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181;p94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182;p94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183;p94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184;p94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185;p94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2186;p94"/>
          <p:cNvSpPr/>
          <p:nvPr/>
        </p:nvSpPr>
        <p:spPr>
          <a:xfrm flipH="1" rot="10800000">
            <a:off x="5630760" y="5931360"/>
            <a:ext cx="6624720" cy="9450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2187;p94"/>
          <p:cNvSpPr/>
          <p:nvPr/>
        </p:nvSpPr>
        <p:spPr>
          <a:xfrm rot="10800000">
            <a:off x="-63360" y="5934600"/>
            <a:ext cx="8083440" cy="9450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Google Shape;2188;p94" descr=""/>
          <p:cNvPicPr/>
          <p:nvPr/>
        </p:nvPicPr>
        <p:blipFill>
          <a:blip r:embed="rId5"/>
          <a:stretch/>
        </p:blipFill>
        <p:spPr>
          <a:xfrm>
            <a:off x="339840" y="6147720"/>
            <a:ext cx="824040" cy="5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2189;p94"/>
          <p:cNvSpPr/>
          <p:nvPr/>
        </p:nvSpPr>
        <p:spPr>
          <a:xfrm rot="10800000">
            <a:off x="-70560" y="-61200"/>
            <a:ext cx="3977280" cy="3714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190;p94"/>
          <p:cNvSpPr/>
          <p:nvPr/>
        </p:nvSpPr>
        <p:spPr>
          <a:xfrm rot="10800000">
            <a:off x="909000" y="49680"/>
            <a:ext cx="2990520" cy="3911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ora é com você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366;p60"/>
          <p:cNvGrpSpPr/>
          <p:nvPr/>
        </p:nvGrpSpPr>
        <p:grpSpPr>
          <a:xfrm>
            <a:off x="822600" y="270000"/>
            <a:ext cx="11081520" cy="7117560"/>
            <a:chOff x="822600" y="270000"/>
            <a:chExt cx="11081520" cy="7117560"/>
          </a:xfrm>
        </p:grpSpPr>
        <p:grpSp>
          <p:nvGrpSpPr>
            <p:cNvPr id="273" name="Google Shape;367;p60"/>
            <p:cNvGrpSpPr/>
            <p:nvPr/>
          </p:nvGrpSpPr>
          <p:grpSpPr>
            <a:xfrm>
              <a:off x="822600" y="270000"/>
              <a:ext cx="11081520" cy="6293160"/>
              <a:chOff x="822600" y="270000"/>
              <a:chExt cx="11081520" cy="6293160"/>
            </a:xfrm>
          </p:grpSpPr>
          <p:pic>
            <p:nvPicPr>
              <p:cNvPr id="274" name="Google Shape;368;p60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4360" cy="4284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5" name="Google Shape;369;p60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7000" cy="2007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370;p60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9080" cy="32590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77" name="Google Shape;371;p60"/>
              <p:cNvGrpSpPr/>
              <p:nvPr/>
            </p:nvGrpSpPr>
            <p:grpSpPr>
              <a:xfrm>
                <a:off x="1767960" y="843120"/>
                <a:ext cx="1368360" cy="1094400"/>
                <a:chOff x="1767960" y="843120"/>
                <a:chExt cx="1368360" cy="1094400"/>
              </a:xfrm>
            </p:grpSpPr>
            <p:sp>
              <p:nvSpPr>
                <p:cNvPr id="278" name="Google Shape;372;p60"/>
                <p:cNvSpPr/>
                <p:nvPr/>
              </p:nvSpPr>
              <p:spPr>
                <a:xfrm>
                  <a:off x="2315880" y="84312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9" name="Google Shape;373;p60"/>
                <p:cNvSpPr/>
                <p:nvPr/>
              </p:nvSpPr>
              <p:spPr>
                <a:xfrm>
                  <a:off x="2041920" y="111744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0" name="Google Shape;374;p60"/>
                <p:cNvSpPr/>
                <p:nvPr/>
              </p:nvSpPr>
              <p:spPr>
                <a:xfrm>
                  <a:off x="1767960" y="139140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1" name="Google Shape;375;p60"/>
                <p:cNvSpPr/>
                <p:nvPr/>
              </p:nvSpPr>
              <p:spPr>
                <a:xfrm>
                  <a:off x="176796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2" name="Google Shape;376;p60"/>
                <p:cNvSpPr/>
                <p:nvPr/>
              </p:nvSpPr>
              <p:spPr>
                <a:xfrm>
                  <a:off x="204192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3" name="Google Shape;377;p60"/>
                <p:cNvSpPr/>
                <p:nvPr/>
              </p:nvSpPr>
              <p:spPr>
                <a:xfrm>
                  <a:off x="231588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4" name="Google Shape;378;p60"/>
                <p:cNvSpPr/>
                <p:nvPr/>
              </p:nvSpPr>
              <p:spPr>
                <a:xfrm>
                  <a:off x="259020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5" name="Google Shape;379;p60"/>
                <p:cNvSpPr/>
                <p:nvPr/>
              </p:nvSpPr>
              <p:spPr>
                <a:xfrm>
                  <a:off x="2864160" y="166536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6" name="Google Shape;380;p60"/>
                <p:cNvSpPr/>
                <p:nvPr/>
              </p:nvSpPr>
              <p:spPr>
                <a:xfrm>
                  <a:off x="2864160" y="139140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Google Shape;381;p60"/>
                <p:cNvSpPr/>
                <p:nvPr/>
              </p:nvSpPr>
              <p:spPr>
                <a:xfrm>
                  <a:off x="2590200" y="1117440"/>
                  <a:ext cx="272160" cy="272160"/>
                </a:xfrm>
                <a:custGeom>
                  <a:avLst/>
                  <a:gdLst>
                    <a:gd name="textAreaLeft" fmla="*/ 0 w 272160"/>
                    <a:gd name="textAreaRight" fmla="*/ 273960 w 272160"/>
                    <a:gd name="textAreaTop" fmla="*/ 0 h 272160"/>
                    <a:gd name="textAreaBottom" fmla="*/ 273960 h 2721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88" name="Google Shape;382;p60"/>
            <p:cNvGrpSpPr/>
            <p:nvPr/>
          </p:nvGrpSpPr>
          <p:grpSpPr>
            <a:xfrm>
              <a:off x="6279120" y="5470920"/>
              <a:ext cx="1916640" cy="1916640"/>
              <a:chOff x="6279120" y="5470920"/>
              <a:chExt cx="1916640" cy="1916640"/>
            </a:xfrm>
          </p:grpSpPr>
          <p:sp>
            <p:nvSpPr>
              <p:cNvPr id="289" name="Google Shape;383;p60"/>
              <p:cNvSpPr/>
              <p:nvPr/>
            </p:nvSpPr>
            <p:spPr>
              <a:xfrm>
                <a:off x="627912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Google Shape;384;p60"/>
              <p:cNvSpPr/>
              <p:nvPr/>
            </p:nvSpPr>
            <p:spPr>
              <a:xfrm>
                <a:off x="655308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385;p60"/>
              <p:cNvSpPr/>
              <p:nvPr/>
            </p:nvSpPr>
            <p:spPr>
              <a:xfrm>
                <a:off x="682704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386;p60"/>
              <p:cNvSpPr/>
              <p:nvPr/>
            </p:nvSpPr>
            <p:spPr>
              <a:xfrm>
                <a:off x="710136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387;p60"/>
              <p:cNvSpPr/>
              <p:nvPr/>
            </p:nvSpPr>
            <p:spPr>
              <a:xfrm>
                <a:off x="737532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388;p60"/>
              <p:cNvSpPr/>
              <p:nvPr/>
            </p:nvSpPr>
            <p:spPr>
              <a:xfrm>
                <a:off x="764928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Google Shape;389;p60"/>
              <p:cNvSpPr/>
              <p:nvPr/>
            </p:nvSpPr>
            <p:spPr>
              <a:xfrm>
                <a:off x="7923600" y="71154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390;p60"/>
              <p:cNvSpPr/>
              <p:nvPr/>
            </p:nvSpPr>
            <p:spPr>
              <a:xfrm>
                <a:off x="7923600" y="68414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391;p60"/>
              <p:cNvSpPr/>
              <p:nvPr/>
            </p:nvSpPr>
            <p:spPr>
              <a:xfrm>
                <a:off x="7923600" y="65671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392;p60"/>
              <p:cNvSpPr/>
              <p:nvPr/>
            </p:nvSpPr>
            <p:spPr>
              <a:xfrm>
                <a:off x="7923600" y="62931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Google Shape;393;p60"/>
              <p:cNvSpPr/>
              <p:nvPr/>
            </p:nvSpPr>
            <p:spPr>
              <a:xfrm>
                <a:off x="7923600" y="60192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Google Shape;394;p60"/>
              <p:cNvSpPr/>
              <p:nvPr/>
            </p:nvSpPr>
            <p:spPr>
              <a:xfrm>
                <a:off x="7649280" y="5745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Google Shape;395;p60"/>
              <p:cNvSpPr/>
              <p:nvPr/>
            </p:nvSpPr>
            <p:spPr>
              <a:xfrm>
                <a:off x="7375320" y="54709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Google Shape;396;p60"/>
              <p:cNvSpPr/>
              <p:nvPr/>
            </p:nvSpPr>
            <p:spPr>
              <a:xfrm>
                <a:off x="7101360" y="54709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Google Shape;397;p60"/>
              <p:cNvSpPr/>
              <p:nvPr/>
            </p:nvSpPr>
            <p:spPr>
              <a:xfrm>
                <a:off x="6827040" y="54709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Google Shape;398;p60"/>
              <p:cNvSpPr/>
              <p:nvPr/>
            </p:nvSpPr>
            <p:spPr>
              <a:xfrm>
                <a:off x="6553080" y="57452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Google Shape;399;p60"/>
              <p:cNvSpPr/>
              <p:nvPr/>
            </p:nvSpPr>
            <p:spPr>
              <a:xfrm>
                <a:off x="6279120" y="601920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Google Shape;400;p60"/>
              <p:cNvSpPr/>
              <p:nvPr/>
            </p:nvSpPr>
            <p:spPr>
              <a:xfrm>
                <a:off x="6279120" y="629316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Google Shape;401;p60"/>
              <p:cNvSpPr/>
              <p:nvPr/>
            </p:nvSpPr>
            <p:spPr>
              <a:xfrm>
                <a:off x="6279120" y="656712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402;p60"/>
              <p:cNvSpPr/>
              <p:nvPr/>
            </p:nvSpPr>
            <p:spPr>
              <a:xfrm>
                <a:off x="6279120" y="6841440"/>
                <a:ext cx="272160" cy="272160"/>
              </a:xfrm>
              <a:custGeom>
                <a:avLst/>
                <a:gdLst>
                  <a:gd name="textAreaLeft" fmla="*/ 0 w 272160"/>
                  <a:gd name="textAreaRight" fmla="*/ 273960 w 272160"/>
                  <a:gd name="textAreaTop" fmla="*/ 0 h 272160"/>
                  <a:gd name="textAreaBottom" fmla="*/ 273960 h 2721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9" name="Google Shape;403;p60"/>
          <p:cNvSpPr/>
          <p:nvPr/>
        </p:nvSpPr>
        <p:spPr>
          <a:xfrm rot="5400000">
            <a:off x="-1756440" y="1399320"/>
            <a:ext cx="7275240" cy="4054320"/>
          </a:xfrm>
          <a:custGeom>
            <a:avLst/>
            <a:gdLst>
              <a:gd name="textAreaLeft" fmla="*/ 0 w 7275240"/>
              <a:gd name="textAreaRight" fmla="*/ 7277040 w 7275240"/>
              <a:gd name="textAreaTop" fmla="*/ 0 h 4054320"/>
              <a:gd name="textAreaBottom" fmla="*/ 4056120 h 4054320"/>
            </a:gdLst>
            <a:ahLst/>
            <a:cxnLst/>
            <a:rect l="textAreaLeft" t="textAreaTop" r="textAreaRight" b="textAreaBottom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404;p60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05;p60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06;p60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407;p60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408;p60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09;p60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410;p60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411;p60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12;p60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13;p60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 nos conhec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82;p50" descr="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Google Shape;83;p50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Google Shape;84;p50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Google Shape;85;p50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Google Shape;86;p50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87;p50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Google Shape;88;p50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Google Shape;89;p50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90;p50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91;p50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92;p50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3" name="Google Shape;93;p50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Google Shape;94;p50"/>
          <p:cNvSpPr/>
          <p:nvPr/>
        </p:nvSpPr>
        <p:spPr>
          <a:xfrm>
            <a:off x="9651960" y="2103120"/>
            <a:ext cx="2286720" cy="47329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5" name="Google Shape;95;p50" descr=""/>
          <p:cNvPicPr/>
          <p:nvPr/>
        </p:nvPicPr>
        <p:blipFill>
          <a:blip r:embed="rId4"/>
          <a:stretch/>
        </p:blipFill>
        <p:spPr>
          <a:xfrm>
            <a:off x="6178320" y="1251720"/>
            <a:ext cx="5339520" cy="473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Google Shape;96;p50"/>
          <p:cNvSpPr/>
          <p:nvPr/>
        </p:nvSpPr>
        <p:spPr>
          <a:xfrm>
            <a:off x="6783120" y="2185200"/>
            <a:ext cx="4550760" cy="15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VAMOS NOS</a:t>
            </a:r>
            <a:br>
              <a:rPr sz="4800"/>
            </a:b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CONHECER?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76;p64"/>
          <p:cNvSpPr/>
          <p:nvPr/>
        </p:nvSpPr>
        <p:spPr>
          <a:xfrm>
            <a:off x="35420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Google Shape;477;p64"/>
          <p:cNvSpPr/>
          <p:nvPr/>
        </p:nvSpPr>
        <p:spPr>
          <a:xfrm>
            <a:off x="409716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Google Shape;478;p64"/>
          <p:cNvSpPr/>
          <p:nvPr/>
        </p:nvSpPr>
        <p:spPr>
          <a:xfrm>
            <a:off x="460476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Google Shape;479;p64"/>
          <p:cNvSpPr/>
          <p:nvPr/>
        </p:nvSpPr>
        <p:spPr>
          <a:xfrm>
            <a:off x="511920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Google Shape;480;p64"/>
          <p:cNvSpPr/>
          <p:nvPr/>
        </p:nvSpPr>
        <p:spPr>
          <a:xfrm>
            <a:off x="56336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Google Shape;481;p64"/>
          <p:cNvSpPr/>
          <p:nvPr/>
        </p:nvSpPr>
        <p:spPr>
          <a:xfrm>
            <a:off x="670032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Google Shape;482;p64"/>
          <p:cNvSpPr/>
          <p:nvPr/>
        </p:nvSpPr>
        <p:spPr>
          <a:xfrm>
            <a:off x="618912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Google Shape;483;p64"/>
          <p:cNvSpPr/>
          <p:nvPr/>
        </p:nvSpPr>
        <p:spPr>
          <a:xfrm>
            <a:off x="72968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Google Shape;484;p64"/>
          <p:cNvSpPr/>
          <p:nvPr/>
        </p:nvSpPr>
        <p:spPr>
          <a:xfrm>
            <a:off x="785880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Google Shape;485;p64"/>
          <p:cNvSpPr/>
          <p:nvPr/>
        </p:nvSpPr>
        <p:spPr>
          <a:xfrm>
            <a:off x="840168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69" name="Google Shape;486;p64"/>
          <p:cNvGrpSpPr/>
          <p:nvPr/>
        </p:nvGrpSpPr>
        <p:grpSpPr>
          <a:xfrm>
            <a:off x="384840" y="6026040"/>
            <a:ext cx="894600" cy="217440"/>
            <a:chOff x="384840" y="6026040"/>
            <a:chExt cx="894600" cy="217440"/>
          </a:xfrm>
        </p:grpSpPr>
        <p:sp>
          <p:nvSpPr>
            <p:cNvPr id="470" name="Google Shape;487;p64"/>
            <p:cNvSpPr/>
            <p:nvPr/>
          </p:nvSpPr>
          <p:spPr>
            <a:xfrm>
              <a:off x="384840" y="6026040"/>
              <a:ext cx="107640" cy="216720"/>
            </a:xfrm>
            <a:custGeom>
              <a:avLst/>
              <a:gdLst>
                <a:gd name="textAreaLeft" fmla="*/ 0 w 107640"/>
                <a:gd name="textAreaRight" fmla="*/ 109440 w 107640"/>
                <a:gd name="textAreaTop" fmla="*/ 0 h 216720"/>
                <a:gd name="textAreaBottom" fmla="*/ 218520 h 21672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Google Shape;488;p64"/>
            <p:cNvSpPr/>
            <p:nvPr/>
          </p:nvSpPr>
          <p:spPr>
            <a:xfrm>
              <a:off x="516960" y="6066720"/>
              <a:ext cx="166680" cy="176760"/>
            </a:xfrm>
            <a:custGeom>
              <a:avLst/>
              <a:gdLst>
                <a:gd name="textAreaLeft" fmla="*/ 0 w 166680"/>
                <a:gd name="textAreaRight" fmla="*/ 168480 w 166680"/>
                <a:gd name="textAreaTop" fmla="*/ 0 h 176760"/>
                <a:gd name="textAreaBottom" fmla="*/ 178560 h 17676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Google Shape;489;p64"/>
            <p:cNvSpPr/>
            <p:nvPr/>
          </p:nvSpPr>
          <p:spPr>
            <a:xfrm>
              <a:off x="713160" y="6066720"/>
              <a:ext cx="157680" cy="176760"/>
            </a:xfrm>
            <a:custGeom>
              <a:avLst/>
              <a:gdLst>
                <a:gd name="textAreaLeft" fmla="*/ 0 w 157680"/>
                <a:gd name="textAreaRight" fmla="*/ 159480 w 157680"/>
                <a:gd name="textAreaTop" fmla="*/ 0 h 176760"/>
                <a:gd name="textAreaBottom" fmla="*/ 178560 h 17676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Google Shape;490;p64"/>
            <p:cNvSpPr/>
            <p:nvPr/>
          </p:nvSpPr>
          <p:spPr>
            <a:xfrm>
              <a:off x="904320" y="6066720"/>
              <a:ext cx="155520" cy="173160"/>
            </a:xfrm>
            <a:custGeom>
              <a:avLst/>
              <a:gdLst>
                <a:gd name="textAreaLeft" fmla="*/ 0 w 155520"/>
                <a:gd name="textAreaRight" fmla="*/ 157320 w 155520"/>
                <a:gd name="textAreaTop" fmla="*/ 0 h 173160"/>
                <a:gd name="textAreaBottom" fmla="*/ 174960 h 17316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Google Shape;491;p64"/>
            <p:cNvSpPr/>
            <p:nvPr/>
          </p:nvSpPr>
          <p:spPr>
            <a:xfrm>
              <a:off x="1095480" y="6066720"/>
              <a:ext cx="183960" cy="176760"/>
            </a:xfrm>
            <a:custGeom>
              <a:avLst/>
              <a:gdLst>
                <a:gd name="textAreaLeft" fmla="*/ 0 w 183960"/>
                <a:gd name="textAreaRight" fmla="*/ 185760 w 183960"/>
                <a:gd name="textAreaTop" fmla="*/ 0 h 176760"/>
                <a:gd name="textAreaBottom" fmla="*/ 178560 h 17676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5" name="Google Shape;492;p64"/>
          <p:cNvGrpSpPr/>
          <p:nvPr/>
        </p:nvGrpSpPr>
        <p:grpSpPr>
          <a:xfrm>
            <a:off x="693720" y="6303600"/>
            <a:ext cx="765360" cy="283680"/>
            <a:chOff x="693720" y="6303600"/>
            <a:chExt cx="765360" cy="283680"/>
          </a:xfrm>
        </p:grpSpPr>
        <p:sp>
          <p:nvSpPr>
            <p:cNvPr id="476" name="Google Shape;493;p64"/>
            <p:cNvSpPr/>
            <p:nvPr/>
          </p:nvSpPr>
          <p:spPr>
            <a:xfrm>
              <a:off x="693720" y="6303600"/>
              <a:ext cx="46800" cy="231840"/>
            </a:xfrm>
            <a:custGeom>
              <a:avLst/>
              <a:gdLst>
                <a:gd name="textAreaLeft" fmla="*/ 0 w 46800"/>
                <a:gd name="textAreaRight" fmla="*/ 48600 w 46800"/>
                <a:gd name="textAreaTop" fmla="*/ 0 h 231840"/>
                <a:gd name="textAreaBottom" fmla="*/ 233640 h 23184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Google Shape;494;p64"/>
            <p:cNvSpPr/>
            <p:nvPr/>
          </p:nvSpPr>
          <p:spPr>
            <a:xfrm>
              <a:off x="779760" y="6362280"/>
              <a:ext cx="183960" cy="176760"/>
            </a:xfrm>
            <a:custGeom>
              <a:avLst/>
              <a:gdLst>
                <a:gd name="textAreaLeft" fmla="*/ 0 w 183960"/>
                <a:gd name="textAreaRight" fmla="*/ 185760 w 183960"/>
                <a:gd name="textAreaTop" fmla="*/ 0 h 176760"/>
                <a:gd name="textAreaBottom" fmla="*/ 178560 h 17676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Google Shape;495;p64"/>
            <p:cNvSpPr/>
            <p:nvPr/>
          </p:nvSpPr>
          <p:spPr>
            <a:xfrm>
              <a:off x="992880" y="6362280"/>
              <a:ext cx="178560" cy="225000"/>
            </a:xfrm>
            <a:custGeom>
              <a:avLst/>
              <a:gdLst>
                <a:gd name="textAreaLeft" fmla="*/ 0 w 178560"/>
                <a:gd name="textAreaRight" fmla="*/ 180360 w 178560"/>
                <a:gd name="textAreaTop" fmla="*/ 0 h 225000"/>
                <a:gd name="textAreaBottom" fmla="*/ 226800 h 22500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Google Shape;496;p64"/>
            <p:cNvSpPr/>
            <p:nvPr/>
          </p:nvSpPr>
          <p:spPr>
            <a:xfrm>
              <a:off x="1217520" y="6303600"/>
              <a:ext cx="49320" cy="231840"/>
            </a:xfrm>
            <a:custGeom>
              <a:avLst/>
              <a:gdLst>
                <a:gd name="textAreaLeft" fmla="*/ 0 w 49320"/>
                <a:gd name="textAreaRight" fmla="*/ 51120 w 49320"/>
                <a:gd name="textAreaTop" fmla="*/ 0 h 231840"/>
                <a:gd name="textAreaBottom" fmla="*/ 233640 h 23184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Google Shape;497;p64"/>
            <p:cNvSpPr/>
            <p:nvPr/>
          </p:nvSpPr>
          <p:spPr>
            <a:xfrm>
              <a:off x="1303200" y="6363720"/>
              <a:ext cx="155880" cy="174960"/>
            </a:xfrm>
            <a:custGeom>
              <a:avLst/>
              <a:gdLst>
                <a:gd name="textAreaLeft" fmla="*/ 0 w 155880"/>
                <a:gd name="textAreaRight" fmla="*/ 157680 w 155880"/>
                <a:gd name="textAreaTop" fmla="*/ 0 h 174960"/>
                <a:gd name="textAreaBottom" fmla="*/ 176760 h 17496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1" name="Google Shape;498;p64"/>
          <p:cNvGrpSpPr/>
          <p:nvPr/>
        </p:nvGrpSpPr>
        <p:grpSpPr>
          <a:xfrm>
            <a:off x="448560" y="5823720"/>
            <a:ext cx="444600" cy="109800"/>
            <a:chOff x="448560" y="5823720"/>
            <a:chExt cx="444600" cy="109800"/>
          </a:xfrm>
        </p:grpSpPr>
        <p:sp>
          <p:nvSpPr>
            <p:cNvPr id="482" name="Google Shape;499;p64"/>
            <p:cNvSpPr/>
            <p:nvPr/>
          </p:nvSpPr>
          <p:spPr>
            <a:xfrm>
              <a:off x="825120" y="5828040"/>
              <a:ext cx="68040" cy="105120"/>
            </a:xfrm>
            <a:custGeom>
              <a:avLst/>
              <a:gdLst>
                <a:gd name="textAreaLeft" fmla="*/ 0 w 68040"/>
                <a:gd name="textAreaRight" fmla="*/ 69840 w 68040"/>
                <a:gd name="textAreaTop" fmla="*/ 0 h 105120"/>
                <a:gd name="textAreaBottom" fmla="*/ 106920 h 10512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3" name="Google Shape;500;p64"/>
            <p:cNvSpPr/>
            <p:nvPr/>
          </p:nvSpPr>
          <p:spPr>
            <a:xfrm>
              <a:off x="448560" y="5823720"/>
              <a:ext cx="99360" cy="109800"/>
            </a:xfrm>
            <a:custGeom>
              <a:avLst/>
              <a:gdLst>
                <a:gd name="textAreaLeft" fmla="*/ 0 w 99360"/>
                <a:gd name="textAreaRight" fmla="*/ 101160 w 99360"/>
                <a:gd name="textAreaTop" fmla="*/ 0 h 109800"/>
                <a:gd name="textAreaBottom" fmla="*/ 111600 h 10980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Google Shape;501;p64"/>
            <p:cNvSpPr/>
            <p:nvPr/>
          </p:nvSpPr>
          <p:spPr>
            <a:xfrm>
              <a:off x="545760" y="5839200"/>
              <a:ext cx="96480" cy="91080"/>
            </a:xfrm>
            <a:custGeom>
              <a:avLst/>
              <a:gdLst>
                <a:gd name="textAreaLeft" fmla="*/ 0 w 96480"/>
                <a:gd name="textAreaRight" fmla="*/ 98280 w 96480"/>
                <a:gd name="textAreaTop" fmla="*/ 0 h 91080"/>
                <a:gd name="textAreaBottom" fmla="*/ 92880 h 9108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Google Shape;502;p64"/>
            <p:cNvSpPr/>
            <p:nvPr/>
          </p:nvSpPr>
          <p:spPr>
            <a:xfrm>
              <a:off x="642960" y="5840280"/>
              <a:ext cx="90000" cy="88200"/>
            </a:xfrm>
            <a:custGeom>
              <a:avLst/>
              <a:gdLst>
                <a:gd name="textAreaLeft" fmla="*/ 0 w 90000"/>
                <a:gd name="textAreaRight" fmla="*/ 91800 w 90000"/>
                <a:gd name="textAreaTop" fmla="*/ 0 h 88200"/>
                <a:gd name="textAreaBottom" fmla="*/ 90000 h 8820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6" name="Google Shape;503;p64"/>
            <p:cNvSpPr/>
            <p:nvPr/>
          </p:nvSpPr>
          <p:spPr>
            <a:xfrm>
              <a:off x="733680" y="5839560"/>
              <a:ext cx="90720" cy="90000"/>
            </a:xfrm>
            <a:custGeom>
              <a:avLst/>
              <a:gdLst>
                <a:gd name="textAreaLeft" fmla="*/ 0 w 90720"/>
                <a:gd name="textAreaRight" fmla="*/ 92520 w 90720"/>
                <a:gd name="textAreaTop" fmla="*/ 0 h 90000"/>
                <a:gd name="textAreaBottom" fmla="*/ 91800 h 9000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7" name="Google Shape;504;p64"/>
          <p:cNvSpPr/>
          <p:nvPr/>
        </p:nvSpPr>
        <p:spPr>
          <a:xfrm>
            <a:off x="-254160" y="6756120"/>
            <a:ext cx="12939480" cy="4557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88" name="Google Shape;505;p64"/>
          <p:cNvGrpSpPr/>
          <p:nvPr/>
        </p:nvGrpSpPr>
        <p:grpSpPr>
          <a:xfrm>
            <a:off x="1800" y="0"/>
            <a:ext cx="12397680" cy="4205880"/>
            <a:chOff x="1800" y="0"/>
            <a:chExt cx="12397680" cy="4205880"/>
          </a:xfrm>
        </p:grpSpPr>
        <p:pic>
          <p:nvPicPr>
            <p:cNvPr id="489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1800" y="1800"/>
              <a:ext cx="4484520" cy="42040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90" name="Google Shape;507;p64"/>
            <p:cNvGrpSpPr/>
            <p:nvPr/>
          </p:nvGrpSpPr>
          <p:grpSpPr>
            <a:xfrm>
              <a:off x="2914560" y="0"/>
              <a:ext cx="9484920" cy="2855520"/>
              <a:chOff x="2914560" y="0"/>
              <a:chExt cx="9484920" cy="2855520"/>
            </a:xfrm>
          </p:grpSpPr>
          <p:sp>
            <p:nvSpPr>
              <p:cNvPr id="491" name="Google Shape;508;p64"/>
              <p:cNvSpPr/>
              <p:nvPr/>
            </p:nvSpPr>
            <p:spPr>
              <a:xfrm>
                <a:off x="3538440" y="0"/>
                <a:ext cx="8861040" cy="59184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Google Shape;509;p64"/>
              <p:cNvSpPr/>
              <p:nvPr/>
            </p:nvSpPr>
            <p:spPr>
              <a:xfrm>
                <a:off x="2914560" y="152280"/>
                <a:ext cx="1569960" cy="270324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93" name="Google Shape;510;p64"/>
          <p:cNvSpPr/>
          <p:nvPr/>
        </p:nvSpPr>
        <p:spPr>
          <a:xfrm>
            <a:off x="-254160" y="-12600"/>
            <a:ext cx="12939480" cy="636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I MS 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1476;p86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Google Shape;1477;p86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Google Shape;1478;p86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Google Shape;1479;p86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Google Shape;1480;p86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Google Shape;1481;p86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Google Shape;1482;p86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Google Shape;1483;p86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Google Shape;1484;p86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Google Shape;1485;p86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06" name="Google Shape;1486;p86"/>
          <p:cNvGrpSpPr/>
          <p:nvPr/>
        </p:nvGrpSpPr>
        <p:grpSpPr>
          <a:xfrm>
            <a:off x="727920" y="3083040"/>
            <a:ext cx="6573960" cy="2467080"/>
            <a:chOff x="727920" y="3083040"/>
            <a:chExt cx="6573960" cy="2467080"/>
          </a:xfrm>
        </p:grpSpPr>
        <p:sp>
          <p:nvSpPr>
            <p:cNvPr id="507" name="Google Shape;1487;p86"/>
            <p:cNvSpPr/>
            <p:nvPr/>
          </p:nvSpPr>
          <p:spPr>
            <a:xfrm>
              <a:off x="1363680" y="3424680"/>
              <a:ext cx="593820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Google Shape;1488;p86"/>
            <p:cNvSpPr/>
            <p:nvPr/>
          </p:nvSpPr>
          <p:spPr>
            <a:xfrm rot="16200000">
              <a:off x="-252000" y="4063320"/>
              <a:ext cx="241524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Google Shape;1489;p86"/>
            <p:cNvSpPr/>
            <p:nvPr/>
          </p:nvSpPr>
          <p:spPr>
            <a:xfrm>
              <a:off x="1363680" y="4781520"/>
              <a:ext cx="5938200" cy="76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COM MICROSOFT AZURE_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0" name="Google Shape;1490;p86"/>
          <p:cNvGrpSpPr/>
          <p:nvPr/>
        </p:nvGrpSpPr>
        <p:grpSpPr>
          <a:xfrm>
            <a:off x="755280" y="2845440"/>
            <a:ext cx="691560" cy="691200"/>
            <a:chOff x="755280" y="2845440"/>
            <a:chExt cx="691560" cy="691200"/>
          </a:xfrm>
        </p:grpSpPr>
        <p:sp>
          <p:nvSpPr>
            <p:cNvPr id="511" name="Google Shape;1491;p86"/>
            <p:cNvSpPr/>
            <p:nvPr/>
          </p:nvSpPr>
          <p:spPr>
            <a:xfrm>
              <a:off x="755280" y="319176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Google Shape;1492;p86"/>
            <p:cNvSpPr/>
            <p:nvPr/>
          </p:nvSpPr>
          <p:spPr>
            <a:xfrm>
              <a:off x="1101960" y="284544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3" name="Google Shape;1493;p86"/>
          <p:cNvGrpSpPr/>
          <p:nvPr/>
        </p:nvGrpSpPr>
        <p:grpSpPr>
          <a:xfrm>
            <a:off x="6717960" y="5098320"/>
            <a:ext cx="691560" cy="691560"/>
            <a:chOff x="6717960" y="5098320"/>
            <a:chExt cx="691560" cy="691560"/>
          </a:xfrm>
        </p:grpSpPr>
        <p:sp>
          <p:nvSpPr>
            <p:cNvPr id="514" name="Google Shape;1494;p86"/>
            <p:cNvSpPr/>
            <p:nvPr/>
          </p:nvSpPr>
          <p:spPr>
            <a:xfrm>
              <a:off x="6717960" y="544500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Google Shape;1495;p86"/>
            <p:cNvSpPr/>
            <p:nvPr/>
          </p:nvSpPr>
          <p:spPr>
            <a:xfrm>
              <a:off x="7064640" y="509832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16" name="Google Shape;1496;p86" descr=""/>
          <p:cNvPicPr/>
          <p:nvPr/>
        </p:nvPicPr>
        <p:blipFill>
          <a:blip r:embed="rId2"/>
          <a:stretch/>
        </p:blipFill>
        <p:spPr>
          <a:xfrm>
            <a:off x="10026000" y="3773160"/>
            <a:ext cx="1628640" cy="1628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17" name="Google Shape;1497;p86"/>
          <p:cNvGrpSpPr/>
          <p:nvPr/>
        </p:nvGrpSpPr>
        <p:grpSpPr>
          <a:xfrm>
            <a:off x="10113480" y="597240"/>
            <a:ext cx="1479600" cy="1439280"/>
            <a:chOff x="10113480" y="597240"/>
            <a:chExt cx="1479600" cy="1439280"/>
          </a:xfrm>
        </p:grpSpPr>
        <p:grpSp>
          <p:nvGrpSpPr>
            <p:cNvPr id="518" name="Google Shape;1498;p86"/>
            <p:cNvGrpSpPr/>
            <p:nvPr/>
          </p:nvGrpSpPr>
          <p:grpSpPr>
            <a:xfrm>
              <a:off x="10124640" y="1269360"/>
              <a:ext cx="1468440" cy="767160"/>
              <a:chOff x="10124640" y="1269360"/>
              <a:chExt cx="1468440" cy="767160"/>
            </a:xfrm>
          </p:grpSpPr>
          <p:grpSp>
            <p:nvGrpSpPr>
              <p:cNvPr id="519" name="Google Shape;1499;p86"/>
              <p:cNvGrpSpPr/>
              <p:nvPr/>
            </p:nvGrpSpPr>
            <p:grpSpPr>
              <a:xfrm>
                <a:off x="10124640" y="1269360"/>
                <a:ext cx="1222920" cy="298080"/>
                <a:chOff x="10124640" y="1269360"/>
                <a:chExt cx="1222920" cy="298080"/>
              </a:xfrm>
            </p:grpSpPr>
            <p:sp>
              <p:nvSpPr>
                <p:cNvPr id="520" name="Google Shape;1500;p86"/>
                <p:cNvSpPr/>
                <p:nvPr/>
              </p:nvSpPr>
              <p:spPr>
                <a:xfrm>
                  <a:off x="10124640" y="1269360"/>
                  <a:ext cx="147960" cy="296640"/>
                </a:xfrm>
                <a:custGeom>
                  <a:avLst/>
                  <a:gdLst>
                    <a:gd name="textAreaLeft" fmla="*/ 0 w 147960"/>
                    <a:gd name="textAreaRight" fmla="*/ 149760 w 147960"/>
                    <a:gd name="textAreaTop" fmla="*/ 0 h 296640"/>
                    <a:gd name="textAreaBottom" fmla="*/ 298440 h 29664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1" name="Google Shape;1501;p86"/>
                <p:cNvSpPr/>
                <p:nvPr/>
              </p:nvSpPr>
              <p:spPr>
                <a:xfrm>
                  <a:off x="10305360" y="1324800"/>
                  <a:ext cx="228240" cy="242280"/>
                </a:xfrm>
                <a:custGeom>
                  <a:avLst/>
                  <a:gdLst>
                    <a:gd name="textAreaLeft" fmla="*/ 0 w 228240"/>
                    <a:gd name="textAreaRight" fmla="*/ 230040 w 22824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2" name="Google Shape;1502;p86"/>
                <p:cNvSpPr/>
                <p:nvPr/>
              </p:nvSpPr>
              <p:spPr>
                <a:xfrm>
                  <a:off x="10573560" y="1325160"/>
                  <a:ext cx="216000" cy="242280"/>
                </a:xfrm>
                <a:custGeom>
                  <a:avLst/>
                  <a:gdLst>
                    <a:gd name="textAreaLeft" fmla="*/ 0 w 216000"/>
                    <a:gd name="textAreaRight" fmla="*/ 217800 w 216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3" name="Google Shape;1503;p86"/>
                <p:cNvSpPr/>
                <p:nvPr/>
              </p:nvSpPr>
              <p:spPr>
                <a:xfrm>
                  <a:off x="10834560" y="1325160"/>
                  <a:ext cx="213120" cy="236880"/>
                </a:xfrm>
                <a:custGeom>
                  <a:avLst/>
                  <a:gdLst>
                    <a:gd name="textAreaLeft" fmla="*/ 0 w 213120"/>
                    <a:gd name="textAreaRight" fmla="*/ 214920 w 213120"/>
                    <a:gd name="textAreaTop" fmla="*/ 0 h 236880"/>
                    <a:gd name="textAreaBottom" fmla="*/ 238680 h 23688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4" name="Google Shape;1504;p86"/>
                <p:cNvSpPr/>
                <p:nvPr/>
              </p:nvSpPr>
              <p:spPr>
                <a:xfrm>
                  <a:off x="11095560" y="1325160"/>
                  <a:ext cx="252000" cy="242280"/>
                </a:xfrm>
                <a:custGeom>
                  <a:avLst/>
                  <a:gdLst>
                    <a:gd name="textAreaLeft" fmla="*/ 0 w 252000"/>
                    <a:gd name="textAreaRight" fmla="*/ 253800 w 252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25" name="Google Shape;1505;p86"/>
              <p:cNvGrpSpPr/>
              <p:nvPr/>
            </p:nvGrpSpPr>
            <p:grpSpPr>
              <a:xfrm>
                <a:off x="10546560" y="1648080"/>
                <a:ext cx="1046520" cy="388440"/>
                <a:chOff x="10546560" y="1648080"/>
                <a:chExt cx="1046520" cy="388440"/>
              </a:xfrm>
            </p:grpSpPr>
            <p:sp>
              <p:nvSpPr>
                <p:cNvPr id="526" name="Google Shape;1506;p86"/>
                <p:cNvSpPr/>
                <p:nvPr/>
              </p:nvSpPr>
              <p:spPr>
                <a:xfrm>
                  <a:off x="10546560" y="1648080"/>
                  <a:ext cx="64800" cy="317520"/>
                </a:xfrm>
                <a:custGeom>
                  <a:avLst/>
                  <a:gdLst>
                    <a:gd name="textAreaLeft" fmla="*/ 0 w 64800"/>
                    <a:gd name="textAreaRight" fmla="*/ 66600 w 64800"/>
                    <a:gd name="textAreaTop" fmla="*/ 0 h 317520"/>
                    <a:gd name="textAreaBottom" fmla="*/ 319320 h 31752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7" name="Google Shape;1507;p86"/>
                <p:cNvSpPr/>
                <p:nvPr/>
              </p:nvSpPr>
              <p:spPr>
                <a:xfrm>
                  <a:off x="10664280" y="1728720"/>
                  <a:ext cx="252000" cy="242280"/>
                </a:xfrm>
                <a:custGeom>
                  <a:avLst/>
                  <a:gdLst>
                    <a:gd name="textAreaLeft" fmla="*/ 0 w 252000"/>
                    <a:gd name="textAreaRight" fmla="*/ 253800 w 252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8" name="Google Shape;1508;p86"/>
                <p:cNvSpPr/>
                <p:nvPr/>
              </p:nvSpPr>
              <p:spPr>
                <a:xfrm>
                  <a:off x="10955160" y="1728720"/>
                  <a:ext cx="244440" cy="307800"/>
                </a:xfrm>
                <a:custGeom>
                  <a:avLst/>
                  <a:gdLst>
                    <a:gd name="textAreaLeft" fmla="*/ 0 w 244440"/>
                    <a:gd name="textAreaRight" fmla="*/ 246240 w 244440"/>
                    <a:gd name="textAreaTop" fmla="*/ 0 h 307800"/>
                    <a:gd name="textAreaBottom" fmla="*/ 309600 h 30780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29" name="Google Shape;1509;p86"/>
                <p:cNvSpPr/>
                <p:nvPr/>
              </p:nvSpPr>
              <p:spPr>
                <a:xfrm>
                  <a:off x="11262240" y="1648440"/>
                  <a:ext cx="68400" cy="317520"/>
                </a:xfrm>
                <a:custGeom>
                  <a:avLst/>
                  <a:gdLst>
                    <a:gd name="textAreaLeft" fmla="*/ 0 w 68400"/>
                    <a:gd name="textAreaRight" fmla="*/ 70200 w 68400"/>
                    <a:gd name="textAreaTop" fmla="*/ 0 h 317520"/>
                    <a:gd name="textAreaBottom" fmla="*/ 319320 h 31752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30" name="Google Shape;1510;p86"/>
                <p:cNvSpPr/>
                <p:nvPr/>
              </p:nvSpPr>
              <p:spPr>
                <a:xfrm>
                  <a:off x="11379240" y="1730520"/>
                  <a:ext cx="213840" cy="239760"/>
                </a:xfrm>
                <a:custGeom>
                  <a:avLst/>
                  <a:gdLst>
                    <a:gd name="textAreaLeft" fmla="*/ 0 w 213840"/>
                    <a:gd name="textAreaRight" fmla="*/ 215640 w 213840"/>
                    <a:gd name="textAreaTop" fmla="*/ 0 h 239760"/>
                    <a:gd name="textAreaBottom" fmla="*/ 241560 h 23976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31" name="Google Shape;1511;p86"/>
            <p:cNvGrpSpPr/>
            <p:nvPr/>
          </p:nvGrpSpPr>
          <p:grpSpPr>
            <a:xfrm>
              <a:off x="10207440" y="873000"/>
              <a:ext cx="1175040" cy="297000"/>
              <a:chOff x="10207440" y="873000"/>
              <a:chExt cx="1175040" cy="297000"/>
            </a:xfrm>
          </p:grpSpPr>
          <p:sp>
            <p:nvSpPr>
              <p:cNvPr id="532" name="Google Shape;1512;p86"/>
              <p:cNvSpPr/>
              <p:nvPr/>
            </p:nvSpPr>
            <p:spPr>
              <a:xfrm>
                <a:off x="10207440" y="878040"/>
                <a:ext cx="79920" cy="102240"/>
              </a:xfrm>
              <a:custGeom>
                <a:avLst/>
                <a:gdLst>
                  <a:gd name="textAreaLeft" fmla="*/ 0 w 79920"/>
                  <a:gd name="textAreaRight" fmla="*/ 81720 w 79920"/>
                  <a:gd name="textAreaTop" fmla="*/ 0 h 102240"/>
                  <a:gd name="textAreaBottom" fmla="*/ 104040 h 1022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Google Shape;1513;p86"/>
              <p:cNvSpPr/>
              <p:nvPr/>
            </p:nvSpPr>
            <p:spPr>
              <a:xfrm>
                <a:off x="1028556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4" name="Google Shape;1514;p86"/>
              <p:cNvSpPr/>
              <p:nvPr/>
            </p:nvSpPr>
            <p:spPr>
              <a:xfrm>
                <a:off x="10381680" y="87372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5" name="Google Shape;1515;p86"/>
              <p:cNvSpPr/>
              <p:nvPr/>
            </p:nvSpPr>
            <p:spPr>
              <a:xfrm>
                <a:off x="1047924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6" name="Google Shape;1516;p86"/>
              <p:cNvSpPr/>
              <p:nvPr/>
            </p:nvSpPr>
            <p:spPr>
              <a:xfrm>
                <a:off x="1056456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7" name="Google Shape;1517;p86"/>
              <p:cNvSpPr/>
              <p:nvPr/>
            </p:nvSpPr>
            <p:spPr>
              <a:xfrm>
                <a:off x="1068372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8" name="Google Shape;1518;p86"/>
              <p:cNvSpPr/>
              <p:nvPr/>
            </p:nvSpPr>
            <p:spPr>
              <a:xfrm>
                <a:off x="1076940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Google Shape;1519;p86"/>
              <p:cNvSpPr/>
              <p:nvPr/>
            </p:nvSpPr>
            <p:spPr>
              <a:xfrm>
                <a:off x="10888200" y="873000"/>
                <a:ext cx="44640" cy="107280"/>
              </a:xfrm>
              <a:custGeom>
                <a:avLst/>
                <a:gdLst>
                  <a:gd name="textAreaLeft" fmla="*/ 0 w 44640"/>
                  <a:gd name="textAreaRight" fmla="*/ 46440 w 44640"/>
                  <a:gd name="textAreaTop" fmla="*/ 0 h 107280"/>
                  <a:gd name="textAreaBottom" fmla="*/ 109080 h 1072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0" name="Google Shape;1520;p86"/>
              <p:cNvSpPr/>
              <p:nvPr/>
            </p:nvSpPr>
            <p:spPr>
              <a:xfrm>
                <a:off x="1094292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1" name="Google Shape;1521;p86"/>
              <p:cNvSpPr/>
              <p:nvPr/>
            </p:nvSpPr>
            <p:spPr>
              <a:xfrm>
                <a:off x="11043720" y="90396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2" name="Google Shape;1522;p86"/>
              <p:cNvSpPr/>
              <p:nvPr/>
            </p:nvSpPr>
            <p:spPr>
              <a:xfrm>
                <a:off x="11103840" y="903600"/>
                <a:ext cx="114480" cy="76680"/>
              </a:xfrm>
              <a:custGeom>
                <a:avLst/>
                <a:gdLst>
                  <a:gd name="textAreaLeft" fmla="*/ 0 w 114480"/>
                  <a:gd name="textAreaRight" fmla="*/ 116280 w 11448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Google Shape;1523;p86"/>
              <p:cNvSpPr/>
              <p:nvPr/>
            </p:nvSpPr>
            <p:spPr>
              <a:xfrm>
                <a:off x="1123956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4" name="Google Shape;1524;p86"/>
              <p:cNvSpPr/>
              <p:nvPr/>
            </p:nvSpPr>
            <p:spPr>
              <a:xfrm>
                <a:off x="1132488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5" name="Google Shape;1525;p86"/>
              <p:cNvSpPr/>
              <p:nvPr/>
            </p:nvSpPr>
            <p:spPr>
              <a:xfrm>
                <a:off x="1020816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6" name="Google Shape;1526;p86"/>
              <p:cNvSpPr/>
              <p:nvPr/>
            </p:nvSpPr>
            <p:spPr>
              <a:xfrm>
                <a:off x="103068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7" name="Google Shape;1527;p86"/>
              <p:cNvSpPr/>
              <p:nvPr/>
            </p:nvSpPr>
            <p:spPr>
              <a:xfrm>
                <a:off x="10438200" y="107028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Google Shape;1528;p86"/>
              <p:cNvSpPr/>
              <p:nvPr/>
            </p:nvSpPr>
            <p:spPr>
              <a:xfrm>
                <a:off x="10530360" y="1069560"/>
                <a:ext cx="75960" cy="10044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0440"/>
                  <a:gd name="textAreaBottom" fmla="*/ 102240 h 1004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Google Shape;1529;p86"/>
              <p:cNvSpPr/>
              <p:nvPr/>
            </p:nvSpPr>
            <p:spPr>
              <a:xfrm>
                <a:off x="1062900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Google Shape;1530;p86"/>
              <p:cNvSpPr/>
              <p:nvPr/>
            </p:nvSpPr>
            <p:spPr>
              <a:xfrm>
                <a:off x="106812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Google Shape;1531;p86"/>
              <p:cNvSpPr/>
              <p:nvPr/>
            </p:nvSpPr>
            <p:spPr>
              <a:xfrm>
                <a:off x="10774080" y="1069560"/>
                <a:ext cx="65520" cy="7668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Google Shape;1532;p86"/>
              <p:cNvSpPr/>
              <p:nvPr/>
            </p:nvSpPr>
            <p:spPr>
              <a:xfrm>
                <a:off x="1086084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3" name="Google Shape;1533;p86"/>
              <p:cNvSpPr/>
              <p:nvPr/>
            </p:nvSpPr>
            <p:spPr>
              <a:xfrm>
                <a:off x="1095948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4" name="Google Shape;1534;p86"/>
              <p:cNvSpPr/>
              <p:nvPr/>
            </p:nvSpPr>
            <p:spPr>
              <a:xfrm>
                <a:off x="1105236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55" name="Google Shape;1535;p86"/>
            <p:cNvGrpSpPr/>
            <p:nvPr/>
          </p:nvGrpSpPr>
          <p:grpSpPr>
            <a:xfrm>
              <a:off x="10113480" y="597240"/>
              <a:ext cx="607680" cy="150840"/>
              <a:chOff x="10113480" y="597240"/>
              <a:chExt cx="607680" cy="150840"/>
            </a:xfrm>
          </p:grpSpPr>
          <p:sp>
            <p:nvSpPr>
              <p:cNvPr id="556" name="Google Shape;1536;p86"/>
              <p:cNvSpPr/>
              <p:nvPr/>
            </p:nvSpPr>
            <p:spPr>
              <a:xfrm>
                <a:off x="10627560" y="603360"/>
                <a:ext cx="93600" cy="144000"/>
              </a:xfrm>
              <a:custGeom>
                <a:avLst/>
                <a:gdLst>
                  <a:gd name="textAreaLeft" fmla="*/ 0 w 93600"/>
                  <a:gd name="textAreaRight" fmla="*/ 95400 w 93600"/>
                  <a:gd name="textAreaTop" fmla="*/ 0 h 144000"/>
                  <a:gd name="textAreaBottom" fmla="*/ 145800 h 1440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Google Shape;1537;p86"/>
              <p:cNvSpPr/>
              <p:nvPr/>
            </p:nvSpPr>
            <p:spPr>
              <a:xfrm>
                <a:off x="10113480" y="597240"/>
                <a:ext cx="136080" cy="150840"/>
              </a:xfrm>
              <a:custGeom>
                <a:avLst/>
                <a:gdLst>
                  <a:gd name="textAreaLeft" fmla="*/ 0 w 136080"/>
                  <a:gd name="textAreaRight" fmla="*/ 137880 w 136080"/>
                  <a:gd name="textAreaTop" fmla="*/ 0 h 150840"/>
                  <a:gd name="textAreaBottom" fmla="*/ 152640 h 1508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Google Shape;1538;p86"/>
              <p:cNvSpPr/>
              <p:nvPr/>
            </p:nvSpPr>
            <p:spPr>
              <a:xfrm>
                <a:off x="10246320" y="618480"/>
                <a:ext cx="132480" cy="124920"/>
              </a:xfrm>
              <a:custGeom>
                <a:avLst/>
                <a:gdLst>
                  <a:gd name="textAreaLeft" fmla="*/ 0 w 132480"/>
                  <a:gd name="textAreaRight" fmla="*/ 134280 w 132480"/>
                  <a:gd name="textAreaTop" fmla="*/ 0 h 124920"/>
                  <a:gd name="textAreaBottom" fmla="*/ 126720 h 1249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Google Shape;1539;p86"/>
              <p:cNvSpPr/>
              <p:nvPr/>
            </p:nvSpPr>
            <p:spPr>
              <a:xfrm>
                <a:off x="10378800" y="619920"/>
                <a:ext cx="123840" cy="121320"/>
              </a:xfrm>
              <a:custGeom>
                <a:avLst/>
                <a:gdLst>
                  <a:gd name="textAreaLeft" fmla="*/ 0 w 123840"/>
                  <a:gd name="textAreaRight" fmla="*/ 125640 w 123840"/>
                  <a:gd name="textAreaTop" fmla="*/ 0 h 121320"/>
                  <a:gd name="textAreaBottom" fmla="*/ 123120 h 1213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Google Shape;1540;p86"/>
              <p:cNvSpPr/>
              <p:nvPr/>
            </p:nvSpPr>
            <p:spPr>
              <a:xfrm>
                <a:off x="10503000" y="619200"/>
                <a:ext cx="124920" cy="123480"/>
              </a:xfrm>
              <a:custGeom>
                <a:avLst/>
                <a:gdLst>
                  <a:gd name="textAreaLeft" fmla="*/ 0 w 124920"/>
                  <a:gd name="textAreaRight" fmla="*/ 126720 w 124920"/>
                  <a:gd name="textAreaTop" fmla="*/ 0 h 123480"/>
                  <a:gd name="textAreaBottom" fmla="*/ 125280 h 1234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561" name="Google Shape;1541;p86"/>
          <p:cNvGrpSpPr/>
          <p:nvPr/>
        </p:nvGrpSpPr>
        <p:grpSpPr>
          <a:xfrm>
            <a:off x="770400" y="618480"/>
            <a:ext cx="2595240" cy="378000"/>
            <a:chOff x="770400" y="618480"/>
            <a:chExt cx="2595240" cy="378000"/>
          </a:xfrm>
        </p:grpSpPr>
        <p:sp>
          <p:nvSpPr>
            <p:cNvPr id="562" name="Google Shape;1542;p86"/>
            <p:cNvSpPr/>
            <p:nvPr/>
          </p:nvSpPr>
          <p:spPr>
            <a:xfrm>
              <a:off x="770400" y="618480"/>
              <a:ext cx="179280" cy="179280"/>
            </a:xfrm>
            <a:custGeom>
              <a:avLst/>
              <a:gdLst>
                <a:gd name="textAreaLeft" fmla="*/ 0 w 179280"/>
                <a:gd name="textAreaRight" fmla="*/ 181080 w 179280"/>
                <a:gd name="textAreaTop" fmla="*/ 0 h 179280"/>
                <a:gd name="textAreaBottom" fmla="*/ 181080 h 1792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Google Shape;1543;p86"/>
            <p:cNvSpPr/>
            <p:nvPr/>
          </p:nvSpPr>
          <p:spPr>
            <a:xfrm>
              <a:off x="969120" y="618480"/>
              <a:ext cx="179280" cy="179280"/>
            </a:xfrm>
            <a:custGeom>
              <a:avLst/>
              <a:gdLst>
                <a:gd name="textAreaLeft" fmla="*/ 0 w 179280"/>
                <a:gd name="textAreaRight" fmla="*/ 181080 w 179280"/>
                <a:gd name="textAreaTop" fmla="*/ 0 h 179280"/>
                <a:gd name="textAreaBottom" fmla="*/ 181080 h 1792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Google Shape;1544;p86"/>
            <p:cNvSpPr/>
            <p:nvPr/>
          </p:nvSpPr>
          <p:spPr>
            <a:xfrm>
              <a:off x="770400" y="817200"/>
              <a:ext cx="179280" cy="179280"/>
            </a:xfrm>
            <a:custGeom>
              <a:avLst/>
              <a:gdLst>
                <a:gd name="textAreaLeft" fmla="*/ 0 w 179280"/>
                <a:gd name="textAreaRight" fmla="*/ 181080 w 179280"/>
                <a:gd name="textAreaTop" fmla="*/ 0 h 179280"/>
                <a:gd name="textAreaBottom" fmla="*/ 181080 h 1792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Google Shape;1545;p86"/>
            <p:cNvSpPr/>
            <p:nvPr/>
          </p:nvSpPr>
          <p:spPr>
            <a:xfrm>
              <a:off x="969120" y="817200"/>
              <a:ext cx="179280" cy="179280"/>
            </a:xfrm>
            <a:custGeom>
              <a:avLst/>
              <a:gdLst>
                <a:gd name="textAreaLeft" fmla="*/ 0 w 179280"/>
                <a:gd name="textAreaRight" fmla="*/ 181080 w 179280"/>
                <a:gd name="textAreaTop" fmla="*/ 0 h 179280"/>
                <a:gd name="textAreaBottom" fmla="*/ 181080 h 1792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66" name="Google Shape;1546;p86" descr=""/>
            <p:cNvPicPr/>
            <p:nvPr/>
          </p:nvPicPr>
          <p:blipFill>
            <a:blip r:embed="rId3"/>
            <a:stretch/>
          </p:blipFill>
          <p:spPr>
            <a:xfrm>
              <a:off x="1256760" y="698400"/>
              <a:ext cx="2108880" cy="2242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IA-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1548;p87"/>
          <p:cNvSpPr/>
          <p:nvPr/>
        </p:nvSpPr>
        <p:spPr>
          <a:xfrm>
            <a:off x="8377920" y="13320"/>
            <a:ext cx="3610080" cy="3610080"/>
          </a:xfrm>
          <a:custGeom>
            <a:avLst/>
            <a:gdLst>
              <a:gd name="textAreaLeft" fmla="*/ 0 w 3610080"/>
              <a:gd name="textAreaRight" fmla="*/ 3611880 w 3610080"/>
              <a:gd name="textAreaTop" fmla="*/ 0 h 3610080"/>
              <a:gd name="textAreaBottom" fmla="*/ 3611880 h 36100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Google Shape;1549;p87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Google Shape;1550;p87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Google Shape;1551;p87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Google Shape;1552;p87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Google Shape;1553;p87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Google Shape;1554;p87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Google Shape;1555;p87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Google Shape;1556;p87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Google Shape;1557;p87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Google Shape;1558;p87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78" name="Google Shape;1559;p87"/>
          <p:cNvGrpSpPr/>
          <p:nvPr/>
        </p:nvGrpSpPr>
        <p:grpSpPr>
          <a:xfrm>
            <a:off x="755280" y="2845440"/>
            <a:ext cx="691560" cy="691200"/>
            <a:chOff x="755280" y="2845440"/>
            <a:chExt cx="691560" cy="691200"/>
          </a:xfrm>
        </p:grpSpPr>
        <p:sp>
          <p:nvSpPr>
            <p:cNvPr id="579" name="Google Shape;1560;p87"/>
            <p:cNvSpPr/>
            <p:nvPr/>
          </p:nvSpPr>
          <p:spPr>
            <a:xfrm>
              <a:off x="755280" y="319176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Google Shape;1561;p87"/>
            <p:cNvSpPr/>
            <p:nvPr/>
          </p:nvSpPr>
          <p:spPr>
            <a:xfrm>
              <a:off x="1101960" y="284544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1" name="Google Shape;1562;p87"/>
          <p:cNvGrpSpPr/>
          <p:nvPr/>
        </p:nvGrpSpPr>
        <p:grpSpPr>
          <a:xfrm>
            <a:off x="6717960" y="5098320"/>
            <a:ext cx="691560" cy="691560"/>
            <a:chOff x="6717960" y="5098320"/>
            <a:chExt cx="691560" cy="691560"/>
          </a:xfrm>
        </p:grpSpPr>
        <p:sp>
          <p:nvSpPr>
            <p:cNvPr id="582" name="Google Shape;1563;p87"/>
            <p:cNvSpPr/>
            <p:nvPr/>
          </p:nvSpPr>
          <p:spPr>
            <a:xfrm>
              <a:off x="6717960" y="544500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3" name="Google Shape;1564;p87"/>
            <p:cNvSpPr/>
            <p:nvPr/>
          </p:nvSpPr>
          <p:spPr>
            <a:xfrm>
              <a:off x="7064640" y="509832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4" name="Google Shape;1565;p87"/>
          <p:cNvGrpSpPr/>
          <p:nvPr/>
        </p:nvGrpSpPr>
        <p:grpSpPr>
          <a:xfrm>
            <a:off x="795240" y="2890800"/>
            <a:ext cx="3672360" cy="3107160"/>
            <a:chOff x="795240" y="2890800"/>
            <a:chExt cx="3672360" cy="3107160"/>
          </a:xfrm>
        </p:grpSpPr>
        <p:sp>
          <p:nvSpPr>
            <p:cNvPr id="585" name="Google Shape;1566;p87"/>
            <p:cNvSpPr/>
            <p:nvPr/>
          </p:nvSpPr>
          <p:spPr>
            <a:xfrm>
              <a:off x="795240" y="4303800"/>
              <a:ext cx="563400" cy="169416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694160"/>
                <a:gd name="textAreaBottom" fmla="*/ 1695960 h 16941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" name="Google Shape;1567;p87"/>
            <p:cNvSpPr/>
            <p:nvPr/>
          </p:nvSpPr>
          <p:spPr>
            <a:xfrm>
              <a:off x="3904200" y="3738600"/>
              <a:ext cx="563400" cy="112860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7" name="Google Shape;1568;p87"/>
            <p:cNvSpPr/>
            <p:nvPr/>
          </p:nvSpPr>
          <p:spPr>
            <a:xfrm>
              <a:off x="4186800" y="543456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Google Shape;1569;p87"/>
            <p:cNvSpPr/>
            <p:nvPr/>
          </p:nvSpPr>
          <p:spPr>
            <a:xfrm>
              <a:off x="2490840" y="317340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Google Shape;1570;p87"/>
            <p:cNvSpPr/>
            <p:nvPr/>
          </p:nvSpPr>
          <p:spPr>
            <a:xfrm>
              <a:off x="1360440" y="2890800"/>
              <a:ext cx="1128600" cy="1128600"/>
            </a:xfrm>
            <a:custGeom>
              <a:avLst/>
              <a:gdLst>
                <a:gd name="textAreaLeft" fmla="*/ 0 w 1128600"/>
                <a:gd name="textAreaRight" fmla="*/ 1130400 w 11286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" name="Google Shape;1571;p87"/>
            <p:cNvSpPr/>
            <p:nvPr/>
          </p:nvSpPr>
          <p:spPr>
            <a:xfrm>
              <a:off x="1925640" y="4303800"/>
              <a:ext cx="1411200" cy="1411200"/>
            </a:xfrm>
            <a:custGeom>
              <a:avLst/>
              <a:gdLst>
                <a:gd name="textAreaLeft" fmla="*/ 0 w 1411200"/>
                <a:gd name="textAreaRight" fmla="*/ 1413000 w 1411200"/>
                <a:gd name="textAreaTop" fmla="*/ 0 h 1411200"/>
                <a:gd name="textAreaBottom" fmla="*/ 1413000 h 14112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1" name="Google Shape;1572;p87"/>
          <p:cNvGrpSpPr/>
          <p:nvPr/>
        </p:nvGrpSpPr>
        <p:grpSpPr>
          <a:xfrm>
            <a:off x="1684080" y="792720"/>
            <a:ext cx="1368360" cy="1094400"/>
            <a:chOff x="1684080" y="792720"/>
            <a:chExt cx="1368360" cy="1094400"/>
          </a:xfrm>
        </p:grpSpPr>
        <p:sp>
          <p:nvSpPr>
            <p:cNvPr id="592" name="Google Shape;1573;p87"/>
            <p:cNvSpPr/>
            <p:nvPr/>
          </p:nvSpPr>
          <p:spPr>
            <a:xfrm>
              <a:off x="2232000" y="79272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Google Shape;1574;p87"/>
            <p:cNvSpPr/>
            <p:nvPr/>
          </p:nvSpPr>
          <p:spPr>
            <a:xfrm>
              <a:off x="1958040" y="106668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Google Shape;1575;p87"/>
            <p:cNvSpPr/>
            <p:nvPr/>
          </p:nvSpPr>
          <p:spPr>
            <a:xfrm>
              <a:off x="1684080" y="13410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Google Shape;1576;p87"/>
            <p:cNvSpPr/>
            <p:nvPr/>
          </p:nvSpPr>
          <p:spPr>
            <a:xfrm>
              <a:off x="168408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6" name="Google Shape;1577;p87"/>
            <p:cNvSpPr/>
            <p:nvPr/>
          </p:nvSpPr>
          <p:spPr>
            <a:xfrm>
              <a:off x="195804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7" name="Google Shape;1578;p87"/>
            <p:cNvSpPr/>
            <p:nvPr/>
          </p:nvSpPr>
          <p:spPr>
            <a:xfrm>
              <a:off x="223200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Google Shape;1579;p87"/>
            <p:cNvSpPr/>
            <p:nvPr/>
          </p:nvSpPr>
          <p:spPr>
            <a:xfrm>
              <a:off x="250632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Google Shape;1580;p87"/>
            <p:cNvSpPr/>
            <p:nvPr/>
          </p:nvSpPr>
          <p:spPr>
            <a:xfrm>
              <a:off x="278028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Google Shape;1581;p87"/>
            <p:cNvSpPr/>
            <p:nvPr/>
          </p:nvSpPr>
          <p:spPr>
            <a:xfrm>
              <a:off x="2780280" y="13410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Google Shape;1582;p87"/>
            <p:cNvSpPr/>
            <p:nvPr/>
          </p:nvSpPr>
          <p:spPr>
            <a:xfrm>
              <a:off x="2506320" y="106668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2" name="Google Shape;1583;p87"/>
          <p:cNvGrpSpPr/>
          <p:nvPr/>
        </p:nvGrpSpPr>
        <p:grpSpPr>
          <a:xfrm>
            <a:off x="9798120" y="5367240"/>
            <a:ext cx="1396440" cy="729720"/>
            <a:chOff x="9798120" y="5367240"/>
            <a:chExt cx="1396440" cy="729720"/>
          </a:xfrm>
        </p:grpSpPr>
        <p:grpSp>
          <p:nvGrpSpPr>
            <p:cNvPr id="603" name="Google Shape;1584;p87"/>
            <p:cNvGrpSpPr/>
            <p:nvPr/>
          </p:nvGrpSpPr>
          <p:grpSpPr>
            <a:xfrm>
              <a:off x="9798120" y="5367240"/>
              <a:ext cx="1162800" cy="283320"/>
              <a:chOff x="9798120" y="5367240"/>
              <a:chExt cx="1162800" cy="283320"/>
            </a:xfrm>
          </p:grpSpPr>
          <p:sp>
            <p:nvSpPr>
              <p:cNvPr id="604" name="Google Shape;1585;p87"/>
              <p:cNvSpPr/>
              <p:nvPr/>
            </p:nvSpPr>
            <p:spPr>
              <a:xfrm>
                <a:off x="9798120" y="5367240"/>
                <a:ext cx="140400" cy="281880"/>
              </a:xfrm>
              <a:custGeom>
                <a:avLst/>
                <a:gdLst>
                  <a:gd name="textAreaLeft" fmla="*/ 0 w 140400"/>
                  <a:gd name="textAreaRight" fmla="*/ 142200 w 140400"/>
                  <a:gd name="textAreaTop" fmla="*/ 0 h 281880"/>
                  <a:gd name="textAreaBottom" fmla="*/ 283680 h 2818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Google Shape;1586;p87"/>
              <p:cNvSpPr/>
              <p:nvPr/>
            </p:nvSpPr>
            <p:spPr>
              <a:xfrm>
                <a:off x="9969840" y="5420160"/>
                <a:ext cx="217080" cy="230400"/>
              </a:xfrm>
              <a:custGeom>
                <a:avLst/>
                <a:gdLst>
                  <a:gd name="textAreaLeft" fmla="*/ 0 w 217080"/>
                  <a:gd name="textAreaRight" fmla="*/ 218880 w 21708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Google Shape;1587;p87"/>
              <p:cNvSpPr/>
              <p:nvPr/>
            </p:nvSpPr>
            <p:spPr>
              <a:xfrm>
                <a:off x="10224720" y="5420160"/>
                <a:ext cx="205200" cy="230400"/>
              </a:xfrm>
              <a:custGeom>
                <a:avLst/>
                <a:gdLst>
                  <a:gd name="textAreaLeft" fmla="*/ 0 w 205200"/>
                  <a:gd name="textAreaRight" fmla="*/ 207000 w 2052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Google Shape;1588;p87"/>
              <p:cNvSpPr/>
              <p:nvPr/>
            </p:nvSpPr>
            <p:spPr>
              <a:xfrm>
                <a:off x="10473120" y="5420160"/>
                <a:ext cx="202320" cy="225360"/>
              </a:xfrm>
              <a:custGeom>
                <a:avLst/>
                <a:gdLst>
                  <a:gd name="textAreaLeft" fmla="*/ 0 w 202320"/>
                  <a:gd name="textAreaRight" fmla="*/ 204120 w 202320"/>
                  <a:gd name="textAreaTop" fmla="*/ 0 h 225360"/>
                  <a:gd name="textAreaBottom" fmla="*/ 227160 h 2253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Google Shape;1589;p87"/>
              <p:cNvSpPr/>
              <p:nvPr/>
            </p:nvSpPr>
            <p:spPr>
              <a:xfrm>
                <a:off x="10721520" y="542016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09" name="Google Shape;1590;p87"/>
            <p:cNvGrpSpPr/>
            <p:nvPr/>
          </p:nvGrpSpPr>
          <p:grpSpPr>
            <a:xfrm>
              <a:off x="10199160" y="5727600"/>
              <a:ext cx="995400" cy="369360"/>
              <a:chOff x="10199160" y="5727600"/>
              <a:chExt cx="995400" cy="369360"/>
            </a:xfrm>
          </p:grpSpPr>
          <p:sp>
            <p:nvSpPr>
              <p:cNvPr id="610" name="Google Shape;1591;p87"/>
              <p:cNvSpPr/>
              <p:nvPr/>
            </p:nvSpPr>
            <p:spPr>
              <a:xfrm>
                <a:off x="10199160" y="5727600"/>
                <a:ext cx="61560" cy="301680"/>
              </a:xfrm>
              <a:custGeom>
                <a:avLst/>
                <a:gdLst>
                  <a:gd name="textAreaLeft" fmla="*/ 0 w 61560"/>
                  <a:gd name="textAreaRight" fmla="*/ 63360 w 6156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1" name="Google Shape;1592;p87"/>
              <p:cNvSpPr/>
              <p:nvPr/>
            </p:nvSpPr>
            <p:spPr>
              <a:xfrm>
                <a:off x="10311120" y="580428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Google Shape;1593;p87"/>
              <p:cNvSpPr/>
              <p:nvPr/>
            </p:nvSpPr>
            <p:spPr>
              <a:xfrm>
                <a:off x="10588320" y="5804280"/>
                <a:ext cx="232200" cy="292680"/>
              </a:xfrm>
              <a:custGeom>
                <a:avLst/>
                <a:gdLst>
                  <a:gd name="textAreaLeft" fmla="*/ 0 w 232200"/>
                  <a:gd name="textAreaRight" fmla="*/ 234000 w 232200"/>
                  <a:gd name="textAreaTop" fmla="*/ 0 h 292680"/>
                  <a:gd name="textAreaBottom" fmla="*/ 294480 h 2926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3" name="Google Shape;1594;p87"/>
              <p:cNvSpPr/>
              <p:nvPr/>
            </p:nvSpPr>
            <p:spPr>
              <a:xfrm>
                <a:off x="10880280" y="5727600"/>
                <a:ext cx="64800" cy="301680"/>
              </a:xfrm>
              <a:custGeom>
                <a:avLst/>
                <a:gdLst>
                  <a:gd name="textAreaLeft" fmla="*/ 0 w 64800"/>
                  <a:gd name="textAreaRight" fmla="*/ 66600 w 6480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4" name="Google Shape;1595;p87"/>
              <p:cNvSpPr/>
              <p:nvPr/>
            </p:nvSpPr>
            <p:spPr>
              <a:xfrm>
                <a:off x="10991160" y="5806080"/>
                <a:ext cx="203400" cy="227880"/>
              </a:xfrm>
              <a:custGeom>
                <a:avLst/>
                <a:gdLst>
                  <a:gd name="textAreaLeft" fmla="*/ 0 w 203400"/>
                  <a:gd name="textAreaRight" fmla="*/ 205200 w 203400"/>
                  <a:gd name="textAreaTop" fmla="*/ 0 h 227880"/>
                  <a:gd name="textAreaBottom" fmla="*/ 229680 h 2278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15" name="Google Shape;1596;p87"/>
          <p:cNvGrpSpPr/>
          <p:nvPr/>
        </p:nvGrpSpPr>
        <p:grpSpPr>
          <a:xfrm>
            <a:off x="9880920" y="5104080"/>
            <a:ext cx="577800" cy="143280"/>
            <a:chOff x="9880920" y="5104080"/>
            <a:chExt cx="577800" cy="143280"/>
          </a:xfrm>
        </p:grpSpPr>
        <p:sp>
          <p:nvSpPr>
            <p:cNvPr id="616" name="Google Shape;1597;p87"/>
            <p:cNvSpPr/>
            <p:nvPr/>
          </p:nvSpPr>
          <p:spPr>
            <a:xfrm>
              <a:off x="10369800" y="5109840"/>
              <a:ext cx="88920" cy="136800"/>
            </a:xfrm>
            <a:custGeom>
              <a:avLst/>
              <a:gdLst>
                <a:gd name="textAreaLeft" fmla="*/ 0 w 88920"/>
                <a:gd name="textAreaRight" fmla="*/ 90720 w 88920"/>
                <a:gd name="textAreaTop" fmla="*/ 0 h 136800"/>
                <a:gd name="textAreaBottom" fmla="*/ 138600 h 1368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7" name="Google Shape;1598;p87"/>
            <p:cNvSpPr/>
            <p:nvPr/>
          </p:nvSpPr>
          <p:spPr>
            <a:xfrm>
              <a:off x="9880920" y="5104080"/>
              <a:ext cx="129240" cy="143280"/>
            </a:xfrm>
            <a:custGeom>
              <a:avLst/>
              <a:gdLst>
                <a:gd name="textAreaLeft" fmla="*/ 0 w 129240"/>
                <a:gd name="textAreaRight" fmla="*/ 131040 w 129240"/>
                <a:gd name="textAreaTop" fmla="*/ 0 h 143280"/>
                <a:gd name="textAreaBottom" fmla="*/ 145080 h 1432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Google Shape;1599;p87"/>
            <p:cNvSpPr/>
            <p:nvPr/>
          </p:nvSpPr>
          <p:spPr>
            <a:xfrm>
              <a:off x="10007280" y="5124240"/>
              <a:ext cx="125640" cy="118800"/>
            </a:xfrm>
            <a:custGeom>
              <a:avLst/>
              <a:gdLst>
                <a:gd name="textAreaLeft" fmla="*/ 0 w 125640"/>
                <a:gd name="textAreaRight" fmla="*/ 127440 w 125640"/>
                <a:gd name="textAreaTop" fmla="*/ 0 h 118800"/>
                <a:gd name="textAreaBottom" fmla="*/ 120600 h 1188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Google Shape;1600;p87"/>
            <p:cNvSpPr/>
            <p:nvPr/>
          </p:nvSpPr>
          <p:spPr>
            <a:xfrm>
              <a:off x="10133280" y="5125680"/>
              <a:ext cx="117360" cy="115200"/>
            </a:xfrm>
            <a:custGeom>
              <a:avLst/>
              <a:gdLst>
                <a:gd name="textAreaLeft" fmla="*/ 0 w 117360"/>
                <a:gd name="textAreaRight" fmla="*/ 119160 w 117360"/>
                <a:gd name="textAreaTop" fmla="*/ 0 h 115200"/>
                <a:gd name="textAreaBottom" fmla="*/ 117000 h 1152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Google Shape;1601;p87"/>
            <p:cNvSpPr/>
            <p:nvPr/>
          </p:nvSpPr>
          <p:spPr>
            <a:xfrm>
              <a:off x="10251720" y="5124960"/>
              <a:ext cx="118440" cy="117360"/>
            </a:xfrm>
            <a:custGeom>
              <a:avLst/>
              <a:gdLst>
                <a:gd name="textAreaLeft" fmla="*/ 0 w 118440"/>
                <a:gd name="textAreaRight" fmla="*/ 120240 w 118440"/>
                <a:gd name="textAreaTop" fmla="*/ 0 h 117360"/>
                <a:gd name="textAreaBottom" fmla="*/ 119160 h 1173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1" name="Google Shape;1602;p87"/>
          <p:cNvGrpSpPr/>
          <p:nvPr/>
        </p:nvGrpSpPr>
        <p:grpSpPr>
          <a:xfrm>
            <a:off x="401040" y="198360"/>
            <a:ext cx="7673400" cy="1623240"/>
            <a:chOff x="401040" y="198360"/>
            <a:chExt cx="7673400" cy="1623240"/>
          </a:xfrm>
        </p:grpSpPr>
        <p:sp>
          <p:nvSpPr>
            <p:cNvPr id="622" name="Google Shape;1603;p87"/>
            <p:cNvSpPr/>
            <p:nvPr/>
          </p:nvSpPr>
          <p:spPr>
            <a:xfrm>
              <a:off x="690480" y="275760"/>
              <a:ext cx="377712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Google Shape;1604;p87"/>
            <p:cNvSpPr/>
            <p:nvPr/>
          </p:nvSpPr>
          <p:spPr>
            <a:xfrm>
              <a:off x="2858400" y="821880"/>
              <a:ext cx="5216040" cy="76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_COM MICROSOFT AZURE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4" name="Google Shape;1605;p87"/>
            <p:cNvGrpSpPr/>
            <p:nvPr/>
          </p:nvGrpSpPr>
          <p:grpSpPr>
            <a:xfrm>
              <a:off x="401040" y="198360"/>
              <a:ext cx="691560" cy="691560"/>
              <a:chOff x="401040" y="198360"/>
              <a:chExt cx="691560" cy="691560"/>
            </a:xfrm>
          </p:grpSpPr>
          <p:sp>
            <p:nvSpPr>
              <p:cNvPr id="625" name="Google Shape;1606;p87"/>
              <p:cNvSpPr/>
              <p:nvPr/>
            </p:nvSpPr>
            <p:spPr>
              <a:xfrm>
                <a:off x="401040" y="545040"/>
                <a:ext cx="344880" cy="34488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6" name="Google Shape;1607;p87"/>
              <p:cNvSpPr/>
              <p:nvPr/>
            </p:nvSpPr>
            <p:spPr>
              <a:xfrm>
                <a:off x="747720" y="198360"/>
                <a:ext cx="344880" cy="34488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7" name="Google Shape;1608;p87"/>
          <p:cNvSpPr/>
          <p:nvPr/>
        </p:nvSpPr>
        <p:spPr>
          <a:xfrm>
            <a:off x="706680" y="3871800"/>
            <a:ext cx="355716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28" name="Google Shape;1609;p87"/>
          <p:cNvGrpSpPr/>
          <p:nvPr/>
        </p:nvGrpSpPr>
        <p:grpSpPr>
          <a:xfrm>
            <a:off x="8925840" y="1445400"/>
            <a:ext cx="2595240" cy="378000"/>
            <a:chOff x="8925840" y="1445400"/>
            <a:chExt cx="2595240" cy="378000"/>
          </a:xfrm>
        </p:grpSpPr>
        <p:sp>
          <p:nvSpPr>
            <p:cNvPr id="629" name="Google Shape;1610;p87"/>
            <p:cNvSpPr/>
            <p:nvPr/>
          </p:nvSpPr>
          <p:spPr>
            <a:xfrm>
              <a:off x="8925840" y="1445400"/>
              <a:ext cx="179280" cy="179280"/>
            </a:xfrm>
            <a:custGeom>
              <a:avLst/>
              <a:gdLst>
                <a:gd name="textAreaLeft" fmla="*/ 0 w 179280"/>
                <a:gd name="textAreaRight" fmla="*/ 181080 w 179280"/>
                <a:gd name="textAreaTop" fmla="*/ 0 h 179280"/>
                <a:gd name="textAreaBottom" fmla="*/ 181080 h 1792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Google Shape;1611;p87"/>
            <p:cNvSpPr/>
            <p:nvPr/>
          </p:nvSpPr>
          <p:spPr>
            <a:xfrm>
              <a:off x="9124560" y="1445400"/>
              <a:ext cx="179280" cy="179280"/>
            </a:xfrm>
            <a:custGeom>
              <a:avLst/>
              <a:gdLst>
                <a:gd name="textAreaLeft" fmla="*/ 0 w 179280"/>
                <a:gd name="textAreaRight" fmla="*/ 181080 w 179280"/>
                <a:gd name="textAreaTop" fmla="*/ 0 h 179280"/>
                <a:gd name="textAreaBottom" fmla="*/ 181080 h 1792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Google Shape;1612;p87"/>
            <p:cNvSpPr/>
            <p:nvPr/>
          </p:nvSpPr>
          <p:spPr>
            <a:xfrm>
              <a:off x="8925840" y="1644120"/>
              <a:ext cx="179280" cy="179280"/>
            </a:xfrm>
            <a:custGeom>
              <a:avLst/>
              <a:gdLst>
                <a:gd name="textAreaLeft" fmla="*/ 0 w 179280"/>
                <a:gd name="textAreaRight" fmla="*/ 181080 w 179280"/>
                <a:gd name="textAreaTop" fmla="*/ 0 h 179280"/>
                <a:gd name="textAreaBottom" fmla="*/ 181080 h 1792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Google Shape;1613;p87"/>
            <p:cNvSpPr/>
            <p:nvPr/>
          </p:nvSpPr>
          <p:spPr>
            <a:xfrm>
              <a:off x="9124560" y="1644120"/>
              <a:ext cx="179280" cy="179280"/>
            </a:xfrm>
            <a:custGeom>
              <a:avLst/>
              <a:gdLst>
                <a:gd name="textAreaLeft" fmla="*/ 0 w 179280"/>
                <a:gd name="textAreaRight" fmla="*/ 181080 w 179280"/>
                <a:gd name="textAreaTop" fmla="*/ 0 h 179280"/>
                <a:gd name="textAreaBottom" fmla="*/ 181080 h 1792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33" name="Google Shape;1614;p87" descr=""/>
            <p:cNvPicPr/>
            <p:nvPr/>
          </p:nvPicPr>
          <p:blipFill>
            <a:blip r:embed="rId2"/>
            <a:stretch/>
          </p:blipFill>
          <p:spPr>
            <a:xfrm>
              <a:off x="9412200" y="1525320"/>
              <a:ext cx="2108880" cy="2242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ower 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oogle Shape;1616;p88"/>
          <p:cNvGrpSpPr/>
          <p:nvPr/>
        </p:nvGrpSpPr>
        <p:grpSpPr>
          <a:xfrm>
            <a:off x="727920" y="3083040"/>
            <a:ext cx="5709240" cy="2422080"/>
            <a:chOff x="727920" y="3083040"/>
            <a:chExt cx="5709240" cy="2422080"/>
          </a:xfrm>
        </p:grpSpPr>
        <p:sp>
          <p:nvSpPr>
            <p:cNvPr id="635" name="Google Shape;1617;p88"/>
            <p:cNvSpPr/>
            <p:nvPr/>
          </p:nvSpPr>
          <p:spPr>
            <a:xfrm>
              <a:off x="1363680" y="3959280"/>
              <a:ext cx="507348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_POWER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PLATFORM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Google Shape;1618;p88"/>
            <p:cNvSpPr/>
            <p:nvPr/>
          </p:nvSpPr>
          <p:spPr>
            <a:xfrm rot="16200000">
              <a:off x="-252000" y="4063320"/>
              <a:ext cx="241524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7" name="Google Shape;1619;p88"/>
          <p:cNvGrpSpPr/>
          <p:nvPr/>
        </p:nvGrpSpPr>
        <p:grpSpPr>
          <a:xfrm>
            <a:off x="755280" y="2794320"/>
            <a:ext cx="691560" cy="691560"/>
            <a:chOff x="755280" y="2794320"/>
            <a:chExt cx="691560" cy="691560"/>
          </a:xfrm>
        </p:grpSpPr>
        <p:sp>
          <p:nvSpPr>
            <p:cNvPr id="638" name="Google Shape;1620;p88"/>
            <p:cNvSpPr/>
            <p:nvPr/>
          </p:nvSpPr>
          <p:spPr>
            <a:xfrm>
              <a:off x="755280" y="3141000"/>
              <a:ext cx="344880" cy="34488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Google Shape;1621;p88"/>
            <p:cNvSpPr/>
            <p:nvPr/>
          </p:nvSpPr>
          <p:spPr>
            <a:xfrm>
              <a:off x="1101960" y="2794320"/>
              <a:ext cx="344880" cy="34488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0" name="Google Shape;1622;p88"/>
          <p:cNvGrpSpPr/>
          <p:nvPr/>
        </p:nvGrpSpPr>
        <p:grpSpPr>
          <a:xfrm>
            <a:off x="5847480" y="5352120"/>
            <a:ext cx="691560" cy="691560"/>
            <a:chOff x="5847480" y="5352120"/>
            <a:chExt cx="691560" cy="691560"/>
          </a:xfrm>
        </p:grpSpPr>
        <p:sp>
          <p:nvSpPr>
            <p:cNvPr id="641" name="Google Shape;1623;p88"/>
            <p:cNvSpPr/>
            <p:nvPr/>
          </p:nvSpPr>
          <p:spPr>
            <a:xfrm>
              <a:off x="5847480" y="5698800"/>
              <a:ext cx="344880" cy="34488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2" name="Google Shape;1624;p88"/>
            <p:cNvSpPr/>
            <p:nvPr/>
          </p:nvSpPr>
          <p:spPr>
            <a:xfrm>
              <a:off x="6194160" y="5352120"/>
              <a:ext cx="344880" cy="34488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643" name="Google Shape;1625;p88" descr=""/>
          <p:cNvPicPr/>
          <p:nvPr/>
        </p:nvPicPr>
        <p:blipFill>
          <a:blip r:embed="rId2"/>
          <a:stretch/>
        </p:blipFill>
        <p:spPr>
          <a:xfrm>
            <a:off x="10186920" y="3980880"/>
            <a:ext cx="1346040" cy="144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4" name="Google Shape;1626;p88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Google Shape;1627;p88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Google Shape;1628;p88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Google Shape;1629;p88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Google Shape;1630;p88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Google Shape;1631;p88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Google Shape;1632;p88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Google Shape;1633;p88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Google Shape;1634;p88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Google Shape;1635;p88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54" name="Google Shape;1636;p88"/>
          <p:cNvGrpSpPr/>
          <p:nvPr/>
        </p:nvGrpSpPr>
        <p:grpSpPr>
          <a:xfrm>
            <a:off x="747000" y="880560"/>
            <a:ext cx="462240" cy="484560"/>
            <a:chOff x="747000" y="880560"/>
            <a:chExt cx="462240" cy="484560"/>
          </a:xfrm>
        </p:grpSpPr>
        <p:sp>
          <p:nvSpPr>
            <p:cNvPr id="655" name="Google Shape;1637;p88"/>
            <p:cNvSpPr/>
            <p:nvPr/>
          </p:nvSpPr>
          <p:spPr>
            <a:xfrm>
              <a:off x="747000" y="1177920"/>
              <a:ext cx="187560" cy="187200"/>
            </a:xfrm>
            <a:custGeom>
              <a:avLst/>
              <a:gdLst>
                <a:gd name="textAreaLeft" fmla="*/ 0 w 187560"/>
                <a:gd name="textAreaRight" fmla="*/ 189360 w 187560"/>
                <a:gd name="textAreaTop" fmla="*/ 0 h 187200"/>
                <a:gd name="textAreaBottom" fmla="*/ 189000 h 187200"/>
              </a:gdLst>
              <a:ahLst/>
              <a:cxnLst/>
              <a:rect l="textAreaLeft" t="textAreaTop" r="textAreaRight" b="textAreaBottom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6" name="Google Shape;1638;p88"/>
            <p:cNvSpPr/>
            <p:nvPr/>
          </p:nvSpPr>
          <p:spPr>
            <a:xfrm>
              <a:off x="852480" y="880560"/>
              <a:ext cx="356760" cy="274320"/>
            </a:xfrm>
            <a:custGeom>
              <a:avLst/>
              <a:gdLst>
                <a:gd name="textAreaLeft" fmla="*/ 0 w 356760"/>
                <a:gd name="textAreaRight" fmla="*/ 358560 w 356760"/>
                <a:gd name="textAreaTop" fmla="*/ 0 h 274320"/>
                <a:gd name="textAreaBottom" fmla="*/ 276120 h 274320"/>
              </a:gdLst>
              <a:ahLst/>
              <a:cxnLst/>
              <a:rect l="textAreaLeft" t="textAreaTop" r="textAreaRight" b="textAreaBottom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7" name="Google Shape;1639;p88"/>
            <p:cNvSpPr/>
            <p:nvPr/>
          </p:nvSpPr>
          <p:spPr>
            <a:xfrm>
              <a:off x="852480" y="880560"/>
              <a:ext cx="356760" cy="263520"/>
            </a:xfrm>
            <a:custGeom>
              <a:avLst/>
              <a:gdLst>
                <a:gd name="textAreaLeft" fmla="*/ 0 w 356760"/>
                <a:gd name="textAreaRight" fmla="*/ 358560 w 356760"/>
                <a:gd name="textAreaTop" fmla="*/ 0 h 263520"/>
                <a:gd name="textAreaBottom" fmla="*/ 265320 h 263520"/>
              </a:gdLst>
              <a:ahLst/>
              <a:cxnLst/>
              <a:rect l="textAreaLeft" t="textAreaTop" r="textAreaRight" b="textAreaBottom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4a8b"/>
                </a:gs>
                <a:gs pos="41000">
                  <a:srgbClr val="105da8">
                    <a:alpha val="50000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Google Shape;1640;p88"/>
            <p:cNvSpPr/>
            <p:nvPr/>
          </p:nvSpPr>
          <p:spPr>
            <a:xfrm>
              <a:off x="750960" y="988920"/>
              <a:ext cx="454680" cy="210240"/>
            </a:xfrm>
            <a:custGeom>
              <a:avLst/>
              <a:gdLst>
                <a:gd name="textAreaLeft" fmla="*/ 0 w 454680"/>
                <a:gd name="textAreaRight" fmla="*/ 456480 w 454680"/>
                <a:gd name="textAreaTop" fmla="*/ 0 h 210240"/>
                <a:gd name="textAreaBottom" fmla="*/ 212040 h 21024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9" name="Google Shape;1641;p88"/>
            <p:cNvSpPr/>
            <p:nvPr/>
          </p:nvSpPr>
          <p:spPr>
            <a:xfrm>
              <a:off x="750960" y="997200"/>
              <a:ext cx="454680" cy="210240"/>
            </a:xfrm>
            <a:custGeom>
              <a:avLst/>
              <a:gdLst>
                <a:gd name="textAreaLeft" fmla="*/ 0 w 454680"/>
                <a:gd name="textAreaRight" fmla="*/ 456480 w 454680"/>
                <a:gd name="textAreaTop" fmla="*/ 0 h 210240"/>
                <a:gd name="textAreaBottom" fmla="*/ 212040 h 21024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0" name="Google Shape;1642;p88"/>
            <p:cNvSpPr/>
            <p:nvPr/>
          </p:nvSpPr>
          <p:spPr>
            <a:xfrm>
              <a:off x="750960" y="986760"/>
              <a:ext cx="454680" cy="210240"/>
            </a:xfrm>
            <a:custGeom>
              <a:avLst/>
              <a:gdLst>
                <a:gd name="textAreaLeft" fmla="*/ 0 w 454680"/>
                <a:gd name="textAreaRight" fmla="*/ 456480 w 454680"/>
                <a:gd name="textAreaTop" fmla="*/ 0 h 210240"/>
                <a:gd name="textAreaBottom" fmla="*/ 212040 h 21024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 rotWithShape="0"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7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1" name="Google Shape;1643;p88"/>
            <p:cNvSpPr/>
            <p:nvPr/>
          </p:nvSpPr>
          <p:spPr>
            <a:xfrm>
              <a:off x="750960" y="997560"/>
              <a:ext cx="449280" cy="199800"/>
            </a:xfrm>
            <a:custGeom>
              <a:avLst/>
              <a:gdLst>
                <a:gd name="textAreaLeft" fmla="*/ 0 w 449280"/>
                <a:gd name="textAreaRight" fmla="*/ 451080 w 449280"/>
                <a:gd name="textAreaTop" fmla="*/ 0 h 199800"/>
                <a:gd name="textAreaBottom" fmla="*/ 201600 h 199800"/>
              </a:gdLst>
              <a:ahLst/>
              <a:cxnLst/>
              <a:rect l="textAreaLeft" t="textAreaTop" r="textAreaRight" b="textAreaBottom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 rotWithShape="0">
              <a:gsLst>
                <a:gs pos="0">
                  <a:srgbClr val="a8e47c">
                    <a:alpha val="85000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2" name="Google Shape;1644;p88"/>
          <p:cNvGrpSpPr/>
          <p:nvPr/>
        </p:nvGrpSpPr>
        <p:grpSpPr>
          <a:xfrm>
            <a:off x="10124640" y="1269360"/>
            <a:ext cx="1468440" cy="767160"/>
            <a:chOff x="10124640" y="1269360"/>
            <a:chExt cx="1468440" cy="767160"/>
          </a:xfrm>
        </p:grpSpPr>
        <p:grpSp>
          <p:nvGrpSpPr>
            <p:cNvPr id="663" name="Google Shape;1645;p88"/>
            <p:cNvGrpSpPr/>
            <p:nvPr/>
          </p:nvGrpSpPr>
          <p:grpSpPr>
            <a:xfrm>
              <a:off x="10124640" y="1269360"/>
              <a:ext cx="1222920" cy="298080"/>
              <a:chOff x="10124640" y="1269360"/>
              <a:chExt cx="1222920" cy="298080"/>
            </a:xfrm>
          </p:grpSpPr>
          <p:sp>
            <p:nvSpPr>
              <p:cNvPr id="664" name="Google Shape;1646;p88"/>
              <p:cNvSpPr/>
              <p:nvPr/>
            </p:nvSpPr>
            <p:spPr>
              <a:xfrm>
                <a:off x="10124640" y="1269360"/>
                <a:ext cx="147960" cy="296640"/>
              </a:xfrm>
              <a:custGeom>
                <a:avLst/>
                <a:gdLst>
                  <a:gd name="textAreaLeft" fmla="*/ 0 w 147960"/>
                  <a:gd name="textAreaRight" fmla="*/ 149760 w 147960"/>
                  <a:gd name="textAreaTop" fmla="*/ 0 h 296640"/>
                  <a:gd name="textAreaBottom" fmla="*/ 298440 h 29664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5" name="Google Shape;1647;p88"/>
              <p:cNvSpPr/>
              <p:nvPr/>
            </p:nvSpPr>
            <p:spPr>
              <a:xfrm>
                <a:off x="10305360" y="1324800"/>
                <a:ext cx="228240" cy="242280"/>
              </a:xfrm>
              <a:custGeom>
                <a:avLst/>
                <a:gdLst>
                  <a:gd name="textAreaLeft" fmla="*/ 0 w 228240"/>
                  <a:gd name="textAreaRight" fmla="*/ 230040 w 22824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Google Shape;1648;p88"/>
              <p:cNvSpPr/>
              <p:nvPr/>
            </p:nvSpPr>
            <p:spPr>
              <a:xfrm>
                <a:off x="10573560" y="1325160"/>
                <a:ext cx="216000" cy="242280"/>
              </a:xfrm>
              <a:custGeom>
                <a:avLst/>
                <a:gdLst>
                  <a:gd name="textAreaLeft" fmla="*/ 0 w 216000"/>
                  <a:gd name="textAreaRight" fmla="*/ 217800 w 216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Google Shape;1649;p88"/>
              <p:cNvSpPr/>
              <p:nvPr/>
            </p:nvSpPr>
            <p:spPr>
              <a:xfrm>
                <a:off x="10834560" y="1325160"/>
                <a:ext cx="213120" cy="236880"/>
              </a:xfrm>
              <a:custGeom>
                <a:avLst/>
                <a:gdLst>
                  <a:gd name="textAreaLeft" fmla="*/ 0 w 213120"/>
                  <a:gd name="textAreaRight" fmla="*/ 214920 w 213120"/>
                  <a:gd name="textAreaTop" fmla="*/ 0 h 236880"/>
                  <a:gd name="textAreaBottom" fmla="*/ 238680 h 23688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8" name="Google Shape;1650;p88"/>
              <p:cNvSpPr/>
              <p:nvPr/>
            </p:nvSpPr>
            <p:spPr>
              <a:xfrm>
                <a:off x="11095560" y="1325160"/>
                <a:ext cx="252000" cy="242280"/>
              </a:xfrm>
              <a:custGeom>
                <a:avLst/>
                <a:gdLst>
                  <a:gd name="textAreaLeft" fmla="*/ 0 w 252000"/>
                  <a:gd name="textAreaRight" fmla="*/ 253800 w 252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69" name="Google Shape;1651;p88"/>
            <p:cNvGrpSpPr/>
            <p:nvPr/>
          </p:nvGrpSpPr>
          <p:grpSpPr>
            <a:xfrm>
              <a:off x="10546560" y="1648080"/>
              <a:ext cx="1046520" cy="388440"/>
              <a:chOff x="10546560" y="1648080"/>
              <a:chExt cx="1046520" cy="388440"/>
            </a:xfrm>
          </p:grpSpPr>
          <p:sp>
            <p:nvSpPr>
              <p:cNvPr id="670" name="Google Shape;1652;p88"/>
              <p:cNvSpPr/>
              <p:nvPr/>
            </p:nvSpPr>
            <p:spPr>
              <a:xfrm>
                <a:off x="10546560" y="1648080"/>
                <a:ext cx="64800" cy="317520"/>
              </a:xfrm>
              <a:custGeom>
                <a:avLst/>
                <a:gdLst>
                  <a:gd name="textAreaLeft" fmla="*/ 0 w 64800"/>
                  <a:gd name="textAreaRight" fmla="*/ 66600 w 64800"/>
                  <a:gd name="textAreaTop" fmla="*/ 0 h 317520"/>
                  <a:gd name="textAreaBottom" fmla="*/ 319320 h 31752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1" name="Google Shape;1653;p88"/>
              <p:cNvSpPr/>
              <p:nvPr/>
            </p:nvSpPr>
            <p:spPr>
              <a:xfrm>
                <a:off x="10664280" y="1728720"/>
                <a:ext cx="252000" cy="242280"/>
              </a:xfrm>
              <a:custGeom>
                <a:avLst/>
                <a:gdLst>
                  <a:gd name="textAreaLeft" fmla="*/ 0 w 252000"/>
                  <a:gd name="textAreaRight" fmla="*/ 253800 w 252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2" name="Google Shape;1654;p88"/>
              <p:cNvSpPr/>
              <p:nvPr/>
            </p:nvSpPr>
            <p:spPr>
              <a:xfrm>
                <a:off x="10955160" y="1728720"/>
                <a:ext cx="244440" cy="307800"/>
              </a:xfrm>
              <a:custGeom>
                <a:avLst/>
                <a:gdLst>
                  <a:gd name="textAreaLeft" fmla="*/ 0 w 244440"/>
                  <a:gd name="textAreaRight" fmla="*/ 246240 w 244440"/>
                  <a:gd name="textAreaTop" fmla="*/ 0 h 307800"/>
                  <a:gd name="textAreaBottom" fmla="*/ 309600 h 30780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3" name="Google Shape;1655;p88"/>
              <p:cNvSpPr/>
              <p:nvPr/>
            </p:nvSpPr>
            <p:spPr>
              <a:xfrm>
                <a:off x="11262240" y="1648440"/>
                <a:ext cx="68400" cy="317520"/>
              </a:xfrm>
              <a:custGeom>
                <a:avLst/>
                <a:gdLst>
                  <a:gd name="textAreaLeft" fmla="*/ 0 w 68400"/>
                  <a:gd name="textAreaRight" fmla="*/ 70200 w 68400"/>
                  <a:gd name="textAreaTop" fmla="*/ 0 h 317520"/>
                  <a:gd name="textAreaBottom" fmla="*/ 319320 h 31752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Google Shape;1656;p88"/>
              <p:cNvSpPr/>
              <p:nvPr/>
            </p:nvSpPr>
            <p:spPr>
              <a:xfrm>
                <a:off x="11379240" y="1730520"/>
                <a:ext cx="213840" cy="239760"/>
              </a:xfrm>
              <a:custGeom>
                <a:avLst/>
                <a:gdLst>
                  <a:gd name="textAreaLeft" fmla="*/ 0 w 213840"/>
                  <a:gd name="textAreaRight" fmla="*/ 215640 w 213840"/>
                  <a:gd name="textAreaTop" fmla="*/ 0 h 239760"/>
                  <a:gd name="textAreaBottom" fmla="*/ 241560 h 23976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75" name="Google Shape;1657;p88"/>
          <p:cNvGrpSpPr/>
          <p:nvPr/>
        </p:nvGrpSpPr>
        <p:grpSpPr>
          <a:xfrm>
            <a:off x="10113480" y="597240"/>
            <a:ext cx="1269000" cy="572760"/>
            <a:chOff x="10113480" y="597240"/>
            <a:chExt cx="1269000" cy="572760"/>
          </a:xfrm>
        </p:grpSpPr>
        <p:grpSp>
          <p:nvGrpSpPr>
            <p:cNvPr id="676" name="Google Shape;1658;p88"/>
            <p:cNvGrpSpPr/>
            <p:nvPr/>
          </p:nvGrpSpPr>
          <p:grpSpPr>
            <a:xfrm>
              <a:off x="10207440" y="873000"/>
              <a:ext cx="1175040" cy="297000"/>
              <a:chOff x="10207440" y="873000"/>
              <a:chExt cx="1175040" cy="297000"/>
            </a:xfrm>
          </p:grpSpPr>
          <p:sp>
            <p:nvSpPr>
              <p:cNvPr id="677" name="Google Shape;1659;p88"/>
              <p:cNvSpPr/>
              <p:nvPr/>
            </p:nvSpPr>
            <p:spPr>
              <a:xfrm>
                <a:off x="10207440" y="878040"/>
                <a:ext cx="79920" cy="102240"/>
              </a:xfrm>
              <a:custGeom>
                <a:avLst/>
                <a:gdLst>
                  <a:gd name="textAreaLeft" fmla="*/ 0 w 79920"/>
                  <a:gd name="textAreaRight" fmla="*/ 81720 w 79920"/>
                  <a:gd name="textAreaTop" fmla="*/ 0 h 102240"/>
                  <a:gd name="textAreaBottom" fmla="*/ 104040 h 1022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Google Shape;1660;p88"/>
              <p:cNvSpPr/>
              <p:nvPr/>
            </p:nvSpPr>
            <p:spPr>
              <a:xfrm>
                <a:off x="1028556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Google Shape;1661;p88"/>
              <p:cNvSpPr/>
              <p:nvPr/>
            </p:nvSpPr>
            <p:spPr>
              <a:xfrm>
                <a:off x="10381680" y="87372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0" name="Google Shape;1662;p88"/>
              <p:cNvSpPr/>
              <p:nvPr/>
            </p:nvSpPr>
            <p:spPr>
              <a:xfrm>
                <a:off x="1047924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1" name="Google Shape;1663;p88"/>
              <p:cNvSpPr/>
              <p:nvPr/>
            </p:nvSpPr>
            <p:spPr>
              <a:xfrm>
                <a:off x="1056456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2" name="Google Shape;1664;p88"/>
              <p:cNvSpPr/>
              <p:nvPr/>
            </p:nvSpPr>
            <p:spPr>
              <a:xfrm>
                <a:off x="1068372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3" name="Google Shape;1665;p88"/>
              <p:cNvSpPr/>
              <p:nvPr/>
            </p:nvSpPr>
            <p:spPr>
              <a:xfrm>
                <a:off x="1076940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Google Shape;1666;p88"/>
              <p:cNvSpPr/>
              <p:nvPr/>
            </p:nvSpPr>
            <p:spPr>
              <a:xfrm>
                <a:off x="10888200" y="873000"/>
                <a:ext cx="44640" cy="107280"/>
              </a:xfrm>
              <a:custGeom>
                <a:avLst/>
                <a:gdLst>
                  <a:gd name="textAreaLeft" fmla="*/ 0 w 44640"/>
                  <a:gd name="textAreaRight" fmla="*/ 46440 w 44640"/>
                  <a:gd name="textAreaTop" fmla="*/ 0 h 107280"/>
                  <a:gd name="textAreaBottom" fmla="*/ 109080 h 1072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5" name="Google Shape;1667;p88"/>
              <p:cNvSpPr/>
              <p:nvPr/>
            </p:nvSpPr>
            <p:spPr>
              <a:xfrm>
                <a:off x="1094292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6" name="Google Shape;1668;p88"/>
              <p:cNvSpPr/>
              <p:nvPr/>
            </p:nvSpPr>
            <p:spPr>
              <a:xfrm>
                <a:off x="11043720" y="90396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Google Shape;1669;p88"/>
              <p:cNvSpPr/>
              <p:nvPr/>
            </p:nvSpPr>
            <p:spPr>
              <a:xfrm>
                <a:off x="11103840" y="903600"/>
                <a:ext cx="114480" cy="76680"/>
              </a:xfrm>
              <a:custGeom>
                <a:avLst/>
                <a:gdLst>
                  <a:gd name="textAreaLeft" fmla="*/ 0 w 114480"/>
                  <a:gd name="textAreaRight" fmla="*/ 116280 w 11448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Google Shape;1670;p88"/>
              <p:cNvSpPr/>
              <p:nvPr/>
            </p:nvSpPr>
            <p:spPr>
              <a:xfrm>
                <a:off x="1123956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Google Shape;1671;p88"/>
              <p:cNvSpPr/>
              <p:nvPr/>
            </p:nvSpPr>
            <p:spPr>
              <a:xfrm>
                <a:off x="1132488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0" name="Google Shape;1672;p88"/>
              <p:cNvSpPr/>
              <p:nvPr/>
            </p:nvSpPr>
            <p:spPr>
              <a:xfrm>
                <a:off x="1020816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1" name="Google Shape;1673;p88"/>
              <p:cNvSpPr/>
              <p:nvPr/>
            </p:nvSpPr>
            <p:spPr>
              <a:xfrm>
                <a:off x="103068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2" name="Google Shape;1674;p88"/>
              <p:cNvSpPr/>
              <p:nvPr/>
            </p:nvSpPr>
            <p:spPr>
              <a:xfrm>
                <a:off x="10438200" y="107028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3" name="Google Shape;1675;p88"/>
              <p:cNvSpPr/>
              <p:nvPr/>
            </p:nvSpPr>
            <p:spPr>
              <a:xfrm>
                <a:off x="10530360" y="1069560"/>
                <a:ext cx="75960" cy="10044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0440"/>
                  <a:gd name="textAreaBottom" fmla="*/ 102240 h 1004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Google Shape;1676;p88"/>
              <p:cNvSpPr/>
              <p:nvPr/>
            </p:nvSpPr>
            <p:spPr>
              <a:xfrm>
                <a:off x="1062900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Google Shape;1677;p88"/>
              <p:cNvSpPr/>
              <p:nvPr/>
            </p:nvSpPr>
            <p:spPr>
              <a:xfrm>
                <a:off x="106812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Google Shape;1678;p88"/>
              <p:cNvSpPr/>
              <p:nvPr/>
            </p:nvSpPr>
            <p:spPr>
              <a:xfrm>
                <a:off x="10774080" y="1069560"/>
                <a:ext cx="65520" cy="7668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Google Shape;1679;p88"/>
              <p:cNvSpPr/>
              <p:nvPr/>
            </p:nvSpPr>
            <p:spPr>
              <a:xfrm>
                <a:off x="1086084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Google Shape;1680;p88"/>
              <p:cNvSpPr/>
              <p:nvPr/>
            </p:nvSpPr>
            <p:spPr>
              <a:xfrm>
                <a:off x="1095948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9" name="Google Shape;1681;p88"/>
              <p:cNvSpPr/>
              <p:nvPr/>
            </p:nvSpPr>
            <p:spPr>
              <a:xfrm>
                <a:off x="1105236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00" name="Google Shape;1682;p88"/>
            <p:cNvGrpSpPr/>
            <p:nvPr/>
          </p:nvGrpSpPr>
          <p:grpSpPr>
            <a:xfrm>
              <a:off x="10113480" y="597240"/>
              <a:ext cx="607680" cy="150840"/>
              <a:chOff x="10113480" y="597240"/>
              <a:chExt cx="607680" cy="150840"/>
            </a:xfrm>
          </p:grpSpPr>
          <p:sp>
            <p:nvSpPr>
              <p:cNvPr id="701" name="Google Shape;1683;p88"/>
              <p:cNvSpPr/>
              <p:nvPr/>
            </p:nvSpPr>
            <p:spPr>
              <a:xfrm>
                <a:off x="10627560" y="603360"/>
                <a:ext cx="93600" cy="144000"/>
              </a:xfrm>
              <a:custGeom>
                <a:avLst/>
                <a:gdLst>
                  <a:gd name="textAreaLeft" fmla="*/ 0 w 93600"/>
                  <a:gd name="textAreaRight" fmla="*/ 95400 w 93600"/>
                  <a:gd name="textAreaTop" fmla="*/ 0 h 144000"/>
                  <a:gd name="textAreaBottom" fmla="*/ 145800 h 1440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2" name="Google Shape;1684;p88"/>
              <p:cNvSpPr/>
              <p:nvPr/>
            </p:nvSpPr>
            <p:spPr>
              <a:xfrm>
                <a:off x="10113480" y="597240"/>
                <a:ext cx="136080" cy="150840"/>
              </a:xfrm>
              <a:custGeom>
                <a:avLst/>
                <a:gdLst>
                  <a:gd name="textAreaLeft" fmla="*/ 0 w 136080"/>
                  <a:gd name="textAreaRight" fmla="*/ 137880 w 136080"/>
                  <a:gd name="textAreaTop" fmla="*/ 0 h 150840"/>
                  <a:gd name="textAreaBottom" fmla="*/ 152640 h 1508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3" name="Google Shape;1685;p88"/>
              <p:cNvSpPr/>
              <p:nvPr/>
            </p:nvSpPr>
            <p:spPr>
              <a:xfrm>
                <a:off x="10246320" y="618480"/>
                <a:ext cx="132480" cy="124920"/>
              </a:xfrm>
              <a:custGeom>
                <a:avLst/>
                <a:gdLst>
                  <a:gd name="textAreaLeft" fmla="*/ 0 w 132480"/>
                  <a:gd name="textAreaRight" fmla="*/ 134280 w 132480"/>
                  <a:gd name="textAreaTop" fmla="*/ 0 h 124920"/>
                  <a:gd name="textAreaBottom" fmla="*/ 126720 h 1249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Google Shape;1686;p88"/>
              <p:cNvSpPr/>
              <p:nvPr/>
            </p:nvSpPr>
            <p:spPr>
              <a:xfrm>
                <a:off x="10378800" y="619920"/>
                <a:ext cx="123840" cy="121320"/>
              </a:xfrm>
              <a:custGeom>
                <a:avLst/>
                <a:gdLst>
                  <a:gd name="textAreaLeft" fmla="*/ 0 w 123840"/>
                  <a:gd name="textAreaRight" fmla="*/ 125640 w 123840"/>
                  <a:gd name="textAreaTop" fmla="*/ 0 h 121320"/>
                  <a:gd name="textAreaBottom" fmla="*/ 123120 h 1213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5" name="Google Shape;1687;p88"/>
              <p:cNvSpPr/>
              <p:nvPr/>
            </p:nvSpPr>
            <p:spPr>
              <a:xfrm>
                <a:off x="10503000" y="619200"/>
                <a:ext cx="124920" cy="123480"/>
              </a:xfrm>
              <a:custGeom>
                <a:avLst/>
                <a:gdLst>
                  <a:gd name="textAreaLeft" fmla="*/ 0 w 124920"/>
                  <a:gd name="textAreaRight" fmla="*/ 126720 w 124920"/>
                  <a:gd name="textAreaTop" fmla="*/ 0 h 123480"/>
                  <a:gd name="textAreaBottom" fmla="*/ 125280 h 1234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706" name="Google Shape;1688;p88"/>
          <p:cNvGrpSpPr/>
          <p:nvPr/>
        </p:nvGrpSpPr>
        <p:grpSpPr>
          <a:xfrm>
            <a:off x="1275480" y="995040"/>
            <a:ext cx="1191600" cy="210600"/>
            <a:chOff x="1275480" y="995040"/>
            <a:chExt cx="1191600" cy="210600"/>
          </a:xfrm>
        </p:grpSpPr>
        <p:sp>
          <p:nvSpPr>
            <p:cNvPr id="707" name="Google Shape;1689;p88"/>
            <p:cNvSpPr/>
            <p:nvPr/>
          </p:nvSpPr>
          <p:spPr>
            <a:xfrm>
              <a:off x="1275480" y="1010160"/>
              <a:ext cx="207360" cy="192240"/>
            </a:xfrm>
            <a:custGeom>
              <a:avLst/>
              <a:gdLst>
                <a:gd name="textAreaLeft" fmla="*/ 0 w 207360"/>
                <a:gd name="textAreaRight" fmla="*/ 209160 w 207360"/>
                <a:gd name="textAreaTop" fmla="*/ 0 h 192240"/>
                <a:gd name="textAreaBottom" fmla="*/ 194040 h 192240"/>
              </a:gdLst>
              <a:ahLst/>
              <a:cxnLst/>
              <a:rect l="textAreaLeft" t="textAreaTop" r="textAreaRight" b="textAreaBottom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8" name="Google Shape;1690;p88"/>
            <p:cNvSpPr/>
            <p:nvPr/>
          </p:nvSpPr>
          <p:spPr>
            <a:xfrm>
              <a:off x="1527480" y="1062360"/>
              <a:ext cx="30240" cy="140040"/>
            </a:xfrm>
            <a:custGeom>
              <a:avLst/>
              <a:gdLst>
                <a:gd name="textAreaLeft" fmla="*/ 0 w 30240"/>
                <a:gd name="textAreaRight" fmla="*/ 32040 w 30240"/>
                <a:gd name="textAreaTop" fmla="*/ 0 h 140040"/>
                <a:gd name="textAreaBottom" fmla="*/ 141840 h 140040"/>
              </a:gdLst>
              <a:ahLst/>
              <a:cxnLst/>
              <a:rect l="textAreaLeft" t="textAreaTop" r="textAreaRight" b="textAreaBottom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9" name="Google Shape;1691;p88"/>
            <p:cNvSpPr/>
            <p:nvPr/>
          </p:nvSpPr>
          <p:spPr>
            <a:xfrm>
              <a:off x="1523520" y="998640"/>
              <a:ext cx="38880" cy="36720"/>
            </a:xfrm>
            <a:custGeom>
              <a:avLst/>
              <a:gdLst>
                <a:gd name="textAreaLeft" fmla="*/ 0 w 38880"/>
                <a:gd name="textAreaRight" fmla="*/ 40680 w 38880"/>
                <a:gd name="textAreaTop" fmla="*/ 0 h 36720"/>
                <a:gd name="textAreaBottom" fmla="*/ 38520 h 36720"/>
              </a:gdLst>
              <a:ahLst/>
              <a:cxnLst/>
              <a:rect l="textAreaLeft" t="textAreaTop" r="textAreaRight" b="textAreaBottom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Google Shape;1692;p88"/>
            <p:cNvSpPr/>
            <p:nvPr/>
          </p:nvSpPr>
          <p:spPr>
            <a:xfrm>
              <a:off x="1592280" y="1058760"/>
              <a:ext cx="115200" cy="146880"/>
            </a:xfrm>
            <a:custGeom>
              <a:avLst/>
              <a:gdLst>
                <a:gd name="textAreaLeft" fmla="*/ 0 w 115200"/>
                <a:gd name="textAreaRight" fmla="*/ 117000 w 115200"/>
                <a:gd name="textAreaTop" fmla="*/ 0 h 146880"/>
                <a:gd name="textAreaBottom" fmla="*/ 148680 h 146880"/>
              </a:gdLst>
              <a:ahLst/>
              <a:cxnLst/>
              <a:rect l="textAreaLeft" t="textAreaTop" r="textAreaRight" b="textAreaBottom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Google Shape;1693;p88"/>
            <p:cNvSpPr/>
            <p:nvPr/>
          </p:nvSpPr>
          <p:spPr>
            <a:xfrm>
              <a:off x="1734120" y="1059840"/>
              <a:ext cx="81360" cy="142560"/>
            </a:xfrm>
            <a:custGeom>
              <a:avLst/>
              <a:gdLst>
                <a:gd name="textAreaLeft" fmla="*/ 0 w 81360"/>
                <a:gd name="textAreaRight" fmla="*/ 83160 w 81360"/>
                <a:gd name="textAreaTop" fmla="*/ 0 h 142560"/>
                <a:gd name="textAreaBottom" fmla="*/ 144360 h 14256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2" name="Google Shape;1694;p88"/>
            <p:cNvSpPr/>
            <p:nvPr/>
          </p:nvSpPr>
          <p:spPr>
            <a:xfrm>
              <a:off x="1828800" y="1058760"/>
              <a:ext cx="144360" cy="146880"/>
            </a:xfrm>
            <a:custGeom>
              <a:avLst/>
              <a:gdLst>
                <a:gd name="textAreaLeft" fmla="*/ 0 w 144360"/>
                <a:gd name="textAreaRight" fmla="*/ 146160 w 144360"/>
                <a:gd name="textAreaTop" fmla="*/ 0 h 146880"/>
                <a:gd name="textAreaBottom" fmla="*/ 148680 h 14688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3" name="Google Shape;1695;p88"/>
            <p:cNvSpPr/>
            <p:nvPr/>
          </p:nvSpPr>
          <p:spPr>
            <a:xfrm>
              <a:off x="1992600" y="1058760"/>
              <a:ext cx="104400" cy="146880"/>
            </a:xfrm>
            <a:custGeom>
              <a:avLst/>
              <a:gdLst>
                <a:gd name="textAreaLeft" fmla="*/ 0 w 104400"/>
                <a:gd name="textAreaRight" fmla="*/ 106200 w 104400"/>
                <a:gd name="textAreaTop" fmla="*/ 0 h 146880"/>
                <a:gd name="textAreaBottom" fmla="*/ 148680 h 146880"/>
              </a:gdLst>
              <a:ahLst/>
              <a:cxnLst/>
              <a:rect l="textAreaLeft" t="textAreaTop" r="textAreaRight" b="textAreaBottom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Google Shape;1696;p88"/>
            <p:cNvSpPr/>
            <p:nvPr/>
          </p:nvSpPr>
          <p:spPr>
            <a:xfrm>
              <a:off x="2117880" y="1058760"/>
              <a:ext cx="144360" cy="146880"/>
            </a:xfrm>
            <a:custGeom>
              <a:avLst/>
              <a:gdLst>
                <a:gd name="textAreaLeft" fmla="*/ 0 w 144360"/>
                <a:gd name="textAreaRight" fmla="*/ 146160 w 144360"/>
                <a:gd name="textAreaTop" fmla="*/ 0 h 146880"/>
                <a:gd name="textAreaBottom" fmla="*/ 148680 h 14688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" name="Google Shape;1697;p88"/>
            <p:cNvSpPr/>
            <p:nvPr/>
          </p:nvSpPr>
          <p:spPr>
            <a:xfrm>
              <a:off x="2280960" y="995040"/>
              <a:ext cx="186120" cy="210600"/>
            </a:xfrm>
            <a:custGeom>
              <a:avLst/>
              <a:gdLst>
                <a:gd name="textAreaLeft" fmla="*/ 0 w 186120"/>
                <a:gd name="textAreaRight" fmla="*/ 187920 w 186120"/>
                <a:gd name="textAreaTop" fmla="*/ 0 h 210600"/>
                <a:gd name="textAreaBottom" fmla="*/ 212400 h 210600"/>
              </a:gdLst>
              <a:ahLst/>
              <a:cxnLst/>
              <a:rect l="textAreaLeft" t="textAreaTop" r="textAreaRight" b="textAreaBottom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6" name="Google Shape;1698;p88"/>
          <p:cNvGrpSpPr/>
          <p:nvPr/>
        </p:nvGrpSpPr>
        <p:grpSpPr>
          <a:xfrm>
            <a:off x="2568960" y="995040"/>
            <a:ext cx="1914840" cy="210600"/>
            <a:chOff x="2568960" y="995040"/>
            <a:chExt cx="1914840" cy="210600"/>
          </a:xfrm>
        </p:grpSpPr>
        <p:sp>
          <p:nvSpPr>
            <p:cNvPr id="717" name="Google Shape;1699;p88"/>
            <p:cNvSpPr/>
            <p:nvPr/>
          </p:nvSpPr>
          <p:spPr>
            <a:xfrm>
              <a:off x="2568960" y="1010160"/>
              <a:ext cx="128160" cy="192240"/>
            </a:xfrm>
            <a:custGeom>
              <a:avLst/>
              <a:gdLst>
                <a:gd name="textAreaLeft" fmla="*/ 0 w 128160"/>
                <a:gd name="textAreaRight" fmla="*/ 129960 w 128160"/>
                <a:gd name="textAreaTop" fmla="*/ 0 h 192240"/>
                <a:gd name="textAreaBottom" fmla="*/ 194040 h 19224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8" name="Google Shape;1700;p88"/>
            <p:cNvSpPr/>
            <p:nvPr/>
          </p:nvSpPr>
          <p:spPr>
            <a:xfrm>
              <a:off x="2707920" y="1058760"/>
              <a:ext cx="144360" cy="146880"/>
            </a:xfrm>
            <a:custGeom>
              <a:avLst/>
              <a:gdLst>
                <a:gd name="textAreaLeft" fmla="*/ 0 w 144360"/>
                <a:gd name="textAreaRight" fmla="*/ 146160 w 144360"/>
                <a:gd name="textAreaTop" fmla="*/ 0 h 146880"/>
                <a:gd name="textAreaBottom" fmla="*/ 148680 h 14688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Google Shape;1701;p88"/>
            <p:cNvSpPr/>
            <p:nvPr/>
          </p:nvSpPr>
          <p:spPr>
            <a:xfrm>
              <a:off x="2867040" y="1062360"/>
              <a:ext cx="207000" cy="140040"/>
            </a:xfrm>
            <a:custGeom>
              <a:avLst/>
              <a:gdLst>
                <a:gd name="textAreaLeft" fmla="*/ 0 w 207000"/>
                <a:gd name="textAreaRight" fmla="*/ 208800 w 207000"/>
                <a:gd name="textAreaTop" fmla="*/ 0 h 140040"/>
                <a:gd name="textAreaBottom" fmla="*/ 141840 h 140040"/>
              </a:gdLst>
              <a:ahLst/>
              <a:cxnLst/>
              <a:rect l="textAreaLeft" t="textAreaTop" r="textAreaRight" b="textAreaBottom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Google Shape;1702;p88"/>
            <p:cNvSpPr/>
            <p:nvPr/>
          </p:nvSpPr>
          <p:spPr>
            <a:xfrm>
              <a:off x="3089160" y="1058760"/>
              <a:ext cx="127440" cy="146880"/>
            </a:xfrm>
            <a:custGeom>
              <a:avLst/>
              <a:gdLst>
                <a:gd name="textAreaLeft" fmla="*/ 0 w 127440"/>
                <a:gd name="textAreaRight" fmla="*/ 129240 w 127440"/>
                <a:gd name="textAreaTop" fmla="*/ 0 h 146880"/>
                <a:gd name="textAreaBottom" fmla="*/ 148680 h 146880"/>
              </a:gdLst>
              <a:ahLst/>
              <a:cxnLst/>
              <a:rect l="textAreaLeft" t="textAreaTop" r="textAreaRight" b="textAreaBottom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Google Shape;1703;p88"/>
            <p:cNvSpPr/>
            <p:nvPr/>
          </p:nvSpPr>
          <p:spPr>
            <a:xfrm>
              <a:off x="3247200" y="1059840"/>
              <a:ext cx="81360" cy="142560"/>
            </a:xfrm>
            <a:custGeom>
              <a:avLst/>
              <a:gdLst>
                <a:gd name="textAreaLeft" fmla="*/ 0 w 81360"/>
                <a:gd name="textAreaRight" fmla="*/ 83160 w 81360"/>
                <a:gd name="textAreaTop" fmla="*/ 0 h 142560"/>
                <a:gd name="textAreaBottom" fmla="*/ 144360 h 14256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2" name="Google Shape;1704;p88"/>
            <p:cNvSpPr/>
            <p:nvPr/>
          </p:nvSpPr>
          <p:spPr>
            <a:xfrm>
              <a:off x="3427200" y="1010160"/>
              <a:ext cx="128160" cy="192240"/>
            </a:xfrm>
            <a:custGeom>
              <a:avLst/>
              <a:gdLst>
                <a:gd name="textAreaLeft" fmla="*/ 0 w 128160"/>
                <a:gd name="textAreaRight" fmla="*/ 129960 w 128160"/>
                <a:gd name="textAreaTop" fmla="*/ 0 h 192240"/>
                <a:gd name="textAreaBottom" fmla="*/ 194040 h 19224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3" name="Google Shape;1705;p88"/>
            <p:cNvSpPr/>
            <p:nvPr/>
          </p:nvSpPr>
          <p:spPr>
            <a:xfrm>
              <a:off x="3585240" y="999000"/>
              <a:ext cx="30240" cy="203400"/>
            </a:xfrm>
            <a:custGeom>
              <a:avLst/>
              <a:gdLst>
                <a:gd name="textAreaLeft" fmla="*/ 0 w 30240"/>
                <a:gd name="textAreaRight" fmla="*/ 32040 w 30240"/>
                <a:gd name="textAreaTop" fmla="*/ 0 h 203400"/>
                <a:gd name="textAreaBottom" fmla="*/ 205200 h 203400"/>
              </a:gdLst>
              <a:ahLst/>
              <a:cxnLst/>
              <a:rect l="textAreaLeft" t="textAreaTop" r="textAreaRight" b="textAreaBottom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4" name="Google Shape;1706;p88"/>
            <p:cNvSpPr/>
            <p:nvPr/>
          </p:nvSpPr>
          <p:spPr>
            <a:xfrm>
              <a:off x="3646800" y="1058760"/>
              <a:ext cx="117360" cy="146880"/>
            </a:xfrm>
            <a:custGeom>
              <a:avLst/>
              <a:gdLst>
                <a:gd name="textAreaLeft" fmla="*/ 0 w 117360"/>
                <a:gd name="textAreaRight" fmla="*/ 119160 w 117360"/>
                <a:gd name="textAreaTop" fmla="*/ 0 h 146880"/>
                <a:gd name="textAreaBottom" fmla="*/ 148680 h 146880"/>
              </a:gdLst>
              <a:ahLst/>
              <a:cxnLst/>
              <a:rect l="textAreaLeft" t="textAreaTop" r="textAreaRight" b="textAreaBottom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5" name="Google Shape;1707;p88"/>
            <p:cNvSpPr/>
            <p:nvPr/>
          </p:nvSpPr>
          <p:spPr>
            <a:xfrm>
              <a:off x="3788640" y="1020240"/>
              <a:ext cx="90360" cy="185040"/>
            </a:xfrm>
            <a:custGeom>
              <a:avLst/>
              <a:gdLst>
                <a:gd name="textAreaLeft" fmla="*/ 0 w 90360"/>
                <a:gd name="textAreaRight" fmla="*/ 92160 w 90360"/>
                <a:gd name="textAreaTop" fmla="*/ 0 h 185040"/>
                <a:gd name="textAreaBottom" fmla="*/ 186840 h 185040"/>
              </a:gdLst>
              <a:ahLst/>
              <a:cxnLst/>
              <a:rect l="textAreaLeft" t="textAreaTop" r="textAreaRight" b="textAreaBottom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Google Shape;1708;p88"/>
            <p:cNvSpPr/>
            <p:nvPr/>
          </p:nvSpPr>
          <p:spPr>
            <a:xfrm>
              <a:off x="3891240" y="995040"/>
              <a:ext cx="95760" cy="207360"/>
            </a:xfrm>
            <a:custGeom>
              <a:avLst/>
              <a:gdLst>
                <a:gd name="textAreaLeft" fmla="*/ 0 w 95760"/>
                <a:gd name="textAreaRight" fmla="*/ 97560 w 95760"/>
                <a:gd name="textAreaTop" fmla="*/ 0 h 207360"/>
                <a:gd name="textAreaBottom" fmla="*/ 209160 h 207360"/>
              </a:gdLst>
              <a:ahLst/>
              <a:cxnLst/>
              <a:rect l="textAreaLeft" t="textAreaTop" r="textAreaRight" b="textAreaBottom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Google Shape;1709;p88"/>
            <p:cNvSpPr/>
            <p:nvPr/>
          </p:nvSpPr>
          <p:spPr>
            <a:xfrm>
              <a:off x="3992760" y="1058760"/>
              <a:ext cx="144360" cy="146880"/>
            </a:xfrm>
            <a:custGeom>
              <a:avLst/>
              <a:gdLst>
                <a:gd name="textAreaLeft" fmla="*/ 0 w 144360"/>
                <a:gd name="textAreaRight" fmla="*/ 146160 w 144360"/>
                <a:gd name="textAreaTop" fmla="*/ 0 h 146880"/>
                <a:gd name="textAreaBottom" fmla="*/ 148680 h 14688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Google Shape;1710;p88"/>
            <p:cNvSpPr/>
            <p:nvPr/>
          </p:nvSpPr>
          <p:spPr>
            <a:xfrm>
              <a:off x="4169160" y="1059840"/>
              <a:ext cx="81360" cy="142560"/>
            </a:xfrm>
            <a:custGeom>
              <a:avLst/>
              <a:gdLst>
                <a:gd name="textAreaLeft" fmla="*/ 0 w 81360"/>
                <a:gd name="textAreaRight" fmla="*/ 83160 w 81360"/>
                <a:gd name="textAreaTop" fmla="*/ 0 h 142560"/>
                <a:gd name="textAreaBottom" fmla="*/ 144360 h 142560"/>
              </a:gdLst>
              <a:ahLst/>
              <a:cxnLst/>
              <a:rect l="textAreaLeft" t="textAreaTop" r="textAreaRight" b="textAreaBottom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9" name="Google Shape;1711;p88"/>
            <p:cNvSpPr/>
            <p:nvPr/>
          </p:nvSpPr>
          <p:spPr>
            <a:xfrm>
              <a:off x="4273200" y="1058760"/>
              <a:ext cx="210600" cy="143640"/>
            </a:xfrm>
            <a:custGeom>
              <a:avLst/>
              <a:gdLst>
                <a:gd name="textAreaLeft" fmla="*/ 0 w 210600"/>
                <a:gd name="textAreaRight" fmla="*/ 212400 w 210600"/>
                <a:gd name="textAreaTop" fmla="*/ 0 h 143640"/>
                <a:gd name="textAreaBottom" fmla="*/ 145440 h 143640"/>
              </a:gdLst>
              <a:ahLst/>
              <a:cxnLst/>
              <a:rect l="textAreaLeft" t="textAreaTop" r="textAreaRight" b="textAreaBottom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ower-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1713;p89"/>
          <p:cNvSpPr/>
          <p:nvPr/>
        </p:nvSpPr>
        <p:spPr>
          <a:xfrm>
            <a:off x="8377920" y="13320"/>
            <a:ext cx="3610080" cy="3610080"/>
          </a:xfrm>
          <a:custGeom>
            <a:avLst/>
            <a:gdLst>
              <a:gd name="textAreaLeft" fmla="*/ 0 w 3610080"/>
              <a:gd name="textAreaRight" fmla="*/ 3611880 w 3610080"/>
              <a:gd name="textAreaTop" fmla="*/ 0 h 3610080"/>
              <a:gd name="textAreaBottom" fmla="*/ 3611880 h 36100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Google Shape;1714;p89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Google Shape;1715;p89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Google Shape;1716;p89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Google Shape;1717;p89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Google Shape;1718;p89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Google Shape;1719;p89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Google Shape;1720;p89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Google Shape;1721;p89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Google Shape;1722;p89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Google Shape;1723;p89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41" name="Google Shape;1724;p89"/>
          <p:cNvGrpSpPr/>
          <p:nvPr/>
        </p:nvGrpSpPr>
        <p:grpSpPr>
          <a:xfrm>
            <a:off x="8899560" y="1396080"/>
            <a:ext cx="2465640" cy="494640"/>
            <a:chOff x="8899560" y="1396080"/>
            <a:chExt cx="2465640" cy="494640"/>
          </a:xfrm>
        </p:grpSpPr>
        <p:grpSp>
          <p:nvGrpSpPr>
            <p:cNvPr id="742" name="Google Shape;1725;p89"/>
            <p:cNvGrpSpPr/>
            <p:nvPr/>
          </p:nvGrpSpPr>
          <p:grpSpPr>
            <a:xfrm>
              <a:off x="8899560" y="1396080"/>
              <a:ext cx="472320" cy="494640"/>
              <a:chOff x="8899560" y="1396080"/>
              <a:chExt cx="472320" cy="494640"/>
            </a:xfrm>
          </p:grpSpPr>
          <p:sp>
            <p:nvSpPr>
              <p:cNvPr id="743" name="Google Shape;1726;p89"/>
              <p:cNvSpPr/>
              <p:nvPr/>
            </p:nvSpPr>
            <p:spPr>
              <a:xfrm>
                <a:off x="8899560" y="1699560"/>
                <a:ext cx="191520" cy="191160"/>
              </a:xfrm>
              <a:custGeom>
                <a:avLst/>
                <a:gdLst>
                  <a:gd name="textAreaLeft" fmla="*/ 0 w 191520"/>
                  <a:gd name="textAreaRight" fmla="*/ 193320 w 191520"/>
                  <a:gd name="textAreaTop" fmla="*/ 0 h 191160"/>
                  <a:gd name="textAreaBottom" fmla="*/ 192960 h 191160"/>
                </a:gdLst>
                <a:ahLst/>
                <a:cxnLst/>
                <a:rect l="textAreaLeft" t="textAreaTop" r="textAreaRight" b="textAreaBottom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2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4" name="Google Shape;1727;p89"/>
              <p:cNvSpPr/>
              <p:nvPr/>
            </p:nvSpPr>
            <p:spPr>
              <a:xfrm>
                <a:off x="9007560" y="1396080"/>
                <a:ext cx="364320" cy="280080"/>
              </a:xfrm>
              <a:custGeom>
                <a:avLst/>
                <a:gdLst>
                  <a:gd name="textAreaLeft" fmla="*/ 0 w 364320"/>
                  <a:gd name="textAreaRight" fmla="*/ 366120 w 364320"/>
                  <a:gd name="textAreaTop" fmla="*/ 0 h 280080"/>
                  <a:gd name="textAreaBottom" fmla="*/ 281880 h 280080"/>
                </a:gdLst>
                <a:ahLst/>
                <a:cxnLst/>
                <a:rect l="textAreaLeft" t="textAreaTop" r="textAreaRight" b="textAreaBottom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Google Shape;1728;p89"/>
              <p:cNvSpPr/>
              <p:nvPr/>
            </p:nvSpPr>
            <p:spPr>
              <a:xfrm>
                <a:off x="9007560" y="1396080"/>
                <a:ext cx="364320" cy="269280"/>
              </a:xfrm>
              <a:custGeom>
                <a:avLst/>
                <a:gdLst>
                  <a:gd name="textAreaLeft" fmla="*/ 0 w 364320"/>
                  <a:gd name="textAreaRight" fmla="*/ 366120 w 364320"/>
                  <a:gd name="textAreaTop" fmla="*/ 0 h 269280"/>
                  <a:gd name="textAreaBottom" fmla="*/ 271080 h 269280"/>
                </a:gdLst>
                <a:ahLst/>
                <a:cxnLst/>
                <a:rect l="textAreaLeft" t="textAreaTop" r="textAreaRight" b="textAreaBottom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4a8b"/>
                  </a:gs>
                  <a:gs pos="41000">
                    <a:srgbClr val="105da8">
                      <a:alpha val="50000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Google Shape;1729;p89"/>
              <p:cNvSpPr/>
              <p:nvPr/>
            </p:nvSpPr>
            <p:spPr>
              <a:xfrm>
                <a:off x="8903520" y="1506600"/>
                <a:ext cx="464040" cy="214920"/>
              </a:xfrm>
              <a:custGeom>
                <a:avLst/>
                <a:gdLst>
                  <a:gd name="textAreaLeft" fmla="*/ 0 w 464040"/>
                  <a:gd name="textAreaRight" fmla="*/ 465840 w 464040"/>
                  <a:gd name="textAreaTop" fmla="*/ 0 h 214920"/>
                  <a:gd name="textAreaBottom" fmla="*/ 216720 h 21492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Google Shape;1730;p89"/>
              <p:cNvSpPr/>
              <p:nvPr/>
            </p:nvSpPr>
            <p:spPr>
              <a:xfrm>
                <a:off x="8903520" y="1515240"/>
                <a:ext cx="464040" cy="214920"/>
              </a:xfrm>
              <a:custGeom>
                <a:avLst/>
                <a:gdLst>
                  <a:gd name="textAreaLeft" fmla="*/ 0 w 464040"/>
                  <a:gd name="textAreaRight" fmla="*/ 465840 w 464040"/>
                  <a:gd name="textAreaTop" fmla="*/ 0 h 214920"/>
                  <a:gd name="textAreaBottom" fmla="*/ 216720 h 21492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Google Shape;1731;p89"/>
              <p:cNvSpPr/>
              <p:nvPr/>
            </p:nvSpPr>
            <p:spPr>
              <a:xfrm>
                <a:off x="8903520" y="1504440"/>
                <a:ext cx="464040" cy="214920"/>
              </a:xfrm>
              <a:custGeom>
                <a:avLst/>
                <a:gdLst>
                  <a:gd name="textAreaLeft" fmla="*/ 0 w 464040"/>
                  <a:gd name="textAreaRight" fmla="*/ 465840 w 464040"/>
                  <a:gd name="textAreaTop" fmla="*/ 0 h 214920"/>
                  <a:gd name="textAreaBottom" fmla="*/ 216720 h 21492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78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9" name="Google Shape;1732;p89"/>
              <p:cNvSpPr/>
              <p:nvPr/>
            </p:nvSpPr>
            <p:spPr>
              <a:xfrm>
                <a:off x="8903880" y="1515240"/>
                <a:ext cx="458640" cy="203760"/>
              </a:xfrm>
              <a:custGeom>
                <a:avLst/>
                <a:gdLst>
                  <a:gd name="textAreaLeft" fmla="*/ 0 w 458640"/>
                  <a:gd name="textAreaRight" fmla="*/ 460440 w 458640"/>
                  <a:gd name="textAreaTop" fmla="*/ 0 h 203760"/>
                  <a:gd name="textAreaBottom" fmla="*/ 205560 h 203760"/>
                </a:gdLst>
                <a:ahLst/>
                <a:cxnLst/>
                <a:rect l="textAreaLeft" t="textAreaTop" r="textAreaRight" b="textAreaBottom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a8e47c">
                      <a:alpha val="85000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50" name="Google Shape;1733;p89"/>
            <p:cNvGrpSpPr/>
            <p:nvPr/>
          </p:nvGrpSpPr>
          <p:grpSpPr>
            <a:xfrm>
              <a:off x="9447120" y="1396080"/>
              <a:ext cx="1191600" cy="210600"/>
              <a:chOff x="9447120" y="1396080"/>
              <a:chExt cx="1191600" cy="210600"/>
            </a:xfrm>
          </p:grpSpPr>
          <p:sp>
            <p:nvSpPr>
              <p:cNvPr id="751" name="Google Shape;1734;p89"/>
              <p:cNvSpPr/>
              <p:nvPr/>
            </p:nvSpPr>
            <p:spPr>
              <a:xfrm>
                <a:off x="9447120" y="1411200"/>
                <a:ext cx="207360" cy="192240"/>
              </a:xfrm>
              <a:custGeom>
                <a:avLst/>
                <a:gdLst>
                  <a:gd name="textAreaLeft" fmla="*/ 0 w 207360"/>
                  <a:gd name="textAreaRight" fmla="*/ 209160 w 207360"/>
                  <a:gd name="textAreaTop" fmla="*/ 0 h 192240"/>
                  <a:gd name="textAreaBottom" fmla="*/ 194040 h 192240"/>
                </a:gdLst>
                <a:ahLst/>
                <a:cxnLst/>
                <a:rect l="textAreaLeft" t="textAreaTop" r="textAreaRight" b="textAreaBottom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2" name="Google Shape;1735;p89"/>
              <p:cNvSpPr/>
              <p:nvPr/>
            </p:nvSpPr>
            <p:spPr>
              <a:xfrm>
                <a:off x="9699120" y="1463400"/>
                <a:ext cx="30240" cy="140040"/>
              </a:xfrm>
              <a:custGeom>
                <a:avLst/>
                <a:gdLst>
                  <a:gd name="textAreaLeft" fmla="*/ 0 w 30240"/>
                  <a:gd name="textAreaRight" fmla="*/ 32040 w 30240"/>
                  <a:gd name="textAreaTop" fmla="*/ 0 h 140040"/>
                  <a:gd name="textAreaBottom" fmla="*/ 141840 h 140040"/>
                </a:gdLst>
                <a:ahLst/>
                <a:cxnLst/>
                <a:rect l="textAreaLeft" t="textAreaTop" r="textAreaRight" b="textAreaBottom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Google Shape;1736;p89"/>
              <p:cNvSpPr/>
              <p:nvPr/>
            </p:nvSpPr>
            <p:spPr>
              <a:xfrm>
                <a:off x="9695160" y="1399680"/>
                <a:ext cx="38880" cy="36720"/>
              </a:xfrm>
              <a:custGeom>
                <a:avLst/>
                <a:gdLst>
                  <a:gd name="textAreaLeft" fmla="*/ 0 w 38880"/>
                  <a:gd name="textAreaRight" fmla="*/ 40680 w 38880"/>
                  <a:gd name="textAreaTop" fmla="*/ 0 h 36720"/>
                  <a:gd name="textAreaBottom" fmla="*/ 38520 h 36720"/>
                </a:gdLst>
                <a:ahLst/>
                <a:cxnLst/>
                <a:rect l="textAreaLeft" t="textAreaTop" r="textAreaRight" b="textAreaBottom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080" bIns="19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4" name="Google Shape;1737;p89"/>
              <p:cNvSpPr/>
              <p:nvPr/>
            </p:nvSpPr>
            <p:spPr>
              <a:xfrm>
                <a:off x="9763920" y="1459800"/>
                <a:ext cx="115200" cy="146880"/>
              </a:xfrm>
              <a:custGeom>
                <a:avLst/>
                <a:gdLst>
                  <a:gd name="textAreaLeft" fmla="*/ 0 w 115200"/>
                  <a:gd name="textAreaRight" fmla="*/ 117000 w 115200"/>
                  <a:gd name="textAreaTop" fmla="*/ 0 h 146880"/>
                  <a:gd name="textAreaBottom" fmla="*/ 148680 h 146880"/>
                </a:gdLst>
                <a:ahLst/>
                <a:cxnLst/>
                <a:rect l="textAreaLeft" t="textAreaTop" r="textAreaRight" b="textAreaBottom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Google Shape;1738;p89"/>
              <p:cNvSpPr/>
              <p:nvPr/>
            </p:nvSpPr>
            <p:spPr>
              <a:xfrm>
                <a:off x="9905760" y="1460880"/>
                <a:ext cx="81360" cy="142560"/>
              </a:xfrm>
              <a:custGeom>
                <a:avLst/>
                <a:gdLst>
                  <a:gd name="textAreaLeft" fmla="*/ 0 w 81360"/>
                  <a:gd name="textAreaRight" fmla="*/ 83160 w 81360"/>
                  <a:gd name="textAreaTop" fmla="*/ 0 h 142560"/>
                  <a:gd name="textAreaBottom" fmla="*/ 144360 h 14256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6" name="Google Shape;1739;p89"/>
              <p:cNvSpPr/>
              <p:nvPr/>
            </p:nvSpPr>
            <p:spPr>
              <a:xfrm>
                <a:off x="10000800" y="1459800"/>
                <a:ext cx="144360" cy="146880"/>
              </a:xfrm>
              <a:custGeom>
                <a:avLst/>
                <a:gdLst>
                  <a:gd name="textAreaLeft" fmla="*/ 0 w 144360"/>
                  <a:gd name="textAreaRight" fmla="*/ 146160 w 144360"/>
                  <a:gd name="textAreaTop" fmla="*/ 0 h 146880"/>
                  <a:gd name="textAreaBottom" fmla="*/ 148680 h 14688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7" name="Google Shape;1740;p89"/>
              <p:cNvSpPr/>
              <p:nvPr/>
            </p:nvSpPr>
            <p:spPr>
              <a:xfrm>
                <a:off x="10164600" y="1459800"/>
                <a:ext cx="104400" cy="146880"/>
              </a:xfrm>
              <a:custGeom>
                <a:avLst/>
                <a:gdLst>
                  <a:gd name="textAreaLeft" fmla="*/ 0 w 104400"/>
                  <a:gd name="textAreaRight" fmla="*/ 106200 w 104400"/>
                  <a:gd name="textAreaTop" fmla="*/ 0 h 146880"/>
                  <a:gd name="textAreaBottom" fmla="*/ 148680 h 146880"/>
                </a:gdLst>
                <a:ahLst/>
                <a:cxnLst/>
                <a:rect l="textAreaLeft" t="textAreaTop" r="textAreaRight" b="textAreaBottom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8" name="Google Shape;1741;p89"/>
              <p:cNvSpPr/>
              <p:nvPr/>
            </p:nvSpPr>
            <p:spPr>
              <a:xfrm>
                <a:off x="10289520" y="1459800"/>
                <a:ext cx="144360" cy="146880"/>
              </a:xfrm>
              <a:custGeom>
                <a:avLst/>
                <a:gdLst>
                  <a:gd name="textAreaLeft" fmla="*/ 0 w 144360"/>
                  <a:gd name="textAreaRight" fmla="*/ 146160 w 144360"/>
                  <a:gd name="textAreaTop" fmla="*/ 0 h 146880"/>
                  <a:gd name="textAreaBottom" fmla="*/ 148680 h 14688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Google Shape;1742;p89"/>
              <p:cNvSpPr/>
              <p:nvPr/>
            </p:nvSpPr>
            <p:spPr>
              <a:xfrm>
                <a:off x="10452600" y="1396080"/>
                <a:ext cx="186120" cy="210600"/>
              </a:xfrm>
              <a:custGeom>
                <a:avLst/>
                <a:gdLst>
                  <a:gd name="textAreaLeft" fmla="*/ 0 w 186120"/>
                  <a:gd name="textAreaRight" fmla="*/ 187920 w 186120"/>
                  <a:gd name="textAreaTop" fmla="*/ 0 h 210600"/>
                  <a:gd name="textAreaBottom" fmla="*/ 212400 h 210600"/>
                </a:gdLst>
                <a:ahLst/>
                <a:cxnLst/>
                <a:rect l="textAreaLeft" t="textAreaTop" r="textAreaRight" b="textAreaBottom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60" name="Google Shape;1743;p89"/>
            <p:cNvGrpSpPr/>
            <p:nvPr/>
          </p:nvGrpSpPr>
          <p:grpSpPr>
            <a:xfrm>
              <a:off x="9450360" y="1679760"/>
              <a:ext cx="1914840" cy="210600"/>
              <a:chOff x="9450360" y="1679760"/>
              <a:chExt cx="1914840" cy="210600"/>
            </a:xfrm>
          </p:grpSpPr>
          <p:sp>
            <p:nvSpPr>
              <p:cNvPr id="761" name="Google Shape;1744;p89"/>
              <p:cNvSpPr/>
              <p:nvPr/>
            </p:nvSpPr>
            <p:spPr>
              <a:xfrm>
                <a:off x="9450360" y="1694880"/>
                <a:ext cx="128160" cy="192240"/>
              </a:xfrm>
              <a:custGeom>
                <a:avLst/>
                <a:gdLst>
                  <a:gd name="textAreaLeft" fmla="*/ 0 w 128160"/>
                  <a:gd name="textAreaRight" fmla="*/ 129960 w 128160"/>
                  <a:gd name="textAreaTop" fmla="*/ 0 h 192240"/>
                  <a:gd name="textAreaBottom" fmla="*/ 194040 h 19224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2" name="Google Shape;1745;p89"/>
              <p:cNvSpPr/>
              <p:nvPr/>
            </p:nvSpPr>
            <p:spPr>
              <a:xfrm>
                <a:off x="9589320" y="1743480"/>
                <a:ext cx="144360" cy="146880"/>
              </a:xfrm>
              <a:custGeom>
                <a:avLst/>
                <a:gdLst>
                  <a:gd name="textAreaLeft" fmla="*/ 0 w 144360"/>
                  <a:gd name="textAreaRight" fmla="*/ 146160 w 144360"/>
                  <a:gd name="textAreaTop" fmla="*/ 0 h 146880"/>
                  <a:gd name="textAreaBottom" fmla="*/ 148680 h 14688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Google Shape;1746;p89"/>
              <p:cNvSpPr/>
              <p:nvPr/>
            </p:nvSpPr>
            <p:spPr>
              <a:xfrm>
                <a:off x="9748440" y="1747080"/>
                <a:ext cx="207000" cy="140040"/>
              </a:xfrm>
              <a:custGeom>
                <a:avLst/>
                <a:gdLst>
                  <a:gd name="textAreaLeft" fmla="*/ 0 w 207000"/>
                  <a:gd name="textAreaRight" fmla="*/ 208800 w 207000"/>
                  <a:gd name="textAreaTop" fmla="*/ 0 h 140040"/>
                  <a:gd name="textAreaBottom" fmla="*/ 141840 h 140040"/>
                </a:gdLst>
                <a:ahLst/>
                <a:cxnLst/>
                <a:rect l="textAreaLeft" t="textAreaTop" r="textAreaRight" b="textAreaBottom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Google Shape;1747;p89"/>
              <p:cNvSpPr/>
              <p:nvPr/>
            </p:nvSpPr>
            <p:spPr>
              <a:xfrm>
                <a:off x="9970560" y="1743480"/>
                <a:ext cx="127440" cy="146880"/>
              </a:xfrm>
              <a:custGeom>
                <a:avLst/>
                <a:gdLst>
                  <a:gd name="textAreaLeft" fmla="*/ 0 w 127440"/>
                  <a:gd name="textAreaRight" fmla="*/ 129240 w 127440"/>
                  <a:gd name="textAreaTop" fmla="*/ 0 h 146880"/>
                  <a:gd name="textAreaBottom" fmla="*/ 148680 h 146880"/>
                </a:gdLst>
                <a:ahLst/>
                <a:cxnLst/>
                <a:rect l="textAreaLeft" t="textAreaTop" r="textAreaRight" b="textAreaBottom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Google Shape;1748;p89"/>
              <p:cNvSpPr/>
              <p:nvPr/>
            </p:nvSpPr>
            <p:spPr>
              <a:xfrm>
                <a:off x="10128600" y="1744560"/>
                <a:ext cx="81360" cy="142560"/>
              </a:xfrm>
              <a:custGeom>
                <a:avLst/>
                <a:gdLst>
                  <a:gd name="textAreaLeft" fmla="*/ 0 w 81360"/>
                  <a:gd name="textAreaRight" fmla="*/ 83160 w 81360"/>
                  <a:gd name="textAreaTop" fmla="*/ 0 h 142560"/>
                  <a:gd name="textAreaBottom" fmla="*/ 144360 h 14256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Google Shape;1749;p89"/>
              <p:cNvSpPr/>
              <p:nvPr/>
            </p:nvSpPr>
            <p:spPr>
              <a:xfrm>
                <a:off x="10308600" y="1694880"/>
                <a:ext cx="128160" cy="192240"/>
              </a:xfrm>
              <a:custGeom>
                <a:avLst/>
                <a:gdLst>
                  <a:gd name="textAreaLeft" fmla="*/ 0 w 128160"/>
                  <a:gd name="textAreaRight" fmla="*/ 129960 w 128160"/>
                  <a:gd name="textAreaTop" fmla="*/ 0 h 192240"/>
                  <a:gd name="textAreaBottom" fmla="*/ 194040 h 19224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Google Shape;1750;p89"/>
              <p:cNvSpPr/>
              <p:nvPr/>
            </p:nvSpPr>
            <p:spPr>
              <a:xfrm>
                <a:off x="10466640" y="1683720"/>
                <a:ext cx="30240" cy="203400"/>
              </a:xfrm>
              <a:custGeom>
                <a:avLst/>
                <a:gdLst>
                  <a:gd name="textAreaLeft" fmla="*/ 0 w 30240"/>
                  <a:gd name="textAreaRight" fmla="*/ 32040 w 30240"/>
                  <a:gd name="textAreaTop" fmla="*/ 0 h 203400"/>
                  <a:gd name="textAreaBottom" fmla="*/ 205200 h 203400"/>
                </a:gdLst>
                <a:ahLst/>
                <a:cxnLst/>
                <a:rect l="textAreaLeft" t="textAreaTop" r="textAreaRight" b="textAreaBottom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Google Shape;1751;p89"/>
              <p:cNvSpPr/>
              <p:nvPr/>
            </p:nvSpPr>
            <p:spPr>
              <a:xfrm>
                <a:off x="10528200" y="1743480"/>
                <a:ext cx="117360" cy="146880"/>
              </a:xfrm>
              <a:custGeom>
                <a:avLst/>
                <a:gdLst>
                  <a:gd name="textAreaLeft" fmla="*/ 0 w 117360"/>
                  <a:gd name="textAreaRight" fmla="*/ 119160 w 117360"/>
                  <a:gd name="textAreaTop" fmla="*/ 0 h 146880"/>
                  <a:gd name="textAreaBottom" fmla="*/ 148680 h 146880"/>
                </a:gdLst>
                <a:ahLst/>
                <a:cxnLst/>
                <a:rect l="textAreaLeft" t="textAreaTop" r="textAreaRight" b="textAreaBottom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9" name="Google Shape;1752;p89"/>
              <p:cNvSpPr/>
              <p:nvPr/>
            </p:nvSpPr>
            <p:spPr>
              <a:xfrm>
                <a:off x="10670040" y="1704960"/>
                <a:ext cx="90360" cy="185040"/>
              </a:xfrm>
              <a:custGeom>
                <a:avLst/>
                <a:gdLst>
                  <a:gd name="textAreaLeft" fmla="*/ 0 w 90360"/>
                  <a:gd name="textAreaRight" fmla="*/ 92160 w 90360"/>
                  <a:gd name="textAreaTop" fmla="*/ 0 h 185040"/>
                  <a:gd name="textAreaBottom" fmla="*/ 186840 h 185040"/>
                </a:gdLst>
                <a:ahLst/>
                <a:cxnLst/>
                <a:rect l="textAreaLeft" t="textAreaTop" r="textAreaRight" b="textAreaBottom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0" name="Google Shape;1753;p89"/>
              <p:cNvSpPr/>
              <p:nvPr/>
            </p:nvSpPr>
            <p:spPr>
              <a:xfrm>
                <a:off x="10772640" y="1679760"/>
                <a:ext cx="95760" cy="207360"/>
              </a:xfrm>
              <a:custGeom>
                <a:avLst/>
                <a:gdLst>
                  <a:gd name="textAreaLeft" fmla="*/ 0 w 95760"/>
                  <a:gd name="textAreaRight" fmla="*/ 97560 w 95760"/>
                  <a:gd name="textAreaTop" fmla="*/ 0 h 207360"/>
                  <a:gd name="textAreaBottom" fmla="*/ 209160 h 207360"/>
                </a:gdLst>
                <a:ahLst/>
                <a:cxnLst/>
                <a:rect l="textAreaLeft" t="textAreaTop" r="textAreaRight" b="textAreaBottom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1" name="Google Shape;1754;p89"/>
              <p:cNvSpPr/>
              <p:nvPr/>
            </p:nvSpPr>
            <p:spPr>
              <a:xfrm>
                <a:off x="10874160" y="1743480"/>
                <a:ext cx="144360" cy="146880"/>
              </a:xfrm>
              <a:custGeom>
                <a:avLst/>
                <a:gdLst>
                  <a:gd name="textAreaLeft" fmla="*/ 0 w 144360"/>
                  <a:gd name="textAreaRight" fmla="*/ 146160 w 144360"/>
                  <a:gd name="textAreaTop" fmla="*/ 0 h 146880"/>
                  <a:gd name="textAreaBottom" fmla="*/ 148680 h 14688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Google Shape;1755;p89"/>
              <p:cNvSpPr/>
              <p:nvPr/>
            </p:nvSpPr>
            <p:spPr>
              <a:xfrm>
                <a:off x="11050920" y="1744560"/>
                <a:ext cx="81360" cy="142560"/>
              </a:xfrm>
              <a:custGeom>
                <a:avLst/>
                <a:gdLst>
                  <a:gd name="textAreaLeft" fmla="*/ 0 w 81360"/>
                  <a:gd name="textAreaRight" fmla="*/ 83160 w 81360"/>
                  <a:gd name="textAreaTop" fmla="*/ 0 h 142560"/>
                  <a:gd name="textAreaBottom" fmla="*/ 144360 h 142560"/>
                </a:gdLst>
                <a:ahLst/>
                <a:cxnLst/>
                <a:rect l="textAreaLeft" t="textAreaTop" r="textAreaRight" b="textAreaBottom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Google Shape;1756;p89"/>
              <p:cNvSpPr/>
              <p:nvPr/>
            </p:nvSpPr>
            <p:spPr>
              <a:xfrm>
                <a:off x="11154600" y="1743480"/>
                <a:ext cx="210600" cy="143640"/>
              </a:xfrm>
              <a:custGeom>
                <a:avLst/>
                <a:gdLst>
                  <a:gd name="textAreaLeft" fmla="*/ 0 w 210600"/>
                  <a:gd name="textAreaRight" fmla="*/ 212400 w 210600"/>
                  <a:gd name="textAreaTop" fmla="*/ 0 h 143640"/>
                  <a:gd name="textAreaBottom" fmla="*/ 145440 h 143640"/>
                </a:gdLst>
                <a:ahLst/>
                <a:cxnLst/>
                <a:rect l="textAreaLeft" t="textAreaTop" r="textAreaRight" b="textAreaBottom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774" name="Google Shape;1757;p89"/>
          <p:cNvGrpSpPr/>
          <p:nvPr/>
        </p:nvGrpSpPr>
        <p:grpSpPr>
          <a:xfrm>
            <a:off x="1684080" y="792720"/>
            <a:ext cx="1368360" cy="1094400"/>
            <a:chOff x="1684080" y="792720"/>
            <a:chExt cx="1368360" cy="1094400"/>
          </a:xfrm>
        </p:grpSpPr>
        <p:sp>
          <p:nvSpPr>
            <p:cNvPr id="775" name="Google Shape;1758;p89"/>
            <p:cNvSpPr/>
            <p:nvPr/>
          </p:nvSpPr>
          <p:spPr>
            <a:xfrm>
              <a:off x="2232000" y="79272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Google Shape;1759;p89"/>
            <p:cNvSpPr/>
            <p:nvPr/>
          </p:nvSpPr>
          <p:spPr>
            <a:xfrm>
              <a:off x="1958040" y="106668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Google Shape;1760;p89"/>
            <p:cNvSpPr/>
            <p:nvPr/>
          </p:nvSpPr>
          <p:spPr>
            <a:xfrm>
              <a:off x="1684080" y="13410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8" name="Google Shape;1761;p89"/>
            <p:cNvSpPr/>
            <p:nvPr/>
          </p:nvSpPr>
          <p:spPr>
            <a:xfrm>
              <a:off x="168408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9" name="Google Shape;1762;p89"/>
            <p:cNvSpPr/>
            <p:nvPr/>
          </p:nvSpPr>
          <p:spPr>
            <a:xfrm>
              <a:off x="195804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Google Shape;1763;p89"/>
            <p:cNvSpPr/>
            <p:nvPr/>
          </p:nvSpPr>
          <p:spPr>
            <a:xfrm>
              <a:off x="223200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Google Shape;1764;p89"/>
            <p:cNvSpPr/>
            <p:nvPr/>
          </p:nvSpPr>
          <p:spPr>
            <a:xfrm>
              <a:off x="250632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2" name="Google Shape;1765;p89"/>
            <p:cNvSpPr/>
            <p:nvPr/>
          </p:nvSpPr>
          <p:spPr>
            <a:xfrm>
              <a:off x="278028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3" name="Google Shape;1766;p89"/>
            <p:cNvSpPr/>
            <p:nvPr/>
          </p:nvSpPr>
          <p:spPr>
            <a:xfrm>
              <a:off x="2780280" y="13410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4" name="Google Shape;1767;p89"/>
            <p:cNvSpPr/>
            <p:nvPr/>
          </p:nvSpPr>
          <p:spPr>
            <a:xfrm>
              <a:off x="2506320" y="106668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5" name="Google Shape;1768;p89"/>
          <p:cNvGrpSpPr/>
          <p:nvPr/>
        </p:nvGrpSpPr>
        <p:grpSpPr>
          <a:xfrm>
            <a:off x="9798120" y="5367240"/>
            <a:ext cx="1396440" cy="729720"/>
            <a:chOff x="9798120" y="5367240"/>
            <a:chExt cx="1396440" cy="729720"/>
          </a:xfrm>
        </p:grpSpPr>
        <p:grpSp>
          <p:nvGrpSpPr>
            <p:cNvPr id="786" name="Google Shape;1769;p89"/>
            <p:cNvGrpSpPr/>
            <p:nvPr/>
          </p:nvGrpSpPr>
          <p:grpSpPr>
            <a:xfrm>
              <a:off x="9798120" y="5367240"/>
              <a:ext cx="1162800" cy="283320"/>
              <a:chOff x="9798120" y="5367240"/>
              <a:chExt cx="1162800" cy="283320"/>
            </a:xfrm>
          </p:grpSpPr>
          <p:sp>
            <p:nvSpPr>
              <p:cNvPr id="787" name="Google Shape;1770;p89"/>
              <p:cNvSpPr/>
              <p:nvPr/>
            </p:nvSpPr>
            <p:spPr>
              <a:xfrm>
                <a:off x="9798120" y="5367240"/>
                <a:ext cx="140400" cy="281880"/>
              </a:xfrm>
              <a:custGeom>
                <a:avLst/>
                <a:gdLst>
                  <a:gd name="textAreaLeft" fmla="*/ 0 w 140400"/>
                  <a:gd name="textAreaRight" fmla="*/ 142200 w 140400"/>
                  <a:gd name="textAreaTop" fmla="*/ 0 h 281880"/>
                  <a:gd name="textAreaBottom" fmla="*/ 283680 h 2818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8" name="Google Shape;1771;p89"/>
              <p:cNvSpPr/>
              <p:nvPr/>
            </p:nvSpPr>
            <p:spPr>
              <a:xfrm>
                <a:off x="9969840" y="5420160"/>
                <a:ext cx="217080" cy="230400"/>
              </a:xfrm>
              <a:custGeom>
                <a:avLst/>
                <a:gdLst>
                  <a:gd name="textAreaLeft" fmla="*/ 0 w 217080"/>
                  <a:gd name="textAreaRight" fmla="*/ 218880 w 21708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9" name="Google Shape;1772;p89"/>
              <p:cNvSpPr/>
              <p:nvPr/>
            </p:nvSpPr>
            <p:spPr>
              <a:xfrm>
                <a:off x="10224720" y="5420160"/>
                <a:ext cx="205200" cy="230400"/>
              </a:xfrm>
              <a:custGeom>
                <a:avLst/>
                <a:gdLst>
                  <a:gd name="textAreaLeft" fmla="*/ 0 w 205200"/>
                  <a:gd name="textAreaRight" fmla="*/ 207000 w 2052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0" name="Google Shape;1773;p89"/>
              <p:cNvSpPr/>
              <p:nvPr/>
            </p:nvSpPr>
            <p:spPr>
              <a:xfrm>
                <a:off x="10473120" y="5420160"/>
                <a:ext cx="202320" cy="225360"/>
              </a:xfrm>
              <a:custGeom>
                <a:avLst/>
                <a:gdLst>
                  <a:gd name="textAreaLeft" fmla="*/ 0 w 202320"/>
                  <a:gd name="textAreaRight" fmla="*/ 204120 w 202320"/>
                  <a:gd name="textAreaTop" fmla="*/ 0 h 225360"/>
                  <a:gd name="textAreaBottom" fmla="*/ 227160 h 2253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Google Shape;1774;p89"/>
              <p:cNvSpPr/>
              <p:nvPr/>
            </p:nvSpPr>
            <p:spPr>
              <a:xfrm>
                <a:off x="10721520" y="542016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92" name="Google Shape;1775;p89"/>
            <p:cNvGrpSpPr/>
            <p:nvPr/>
          </p:nvGrpSpPr>
          <p:grpSpPr>
            <a:xfrm>
              <a:off x="10199160" y="5727600"/>
              <a:ext cx="995400" cy="369360"/>
              <a:chOff x="10199160" y="5727600"/>
              <a:chExt cx="995400" cy="369360"/>
            </a:xfrm>
          </p:grpSpPr>
          <p:sp>
            <p:nvSpPr>
              <p:cNvPr id="793" name="Google Shape;1776;p89"/>
              <p:cNvSpPr/>
              <p:nvPr/>
            </p:nvSpPr>
            <p:spPr>
              <a:xfrm>
                <a:off x="10199160" y="5727600"/>
                <a:ext cx="61560" cy="301680"/>
              </a:xfrm>
              <a:custGeom>
                <a:avLst/>
                <a:gdLst>
                  <a:gd name="textAreaLeft" fmla="*/ 0 w 61560"/>
                  <a:gd name="textAreaRight" fmla="*/ 63360 w 6156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4" name="Google Shape;1777;p89"/>
              <p:cNvSpPr/>
              <p:nvPr/>
            </p:nvSpPr>
            <p:spPr>
              <a:xfrm>
                <a:off x="10311120" y="580428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5" name="Google Shape;1778;p89"/>
              <p:cNvSpPr/>
              <p:nvPr/>
            </p:nvSpPr>
            <p:spPr>
              <a:xfrm>
                <a:off x="10588320" y="5804280"/>
                <a:ext cx="232200" cy="292680"/>
              </a:xfrm>
              <a:custGeom>
                <a:avLst/>
                <a:gdLst>
                  <a:gd name="textAreaLeft" fmla="*/ 0 w 232200"/>
                  <a:gd name="textAreaRight" fmla="*/ 234000 w 232200"/>
                  <a:gd name="textAreaTop" fmla="*/ 0 h 292680"/>
                  <a:gd name="textAreaBottom" fmla="*/ 294480 h 2926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Google Shape;1779;p89"/>
              <p:cNvSpPr/>
              <p:nvPr/>
            </p:nvSpPr>
            <p:spPr>
              <a:xfrm>
                <a:off x="10880280" y="5727600"/>
                <a:ext cx="64800" cy="301680"/>
              </a:xfrm>
              <a:custGeom>
                <a:avLst/>
                <a:gdLst>
                  <a:gd name="textAreaLeft" fmla="*/ 0 w 64800"/>
                  <a:gd name="textAreaRight" fmla="*/ 66600 w 6480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7" name="Google Shape;1780;p89"/>
              <p:cNvSpPr/>
              <p:nvPr/>
            </p:nvSpPr>
            <p:spPr>
              <a:xfrm>
                <a:off x="10991160" y="5806080"/>
                <a:ext cx="203400" cy="227880"/>
              </a:xfrm>
              <a:custGeom>
                <a:avLst/>
                <a:gdLst>
                  <a:gd name="textAreaLeft" fmla="*/ 0 w 203400"/>
                  <a:gd name="textAreaRight" fmla="*/ 205200 w 203400"/>
                  <a:gd name="textAreaTop" fmla="*/ 0 h 227880"/>
                  <a:gd name="textAreaBottom" fmla="*/ 229680 h 2278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798" name="Google Shape;1781;p89"/>
          <p:cNvGrpSpPr/>
          <p:nvPr/>
        </p:nvGrpSpPr>
        <p:grpSpPr>
          <a:xfrm>
            <a:off x="9880920" y="5104080"/>
            <a:ext cx="577800" cy="143280"/>
            <a:chOff x="9880920" y="5104080"/>
            <a:chExt cx="577800" cy="143280"/>
          </a:xfrm>
        </p:grpSpPr>
        <p:sp>
          <p:nvSpPr>
            <p:cNvPr id="799" name="Google Shape;1782;p89"/>
            <p:cNvSpPr/>
            <p:nvPr/>
          </p:nvSpPr>
          <p:spPr>
            <a:xfrm>
              <a:off x="10369800" y="5109840"/>
              <a:ext cx="88920" cy="136800"/>
            </a:xfrm>
            <a:custGeom>
              <a:avLst/>
              <a:gdLst>
                <a:gd name="textAreaLeft" fmla="*/ 0 w 88920"/>
                <a:gd name="textAreaRight" fmla="*/ 90720 w 88920"/>
                <a:gd name="textAreaTop" fmla="*/ 0 h 136800"/>
                <a:gd name="textAreaBottom" fmla="*/ 138600 h 1368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0" name="Google Shape;1783;p89"/>
            <p:cNvSpPr/>
            <p:nvPr/>
          </p:nvSpPr>
          <p:spPr>
            <a:xfrm>
              <a:off x="9880920" y="5104080"/>
              <a:ext cx="129240" cy="143280"/>
            </a:xfrm>
            <a:custGeom>
              <a:avLst/>
              <a:gdLst>
                <a:gd name="textAreaLeft" fmla="*/ 0 w 129240"/>
                <a:gd name="textAreaRight" fmla="*/ 131040 w 129240"/>
                <a:gd name="textAreaTop" fmla="*/ 0 h 143280"/>
                <a:gd name="textAreaBottom" fmla="*/ 145080 h 1432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1" name="Google Shape;1784;p89"/>
            <p:cNvSpPr/>
            <p:nvPr/>
          </p:nvSpPr>
          <p:spPr>
            <a:xfrm>
              <a:off x="10007280" y="5124240"/>
              <a:ext cx="125640" cy="118800"/>
            </a:xfrm>
            <a:custGeom>
              <a:avLst/>
              <a:gdLst>
                <a:gd name="textAreaLeft" fmla="*/ 0 w 125640"/>
                <a:gd name="textAreaRight" fmla="*/ 127440 w 125640"/>
                <a:gd name="textAreaTop" fmla="*/ 0 h 118800"/>
                <a:gd name="textAreaBottom" fmla="*/ 120600 h 1188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Google Shape;1785;p89"/>
            <p:cNvSpPr/>
            <p:nvPr/>
          </p:nvSpPr>
          <p:spPr>
            <a:xfrm>
              <a:off x="10133280" y="5125680"/>
              <a:ext cx="117360" cy="115200"/>
            </a:xfrm>
            <a:custGeom>
              <a:avLst/>
              <a:gdLst>
                <a:gd name="textAreaLeft" fmla="*/ 0 w 117360"/>
                <a:gd name="textAreaRight" fmla="*/ 119160 w 117360"/>
                <a:gd name="textAreaTop" fmla="*/ 0 h 115200"/>
                <a:gd name="textAreaBottom" fmla="*/ 117000 h 1152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3" name="Google Shape;1786;p89"/>
            <p:cNvSpPr/>
            <p:nvPr/>
          </p:nvSpPr>
          <p:spPr>
            <a:xfrm>
              <a:off x="10251720" y="5124960"/>
              <a:ext cx="118440" cy="117360"/>
            </a:xfrm>
            <a:custGeom>
              <a:avLst/>
              <a:gdLst>
                <a:gd name="textAreaLeft" fmla="*/ 0 w 118440"/>
                <a:gd name="textAreaRight" fmla="*/ 120240 w 118440"/>
                <a:gd name="textAreaTop" fmla="*/ 0 h 117360"/>
                <a:gd name="textAreaBottom" fmla="*/ 119160 h 1173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4" name="Google Shape;1787;p89"/>
          <p:cNvSpPr/>
          <p:nvPr/>
        </p:nvSpPr>
        <p:spPr>
          <a:xfrm>
            <a:off x="690480" y="275760"/>
            <a:ext cx="3777120" cy="15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_POWER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PLATFORM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05" name="Google Shape;1788;p89"/>
          <p:cNvGrpSpPr/>
          <p:nvPr/>
        </p:nvGrpSpPr>
        <p:grpSpPr>
          <a:xfrm>
            <a:off x="401040" y="198360"/>
            <a:ext cx="691560" cy="691560"/>
            <a:chOff x="401040" y="198360"/>
            <a:chExt cx="691560" cy="691560"/>
          </a:xfrm>
        </p:grpSpPr>
        <p:sp>
          <p:nvSpPr>
            <p:cNvPr id="806" name="Google Shape;1789;p89"/>
            <p:cNvSpPr/>
            <p:nvPr/>
          </p:nvSpPr>
          <p:spPr>
            <a:xfrm>
              <a:off x="401040" y="545040"/>
              <a:ext cx="344880" cy="34488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Google Shape;1790;p89"/>
            <p:cNvSpPr/>
            <p:nvPr/>
          </p:nvSpPr>
          <p:spPr>
            <a:xfrm>
              <a:off x="747720" y="198360"/>
              <a:ext cx="344880" cy="34488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8" name="Google Shape;1791;p89"/>
          <p:cNvSpPr/>
          <p:nvPr/>
        </p:nvSpPr>
        <p:spPr>
          <a:xfrm>
            <a:off x="706680" y="3871800"/>
            <a:ext cx="355716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09" name="Google Shape;1792;p89"/>
          <p:cNvGrpSpPr/>
          <p:nvPr/>
        </p:nvGrpSpPr>
        <p:grpSpPr>
          <a:xfrm>
            <a:off x="795240" y="2890800"/>
            <a:ext cx="3672360" cy="3107160"/>
            <a:chOff x="795240" y="2890800"/>
            <a:chExt cx="3672360" cy="3107160"/>
          </a:xfrm>
        </p:grpSpPr>
        <p:sp>
          <p:nvSpPr>
            <p:cNvPr id="810" name="Google Shape;1793;p89"/>
            <p:cNvSpPr/>
            <p:nvPr/>
          </p:nvSpPr>
          <p:spPr>
            <a:xfrm>
              <a:off x="795240" y="4303800"/>
              <a:ext cx="563400" cy="169416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694160"/>
                <a:gd name="textAreaBottom" fmla="*/ 1695960 h 16941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Google Shape;1794;p89"/>
            <p:cNvSpPr/>
            <p:nvPr/>
          </p:nvSpPr>
          <p:spPr>
            <a:xfrm>
              <a:off x="3904200" y="3738600"/>
              <a:ext cx="563400" cy="112860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2" name="Google Shape;1795;p89"/>
            <p:cNvSpPr/>
            <p:nvPr/>
          </p:nvSpPr>
          <p:spPr>
            <a:xfrm>
              <a:off x="4186800" y="543456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3" name="Google Shape;1796;p89"/>
            <p:cNvSpPr/>
            <p:nvPr/>
          </p:nvSpPr>
          <p:spPr>
            <a:xfrm>
              <a:off x="2490840" y="317340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Google Shape;1797;p89"/>
            <p:cNvSpPr/>
            <p:nvPr/>
          </p:nvSpPr>
          <p:spPr>
            <a:xfrm>
              <a:off x="1360440" y="2890800"/>
              <a:ext cx="1128600" cy="1128600"/>
            </a:xfrm>
            <a:custGeom>
              <a:avLst/>
              <a:gdLst>
                <a:gd name="textAreaLeft" fmla="*/ 0 w 1128600"/>
                <a:gd name="textAreaRight" fmla="*/ 1130400 w 11286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5" name="Google Shape;1798;p89"/>
            <p:cNvSpPr/>
            <p:nvPr/>
          </p:nvSpPr>
          <p:spPr>
            <a:xfrm>
              <a:off x="1925640" y="4303800"/>
              <a:ext cx="1411200" cy="1411200"/>
            </a:xfrm>
            <a:custGeom>
              <a:avLst/>
              <a:gdLst>
                <a:gd name="textAreaLeft" fmla="*/ 0 w 1411200"/>
                <a:gd name="textAreaRight" fmla="*/ 1413000 w 1411200"/>
                <a:gd name="textAreaTop" fmla="*/ 0 h 1411200"/>
                <a:gd name="textAreaBottom" fmla="*/ 1413000 h 14112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_começ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304;p57"/>
          <p:cNvSpPr/>
          <p:nvPr/>
        </p:nvSpPr>
        <p:spPr>
          <a:xfrm>
            <a:off x="-183240" y="-89640"/>
            <a:ext cx="2745360" cy="7062120"/>
          </a:xfrm>
          <a:custGeom>
            <a:avLst/>
            <a:gdLst>
              <a:gd name="textAreaLeft" fmla="*/ 0 w 2745360"/>
              <a:gd name="textAreaRight" fmla="*/ 2747160 w 2745360"/>
              <a:gd name="textAreaTop" fmla="*/ 0 h 7062120"/>
              <a:gd name="textAreaBottom" fmla="*/ 7063920 h 706212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Google Shape;305;p57"/>
          <p:cNvSpPr/>
          <p:nvPr/>
        </p:nvSpPr>
        <p:spPr>
          <a:xfrm>
            <a:off x="-183240" y="2396160"/>
            <a:ext cx="2745360" cy="4576680"/>
          </a:xfrm>
          <a:custGeom>
            <a:avLst/>
            <a:gdLst>
              <a:gd name="textAreaLeft" fmla="*/ 0 w 2745360"/>
              <a:gd name="textAreaRight" fmla="*/ 2747160 w 2745360"/>
              <a:gd name="textAreaTop" fmla="*/ 0 h 4576680"/>
              <a:gd name="textAreaBottom" fmla="*/ 4578480 h 4576680"/>
            </a:gdLst>
            <a:ahLst/>
            <a:cxnLst/>
            <a:rect l="textAreaLeft" t="textAreaTop" r="textAreaRight" b="textAreaBottom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Google Shape;306;p57"/>
          <p:cNvSpPr/>
          <p:nvPr/>
        </p:nvSpPr>
        <p:spPr>
          <a:xfrm>
            <a:off x="88920" y="-102960"/>
            <a:ext cx="9537480" cy="7062120"/>
          </a:xfrm>
          <a:custGeom>
            <a:avLst/>
            <a:gdLst>
              <a:gd name="textAreaLeft" fmla="*/ 0 w 9537480"/>
              <a:gd name="textAreaRight" fmla="*/ 9539280 w 9537480"/>
              <a:gd name="textAreaTop" fmla="*/ 0 h 7062120"/>
              <a:gd name="textAreaBottom" fmla="*/ 7063920 h 7062120"/>
            </a:gdLst>
            <a:ahLst/>
            <a:cxnLst/>
            <a:rect l="textAreaLeft" t="textAreaTop" r="textAreaRight" b="textAreaBottom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Google Shape;307;p57"/>
          <p:cNvSpPr/>
          <p:nvPr/>
        </p:nvSpPr>
        <p:spPr>
          <a:xfrm rot="10800000">
            <a:off x="9629640" y="-87480"/>
            <a:ext cx="2745360" cy="7062120"/>
          </a:xfrm>
          <a:custGeom>
            <a:avLst/>
            <a:gdLst>
              <a:gd name="textAreaLeft" fmla="*/ 0 w 2745360"/>
              <a:gd name="textAreaRight" fmla="*/ 2747160 w 2745360"/>
              <a:gd name="textAreaTop" fmla="*/ 0 h 7062120"/>
              <a:gd name="textAreaBottom" fmla="*/ 7063920 h 706212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Google Shape;308;p57"/>
          <p:cNvSpPr/>
          <p:nvPr/>
        </p:nvSpPr>
        <p:spPr>
          <a:xfrm rot="10800000">
            <a:off x="9629640" y="-87840"/>
            <a:ext cx="2745360" cy="4576320"/>
          </a:xfrm>
          <a:custGeom>
            <a:avLst/>
            <a:gdLst>
              <a:gd name="textAreaLeft" fmla="*/ 0 w 2745360"/>
              <a:gd name="textAreaRight" fmla="*/ 2747160 w 2745360"/>
              <a:gd name="textAreaTop" fmla="*/ 0 h 4576320"/>
              <a:gd name="textAreaBottom" fmla="*/ 4578120 h 4576320"/>
            </a:gdLst>
            <a:ahLst/>
            <a:cxnLst/>
            <a:rect l="textAreaLeft" t="textAreaTop" r="textAreaRight" b="textAreaBottom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Google Shape;309;p57"/>
          <p:cNvSpPr/>
          <p:nvPr/>
        </p:nvSpPr>
        <p:spPr>
          <a:xfrm>
            <a:off x="8813880" y="1191240"/>
            <a:ext cx="1764360" cy="1764360"/>
          </a:xfrm>
          <a:custGeom>
            <a:avLst/>
            <a:gdLst>
              <a:gd name="textAreaLeft" fmla="*/ 0 w 1764360"/>
              <a:gd name="textAreaRight" fmla="*/ 1766160 w 1764360"/>
              <a:gd name="textAreaTop" fmla="*/ 0 h 1764360"/>
              <a:gd name="textAreaBottom" fmla="*/ 1766160 h 1764360"/>
            </a:gdLst>
            <a:ahLst/>
            <a:cxnLst/>
            <a:rect l="textAreaLeft" t="textAreaTop" r="textAreaRight" b="textAreaBottom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Google Shape;310;p57"/>
          <p:cNvSpPr/>
          <p:nvPr/>
        </p:nvSpPr>
        <p:spPr>
          <a:xfrm>
            <a:off x="10736280" y="-116280"/>
            <a:ext cx="1260720" cy="7062120"/>
          </a:xfrm>
          <a:custGeom>
            <a:avLst/>
            <a:gdLst>
              <a:gd name="textAreaLeft" fmla="*/ 0 w 1260720"/>
              <a:gd name="textAreaRight" fmla="*/ 1262520 w 1260720"/>
              <a:gd name="textAreaTop" fmla="*/ 0 h 7062120"/>
              <a:gd name="textAreaBottom" fmla="*/ 7063920 h 7062120"/>
            </a:gdLst>
            <a:ahLst/>
            <a:cxnLst/>
            <a:rect l="textAreaLeft" t="textAreaTop" r="textAreaRight" b="textAreaBottom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Google Shape;311;p57"/>
          <p:cNvSpPr/>
          <p:nvPr/>
        </p:nvSpPr>
        <p:spPr>
          <a:xfrm>
            <a:off x="7870680" y="-89640"/>
            <a:ext cx="3129120" cy="7035480"/>
          </a:xfrm>
          <a:custGeom>
            <a:avLst/>
            <a:gdLst>
              <a:gd name="textAreaLeft" fmla="*/ 0 w 3129120"/>
              <a:gd name="textAreaRight" fmla="*/ 3130920 w 3129120"/>
              <a:gd name="textAreaTop" fmla="*/ 0 h 7035480"/>
              <a:gd name="textAreaBottom" fmla="*/ 7037280 h 7035480"/>
            </a:gdLst>
            <a:ahLst/>
            <a:cxnLst/>
            <a:rect l="textAreaLeft" t="textAreaTop" r="textAreaRight" b="textAreaBottom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Google Shape;312;p57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Google Shape;313;p57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Google Shape;314;p57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Google Shape;315;p57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Google Shape;316;p57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Google Shape;317;p57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Google Shape;318;p57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Google Shape;319;p57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Google Shape;320;p57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Google Shape;321;p57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rog 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6" name="Google Shape;1800;p90"/>
          <p:cNvGrpSpPr/>
          <p:nvPr/>
        </p:nvGrpSpPr>
        <p:grpSpPr>
          <a:xfrm>
            <a:off x="727920" y="3083040"/>
            <a:ext cx="7369560" cy="2432520"/>
            <a:chOff x="727920" y="3083040"/>
            <a:chExt cx="7369560" cy="2432520"/>
          </a:xfrm>
        </p:grpSpPr>
        <p:sp>
          <p:nvSpPr>
            <p:cNvPr id="837" name="Google Shape;1801;p90"/>
            <p:cNvSpPr/>
            <p:nvPr/>
          </p:nvSpPr>
          <p:spPr>
            <a:xfrm>
              <a:off x="1363680" y="3969720"/>
              <a:ext cx="673380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br>
                <a:rPr sz="5500"/>
              </a:b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Google Shape;1802;p90"/>
            <p:cNvSpPr/>
            <p:nvPr/>
          </p:nvSpPr>
          <p:spPr>
            <a:xfrm rot="16200000">
              <a:off x="-252000" y="4063320"/>
              <a:ext cx="241524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9" name="Google Shape;1803;p90"/>
          <p:cNvGrpSpPr/>
          <p:nvPr/>
        </p:nvGrpSpPr>
        <p:grpSpPr>
          <a:xfrm>
            <a:off x="755280" y="2794320"/>
            <a:ext cx="691560" cy="691560"/>
            <a:chOff x="755280" y="2794320"/>
            <a:chExt cx="691560" cy="691560"/>
          </a:xfrm>
        </p:grpSpPr>
        <p:sp>
          <p:nvSpPr>
            <p:cNvPr id="840" name="Google Shape;1804;p90"/>
            <p:cNvSpPr/>
            <p:nvPr/>
          </p:nvSpPr>
          <p:spPr>
            <a:xfrm>
              <a:off x="755280" y="3141000"/>
              <a:ext cx="344880" cy="34488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Google Shape;1805;p90"/>
            <p:cNvSpPr/>
            <p:nvPr/>
          </p:nvSpPr>
          <p:spPr>
            <a:xfrm>
              <a:off x="1101960" y="2794320"/>
              <a:ext cx="344880" cy="34488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42" name="Google Shape;1806;p90"/>
          <p:cNvGrpSpPr/>
          <p:nvPr/>
        </p:nvGrpSpPr>
        <p:grpSpPr>
          <a:xfrm>
            <a:off x="4262040" y="5098320"/>
            <a:ext cx="691560" cy="691560"/>
            <a:chOff x="4262040" y="5098320"/>
            <a:chExt cx="691560" cy="691560"/>
          </a:xfrm>
        </p:grpSpPr>
        <p:sp>
          <p:nvSpPr>
            <p:cNvPr id="843" name="Google Shape;1807;p90"/>
            <p:cNvSpPr/>
            <p:nvPr/>
          </p:nvSpPr>
          <p:spPr>
            <a:xfrm>
              <a:off x="4262040" y="5445000"/>
              <a:ext cx="344880" cy="34488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Google Shape;1808;p90"/>
            <p:cNvSpPr/>
            <p:nvPr/>
          </p:nvSpPr>
          <p:spPr>
            <a:xfrm>
              <a:off x="4608720" y="5098320"/>
              <a:ext cx="344880" cy="34488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5" name="Google Shape;1809;p90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Google Shape;1810;p90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Google Shape;1811;p90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Google Shape;1812;p90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Google Shape;1813;p90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Google Shape;1814;p90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Google Shape;1815;p90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Google Shape;1816;p90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Google Shape;1817;p90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Google Shape;1818;p90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5" name="Google Shape;1819;p90" descr=""/>
          <p:cNvPicPr/>
          <p:nvPr/>
        </p:nvPicPr>
        <p:blipFill>
          <a:blip r:embed="rId2"/>
          <a:stretch/>
        </p:blipFill>
        <p:spPr>
          <a:xfrm>
            <a:off x="9993240" y="4061880"/>
            <a:ext cx="1626840" cy="1103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56" name="Google Shape;1820;p90"/>
          <p:cNvGrpSpPr/>
          <p:nvPr/>
        </p:nvGrpSpPr>
        <p:grpSpPr>
          <a:xfrm>
            <a:off x="10124640" y="1269360"/>
            <a:ext cx="1468440" cy="767160"/>
            <a:chOff x="10124640" y="1269360"/>
            <a:chExt cx="1468440" cy="767160"/>
          </a:xfrm>
        </p:grpSpPr>
        <p:grpSp>
          <p:nvGrpSpPr>
            <p:cNvPr id="857" name="Google Shape;1821;p90"/>
            <p:cNvGrpSpPr/>
            <p:nvPr/>
          </p:nvGrpSpPr>
          <p:grpSpPr>
            <a:xfrm>
              <a:off x="10124640" y="1269360"/>
              <a:ext cx="1222920" cy="298080"/>
              <a:chOff x="10124640" y="1269360"/>
              <a:chExt cx="1222920" cy="298080"/>
            </a:xfrm>
          </p:grpSpPr>
          <p:sp>
            <p:nvSpPr>
              <p:cNvPr id="858" name="Google Shape;1822;p90"/>
              <p:cNvSpPr/>
              <p:nvPr/>
            </p:nvSpPr>
            <p:spPr>
              <a:xfrm>
                <a:off x="10124640" y="1269360"/>
                <a:ext cx="147960" cy="296640"/>
              </a:xfrm>
              <a:custGeom>
                <a:avLst/>
                <a:gdLst>
                  <a:gd name="textAreaLeft" fmla="*/ 0 w 147960"/>
                  <a:gd name="textAreaRight" fmla="*/ 149760 w 147960"/>
                  <a:gd name="textAreaTop" fmla="*/ 0 h 296640"/>
                  <a:gd name="textAreaBottom" fmla="*/ 298440 h 29664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Google Shape;1823;p90"/>
              <p:cNvSpPr/>
              <p:nvPr/>
            </p:nvSpPr>
            <p:spPr>
              <a:xfrm>
                <a:off x="10305360" y="1324800"/>
                <a:ext cx="228240" cy="242280"/>
              </a:xfrm>
              <a:custGeom>
                <a:avLst/>
                <a:gdLst>
                  <a:gd name="textAreaLeft" fmla="*/ 0 w 228240"/>
                  <a:gd name="textAreaRight" fmla="*/ 230040 w 22824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0" name="Google Shape;1824;p90"/>
              <p:cNvSpPr/>
              <p:nvPr/>
            </p:nvSpPr>
            <p:spPr>
              <a:xfrm>
                <a:off x="10573560" y="1325160"/>
                <a:ext cx="216000" cy="242280"/>
              </a:xfrm>
              <a:custGeom>
                <a:avLst/>
                <a:gdLst>
                  <a:gd name="textAreaLeft" fmla="*/ 0 w 216000"/>
                  <a:gd name="textAreaRight" fmla="*/ 217800 w 216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Google Shape;1825;p90"/>
              <p:cNvSpPr/>
              <p:nvPr/>
            </p:nvSpPr>
            <p:spPr>
              <a:xfrm>
                <a:off x="10834560" y="1325160"/>
                <a:ext cx="213120" cy="236880"/>
              </a:xfrm>
              <a:custGeom>
                <a:avLst/>
                <a:gdLst>
                  <a:gd name="textAreaLeft" fmla="*/ 0 w 213120"/>
                  <a:gd name="textAreaRight" fmla="*/ 214920 w 213120"/>
                  <a:gd name="textAreaTop" fmla="*/ 0 h 236880"/>
                  <a:gd name="textAreaBottom" fmla="*/ 238680 h 23688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2" name="Google Shape;1826;p90"/>
              <p:cNvSpPr/>
              <p:nvPr/>
            </p:nvSpPr>
            <p:spPr>
              <a:xfrm>
                <a:off x="11095560" y="1325160"/>
                <a:ext cx="252000" cy="242280"/>
              </a:xfrm>
              <a:custGeom>
                <a:avLst/>
                <a:gdLst>
                  <a:gd name="textAreaLeft" fmla="*/ 0 w 252000"/>
                  <a:gd name="textAreaRight" fmla="*/ 253800 w 252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63" name="Google Shape;1827;p90"/>
            <p:cNvGrpSpPr/>
            <p:nvPr/>
          </p:nvGrpSpPr>
          <p:grpSpPr>
            <a:xfrm>
              <a:off x="10546560" y="1648080"/>
              <a:ext cx="1046520" cy="388440"/>
              <a:chOff x="10546560" y="1648080"/>
              <a:chExt cx="1046520" cy="388440"/>
            </a:xfrm>
          </p:grpSpPr>
          <p:sp>
            <p:nvSpPr>
              <p:cNvPr id="864" name="Google Shape;1828;p90"/>
              <p:cNvSpPr/>
              <p:nvPr/>
            </p:nvSpPr>
            <p:spPr>
              <a:xfrm>
                <a:off x="10546560" y="1648080"/>
                <a:ext cx="64800" cy="317520"/>
              </a:xfrm>
              <a:custGeom>
                <a:avLst/>
                <a:gdLst>
                  <a:gd name="textAreaLeft" fmla="*/ 0 w 64800"/>
                  <a:gd name="textAreaRight" fmla="*/ 66600 w 64800"/>
                  <a:gd name="textAreaTop" fmla="*/ 0 h 317520"/>
                  <a:gd name="textAreaBottom" fmla="*/ 319320 h 31752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Google Shape;1829;p90"/>
              <p:cNvSpPr/>
              <p:nvPr/>
            </p:nvSpPr>
            <p:spPr>
              <a:xfrm>
                <a:off x="10664280" y="1728720"/>
                <a:ext cx="252000" cy="242280"/>
              </a:xfrm>
              <a:custGeom>
                <a:avLst/>
                <a:gdLst>
                  <a:gd name="textAreaLeft" fmla="*/ 0 w 252000"/>
                  <a:gd name="textAreaRight" fmla="*/ 253800 w 252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6" name="Google Shape;1830;p90"/>
              <p:cNvSpPr/>
              <p:nvPr/>
            </p:nvSpPr>
            <p:spPr>
              <a:xfrm>
                <a:off x="10955160" y="1728720"/>
                <a:ext cx="244440" cy="307800"/>
              </a:xfrm>
              <a:custGeom>
                <a:avLst/>
                <a:gdLst>
                  <a:gd name="textAreaLeft" fmla="*/ 0 w 244440"/>
                  <a:gd name="textAreaRight" fmla="*/ 246240 w 244440"/>
                  <a:gd name="textAreaTop" fmla="*/ 0 h 307800"/>
                  <a:gd name="textAreaBottom" fmla="*/ 309600 h 30780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Google Shape;1831;p90"/>
              <p:cNvSpPr/>
              <p:nvPr/>
            </p:nvSpPr>
            <p:spPr>
              <a:xfrm>
                <a:off x="11262240" y="1648440"/>
                <a:ext cx="68400" cy="317520"/>
              </a:xfrm>
              <a:custGeom>
                <a:avLst/>
                <a:gdLst>
                  <a:gd name="textAreaLeft" fmla="*/ 0 w 68400"/>
                  <a:gd name="textAreaRight" fmla="*/ 70200 w 68400"/>
                  <a:gd name="textAreaTop" fmla="*/ 0 h 317520"/>
                  <a:gd name="textAreaBottom" fmla="*/ 319320 h 31752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8" name="Google Shape;1832;p90"/>
              <p:cNvSpPr/>
              <p:nvPr/>
            </p:nvSpPr>
            <p:spPr>
              <a:xfrm>
                <a:off x="11379240" y="1730520"/>
                <a:ext cx="213840" cy="239760"/>
              </a:xfrm>
              <a:custGeom>
                <a:avLst/>
                <a:gdLst>
                  <a:gd name="textAreaLeft" fmla="*/ 0 w 213840"/>
                  <a:gd name="textAreaRight" fmla="*/ 215640 w 213840"/>
                  <a:gd name="textAreaTop" fmla="*/ 0 h 239760"/>
                  <a:gd name="textAreaBottom" fmla="*/ 241560 h 23976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69" name="Google Shape;1833;p90"/>
          <p:cNvGrpSpPr/>
          <p:nvPr/>
        </p:nvGrpSpPr>
        <p:grpSpPr>
          <a:xfrm>
            <a:off x="10113480" y="597240"/>
            <a:ext cx="1269000" cy="572760"/>
            <a:chOff x="10113480" y="597240"/>
            <a:chExt cx="1269000" cy="572760"/>
          </a:xfrm>
        </p:grpSpPr>
        <p:grpSp>
          <p:nvGrpSpPr>
            <p:cNvPr id="870" name="Google Shape;1834;p90"/>
            <p:cNvGrpSpPr/>
            <p:nvPr/>
          </p:nvGrpSpPr>
          <p:grpSpPr>
            <a:xfrm>
              <a:off x="10207440" y="873000"/>
              <a:ext cx="1175040" cy="297000"/>
              <a:chOff x="10207440" y="873000"/>
              <a:chExt cx="1175040" cy="297000"/>
            </a:xfrm>
          </p:grpSpPr>
          <p:sp>
            <p:nvSpPr>
              <p:cNvPr id="871" name="Google Shape;1835;p90"/>
              <p:cNvSpPr/>
              <p:nvPr/>
            </p:nvSpPr>
            <p:spPr>
              <a:xfrm>
                <a:off x="10207440" y="878040"/>
                <a:ext cx="79920" cy="102240"/>
              </a:xfrm>
              <a:custGeom>
                <a:avLst/>
                <a:gdLst>
                  <a:gd name="textAreaLeft" fmla="*/ 0 w 79920"/>
                  <a:gd name="textAreaRight" fmla="*/ 81720 w 79920"/>
                  <a:gd name="textAreaTop" fmla="*/ 0 h 102240"/>
                  <a:gd name="textAreaBottom" fmla="*/ 104040 h 1022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Google Shape;1836;p90"/>
              <p:cNvSpPr/>
              <p:nvPr/>
            </p:nvSpPr>
            <p:spPr>
              <a:xfrm>
                <a:off x="1028556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Google Shape;1837;p90"/>
              <p:cNvSpPr/>
              <p:nvPr/>
            </p:nvSpPr>
            <p:spPr>
              <a:xfrm>
                <a:off x="10381680" y="87372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4" name="Google Shape;1838;p90"/>
              <p:cNvSpPr/>
              <p:nvPr/>
            </p:nvSpPr>
            <p:spPr>
              <a:xfrm>
                <a:off x="1047924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5" name="Google Shape;1839;p90"/>
              <p:cNvSpPr/>
              <p:nvPr/>
            </p:nvSpPr>
            <p:spPr>
              <a:xfrm>
                <a:off x="1056456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6" name="Google Shape;1840;p90"/>
              <p:cNvSpPr/>
              <p:nvPr/>
            </p:nvSpPr>
            <p:spPr>
              <a:xfrm>
                <a:off x="1068372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7" name="Google Shape;1841;p90"/>
              <p:cNvSpPr/>
              <p:nvPr/>
            </p:nvSpPr>
            <p:spPr>
              <a:xfrm>
                <a:off x="1076940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Google Shape;1842;p90"/>
              <p:cNvSpPr/>
              <p:nvPr/>
            </p:nvSpPr>
            <p:spPr>
              <a:xfrm>
                <a:off x="10888200" y="873000"/>
                <a:ext cx="44640" cy="107280"/>
              </a:xfrm>
              <a:custGeom>
                <a:avLst/>
                <a:gdLst>
                  <a:gd name="textAreaLeft" fmla="*/ 0 w 44640"/>
                  <a:gd name="textAreaRight" fmla="*/ 46440 w 44640"/>
                  <a:gd name="textAreaTop" fmla="*/ 0 h 107280"/>
                  <a:gd name="textAreaBottom" fmla="*/ 109080 h 1072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Google Shape;1843;p90"/>
              <p:cNvSpPr/>
              <p:nvPr/>
            </p:nvSpPr>
            <p:spPr>
              <a:xfrm>
                <a:off x="1094292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0" name="Google Shape;1844;p90"/>
              <p:cNvSpPr/>
              <p:nvPr/>
            </p:nvSpPr>
            <p:spPr>
              <a:xfrm>
                <a:off x="11043720" y="90396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Google Shape;1845;p90"/>
              <p:cNvSpPr/>
              <p:nvPr/>
            </p:nvSpPr>
            <p:spPr>
              <a:xfrm>
                <a:off x="11103840" y="903600"/>
                <a:ext cx="114480" cy="76680"/>
              </a:xfrm>
              <a:custGeom>
                <a:avLst/>
                <a:gdLst>
                  <a:gd name="textAreaLeft" fmla="*/ 0 w 114480"/>
                  <a:gd name="textAreaRight" fmla="*/ 116280 w 11448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Google Shape;1846;p90"/>
              <p:cNvSpPr/>
              <p:nvPr/>
            </p:nvSpPr>
            <p:spPr>
              <a:xfrm>
                <a:off x="1123956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Google Shape;1847;p90"/>
              <p:cNvSpPr/>
              <p:nvPr/>
            </p:nvSpPr>
            <p:spPr>
              <a:xfrm>
                <a:off x="1132488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Google Shape;1848;p90"/>
              <p:cNvSpPr/>
              <p:nvPr/>
            </p:nvSpPr>
            <p:spPr>
              <a:xfrm>
                <a:off x="1020816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Google Shape;1849;p90"/>
              <p:cNvSpPr/>
              <p:nvPr/>
            </p:nvSpPr>
            <p:spPr>
              <a:xfrm>
                <a:off x="103068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Google Shape;1850;p90"/>
              <p:cNvSpPr/>
              <p:nvPr/>
            </p:nvSpPr>
            <p:spPr>
              <a:xfrm>
                <a:off x="10438200" y="107028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7" name="Google Shape;1851;p90"/>
              <p:cNvSpPr/>
              <p:nvPr/>
            </p:nvSpPr>
            <p:spPr>
              <a:xfrm>
                <a:off x="10530360" y="1069560"/>
                <a:ext cx="75960" cy="10044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0440"/>
                  <a:gd name="textAreaBottom" fmla="*/ 102240 h 1004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8" name="Google Shape;1852;p90"/>
              <p:cNvSpPr/>
              <p:nvPr/>
            </p:nvSpPr>
            <p:spPr>
              <a:xfrm>
                <a:off x="1062900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9" name="Google Shape;1853;p90"/>
              <p:cNvSpPr/>
              <p:nvPr/>
            </p:nvSpPr>
            <p:spPr>
              <a:xfrm>
                <a:off x="106812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0" name="Google Shape;1854;p90"/>
              <p:cNvSpPr/>
              <p:nvPr/>
            </p:nvSpPr>
            <p:spPr>
              <a:xfrm>
                <a:off x="10774080" y="1069560"/>
                <a:ext cx="65520" cy="7668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Google Shape;1855;p90"/>
              <p:cNvSpPr/>
              <p:nvPr/>
            </p:nvSpPr>
            <p:spPr>
              <a:xfrm>
                <a:off x="1086084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Google Shape;1856;p90"/>
              <p:cNvSpPr/>
              <p:nvPr/>
            </p:nvSpPr>
            <p:spPr>
              <a:xfrm>
                <a:off x="1095948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Google Shape;1857;p90"/>
              <p:cNvSpPr/>
              <p:nvPr/>
            </p:nvSpPr>
            <p:spPr>
              <a:xfrm>
                <a:off x="1105236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94" name="Google Shape;1858;p90"/>
            <p:cNvGrpSpPr/>
            <p:nvPr/>
          </p:nvGrpSpPr>
          <p:grpSpPr>
            <a:xfrm>
              <a:off x="10113480" y="597240"/>
              <a:ext cx="607680" cy="150840"/>
              <a:chOff x="10113480" y="597240"/>
              <a:chExt cx="607680" cy="150840"/>
            </a:xfrm>
          </p:grpSpPr>
          <p:sp>
            <p:nvSpPr>
              <p:cNvPr id="895" name="Google Shape;1859;p90"/>
              <p:cNvSpPr/>
              <p:nvPr/>
            </p:nvSpPr>
            <p:spPr>
              <a:xfrm>
                <a:off x="10627560" y="603360"/>
                <a:ext cx="93600" cy="144000"/>
              </a:xfrm>
              <a:custGeom>
                <a:avLst/>
                <a:gdLst>
                  <a:gd name="textAreaLeft" fmla="*/ 0 w 93600"/>
                  <a:gd name="textAreaRight" fmla="*/ 95400 w 93600"/>
                  <a:gd name="textAreaTop" fmla="*/ 0 h 144000"/>
                  <a:gd name="textAreaBottom" fmla="*/ 145800 h 1440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Google Shape;1860;p90"/>
              <p:cNvSpPr/>
              <p:nvPr/>
            </p:nvSpPr>
            <p:spPr>
              <a:xfrm>
                <a:off x="10113480" y="597240"/>
                <a:ext cx="136080" cy="150840"/>
              </a:xfrm>
              <a:custGeom>
                <a:avLst/>
                <a:gdLst>
                  <a:gd name="textAreaLeft" fmla="*/ 0 w 136080"/>
                  <a:gd name="textAreaRight" fmla="*/ 137880 w 136080"/>
                  <a:gd name="textAreaTop" fmla="*/ 0 h 150840"/>
                  <a:gd name="textAreaBottom" fmla="*/ 152640 h 1508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Google Shape;1861;p90"/>
              <p:cNvSpPr/>
              <p:nvPr/>
            </p:nvSpPr>
            <p:spPr>
              <a:xfrm>
                <a:off x="10246320" y="618480"/>
                <a:ext cx="132480" cy="124920"/>
              </a:xfrm>
              <a:custGeom>
                <a:avLst/>
                <a:gdLst>
                  <a:gd name="textAreaLeft" fmla="*/ 0 w 132480"/>
                  <a:gd name="textAreaRight" fmla="*/ 134280 w 132480"/>
                  <a:gd name="textAreaTop" fmla="*/ 0 h 124920"/>
                  <a:gd name="textAreaBottom" fmla="*/ 126720 h 1249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Google Shape;1862;p90"/>
              <p:cNvSpPr/>
              <p:nvPr/>
            </p:nvSpPr>
            <p:spPr>
              <a:xfrm>
                <a:off x="10378800" y="619920"/>
                <a:ext cx="123840" cy="121320"/>
              </a:xfrm>
              <a:custGeom>
                <a:avLst/>
                <a:gdLst>
                  <a:gd name="textAreaLeft" fmla="*/ 0 w 123840"/>
                  <a:gd name="textAreaRight" fmla="*/ 125640 w 123840"/>
                  <a:gd name="textAreaTop" fmla="*/ 0 h 121320"/>
                  <a:gd name="textAreaBottom" fmla="*/ 123120 h 1213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Google Shape;1863;p90"/>
              <p:cNvSpPr/>
              <p:nvPr/>
            </p:nvSpPr>
            <p:spPr>
              <a:xfrm>
                <a:off x="10503000" y="619200"/>
                <a:ext cx="124920" cy="123480"/>
              </a:xfrm>
              <a:custGeom>
                <a:avLst/>
                <a:gdLst>
                  <a:gd name="textAreaLeft" fmla="*/ 0 w 124920"/>
                  <a:gd name="textAreaRight" fmla="*/ 126720 w 124920"/>
                  <a:gd name="textAreaTop" fmla="*/ 0 h 123480"/>
                  <a:gd name="textAreaBottom" fmla="*/ 125280 h 1234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900" name="Google Shape;1864;p90" descr=""/>
          <p:cNvPicPr/>
          <p:nvPr/>
        </p:nvPicPr>
        <p:blipFill>
          <a:blip r:embed="rId3"/>
          <a:stretch/>
        </p:blipFill>
        <p:spPr>
          <a:xfrm>
            <a:off x="726480" y="612360"/>
            <a:ext cx="2142720" cy="5612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ca_biz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461;p63"/>
          <p:cNvSpPr/>
          <p:nvPr/>
        </p:nvSpPr>
        <p:spPr>
          <a:xfrm rot="10800000">
            <a:off x="3240" y="1800"/>
            <a:ext cx="3538800" cy="68562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Google Shape;462;p63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Google Shape;463;p63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Google Shape;464;p63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5" name="Google Shape;465;p63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6" name="Google Shape;466;p63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Google Shape;467;p63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Google Shape;468;p63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Google Shape;469;p63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Google Shape;470;p63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Google Shape;471;p63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2" name="Google Shape;472;p63" descr=""/>
          <p:cNvPicPr/>
          <p:nvPr/>
        </p:nvPicPr>
        <p:blipFill>
          <a:blip r:embed="rId2"/>
          <a:stretch/>
        </p:blipFill>
        <p:spPr>
          <a:xfrm>
            <a:off x="1533240" y="-685800"/>
            <a:ext cx="2007000" cy="200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3" name="Google Shape;473;p63" descr=""/>
          <p:cNvPicPr/>
          <p:nvPr/>
        </p:nvPicPr>
        <p:blipFill>
          <a:blip r:embed="rId3"/>
          <a:stretch/>
        </p:blipFill>
        <p:spPr>
          <a:xfrm>
            <a:off x="430560" y="3317760"/>
            <a:ext cx="1361520" cy="136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4" name="Google Shape;474;p63" descr=""/>
          <p:cNvPicPr/>
          <p:nvPr/>
        </p:nvPicPr>
        <p:blipFill>
          <a:blip r:embed="rId4"/>
          <a:stretch/>
        </p:blipFill>
        <p:spPr>
          <a:xfrm>
            <a:off x="2271960" y="5587920"/>
            <a:ext cx="1268280" cy="126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rog_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1866;p91"/>
          <p:cNvSpPr/>
          <p:nvPr/>
        </p:nvSpPr>
        <p:spPr>
          <a:xfrm>
            <a:off x="8377920" y="13320"/>
            <a:ext cx="3610080" cy="3610080"/>
          </a:xfrm>
          <a:custGeom>
            <a:avLst/>
            <a:gdLst>
              <a:gd name="textAreaLeft" fmla="*/ 0 w 3610080"/>
              <a:gd name="textAreaRight" fmla="*/ 3611880 w 3610080"/>
              <a:gd name="textAreaTop" fmla="*/ 0 h 3610080"/>
              <a:gd name="textAreaBottom" fmla="*/ 3611880 h 36100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Google Shape;1867;p91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Google Shape;1868;p91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Google Shape;1869;p91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Google Shape;1870;p91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Google Shape;1871;p91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Google Shape;1872;p91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Google Shape;1873;p91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Google Shape;1874;p91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Google Shape;1875;p91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Google Shape;1876;p91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8" name="Google Shape;1877;p91" descr=""/>
          <p:cNvPicPr/>
          <p:nvPr/>
        </p:nvPicPr>
        <p:blipFill>
          <a:blip r:embed="rId2"/>
          <a:stretch/>
        </p:blipFill>
        <p:spPr>
          <a:xfrm>
            <a:off x="9120600" y="1470600"/>
            <a:ext cx="2142720" cy="561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29" name="Google Shape;1878;p91"/>
          <p:cNvGrpSpPr/>
          <p:nvPr/>
        </p:nvGrpSpPr>
        <p:grpSpPr>
          <a:xfrm>
            <a:off x="1684080" y="792720"/>
            <a:ext cx="1368360" cy="1094400"/>
            <a:chOff x="1684080" y="792720"/>
            <a:chExt cx="1368360" cy="1094400"/>
          </a:xfrm>
        </p:grpSpPr>
        <p:sp>
          <p:nvSpPr>
            <p:cNvPr id="930" name="Google Shape;1879;p91"/>
            <p:cNvSpPr/>
            <p:nvPr/>
          </p:nvSpPr>
          <p:spPr>
            <a:xfrm>
              <a:off x="2232000" y="79272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1" name="Google Shape;1880;p91"/>
            <p:cNvSpPr/>
            <p:nvPr/>
          </p:nvSpPr>
          <p:spPr>
            <a:xfrm>
              <a:off x="1958040" y="106668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Google Shape;1881;p91"/>
            <p:cNvSpPr/>
            <p:nvPr/>
          </p:nvSpPr>
          <p:spPr>
            <a:xfrm>
              <a:off x="1684080" y="13410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Google Shape;1882;p91"/>
            <p:cNvSpPr/>
            <p:nvPr/>
          </p:nvSpPr>
          <p:spPr>
            <a:xfrm>
              <a:off x="168408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4" name="Google Shape;1883;p91"/>
            <p:cNvSpPr/>
            <p:nvPr/>
          </p:nvSpPr>
          <p:spPr>
            <a:xfrm>
              <a:off x="195804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5" name="Google Shape;1884;p91"/>
            <p:cNvSpPr/>
            <p:nvPr/>
          </p:nvSpPr>
          <p:spPr>
            <a:xfrm>
              <a:off x="223200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6" name="Google Shape;1885;p91"/>
            <p:cNvSpPr/>
            <p:nvPr/>
          </p:nvSpPr>
          <p:spPr>
            <a:xfrm>
              <a:off x="250632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7" name="Google Shape;1886;p91"/>
            <p:cNvSpPr/>
            <p:nvPr/>
          </p:nvSpPr>
          <p:spPr>
            <a:xfrm>
              <a:off x="278028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Google Shape;1887;p91"/>
            <p:cNvSpPr/>
            <p:nvPr/>
          </p:nvSpPr>
          <p:spPr>
            <a:xfrm>
              <a:off x="2780280" y="13410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9" name="Google Shape;1888;p91"/>
            <p:cNvSpPr/>
            <p:nvPr/>
          </p:nvSpPr>
          <p:spPr>
            <a:xfrm>
              <a:off x="2506320" y="106668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0" name="Google Shape;1889;p91"/>
          <p:cNvGrpSpPr/>
          <p:nvPr/>
        </p:nvGrpSpPr>
        <p:grpSpPr>
          <a:xfrm>
            <a:off x="9798120" y="5367240"/>
            <a:ext cx="1396440" cy="729720"/>
            <a:chOff x="9798120" y="5367240"/>
            <a:chExt cx="1396440" cy="729720"/>
          </a:xfrm>
        </p:grpSpPr>
        <p:grpSp>
          <p:nvGrpSpPr>
            <p:cNvPr id="941" name="Google Shape;1890;p91"/>
            <p:cNvGrpSpPr/>
            <p:nvPr/>
          </p:nvGrpSpPr>
          <p:grpSpPr>
            <a:xfrm>
              <a:off x="9798120" y="5367240"/>
              <a:ext cx="1162800" cy="283320"/>
              <a:chOff x="9798120" y="5367240"/>
              <a:chExt cx="1162800" cy="283320"/>
            </a:xfrm>
          </p:grpSpPr>
          <p:sp>
            <p:nvSpPr>
              <p:cNvPr id="942" name="Google Shape;1891;p91"/>
              <p:cNvSpPr/>
              <p:nvPr/>
            </p:nvSpPr>
            <p:spPr>
              <a:xfrm>
                <a:off x="9798120" y="5367240"/>
                <a:ext cx="140400" cy="281880"/>
              </a:xfrm>
              <a:custGeom>
                <a:avLst/>
                <a:gdLst>
                  <a:gd name="textAreaLeft" fmla="*/ 0 w 140400"/>
                  <a:gd name="textAreaRight" fmla="*/ 142200 w 140400"/>
                  <a:gd name="textAreaTop" fmla="*/ 0 h 281880"/>
                  <a:gd name="textAreaBottom" fmla="*/ 283680 h 2818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Google Shape;1892;p91"/>
              <p:cNvSpPr/>
              <p:nvPr/>
            </p:nvSpPr>
            <p:spPr>
              <a:xfrm>
                <a:off x="9969840" y="5420160"/>
                <a:ext cx="217080" cy="230400"/>
              </a:xfrm>
              <a:custGeom>
                <a:avLst/>
                <a:gdLst>
                  <a:gd name="textAreaLeft" fmla="*/ 0 w 217080"/>
                  <a:gd name="textAreaRight" fmla="*/ 218880 w 21708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Google Shape;1893;p91"/>
              <p:cNvSpPr/>
              <p:nvPr/>
            </p:nvSpPr>
            <p:spPr>
              <a:xfrm>
                <a:off x="10224720" y="5420160"/>
                <a:ext cx="205200" cy="230400"/>
              </a:xfrm>
              <a:custGeom>
                <a:avLst/>
                <a:gdLst>
                  <a:gd name="textAreaLeft" fmla="*/ 0 w 205200"/>
                  <a:gd name="textAreaRight" fmla="*/ 207000 w 2052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Google Shape;1894;p91"/>
              <p:cNvSpPr/>
              <p:nvPr/>
            </p:nvSpPr>
            <p:spPr>
              <a:xfrm>
                <a:off x="10473120" y="5420160"/>
                <a:ext cx="202320" cy="225360"/>
              </a:xfrm>
              <a:custGeom>
                <a:avLst/>
                <a:gdLst>
                  <a:gd name="textAreaLeft" fmla="*/ 0 w 202320"/>
                  <a:gd name="textAreaRight" fmla="*/ 204120 w 202320"/>
                  <a:gd name="textAreaTop" fmla="*/ 0 h 225360"/>
                  <a:gd name="textAreaBottom" fmla="*/ 227160 h 2253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6" name="Google Shape;1895;p91"/>
              <p:cNvSpPr/>
              <p:nvPr/>
            </p:nvSpPr>
            <p:spPr>
              <a:xfrm>
                <a:off x="10721520" y="542016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47" name="Google Shape;1896;p91"/>
            <p:cNvGrpSpPr/>
            <p:nvPr/>
          </p:nvGrpSpPr>
          <p:grpSpPr>
            <a:xfrm>
              <a:off x="10199160" y="5727600"/>
              <a:ext cx="995400" cy="369360"/>
              <a:chOff x="10199160" y="5727600"/>
              <a:chExt cx="995400" cy="369360"/>
            </a:xfrm>
          </p:grpSpPr>
          <p:sp>
            <p:nvSpPr>
              <p:cNvPr id="948" name="Google Shape;1897;p91"/>
              <p:cNvSpPr/>
              <p:nvPr/>
            </p:nvSpPr>
            <p:spPr>
              <a:xfrm>
                <a:off x="10199160" y="5727600"/>
                <a:ext cx="61560" cy="301680"/>
              </a:xfrm>
              <a:custGeom>
                <a:avLst/>
                <a:gdLst>
                  <a:gd name="textAreaLeft" fmla="*/ 0 w 61560"/>
                  <a:gd name="textAreaRight" fmla="*/ 63360 w 6156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9" name="Google Shape;1898;p91"/>
              <p:cNvSpPr/>
              <p:nvPr/>
            </p:nvSpPr>
            <p:spPr>
              <a:xfrm>
                <a:off x="10311120" y="580428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0" name="Google Shape;1899;p91"/>
              <p:cNvSpPr/>
              <p:nvPr/>
            </p:nvSpPr>
            <p:spPr>
              <a:xfrm>
                <a:off x="10588320" y="5804280"/>
                <a:ext cx="232200" cy="292680"/>
              </a:xfrm>
              <a:custGeom>
                <a:avLst/>
                <a:gdLst>
                  <a:gd name="textAreaLeft" fmla="*/ 0 w 232200"/>
                  <a:gd name="textAreaRight" fmla="*/ 234000 w 232200"/>
                  <a:gd name="textAreaTop" fmla="*/ 0 h 292680"/>
                  <a:gd name="textAreaBottom" fmla="*/ 294480 h 2926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Google Shape;1900;p91"/>
              <p:cNvSpPr/>
              <p:nvPr/>
            </p:nvSpPr>
            <p:spPr>
              <a:xfrm>
                <a:off x="10880280" y="5727600"/>
                <a:ext cx="64800" cy="301680"/>
              </a:xfrm>
              <a:custGeom>
                <a:avLst/>
                <a:gdLst>
                  <a:gd name="textAreaLeft" fmla="*/ 0 w 64800"/>
                  <a:gd name="textAreaRight" fmla="*/ 66600 w 6480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2" name="Google Shape;1901;p91"/>
              <p:cNvSpPr/>
              <p:nvPr/>
            </p:nvSpPr>
            <p:spPr>
              <a:xfrm>
                <a:off x="10991160" y="5806080"/>
                <a:ext cx="203400" cy="227880"/>
              </a:xfrm>
              <a:custGeom>
                <a:avLst/>
                <a:gdLst>
                  <a:gd name="textAreaLeft" fmla="*/ 0 w 203400"/>
                  <a:gd name="textAreaRight" fmla="*/ 205200 w 203400"/>
                  <a:gd name="textAreaTop" fmla="*/ 0 h 227880"/>
                  <a:gd name="textAreaBottom" fmla="*/ 229680 h 2278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53" name="Google Shape;1902;p91"/>
          <p:cNvGrpSpPr/>
          <p:nvPr/>
        </p:nvGrpSpPr>
        <p:grpSpPr>
          <a:xfrm>
            <a:off x="9880920" y="5104080"/>
            <a:ext cx="577800" cy="143280"/>
            <a:chOff x="9880920" y="5104080"/>
            <a:chExt cx="577800" cy="143280"/>
          </a:xfrm>
        </p:grpSpPr>
        <p:sp>
          <p:nvSpPr>
            <p:cNvPr id="954" name="Google Shape;1903;p91"/>
            <p:cNvSpPr/>
            <p:nvPr/>
          </p:nvSpPr>
          <p:spPr>
            <a:xfrm>
              <a:off x="10369800" y="5109840"/>
              <a:ext cx="88920" cy="136800"/>
            </a:xfrm>
            <a:custGeom>
              <a:avLst/>
              <a:gdLst>
                <a:gd name="textAreaLeft" fmla="*/ 0 w 88920"/>
                <a:gd name="textAreaRight" fmla="*/ 90720 w 88920"/>
                <a:gd name="textAreaTop" fmla="*/ 0 h 136800"/>
                <a:gd name="textAreaBottom" fmla="*/ 138600 h 1368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5" name="Google Shape;1904;p91"/>
            <p:cNvSpPr/>
            <p:nvPr/>
          </p:nvSpPr>
          <p:spPr>
            <a:xfrm>
              <a:off x="9880920" y="5104080"/>
              <a:ext cx="129240" cy="143280"/>
            </a:xfrm>
            <a:custGeom>
              <a:avLst/>
              <a:gdLst>
                <a:gd name="textAreaLeft" fmla="*/ 0 w 129240"/>
                <a:gd name="textAreaRight" fmla="*/ 131040 w 129240"/>
                <a:gd name="textAreaTop" fmla="*/ 0 h 143280"/>
                <a:gd name="textAreaBottom" fmla="*/ 145080 h 1432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6" name="Google Shape;1905;p91"/>
            <p:cNvSpPr/>
            <p:nvPr/>
          </p:nvSpPr>
          <p:spPr>
            <a:xfrm>
              <a:off x="10007280" y="5124240"/>
              <a:ext cx="125640" cy="118800"/>
            </a:xfrm>
            <a:custGeom>
              <a:avLst/>
              <a:gdLst>
                <a:gd name="textAreaLeft" fmla="*/ 0 w 125640"/>
                <a:gd name="textAreaRight" fmla="*/ 127440 w 125640"/>
                <a:gd name="textAreaTop" fmla="*/ 0 h 118800"/>
                <a:gd name="textAreaBottom" fmla="*/ 120600 h 1188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7" name="Google Shape;1906;p91"/>
            <p:cNvSpPr/>
            <p:nvPr/>
          </p:nvSpPr>
          <p:spPr>
            <a:xfrm>
              <a:off x="10133280" y="5125680"/>
              <a:ext cx="117360" cy="115200"/>
            </a:xfrm>
            <a:custGeom>
              <a:avLst/>
              <a:gdLst>
                <a:gd name="textAreaLeft" fmla="*/ 0 w 117360"/>
                <a:gd name="textAreaRight" fmla="*/ 119160 w 117360"/>
                <a:gd name="textAreaTop" fmla="*/ 0 h 115200"/>
                <a:gd name="textAreaBottom" fmla="*/ 117000 h 1152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8" name="Google Shape;1907;p91"/>
            <p:cNvSpPr/>
            <p:nvPr/>
          </p:nvSpPr>
          <p:spPr>
            <a:xfrm>
              <a:off x="10251720" y="5124960"/>
              <a:ext cx="118440" cy="117360"/>
            </a:xfrm>
            <a:custGeom>
              <a:avLst/>
              <a:gdLst>
                <a:gd name="textAreaLeft" fmla="*/ 0 w 118440"/>
                <a:gd name="textAreaRight" fmla="*/ 120240 w 118440"/>
                <a:gd name="textAreaTop" fmla="*/ 0 h 117360"/>
                <a:gd name="textAreaBottom" fmla="*/ 119160 h 1173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9" name="Google Shape;1908;p91"/>
          <p:cNvGrpSpPr/>
          <p:nvPr/>
        </p:nvGrpSpPr>
        <p:grpSpPr>
          <a:xfrm>
            <a:off x="401040" y="198360"/>
            <a:ext cx="4066560" cy="1623240"/>
            <a:chOff x="401040" y="198360"/>
            <a:chExt cx="4066560" cy="1623240"/>
          </a:xfrm>
        </p:grpSpPr>
        <p:sp>
          <p:nvSpPr>
            <p:cNvPr id="960" name="Google Shape;1909;p91"/>
            <p:cNvSpPr/>
            <p:nvPr/>
          </p:nvSpPr>
          <p:spPr>
            <a:xfrm>
              <a:off x="690480" y="275760"/>
              <a:ext cx="377712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1" name="Google Shape;1910;p91"/>
            <p:cNvGrpSpPr/>
            <p:nvPr/>
          </p:nvGrpSpPr>
          <p:grpSpPr>
            <a:xfrm>
              <a:off x="401040" y="198360"/>
              <a:ext cx="691560" cy="691560"/>
              <a:chOff x="401040" y="198360"/>
              <a:chExt cx="691560" cy="691560"/>
            </a:xfrm>
          </p:grpSpPr>
          <p:sp>
            <p:nvSpPr>
              <p:cNvPr id="962" name="Google Shape;1911;p91"/>
              <p:cNvSpPr/>
              <p:nvPr/>
            </p:nvSpPr>
            <p:spPr>
              <a:xfrm>
                <a:off x="401040" y="545040"/>
                <a:ext cx="344880" cy="34488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Google Shape;1912;p91"/>
              <p:cNvSpPr/>
              <p:nvPr/>
            </p:nvSpPr>
            <p:spPr>
              <a:xfrm>
                <a:off x="747720" y="198360"/>
                <a:ext cx="344880" cy="34488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64" name="Google Shape;1913;p91"/>
          <p:cNvSpPr/>
          <p:nvPr/>
        </p:nvSpPr>
        <p:spPr>
          <a:xfrm>
            <a:off x="706680" y="3871800"/>
            <a:ext cx="355716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65" name="Google Shape;1914;p91"/>
          <p:cNvGrpSpPr/>
          <p:nvPr/>
        </p:nvGrpSpPr>
        <p:grpSpPr>
          <a:xfrm>
            <a:off x="832680" y="2888640"/>
            <a:ext cx="3672360" cy="3107520"/>
            <a:chOff x="832680" y="2888640"/>
            <a:chExt cx="3672360" cy="3107520"/>
          </a:xfrm>
        </p:grpSpPr>
        <p:sp>
          <p:nvSpPr>
            <p:cNvPr id="966" name="Google Shape;1915;p91"/>
            <p:cNvSpPr/>
            <p:nvPr/>
          </p:nvSpPr>
          <p:spPr>
            <a:xfrm>
              <a:off x="832680" y="4302000"/>
              <a:ext cx="563400" cy="169416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694160"/>
                <a:gd name="textAreaBottom" fmla="*/ 1695960 h 16941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Google Shape;1916;p91"/>
            <p:cNvSpPr/>
            <p:nvPr/>
          </p:nvSpPr>
          <p:spPr>
            <a:xfrm>
              <a:off x="3941640" y="3736440"/>
              <a:ext cx="563400" cy="112860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8" name="Google Shape;1917;p91"/>
            <p:cNvSpPr/>
            <p:nvPr/>
          </p:nvSpPr>
          <p:spPr>
            <a:xfrm>
              <a:off x="4224240" y="543240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9" name="Google Shape;1918;p91"/>
            <p:cNvSpPr/>
            <p:nvPr/>
          </p:nvSpPr>
          <p:spPr>
            <a:xfrm>
              <a:off x="2528640" y="317124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0" name="Google Shape;1919;p91"/>
            <p:cNvSpPr/>
            <p:nvPr/>
          </p:nvSpPr>
          <p:spPr>
            <a:xfrm>
              <a:off x="1398240" y="2888640"/>
              <a:ext cx="1128600" cy="1128600"/>
            </a:xfrm>
            <a:custGeom>
              <a:avLst/>
              <a:gdLst>
                <a:gd name="textAreaLeft" fmla="*/ 0 w 1128600"/>
                <a:gd name="textAreaRight" fmla="*/ 1130400 w 11286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Google Shape;1920;p91"/>
            <p:cNvSpPr/>
            <p:nvPr/>
          </p:nvSpPr>
          <p:spPr>
            <a:xfrm>
              <a:off x="1963440" y="4302000"/>
              <a:ext cx="1411200" cy="1411200"/>
            </a:xfrm>
            <a:custGeom>
              <a:avLst/>
              <a:gdLst>
                <a:gd name="textAreaLeft" fmla="*/ 0 w 1411200"/>
                <a:gd name="textAreaRight" fmla="*/ 1413000 w 1411200"/>
                <a:gd name="textAreaTop" fmla="*/ 0 h 1411200"/>
                <a:gd name="textAreaBottom" fmla="*/ 1413000 h 14112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1922;p92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3" name="Google Shape;1923;p92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4" name="Google Shape;1924;p92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Google Shape;1925;p92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6" name="Google Shape;1926;p92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Google Shape;1927;p92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Google Shape;1928;p92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Google Shape;1929;p92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Google Shape;1930;p92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Google Shape;1931;p92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82" name="Google Shape;1932;p92"/>
          <p:cNvGrpSpPr/>
          <p:nvPr/>
        </p:nvGrpSpPr>
        <p:grpSpPr>
          <a:xfrm>
            <a:off x="727920" y="3083040"/>
            <a:ext cx="5709240" cy="2421000"/>
            <a:chOff x="727920" y="3083040"/>
            <a:chExt cx="5709240" cy="2421000"/>
          </a:xfrm>
        </p:grpSpPr>
        <p:sp>
          <p:nvSpPr>
            <p:cNvPr id="983" name="Google Shape;1933;p92"/>
            <p:cNvSpPr/>
            <p:nvPr/>
          </p:nvSpPr>
          <p:spPr>
            <a:xfrm>
              <a:off x="1363680" y="3958200"/>
              <a:ext cx="507348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_AWS</a:t>
              </a:r>
              <a:br>
                <a:rPr sz="5500"/>
              </a:b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re/Start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4" name="Google Shape;1934;p92"/>
            <p:cNvSpPr/>
            <p:nvPr/>
          </p:nvSpPr>
          <p:spPr>
            <a:xfrm rot="16200000">
              <a:off x="-252000" y="4063320"/>
              <a:ext cx="241524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5" name="Google Shape;1935;p92"/>
          <p:cNvGrpSpPr/>
          <p:nvPr/>
        </p:nvGrpSpPr>
        <p:grpSpPr>
          <a:xfrm>
            <a:off x="755280" y="2927520"/>
            <a:ext cx="691560" cy="691560"/>
            <a:chOff x="755280" y="2927520"/>
            <a:chExt cx="691560" cy="691560"/>
          </a:xfrm>
        </p:grpSpPr>
        <p:sp>
          <p:nvSpPr>
            <p:cNvPr id="986" name="Google Shape;1936;p92"/>
            <p:cNvSpPr/>
            <p:nvPr/>
          </p:nvSpPr>
          <p:spPr>
            <a:xfrm>
              <a:off x="755280" y="3274200"/>
              <a:ext cx="344880" cy="34488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Google Shape;1937;p92"/>
            <p:cNvSpPr/>
            <p:nvPr/>
          </p:nvSpPr>
          <p:spPr>
            <a:xfrm>
              <a:off x="1101960" y="2927520"/>
              <a:ext cx="344880" cy="34488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8" name="Google Shape;1938;p92"/>
          <p:cNvGrpSpPr/>
          <p:nvPr/>
        </p:nvGrpSpPr>
        <p:grpSpPr>
          <a:xfrm>
            <a:off x="4235400" y="5098320"/>
            <a:ext cx="691560" cy="691560"/>
            <a:chOff x="4235400" y="5098320"/>
            <a:chExt cx="691560" cy="691560"/>
          </a:xfrm>
        </p:grpSpPr>
        <p:sp>
          <p:nvSpPr>
            <p:cNvPr id="989" name="Google Shape;1939;p92"/>
            <p:cNvSpPr/>
            <p:nvPr/>
          </p:nvSpPr>
          <p:spPr>
            <a:xfrm>
              <a:off x="4235400" y="5445000"/>
              <a:ext cx="344880" cy="34488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Google Shape;1940;p92"/>
            <p:cNvSpPr/>
            <p:nvPr/>
          </p:nvSpPr>
          <p:spPr>
            <a:xfrm>
              <a:off x="4582080" y="5098320"/>
              <a:ext cx="344880" cy="34488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91" name="Google Shape;1941;p92" descr=""/>
          <p:cNvPicPr/>
          <p:nvPr/>
        </p:nvPicPr>
        <p:blipFill>
          <a:blip r:embed="rId2"/>
          <a:stretch/>
        </p:blipFill>
        <p:spPr>
          <a:xfrm>
            <a:off x="10135800" y="3871080"/>
            <a:ext cx="1456920" cy="154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2" name="Google Shape;1942;p92" descr=""/>
          <p:cNvPicPr/>
          <p:nvPr/>
        </p:nvPicPr>
        <p:blipFill>
          <a:blip r:embed="rId3"/>
          <a:stretch/>
        </p:blipFill>
        <p:spPr>
          <a:xfrm>
            <a:off x="759600" y="948240"/>
            <a:ext cx="1035000" cy="615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93" name="Google Shape;1943;p92"/>
          <p:cNvGrpSpPr/>
          <p:nvPr/>
        </p:nvGrpSpPr>
        <p:grpSpPr>
          <a:xfrm>
            <a:off x="10113480" y="597240"/>
            <a:ext cx="1479600" cy="1439280"/>
            <a:chOff x="10113480" y="597240"/>
            <a:chExt cx="1479600" cy="1439280"/>
          </a:xfrm>
        </p:grpSpPr>
        <p:grpSp>
          <p:nvGrpSpPr>
            <p:cNvPr id="994" name="Google Shape;1944;p92"/>
            <p:cNvGrpSpPr/>
            <p:nvPr/>
          </p:nvGrpSpPr>
          <p:grpSpPr>
            <a:xfrm>
              <a:off x="10124640" y="1269360"/>
              <a:ext cx="1468440" cy="767160"/>
              <a:chOff x="10124640" y="1269360"/>
              <a:chExt cx="1468440" cy="767160"/>
            </a:xfrm>
          </p:grpSpPr>
          <p:grpSp>
            <p:nvGrpSpPr>
              <p:cNvPr id="995" name="Google Shape;1945;p92"/>
              <p:cNvGrpSpPr/>
              <p:nvPr/>
            </p:nvGrpSpPr>
            <p:grpSpPr>
              <a:xfrm>
                <a:off x="10124640" y="1269360"/>
                <a:ext cx="1222920" cy="298080"/>
                <a:chOff x="10124640" y="1269360"/>
                <a:chExt cx="1222920" cy="298080"/>
              </a:xfrm>
            </p:grpSpPr>
            <p:sp>
              <p:nvSpPr>
                <p:cNvPr id="996" name="Google Shape;1946;p92"/>
                <p:cNvSpPr/>
                <p:nvPr/>
              </p:nvSpPr>
              <p:spPr>
                <a:xfrm>
                  <a:off x="10124640" y="1269360"/>
                  <a:ext cx="147960" cy="296640"/>
                </a:xfrm>
                <a:custGeom>
                  <a:avLst/>
                  <a:gdLst>
                    <a:gd name="textAreaLeft" fmla="*/ 0 w 147960"/>
                    <a:gd name="textAreaRight" fmla="*/ 149760 w 147960"/>
                    <a:gd name="textAreaTop" fmla="*/ 0 h 296640"/>
                    <a:gd name="textAreaBottom" fmla="*/ 298440 h 29664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7" name="Google Shape;1947;p92"/>
                <p:cNvSpPr/>
                <p:nvPr/>
              </p:nvSpPr>
              <p:spPr>
                <a:xfrm>
                  <a:off x="10305360" y="1324800"/>
                  <a:ext cx="228240" cy="242280"/>
                </a:xfrm>
                <a:custGeom>
                  <a:avLst/>
                  <a:gdLst>
                    <a:gd name="textAreaLeft" fmla="*/ 0 w 228240"/>
                    <a:gd name="textAreaRight" fmla="*/ 230040 w 22824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8" name="Google Shape;1948;p92"/>
                <p:cNvSpPr/>
                <p:nvPr/>
              </p:nvSpPr>
              <p:spPr>
                <a:xfrm>
                  <a:off x="10573560" y="1325160"/>
                  <a:ext cx="216000" cy="242280"/>
                </a:xfrm>
                <a:custGeom>
                  <a:avLst/>
                  <a:gdLst>
                    <a:gd name="textAreaLeft" fmla="*/ 0 w 216000"/>
                    <a:gd name="textAreaRight" fmla="*/ 217800 w 216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99" name="Google Shape;1949;p92"/>
                <p:cNvSpPr/>
                <p:nvPr/>
              </p:nvSpPr>
              <p:spPr>
                <a:xfrm>
                  <a:off x="10834560" y="1325160"/>
                  <a:ext cx="213120" cy="236880"/>
                </a:xfrm>
                <a:custGeom>
                  <a:avLst/>
                  <a:gdLst>
                    <a:gd name="textAreaLeft" fmla="*/ 0 w 213120"/>
                    <a:gd name="textAreaRight" fmla="*/ 214920 w 213120"/>
                    <a:gd name="textAreaTop" fmla="*/ 0 h 236880"/>
                    <a:gd name="textAreaBottom" fmla="*/ 238680 h 23688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0" name="Google Shape;1950;p92"/>
                <p:cNvSpPr/>
                <p:nvPr/>
              </p:nvSpPr>
              <p:spPr>
                <a:xfrm>
                  <a:off x="11095560" y="1325160"/>
                  <a:ext cx="252000" cy="242280"/>
                </a:xfrm>
                <a:custGeom>
                  <a:avLst/>
                  <a:gdLst>
                    <a:gd name="textAreaLeft" fmla="*/ 0 w 252000"/>
                    <a:gd name="textAreaRight" fmla="*/ 253800 w 252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001" name="Google Shape;1951;p92"/>
              <p:cNvGrpSpPr/>
              <p:nvPr/>
            </p:nvGrpSpPr>
            <p:grpSpPr>
              <a:xfrm>
                <a:off x="10546560" y="1648080"/>
                <a:ext cx="1046520" cy="388440"/>
                <a:chOff x="10546560" y="1648080"/>
                <a:chExt cx="1046520" cy="388440"/>
              </a:xfrm>
            </p:grpSpPr>
            <p:sp>
              <p:nvSpPr>
                <p:cNvPr id="1002" name="Google Shape;1952;p92"/>
                <p:cNvSpPr/>
                <p:nvPr/>
              </p:nvSpPr>
              <p:spPr>
                <a:xfrm>
                  <a:off x="10546560" y="1648080"/>
                  <a:ext cx="64800" cy="317520"/>
                </a:xfrm>
                <a:custGeom>
                  <a:avLst/>
                  <a:gdLst>
                    <a:gd name="textAreaLeft" fmla="*/ 0 w 64800"/>
                    <a:gd name="textAreaRight" fmla="*/ 66600 w 64800"/>
                    <a:gd name="textAreaTop" fmla="*/ 0 h 317520"/>
                    <a:gd name="textAreaBottom" fmla="*/ 319320 h 31752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3" name="Google Shape;1953;p92"/>
                <p:cNvSpPr/>
                <p:nvPr/>
              </p:nvSpPr>
              <p:spPr>
                <a:xfrm>
                  <a:off x="10664280" y="1728720"/>
                  <a:ext cx="252000" cy="242280"/>
                </a:xfrm>
                <a:custGeom>
                  <a:avLst/>
                  <a:gdLst>
                    <a:gd name="textAreaLeft" fmla="*/ 0 w 252000"/>
                    <a:gd name="textAreaRight" fmla="*/ 253800 w 252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4" name="Google Shape;1954;p92"/>
                <p:cNvSpPr/>
                <p:nvPr/>
              </p:nvSpPr>
              <p:spPr>
                <a:xfrm>
                  <a:off x="10955160" y="1728720"/>
                  <a:ext cx="244440" cy="307800"/>
                </a:xfrm>
                <a:custGeom>
                  <a:avLst/>
                  <a:gdLst>
                    <a:gd name="textAreaLeft" fmla="*/ 0 w 244440"/>
                    <a:gd name="textAreaRight" fmla="*/ 246240 w 244440"/>
                    <a:gd name="textAreaTop" fmla="*/ 0 h 307800"/>
                    <a:gd name="textAreaBottom" fmla="*/ 309600 h 30780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5" name="Google Shape;1955;p92"/>
                <p:cNvSpPr/>
                <p:nvPr/>
              </p:nvSpPr>
              <p:spPr>
                <a:xfrm>
                  <a:off x="11262240" y="1648440"/>
                  <a:ext cx="68400" cy="317520"/>
                </a:xfrm>
                <a:custGeom>
                  <a:avLst/>
                  <a:gdLst>
                    <a:gd name="textAreaLeft" fmla="*/ 0 w 68400"/>
                    <a:gd name="textAreaRight" fmla="*/ 70200 w 68400"/>
                    <a:gd name="textAreaTop" fmla="*/ 0 h 317520"/>
                    <a:gd name="textAreaBottom" fmla="*/ 319320 h 31752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6" name="Google Shape;1956;p92"/>
                <p:cNvSpPr/>
                <p:nvPr/>
              </p:nvSpPr>
              <p:spPr>
                <a:xfrm>
                  <a:off x="11379240" y="1730520"/>
                  <a:ext cx="213840" cy="239760"/>
                </a:xfrm>
                <a:custGeom>
                  <a:avLst/>
                  <a:gdLst>
                    <a:gd name="textAreaLeft" fmla="*/ 0 w 213840"/>
                    <a:gd name="textAreaRight" fmla="*/ 215640 w 213840"/>
                    <a:gd name="textAreaTop" fmla="*/ 0 h 239760"/>
                    <a:gd name="textAreaBottom" fmla="*/ 241560 h 23976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07" name="Google Shape;1957;p92"/>
            <p:cNvGrpSpPr/>
            <p:nvPr/>
          </p:nvGrpSpPr>
          <p:grpSpPr>
            <a:xfrm>
              <a:off x="10207440" y="873000"/>
              <a:ext cx="1175040" cy="297000"/>
              <a:chOff x="10207440" y="873000"/>
              <a:chExt cx="1175040" cy="297000"/>
            </a:xfrm>
          </p:grpSpPr>
          <p:sp>
            <p:nvSpPr>
              <p:cNvPr id="1008" name="Google Shape;1958;p92"/>
              <p:cNvSpPr/>
              <p:nvPr/>
            </p:nvSpPr>
            <p:spPr>
              <a:xfrm>
                <a:off x="10207440" y="878040"/>
                <a:ext cx="79920" cy="102240"/>
              </a:xfrm>
              <a:custGeom>
                <a:avLst/>
                <a:gdLst>
                  <a:gd name="textAreaLeft" fmla="*/ 0 w 79920"/>
                  <a:gd name="textAreaRight" fmla="*/ 81720 w 79920"/>
                  <a:gd name="textAreaTop" fmla="*/ 0 h 102240"/>
                  <a:gd name="textAreaBottom" fmla="*/ 104040 h 1022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9" name="Google Shape;1959;p92"/>
              <p:cNvSpPr/>
              <p:nvPr/>
            </p:nvSpPr>
            <p:spPr>
              <a:xfrm>
                <a:off x="1028556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0" name="Google Shape;1960;p92"/>
              <p:cNvSpPr/>
              <p:nvPr/>
            </p:nvSpPr>
            <p:spPr>
              <a:xfrm>
                <a:off x="10381680" y="87372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1" name="Google Shape;1961;p92"/>
              <p:cNvSpPr/>
              <p:nvPr/>
            </p:nvSpPr>
            <p:spPr>
              <a:xfrm>
                <a:off x="1047924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Google Shape;1962;p92"/>
              <p:cNvSpPr/>
              <p:nvPr/>
            </p:nvSpPr>
            <p:spPr>
              <a:xfrm>
                <a:off x="1056456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3" name="Google Shape;1963;p92"/>
              <p:cNvSpPr/>
              <p:nvPr/>
            </p:nvSpPr>
            <p:spPr>
              <a:xfrm>
                <a:off x="1068372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4" name="Google Shape;1964;p92"/>
              <p:cNvSpPr/>
              <p:nvPr/>
            </p:nvSpPr>
            <p:spPr>
              <a:xfrm>
                <a:off x="1076940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Google Shape;1965;p92"/>
              <p:cNvSpPr/>
              <p:nvPr/>
            </p:nvSpPr>
            <p:spPr>
              <a:xfrm>
                <a:off x="10888200" y="873000"/>
                <a:ext cx="44640" cy="107280"/>
              </a:xfrm>
              <a:custGeom>
                <a:avLst/>
                <a:gdLst>
                  <a:gd name="textAreaLeft" fmla="*/ 0 w 44640"/>
                  <a:gd name="textAreaRight" fmla="*/ 46440 w 44640"/>
                  <a:gd name="textAreaTop" fmla="*/ 0 h 107280"/>
                  <a:gd name="textAreaBottom" fmla="*/ 109080 h 1072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Google Shape;1966;p92"/>
              <p:cNvSpPr/>
              <p:nvPr/>
            </p:nvSpPr>
            <p:spPr>
              <a:xfrm>
                <a:off x="1094292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7" name="Google Shape;1967;p92"/>
              <p:cNvSpPr/>
              <p:nvPr/>
            </p:nvSpPr>
            <p:spPr>
              <a:xfrm>
                <a:off x="11043720" y="90396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8" name="Google Shape;1968;p92"/>
              <p:cNvSpPr/>
              <p:nvPr/>
            </p:nvSpPr>
            <p:spPr>
              <a:xfrm>
                <a:off x="11103840" y="903600"/>
                <a:ext cx="114480" cy="76680"/>
              </a:xfrm>
              <a:custGeom>
                <a:avLst/>
                <a:gdLst>
                  <a:gd name="textAreaLeft" fmla="*/ 0 w 114480"/>
                  <a:gd name="textAreaRight" fmla="*/ 116280 w 11448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Google Shape;1969;p92"/>
              <p:cNvSpPr/>
              <p:nvPr/>
            </p:nvSpPr>
            <p:spPr>
              <a:xfrm>
                <a:off x="1123956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Google Shape;1970;p92"/>
              <p:cNvSpPr/>
              <p:nvPr/>
            </p:nvSpPr>
            <p:spPr>
              <a:xfrm>
                <a:off x="1132488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1" name="Google Shape;1971;p92"/>
              <p:cNvSpPr/>
              <p:nvPr/>
            </p:nvSpPr>
            <p:spPr>
              <a:xfrm>
                <a:off x="1020816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2" name="Google Shape;1972;p92"/>
              <p:cNvSpPr/>
              <p:nvPr/>
            </p:nvSpPr>
            <p:spPr>
              <a:xfrm>
                <a:off x="103068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3" name="Google Shape;1973;p92"/>
              <p:cNvSpPr/>
              <p:nvPr/>
            </p:nvSpPr>
            <p:spPr>
              <a:xfrm>
                <a:off x="10438200" y="107028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4" name="Google Shape;1974;p92"/>
              <p:cNvSpPr/>
              <p:nvPr/>
            </p:nvSpPr>
            <p:spPr>
              <a:xfrm>
                <a:off x="10530360" y="1069560"/>
                <a:ext cx="75960" cy="10044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0440"/>
                  <a:gd name="textAreaBottom" fmla="*/ 102240 h 1004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Google Shape;1975;p92"/>
              <p:cNvSpPr/>
              <p:nvPr/>
            </p:nvSpPr>
            <p:spPr>
              <a:xfrm>
                <a:off x="1062900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6" name="Google Shape;1976;p92"/>
              <p:cNvSpPr/>
              <p:nvPr/>
            </p:nvSpPr>
            <p:spPr>
              <a:xfrm>
                <a:off x="106812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7" name="Google Shape;1977;p92"/>
              <p:cNvSpPr/>
              <p:nvPr/>
            </p:nvSpPr>
            <p:spPr>
              <a:xfrm>
                <a:off x="10774080" y="1069560"/>
                <a:ext cx="65520" cy="7668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8" name="Google Shape;1978;p92"/>
              <p:cNvSpPr/>
              <p:nvPr/>
            </p:nvSpPr>
            <p:spPr>
              <a:xfrm>
                <a:off x="1086084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Google Shape;1979;p92"/>
              <p:cNvSpPr/>
              <p:nvPr/>
            </p:nvSpPr>
            <p:spPr>
              <a:xfrm>
                <a:off x="1095948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Google Shape;1980;p92"/>
              <p:cNvSpPr/>
              <p:nvPr/>
            </p:nvSpPr>
            <p:spPr>
              <a:xfrm>
                <a:off x="1105236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31" name="Google Shape;1981;p92"/>
            <p:cNvGrpSpPr/>
            <p:nvPr/>
          </p:nvGrpSpPr>
          <p:grpSpPr>
            <a:xfrm>
              <a:off x="10113480" y="597240"/>
              <a:ext cx="607680" cy="150840"/>
              <a:chOff x="10113480" y="597240"/>
              <a:chExt cx="607680" cy="150840"/>
            </a:xfrm>
          </p:grpSpPr>
          <p:sp>
            <p:nvSpPr>
              <p:cNvPr id="1032" name="Google Shape;1982;p92"/>
              <p:cNvSpPr/>
              <p:nvPr/>
            </p:nvSpPr>
            <p:spPr>
              <a:xfrm>
                <a:off x="10627560" y="603360"/>
                <a:ext cx="93600" cy="144000"/>
              </a:xfrm>
              <a:custGeom>
                <a:avLst/>
                <a:gdLst>
                  <a:gd name="textAreaLeft" fmla="*/ 0 w 93600"/>
                  <a:gd name="textAreaRight" fmla="*/ 95400 w 93600"/>
                  <a:gd name="textAreaTop" fmla="*/ 0 h 144000"/>
                  <a:gd name="textAreaBottom" fmla="*/ 145800 h 1440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Google Shape;1983;p92"/>
              <p:cNvSpPr/>
              <p:nvPr/>
            </p:nvSpPr>
            <p:spPr>
              <a:xfrm>
                <a:off x="10113480" y="597240"/>
                <a:ext cx="136080" cy="150840"/>
              </a:xfrm>
              <a:custGeom>
                <a:avLst/>
                <a:gdLst>
                  <a:gd name="textAreaLeft" fmla="*/ 0 w 136080"/>
                  <a:gd name="textAreaRight" fmla="*/ 137880 w 136080"/>
                  <a:gd name="textAreaTop" fmla="*/ 0 h 150840"/>
                  <a:gd name="textAreaBottom" fmla="*/ 152640 h 1508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Google Shape;1984;p92"/>
              <p:cNvSpPr/>
              <p:nvPr/>
            </p:nvSpPr>
            <p:spPr>
              <a:xfrm>
                <a:off x="10246320" y="618480"/>
                <a:ext cx="132480" cy="124920"/>
              </a:xfrm>
              <a:custGeom>
                <a:avLst/>
                <a:gdLst>
                  <a:gd name="textAreaLeft" fmla="*/ 0 w 132480"/>
                  <a:gd name="textAreaRight" fmla="*/ 134280 w 132480"/>
                  <a:gd name="textAreaTop" fmla="*/ 0 h 124920"/>
                  <a:gd name="textAreaBottom" fmla="*/ 126720 h 1249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Google Shape;1985;p92"/>
              <p:cNvSpPr/>
              <p:nvPr/>
            </p:nvSpPr>
            <p:spPr>
              <a:xfrm>
                <a:off x="10378800" y="619920"/>
                <a:ext cx="123840" cy="121320"/>
              </a:xfrm>
              <a:custGeom>
                <a:avLst/>
                <a:gdLst>
                  <a:gd name="textAreaLeft" fmla="*/ 0 w 123840"/>
                  <a:gd name="textAreaRight" fmla="*/ 125640 w 123840"/>
                  <a:gd name="textAreaTop" fmla="*/ 0 h 121320"/>
                  <a:gd name="textAreaBottom" fmla="*/ 123120 h 1213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Google Shape;1986;p92"/>
              <p:cNvSpPr/>
              <p:nvPr/>
            </p:nvSpPr>
            <p:spPr>
              <a:xfrm>
                <a:off x="10503000" y="619200"/>
                <a:ext cx="124920" cy="123480"/>
              </a:xfrm>
              <a:custGeom>
                <a:avLst/>
                <a:gdLst>
                  <a:gd name="textAreaLeft" fmla="*/ 0 w 124920"/>
                  <a:gd name="textAreaRight" fmla="*/ 126720 w 124920"/>
                  <a:gd name="textAreaTop" fmla="*/ 0 h 123480"/>
                  <a:gd name="textAreaBottom" fmla="*/ 125280 h 1234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988;p93"/>
          <p:cNvSpPr/>
          <p:nvPr/>
        </p:nvSpPr>
        <p:spPr>
          <a:xfrm>
            <a:off x="8377920" y="13320"/>
            <a:ext cx="3610080" cy="3610080"/>
          </a:xfrm>
          <a:custGeom>
            <a:avLst/>
            <a:gdLst>
              <a:gd name="textAreaLeft" fmla="*/ 0 w 3610080"/>
              <a:gd name="textAreaRight" fmla="*/ 3611880 w 3610080"/>
              <a:gd name="textAreaTop" fmla="*/ 0 h 3610080"/>
              <a:gd name="textAreaBottom" fmla="*/ 3611880 h 36100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8" name="Google Shape;1989;p93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Google Shape;1990;p93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0" name="Google Shape;1991;p93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1" name="Google Shape;1992;p93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Google Shape;1993;p93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Google Shape;1994;p93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Google Shape;1995;p93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Google Shape;1996;p93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Google Shape;1997;p93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Google Shape;1998;p93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48" name="Google Shape;1999;p93"/>
          <p:cNvGrpSpPr/>
          <p:nvPr/>
        </p:nvGrpSpPr>
        <p:grpSpPr>
          <a:xfrm>
            <a:off x="-2185920" y="0"/>
            <a:ext cx="930600" cy="6856200"/>
            <a:chOff x="-2185920" y="0"/>
            <a:chExt cx="930600" cy="6856200"/>
          </a:xfrm>
        </p:grpSpPr>
        <p:sp>
          <p:nvSpPr>
            <p:cNvPr id="1049" name="Google Shape;2000;p93"/>
            <p:cNvSpPr/>
            <p:nvPr/>
          </p:nvSpPr>
          <p:spPr>
            <a:xfrm>
              <a:off x="-2185920" y="0"/>
              <a:ext cx="315720" cy="685620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0" name="Google Shape;2001;p93"/>
            <p:cNvSpPr/>
            <p:nvPr/>
          </p:nvSpPr>
          <p:spPr>
            <a:xfrm>
              <a:off x="-2185920" y="0"/>
              <a:ext cx="315720" cy="248724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" name="Google Shape;2002;p93"/>
            <p:cNvSpPr/>
            <p:nvPr/>
          </p:nvSpPr>
          <p:spPr>
            <a:xfrm>
              <a:off x="-1881720" y="0"/>
              <a:ext cx="315720" cy="6856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Google Shape;2003;p93"/>
            <p:cNvSpPr/>
            <p:nvPr/>
          </p:nvSpPr>
          <p:spPr>
            <a:xfrm>
              <a:off x="-1881720" y="4368960"/>
              <a:ext cx="315720" cy="24872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3" name="Google Shape;2004;p93"/>
            <p:cNvSpPr/>
            <p:nvPr/>
          </p:nvSpPr>
          <p:spPr>
            <a:xfrm>
              <a:off x="-1571040" y="0"/>
              <a:ext cx="315720" cy="685620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4" name="Google Shape;2005;p93"/>
            <p:cNvSpPr/>
            <p:nvPr/>
          </p:nvSpPr>
          <p:spPr>
            <a:xfrm>
              <a:off x="-1571040" y="0"/>
              <a:ext cx="315720" cy="248724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5" name="Google Shape;2006;p93"/>
          <p:cNvGrpSpPr/>
          <p:nvPr/>
        </p:nvGrpSpPr>
        <p:grpSpPr>
          <a:xfrm>
            <a:off x="1734120" y="843120"/>
            <a:ext cx="1368360" cy="1094400"/>
            <a:chOff x="1734120" y="843120"/>
            <a:chExt cx="1368360" cy="1094400"/>
          </a:xfrm>
        </p:grpSpPr>
        <p:sp>
          <p:nvSpPr>
            <p:cNvPr id="1056" name="Google Shape;2007;p93"/>
            <p:cNvSpPr/>
            <p:nvPr/>
          </p:nvSpPr>
          <p:spPr>
            <a:xfrm>
              <a:off x="2282400" y="84312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7" name="Google Shape;2008;p93"/>
            <p:cNvSpPr/>
            <p:nvPr/>
          </p:nvSpPr>
          <p:spPr>
            <a:xfrm>
              <a:off x="2008080" y="111744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8" name="Google Shape;2009;p93"/>
            <p:cNvSpPr/>
            <p:nvPr/>
          </p:nvSpPr>
          <p:spPr>
            <a:xfrm>
              <a:off x="1734120" y="13914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9" name="Google Shape;2010;p93"/>
            <p:cNvSpPr/>
            <p:nvPr/>
          </p:nvSpPr>
          <p:spPr>
            <a:xfrm>
              <a:off x="173412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0" name="Google Shape;2011;p93"/>
            <p:cNvSpPr/>
            <p:nvPr/>
          </p:nvSpPr>
          <p:spPr>
            <a:xfrm>
              <a:off x="200808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1" name="Google Shape;2012;p93"/>
            <p:cNvSpPr/>
            <p:nvPr/>
          </p:nvSpPr>
          <p:spPr>
            <a:xfrm>
              <a:off x="228240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2" name="Google Shape;2013;p93"/>
            <p:cNvSpPr/>
            <p:nvPr/>
          </p:nvSpPr>
          <p:spPr>
            <a:xfrm>
              <a:off x="255636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Google Shape;2014;p93"/>
            <p:cNvSpPr/>
            <p:nvPr/>
          </p:nvSpPr>
          <p:spPr>
            <a:xfrm>
              <a:off x="283032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Google Shape;2015;p93"/>
            <p:cNvSpPr/>
            <p:nvPr/>
          </p:nvSpPr>
          <p:spPr>
            <a:xfrm>
              <a:off x="2830320" y="13914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Google Shape;2016;p93"/>
            <p:cNvSpPr/>
            <p:nvPr/>
          </p:nvSpPr>
          <p:spPr>
            <a:xfrm>
              <a:off x="2556360" y="111744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066" name="Google Shape;2017;p93" descr=""/>
          <p:cNvPicPr/>
          <p:nvPr/>
        </p:nvPicPr>
        <p:blipFill>
          <a:blip r:embed="rId2"/>
          <a:stretch/>
        </p:blipFill>
        <p:spPr>
          <a:xfrm>
            <a:off x="9640800" y="1392840"/>
            <a:ext cx="1035000" cy="615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67" name="Google Shape;2018;p93"/>
          <p:cNvGrpSpPr/>
          <p:nvPr/>
        </p:nvGrpSpPr>
        <p:grpSpPr>
          <a:xfrm>
            <a:off x="1684080" y="792720"/>
            <a:ext cx="1368360" cy="1094400"/>
            <a:chOff x="1684080" y="792720"/>
            <a:chExt cx="1368360" cy="1094400"/>
          </a:xfrm>
        </p:grpSpPr>
        <p:sp>
          <p:nvSpPr>
            <p:cNvPr id="1068" name="Google Shape;2019;p93"/>
            <p:cNvSpPr/>
            <p:nvPr/>
          </p:nvSpPr>
          <p:spPr>
            <a:xfrm>
              <a:off x="2232000" y="79272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9" name="Google Shape;2020;p93"/>
            <p:cNvSpPr/>
            <p:nvPr/>
          </p:nvSpPr>
          <p:spPr>
            <a:xfrm>
              <a:off x="1958040" y="106668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0" name="Google Shape;2021;p93"/>
            <p:cNvSpPr/>
            <p:nvPr/>
          </p:nvSpPr>
          <p:spPr>
            <a:xfrm>
              <a:off x="1684080" y="13410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1" name="Google Shape;2022;p93"/>
            <p:cNvSpPr/>
            <p:nvPr/>
          </p:nvSpPr>
          <p:spPr>
            <a:xfrm>
              <a:off x="168408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2" name="Google Shape;2023;p93"/>
            <p:cNvSpPr/>
            <p:nvPr/>
          </p:nvSpPr>
          <p:spPr>
            <a:xfrm>
              <a:off x="195804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3" name="Google Shape;2024;p93"/>
            <p:cNvSpPr/>
            <p:nvPr/>
          </p:nvSpPr>
          <p:spPr>
            <a:xfrm>
              <a:off x="223200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Google Shape;2025;p93"/>
            <p:cNvSpPr/>
            <p:nvPr/>
          </p:nvSpPr>
          <p:spPr>
            <a:xfrm>
              <a:off x="250632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Google Shape;2026;p93"/>
            <p:cNvSpPr/>
            <p:nvPr/>
          </p:nvSpPr>
          <p:spPr>
            <a:xfrm>
              <a:off x="2780280" y="16149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6" name="Google Shape;2027;p93"/>
            <p:cNvSpPr/>
            <p:nvPr/>
          </p:nvSpPr>
          <p:spPr>
            <a:xfrm>
              <a:off x="2780280" y="13410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7" name="Google Shape;2028;p93"/>
            <p:cNvSpPr/>
            <p:nvPr/>
          </p:nvSpPr>
          <p:spPr>
            <a:xfrm>
              <a:off x="2506320" y="106668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8" name="Google Shape;2029;p93"/>
          <p:cNvSpPr/>
          <p:nvPr/>
        </p:nvSpPr>
        <p:spPr>
          <a:xfrm>
            <a:off x="690480" y="275760"/>
            <a:ext cx="3777120" cy="15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__AWS</a:t>
            </a:r>
            <a:br>
              <a:rPr sz="2100"/>
            </a:b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re/Start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Google Shape;2030;p93"/>
          <p:cNvSpPr/>
          <p:nvPr/>
        </p:nvSpPr>
        <p:spPr>
          <a:xfrm>
            <a:off x="706680" y="3871800"/>
            <a:ext cx="355716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0" name="Google Shape;2031;p93"/>
          <p:cNvGrpSpPr/>
          <p:nvPr/>
        </p:nvGrpSpPr>
        <p:grpSpPr>
          <a:xfrm>
            <a:off x="795240" y="2890800"/>
            <a:ext cx="3672360" cy="3107160"/>
            <a:chOff x="795240" y="2890800"/>
            <a:chExt cx="3672360" cy="3107160"/>
          </a:xfrm>
        </p:grpSpPr>
        <p:sp>
          <p:nvSpPr>
            <p:cNvPr id="1081" name="Google Shape;2032;p93"/>
            <p:cNvSpPr/>
            <p:nvPr/>
          </p:nvSpPr>
          <p:spPr>
            <a:xfrm>
              <a:off x="795240" y="4303800"/>
              <a:ext cx="563400" cy="169416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694160"/>
                <a:gd name="textAreaBottom" fmla="*/ 1695960 h 16941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2" name="Google Shape;2033;p93"/>
            <p:cNvSpPr/>
            <p:nvPr/>
          </p:nvSpPr>
          <p:spPr>
            <a:xfrm>
              <a:off x="3904200" y="3738600"/>
              <a:ext cx="563400" cy="112860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3" name="Google Shape;2034;p93"/>
            <p:cNvSpPr/>
            <p:nvPr/>
          </p:nvSpPr>
          <p:spPr>
            <a:xfrm>
              <a:off x="4186800" y="543456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4" name="Google Shape;2035;p93"/>
            <p:cNvSpPr/>
            <p:nvPr/>
          </p:nvSpPr>
          <p:spPr>
            <a:xfrm>
              <a:off x="2490840" y="317340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5" name="Google Shape;2036;p93"/>
            <p:cNvSpPr/>
            <p:nvPr/>
          </p:nvSpPr>
          <p:spPr>
            <a:xfrm>
              <a:off x="1360440" y="2890800"/>
              <a:ext cx="1128600" cy="1128600"/>
            </a:xfrm>
            <a:custGeom>
              <a:avLst/>
              <a:gdLst>
                <a:gd name="textAreaLeft" fmla="*/ 0 w 1128600"/>
                <a:gd name="textAreaRight" fmla="*/ 1130400 w 11286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Google Shape;2037;p93"/>
            <p:cNvSpPr/>
            <p:nvPr/>
          </p:nvSpPr>
          <p:spPr>
            <a:xfrm>
              <a:off x="1925640" y="4303800"/>
              <a:ext cx="1411200" cy="1411200"/>
            </a:xfrm>
            <a:custGeom>
              <a:avLst/>
              <a:gdLst>
                <a:gd name="textAreaLeft" fmla="*/ 0 w 1411200"/>
                <a:gd name="textAreaRight" fmla="*/ 1413000 w 1411200"/>
                <a:gd name="textAreaTop" fmla="*/ 0 h 1411200"/>
                <a:gd name="textAreaBottom" fmla="*/ 1413000 h 14112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87" name="Google Shape;2038;p93"/>
          <p:cNvGrpSpPr/>
          <p:nvPr/>
        </p:nvGrpSpPr>
        <p:grpSpPr>
          <a:xfrm>
            <a:off x="401040" y="198360"/>
            <a:ext cx="691560" cy="691560"/>
            <a:chOff x="401040" y="198360"/>
            <a:chExt cx="691560" cy="691560"/>
          </a:xfrm>
        </p:grpSpPr>
        <p:sp>
          <p:nvSpPr>
            <p:cNvPr id="1088" name="Google Shape;2039;p93"/>
            <p:cNvSpPr/>
            <p:nvPr/>
          </p:nvSpPr>
          <p:spPr>
            <a:xfrm>
              <a:off x="401040" y="545040"/>
              <a:ext cx="344880" cy="34488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Google Shape;2040;p93"/>
            <p:cNvSpPr/>
            <p:nvPr/>
          </p:nvSpPr>
          <p:spPr>
            <a:xfrm>
              <a:off x="747720" y="198360"/>
              <a:ext cx="344880" cy="34488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0" name="Google Shape;2041;p93"/>
          <p:cNvGrpSpPr/>
          <p:nvPr/>
        </p:nvGrpSpPr>
        <p:grpSpPr>
          <a:xfrm>
            <a:off x="9798120" y="5367240"/>
            <a:ext cx="1396440" cy="729720"/>
            <a:chOff x="9798120" y="5367240"/>
            <a:chExt cx="1396440" cy="729720"/>
          </a:xfrm>
        </p:grpSpPr>
        <p:grpSp>
          <p:nvGrpSpPr>
            <p:cNvPr id="1091" name="Google Shape;2042;p93"/>
            <p:cNvGrpSpPr/>
            <p:nvPr/>
          </p:nvGrpSpPr>
          <p:grpSpPr>
            <a:xfrm>
              <a:off x="9798120" y="5367240"/>
              <a:ext cx="1162800" cy="283320"/>
              <a:chOff x="9798120" y="5367240"/>
              <a:chExt cx="1162800" cy="283320"/>
            </a:xfrm>
          </p:grpSpPr>
          <p:sp>
            <p:nvSpPr>
              <p:cNvPr id="1092" name="Google Shape;2043;p93"/>
              <p:cNvSpPr/>
              <p:nvPr/>
            </p:nvSpPr>
            <p:spPr>
              <a:xfrm>
                <a:off x="9798120" y="5367240"/>
                <a:ext cx="140400" cy="281880"/>
              </a:xfrm>
              <a:custGeom>
                <a:avLst/>
                <a:gdLst>
                  <a:gd name="textAreaLeft" fmla="*/ 0 w 140400"/>
                  <a:gd name="textAreaRight" fmla="*/ 142200 w 140400"/>
                  <a:gd name="textAreaTop" fmla="*/ 0 h 281880"/>
                  <a:gd name="textAreaBottom" fmla="*/ 283680 h 2818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3" name="Google Shape;2044;p93"/>
              <p:cNvSpPr/>
              <p:nvPr/>
            </p:nvSpPr>
            <p:spPr>
              <a:xfrm>
                <a:off x="9969840" y="5420160"/>
                <a:ext cx="217080" cy="230400"/>
              </a:xfrm>
              <a:custGeom>
                <a:avLst/>
                <a:gdLst>
                  <a:gd name="textAreaLeft" fmla="*/ 0 w 217080"/>
                  <a:gd name="textAreaRight" fmla="*/ 218880 w 21708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Google Shape;2045;p93"/>
              <p:cNvSpPr/>
              <p:nvPr/>
            </p:nvSpPr>
            <p:spPr>
              <a:xfrm>
                <a:off x="10224720" y="5420160"/>
                <a:ext cx="205200" cy="230400"/>
              </a:xfrm>
              <a:custGeom>
                <a:avLst/>
                <a:gdLst>
                  <a:gd name="textAreaLeft" fmla="*/ 0 w 205200"/>
                  <a:gd name="textAreaRight" fmla="*/ 207000 w 2052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Google Shape;2046;p93"/>
              <p:cNvSpPr/>
              <p:nvPr/>
            </p:nvSpPr>
            <p:spPr>
              <a:xfrm>
                <a:off x="10473120" y="5420160"/>
                <a:ext cx="202320" cy="225360"/>
              </a:xfrm>
              <a:custGeom>
                <a:avLst/>
                <a:gdLst>
                  <a:gd name="textAreaLeft" fmla="*/ 0 w 202320"/>
                  <a:gd name="textAreaRight" fmla="*/ 204120 w 202320"/>
                  <a:gd name="textAreaTop" fmla="*/ 0 h 225360"/>
                  <a:gd name="textAreaBottom" fmla="*/ 227160 h 2253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Google Shape;2047;p93"/>
              <p:cNvSpPr/>
              <p:nvPr/>
            </p:nvSpPr>
            <p:spPr>
              <a:xfrm>
                <a:off x="10721520" y="542016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97" name="Google Shape;2048;p93"/>
            <p:cNvGrpSpPr/>
            <p:nvPr/>
          </p:nvGrpSpPr>
          <p:grpSpPr>
            <a:xfrm>
              <a:off x="10199160" y="5727600"/>
              <a:ext cx="995400" cy="369360"/>
              <a:chOff x="10199160" y="5727600"/>
              <a:chExt cx="995400" cy="369360"/>
            </a:xfrm>
          </p:grpSpPr>
          <p:sp>
            <p:nvSpPr>
              <p:cNvPr id="1098" name="Google Shape;2049;p93"/>
              <p:cNvSpPr/>
              <p:nvPr/>
            </p:nvSpPr>
            <p:spPr>
              <a:xfrm>
                <a:off x="10199160" y="5727600"/>
                <a:ext cx="61560" cy="301680"/>
              </a:xfrm>
              <a:custGeom>
                <a:avLst/>
                <a:gdLst>
                  <a:gd name="textAreaLeft" fmla="*/ 0 w 61560"/>
                  <a:gd name="textAreaRight" fmla="*/ 63360 w 6156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9" name="Google Shape;2050;p93"/>
              <p:cNvSpPr/>
              <p:nvPr/>
            </p:nvSpPr>
            <p:spPr>
              <a:xfrm>
                <a:off x="10311120" y="580428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0" name="Google Shape;2051;p93"/>
              <p:cNvSpPr/>
              <p:nvPr/>
            </p:nvSpPr>
            <p:spPr>
              <a:xfrm>
                <a:off x="10588320" y="5804280"/>
                <a:ext cx="232200" cy="292680"/>
              </a:xfrm>
              <a:custGeom>
                <a:avLst/>
                <a:gdLst>
                  <a:gd name="textAreaLeft" fmla="*/ 0 w 232200"/>
                  <a:gd name="textAreaRight" fmla="*/ 234000 w 232200"/>
                  <a:gd name="textAreaTop" fmla="*/ 0 h 292680"/>
                  <a:gd name="textAreaBottom" fmla="*/ 294480 h 2926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1" name="Google Shape;2052;p93"/>
              <p:cNvSpPr/>
              <p:nvPr/>
            </p:nvSpPr>
            <p:spPr>
              <a:xfrm>
                <a:off x="10880280" y="5727600"/>
                <a:ext cx="64800" cy="301680"/>
              </a:xfrm>
              <a:custGeom>
                <a:avLst/>
                <a:gdLst>
                  <a:gd name="textAreaLeft" fmla="*/ 0 w 64800"/>
                  <a:gd name="textAreaRight" fmla="*/ 66600 w 6480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" name="Google Shape;2053;p93"/>
              <p:cNvSpPr/>
              <p:nvPr/>
            </p:nvSpPr>
            <p:spPr>
              <a:xfrm>
                <a:off x="10991160" y="5806080"/>
                <a:ext cx="203400" cy="227880"/>
              </a:xfrm>
              <a:custGeom>
                <a:avLst/>
                <a:gdLst>
                  <a:gd name="textAreaLeft" fmla="*/ 0 w 203400"/>
                  <a:gd name="textAreaRight" fmla="*/ 205200 w 203400"/>
                  <a:gd name="textAreaTop" fmla="*/ 0 h 227880"/>
                  <a:gd name="textAreaBottom" fmla="*/ 229680 h 2278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03" name="Google Shape;2054;p93"/>
          <p:cNvGrpSpPr/>
          <p:nvPr/>
        </p:nvGrpSpPr>
        <p:grpSpPr>
          <a:xfrm>
            <a:off x="9880920" y="5104080"/>
            <a:ext cx="577800" cy="143280"/>
            <a:chOff x="9880920" y="5104080"/>
            <a:chExt cx="577800" cy="143280"/>
          </a:xfrm>
        </p:grpSpPr>
        <p:sp>
          <p:nvSpPr>
            <p:cNvPr id="1104" name="Google Shape;2055;p93"/>
            <p:cNvSpPr/>
            <p:nvPr/>
          </p:nvSpPr>
          <p:spPr>
            <a:xfrm>
              <a:off x="10369800" y="5109840"/>
              <a:ext cx="88920" cy="136800"/>
            </a:xfrm>
            <a:custGeom>
              <a:avLst/>
              <a:gdLst>
                <a:gd name="textAreaLeft" fmla="*/ 0 w 88920"/>
                <a:gd name="textAreaRight" fmla="*/ 90720 w 88920"/>
                <a:gd name="textAreaTop" fmla="*/ 0 h 136800"/>
                <a:gd name="textAreaBottom" fmla="*/ 138600 h 1368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5" name="Google Shape;2056;p93"/>
            <p:cNvSpPr/>
            <p:nvPr/>
          </p:nvSpPr>
          <p:spPr>
            <a:xfrm>
              <a:off x="9880920" y="5104080"/>
              <a:ext cx="129240" cy="143280"/>
            </a:xfrm>
            <a:custGeom>
              <a:avLst/>
              <a:gdLst>
                <a:gd name="textAreaLeft" fmla="*/ 0 w 129240"/>
                <a:gd name="textAreaRight" fmla="*/ 131040 w 129240"/>
                <a:gd name="textAreaTop" fmla="*/ 0 h 143280"/>
                <a:gd name="textAreaBottom" fmla="*/ 145080 h 1432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Google Shape;2057;p93"/>
            <p:cNvSpPr/>
            <p:nvPr/>
          </p:nvSpPr>
          <p:spPr>
            <a:xfrm>
              <a:off x="10007280" y="5124240"/>
              <a:ext cx="125640" cy="118800"/>
            </a:xfrm>
            <a:custGeom>
              <a:avLst/>
              <a:gdLst>
                <a:gd name="textAreaLeft" fmla="*/ 0 w 125640"/>
                <a:gd name="textAreaRight" fmla="*/ 127440 w 125640"/>
                <a:gd name="textAreaTop" fmla="*/ 0 h 118800"/>
                <a:gd name="textAreaBottom" fmla="*/ 120600 h 1188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Google Shape;2058;p93"/>
            <p:cNvSpPr/>
            <p:nvPr/>
          </p:nvSpPr>
          <p:spPr>
            <a:xfrm>
              <a:off x="10133280" y="5125680"/>
              <a:ext cx="117360" cy="115200"/>
            </a:xfrm>
            <a:custGeom>
              <a:avLst/>
              <a:gdLst>
                <a:gd name="textAreaLeft" fmla="*/ 0 w 117360"/>
                <a:gd name="textAreaRight" fmla="*/ 119160 w 117360"/>
                <a:gd name="textAreaTop" fmla="*/ 0 h 115200"/>
                <a:gd name="textAreaBottom" fmla="*/ 117000 h 1152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" name="Google Shape;2059;p93"/>
            <p:cNvSpPr/>
            <p:nvPr/>
          </p:nvSpPr>
          <p:spPr>
            <a:xfrm>
              <a:off x="10251720" y="5124960"/>
              <a:ext cx="118440" cy="117360"/>
            </a:xfrm>
            <a:custGeom>
              <a:avLst/>
              <a:gdLst>
                <a:gd name="textAreaLeft" fmla="*/ 0 w 118440"/>
                <a:gd name="textAreaRight" fmla="*/ 120240 w 118440"/>
                <a:gd name="textAreaTop" fmla="*/ 0 h 117360"/>
                <a:gd name="textAreaBottom" fmla="*/ 119160 h 1173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Layout Personalizado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512;p65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0" name="Google Shape;513;p65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1" name="Google Shape;514;p65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Google Shape;515;p65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Google Shape;516;p65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Google Shape;517;p65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Google Shape;518;p65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Google Shape;519;p65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Google Shape;520;p65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Google Shape;521;p65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19" name="Google Shape;522;p65"/>
          <p:cNvGrpSpPr/>
          <p:nvPr/>
        </p:nvGrpSpPr>
        <p:grpSpPr>
          <a:xfrm>
            <a:off x="7106040" y="1171080"/>
            <a:ext cx="2656080" cy="1625400"/>
            <a:chOff x="7106040" y="1171080"/>
            <a:chExt cx="2656080" cy="1625400"/>
          </a:xfrm>
        </p:grpSpPr>
        <p:grpSp>
          <p:nvGrpSpPr>
            <p:cNvPr id="1120" name="Google Shape;523;p65"/>
            <p:cNvGrpSpPr/>
            <p:nvPr/>
          </p:nvGrpSpPr>
          <p:grpSpPr>
            <a:xfrm>
              <a:off x="7106040" y="1171080"/>
              <a:ext cx="1299960" cy="1625400"/>
              <a:chOff x="7106040" y="1171080"/>
              <a:chExt cx="1299960" cy="1625400"/>
            </a:xfrm>
          </p:grpSpPr>
          <p:sp>
            <p:nvSpPr>
              <p:cNvPr id="1121" name="Google Shape;524;p65"/>
              <p:cNvSpPr/>
              <p:nvPr/>
            </p:nvSpPr>
            <p:spPr>
              <a:xfrm>
                <a:off x="8082360" y="1821960"/>
                <a:ext cx="323640" cy="323640"/>
              </a:xfrm>
              <a:custGeom>
                <a:avLst/>
                <a:gdLst>
                  <a:gd name="textAreaLeft" fmla="*/ 0 w 323640"/>
                  <a:gd name="textAreaRight" fmla="*/ 325440 w 323640"/>
                  <a:gd name="textAreaTop" fmla="*/ 0 h 323640"/>
                  <a:gd name="textAreaBottom" fmla="*/ 325440 h 3236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2" name="Google Shape;525;p65"/>
              <p:cNvSpPr/>
              <p:nvPr/>
            </p:nvSpPr>
            <p:spPr>
              <a:xfrm>
                <a:off x="7756920" y="1496520"/>
                <a:ext cx="323640" cy="323640"/>
              </a:xfrm>
              <a:custGeom>
                <a:avLst/>
                <a:gdLst>
                  <a:gd name="textAreaLeft" fmla="*/ 0 w 323640"/>
                  <a:gd name="textAreaRight" fmla="*/ 325440 w 323640"/>
                  <a:gd name="textAreaTop" fmla="*/ 0 h 323640"/>
                  <a:gd name="textAreaBottom" fmla="*/ 325440 h 3236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3" name="Google Shape;526;p65"/>
              <p:cNvSpPr/>
              <p:nvPr/>
            </p:nvSpPr>
            <p:spPr>
              <a:xfrm>
                <a:off x="7431480" y="1171080"/>
                <a:ext cx="323640" cy="323640"/>
              </a:xfrm>
              <a:custGeom>
                <a:avLst/>
                <a:gdLst>
                  <a:gd name="textAreaLeft" fmla="*/ 0 w 323640"/>
                  <a:gd name="textAreaRight" fmla="*/ 325440 w 323640"/>
                  <a:gd name="textAreaTop" fmla="*/ 0 h 323640"/>
                  <a:gd name="textAreaBottom" fmla="*/ 325440 h 3236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Google Shape;527;p65"/>
              <p:cNvSpPr/>
              <p:nvPr/>
            </p:nvSpPr>
            <p:spPr>
              <a:xfrm>
                <a:off x="7106040" y="1171080"/>
                <a:ext cx="323640" cy="323640"/>
              </a:xfrm>
              <a:custGeom>
                <a:avLst/>
                <a:gdLst>
                  <a:gd name="textAreaLeft" fmla="*/ 0 w 323640"/>
                  <a:gd name="textAreaRight" fmla="*/ 325440 w 323640"/>
                  <a:gd name="textAreaTop" fmla="*/ 0 h 323640"/>
                  <a:gd name="textAreaBottom" fmla="*/ 325440 h 3236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5" name="Google Shape;528;p65"/>
              <p:cNvSpPr/>
              <p:nvPr/>
            </p:nvSpPr>
            <p:spPr>
              <a:xfrm>
                <a:off x="7756920" y="2147400"/>
                <a:ext cx="323640" cy="323640"/>
              </a:xfrm>
              <a:custGeom>
                <a:avLst/>
                <a:gdLst>
                  <a:gd name="textAreaLeft" fmla="*/ 0 w 323640"/>
                  <a:gd name="textAreaRight" fmla="*/ 325440 w 323640"/>
                  <a:gd name="textAreaTop" fmla="*/ 0 h 323640"/>
                  <a:gd name="textAreaBottom" fmla="*/ 325440 h 3236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6" name="Google Shape;529;p65"/>
              <p:cNvSpPr/>
              <p:nvPr/>
            </p:nvSpPr>
            <p:spPr>
              <a:xfrm>
                <a:off x="7431480" y="2472840"/>
                <a:ext cx="323640" cy="323640"/>
              </a:xfrm>
              <a:custGeom>
                <a:avLst/>
                <a:gdLst>
                  <a:gd name="textAreaLeft" fmla="*/ 0 w 323640"/>
                  <a:gd name="textAreaRight" fmla="*/ 325440 w 323640"/>
                  <a:gd name="textAreaTop" fmla="*/ 0 h 323640"/>
                  <a:gd name="textAreaBottom" fmla="*/ 325440 h 3236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Google Shape;530;p65"/>
              <p:cNvSpPr/>
              <p:nvPr/>
            </p:nvSpPr>
            <p:spPr>
              <a:xfrm>
                <a:off x="7106040" y="2472840"/>
                <a:ext cx="323640" cy="323640"/>
              </a:xfrm>
              <a:custGeom>
                <a:avLst/>
                <a:gdLst>
                  <a:gd name="textAreaLeft" fmla="*/ 0 w 323640"/>
                  <a:gd name="textAreaRight" fmla="*/ 325440 w 323640"/>
                  <a:gd name="textAreaTop" fmla="*/ 0 h 323640"/>
                  <a:gd name="textAreaBottom" fmla="*/ 325440 h 3236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8" name="Google Shape;531;p65"/>
            <p:cNvSpPr/>
            <p:nvPr/>
          </p:nvSpPr>
          <p:spPr>
            <a:xfrm>
              <a:off x="9438480" y="18219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Google Shape;532;p65"/>
            <p:cNvSpPr/>
            <p:nvPr/>
          </p:nvSpPr>
          <p:spPr>
            <a:xfrm>
              <a:off x="9113040" y="149652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Google Shape;533;p65"/>
            <p:cNvSpPr/>
            <p:nvPr/>
          </p:nvSpPr>
          <p:spPr>
            <a:xfrm>
              <a:off x="8787600" y="117108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Google Shape;534;p65"/>
            <p:cNvSpPr/>
            <p:nvPr/>
          </p:nvSpPr>
          <p:spPr>
            <a:xfrm>
              <a:off x="8462160" y="117108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2" name="Google Shape;535;p65"/>
            <p:cNvSpPr/>
            <p:nvPr/>
          </p:nvSpPr>
          <p:spPr>
            <a:xfrm>
              <a:off x="9113040" y="21474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" name="Google Shape;536;p65"/>
            <p:cNvSpPr/>
            <p:nvPr/>
          </p:nvSpPr>
          <p:spPr>
            <a:xfrm>
              <a:off x="8787600" y="247284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4" name="Google Shape;537;p65"/>
            <p:cNvSpPr/>
            <p:nvPr/>
          </p:nvSpPr>
          <p:spPr>
            <a:xfrm>
              <a:off x="8462160" y="247284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35" name="Google Shape;538;p65"/>
          <p:cNvGrpSpPr/>
          <p:nvPr/>
        </p:nvGrpSpPr>
        <p:grpSpPr>
          <a:xfrm>
            <a:off x="9655560" y="4093560"/>
            <a:ext cx="1625400" cy="1625400"/>
            <a:chOff x="9655560" y="4093560"/>
            <a:chExt cx="1625400" cy="1625400"/>
          </a:xfrm>
        </p:grpSpPr>
        <p:sp>
          <p:nvSpPr>
            <p:cNvPr id="1136" name="Google Shape;539;p65"/>
            <p:cNvSpPr/>
            <p:nvPr/>
          </p:nvSpPr>
          <p:spPr>
            <a:xfrm>
              <a:off x="10306440" y="4093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7" name="Google Shape;540;p65"/>
            <p:cNvSpPr/>
            <p:nvPr/>
          </p:nvSpPr>
          <p:spPr>
            <a:xfrm>
              <a:off x="9981000" y="4093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8" name="Google Shape;541;p65"/>
            <p:cNvSpPr/>
            <p:nvPr/>
          </p:nvSpPr>
          <p:spPr>
            <a:xfrm>
              <a:off x="9655560" y="44190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Google Shape;542;p65"/>
            <p:cNvSpPr/>
            <p:nvPr/>
          </p:nvSpPr>
          <p:spPr>
            <a:xfrm>
              <a:off x="9655560" y="474444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Google Shape;543;p65"/>
            <p:cNvSpPr/>
            <p:nvPr/>
          </p:nvSpPr>
          <p:spPr>
            <a:xfrm>
              <a:off x="9655560" y="506988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Google Shape;544;p65"/>
            <p:cNvSpPr/>
            <p:nvPr/>
          </p:nvSpPr>
          <p:spPr>
            <a:xfrm>
              <a:off x="9981000" y="539532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2" name="Google Shape;545;p65"/>
            <p:cNvSpPr/>
            <p:nvPr/>
          </p:nvSpPr>
          <p:spPr>
            <a:xfrm>
              <a:off x="10306440" y="539532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3" name="Google Shape;546;p65"/>
            <p:cNvSpPr/>
            <p:nvPr/>
          </p:nvSpPr>
          <p:spPr>
            <a:xfrm>
              <a:off x="10631880" y="539532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Google Shape;547;p65"/>
            <p:cNvSpPr/>
            <p:nvPr/>
          </p:nvSpPr>
          <p:spPr>
            <a:xfrm>
              <a:off x="10957320" y="506988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" name="Google Shape;548;p65"/>
            <p:cNvSpPr/>
            <p:nvPr/>
          </p:nvSpPr>
          <p:spPr>
            <a:xfrm>
              <a:off x="10957320" y="474444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6" name="Google Shape;549;p65"/>
            <p:cNvSpPr/>
            <p:nvPr/>
          </p:nvSpPr>
          <p:spPr>
            <a:xfrm>
              <a:off x="10957320" y="44190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7" name="Google Shape;550;p65"/>
            <p:cNvSpPr/>
            <p:nvPr/>
          </p:nvSpPr>
          <p:spPr>
            <a:xfrm>
              <a:off x="10631880" y="4093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48" name="Google Shape;551;p65"/>
          <p:cNvGrpSpPr/>
          <p:nvPr/>
        </p:nvGrpSpPr>
        <p:grpSpPr>
          <a:xfrm>
            <a:off x="3376080" y="4487040"/>
            <a:ext cx="1625400" cy="1299600"/>
            <a:chOff x="3376080" y="4487040"/>
            <a:chExt cx="1625400" cy="1299600"/>
          </a:xfrm>
        </p:grpSpPr>
        <p:sp>
          <p:nvSpPr>
            <p:cNvPr id="1149" name="Google Shape;552;p65"/>
            <p:cNvSpPr/>
            <p:nvPr/>
          </p:nvSpPr>
          <p:spPr>
            <a:xfrm>
              <a:off x="4026960" y="448704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Google Shape;553;p65"/>
            <p:cNvSpPr/>
            <p:nvPr/>
          </p:nvSpPr>
          <p:spPr>
            <a:xfrm>
              <a:off x="3701520" y="481248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1" name="Google Shape;554;p65"/>
            <p:cNvSpPr/>
            <p:nvPr/>
          </p:nvSpPr>
          <p:spPr>
            <a:xfrm>
              <a:off x="3376080" y="5137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2" name="Google Shape;555;p65"/>
            <p:cNvSpPr/>
            <p:nvPr/>
          </p:nvSpPr>
          <p:spPr>
            <a:xfrm>
              <a:off x="3376080" y="54630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3" name="Google Shape;556;p65"/>
            <p:cNvSpPr/>
            <p:nvPr/>
          </p:nvSpPr>
          <p:spPr>
            <a:xfrm>
              <a:off x="3701520" y="54630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4" name="Google Shape;557;p65"/>
            <p:cNvSpPr/>
            <p:nvPr/>
          </p:nvSpPr>
          <p:spPr>
            <a:xfrm>
              <a:off x="4026960" y="54630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5" name="Google Shape;558;p65"/>
            <p:cNvSpPr/>
            <p:nvPr/>
          </p:nvSpPr>
          <p:spPr>
            <a:xfrm>
              <a:off x="4352400" y="54630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6" name="Google Shape;559;p65"/>
            <p:cNvSpPr/>
            <p:nvPr/>
          </p:nvSpPr>
          <p:spPr>
            <a:xfrm>
              <a:off x="4677840" y="54630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7" name="Google Shape;560;p65"/>
            <p:cNvSpPr/>
            <p:nvPr/>
          </p:nvSpPr>
          <p:spPr>
            <a:xfrm>
              <a:off x="4677840" y="5137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Google Shape;561;p65"/>
            <p:cNvSpPr/>
            <p:nvPr/>
          </p:nvSpPr>
          <p:spPr>
            <a:xfrm>
              <a:off x="4352400" y="481248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59" name="Google Shape;562;p65"/>
          <p:cNvGrpSpPr/>
          <p:nvPr/>
        </p:nvGrpSpPr>
        <p:grpSpPr>
          <a:xfrm>
            <a:off x="1366200" y="1070280"/>
            <a:ext cx="2275920" cy="2275920"/>
            <a:chOff x="1366200" y="1070280"/>
            <a:chExt cx="2275920" cy="2275920"/>
          </a:xfrm>
        </p:grpSpPr>
        <p:sp>
          <p:nvSpPr>
            <p:cNvPr id="1160" name="Google Shape;563;p65"/>
            <p:cNvSpPr/>
            <p:nvPr/>
          </p:nvSpPr>
          <p:spPr>
            <a:xfrm>
              <a:off x="1366200" y="3022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1" name="Google Shape;564;p65"/>
            <p:cNvSpPr/>
            <p:nvPr/>
          </p:nvSpPr>
          <p:spPr>
            <a:xfrm>
              <a:off x="1691640" y="3022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Google Shape;565;p65"/>
            <p:cNvSpPr/>
            <p:nvPr/>
          </p:nvSpPr>
          <p:spPr>
            <a:xfrm>
              <a:off x="2017080" y="3022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Google Shape;566;p65"/>
            <p:cNvSpPr/>
            <p:nvPr/>
          </p:nvSpPr>
          <p:spPr>
            <a:xfrm>
              <a:off x="2342520" y="3022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Google Shape;567;p65"/>
            <p:cNvSpPr/>
            <p:nvPr/>
          </p:nvSpPr>
          <p:spPr>
            <a:xfrm>
              <a:off x="2667600" y="3022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Google Shape;568;p65"/>
            <p:cNvSpPr/>
            <p:nvPr/>
          </p:nvSpPr>
          <p:spPr>
            <a:xfrm>
              <a:off x="2993040" y="3022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6" name="Google Shape;569;p65"/>
            <p:cNvSpPr/>
            <p:nvPr/>
          </p:nvSpPr>
          <p:spPr>
            <a:xfrm>
              <a:off x="3318480" y="3022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7" name="Google Shape;570;p65"/>
            <p:cNvSpPr/>
            <p:nvPr/>
          </p:nvSpPr>
          <p:spPr>
            <a:xfrm>
              <a:off x="3318480" y="269712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8" name="Google Shape;571;p65"/>
            <p:cNvSpPr/>
            <p:nvPr/>
          </p:nvSpPr>
          <p:spPr>
            <a:xfrm>
              <a:off x="3318480" y="237168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9" name="Google Shape;572;p65"/>
            <p:cNvSpPr/>
            <p:nvPr/>
          </p:nvSpPr>
          <p:spPr>
            <a:xfrm>
              <a:off x="3318480" y="204624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" name="Google Shape;573;p65"/>
            <p:cNvSpPr/>
            <p:nvPr/>
          </p:nvSpPr>
          <p:spPr>
            <a:xfrm>
              <a:off x="3318480" y="17208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" name="Google Shape;574;p65"/>
            <p:cNvSpPr/>
            <p:nvPr/>
          </p:nvSpPr>
          <p:spPr>
            <a:xfrm>
              <a:off x="2993040" y="13953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" name="Google Shape;575;p65"/>
            <p:cNvSpPr/>
            <p:nvPr/>
          </p:nvSpPr>
          <p:spPr>
            <a:xfrm>
              <a:off x="2667600" y="107028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3" name="Google Shape;576;p65"/>
            <p:cNvSpPr/>
            <p:nvPr/>
          </p:nvSpPr>
          <p:spPr>
            <a:xfrm>
              <a:off x="2342520" y="107028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" name="Google Shape;577;p65"/>
            <p:cNvSpPr/>
            <p:nvPr/>
          </p:nvSpPr>
          <p:spPr>
            <a:xfrm>
              <a:off x="2017080" y="107028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Google Shape;578;p65"/>
            <p:cNvSpPr/>
            <p:nvPr/>
          </p:nvSpPr>
          <p:spPr>
            <a:xfrm>
              <a:off x="1691640" y="13953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Google Shape;579;p65"/>
            <p:cNvSpPr/>
            <p:nvPr/>
          </p:nvSpPr>
          <p:spPr>
            <a:xfrm>
              <a:off x="1366200" y="17208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Google Shape;580;p65"/>
            <p:cNvSpPr/>
            <p:nvPr/>
          </p:nvSpPr>
          <p:spPr>
            <a:xfrm>
              <a:off x="1366200" y="204624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8" name="Google Shape;581;p65"/>
            <p:cNvSpPr/>
            <p:nvPr/>
          </p:nvSpPr>
          <p:spPr>
            <a:xfrm>
              <a:off x="1366200" y="237168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9" name="Google Shape;582;p65"/>
            <p:cNvSpPr/>
            <p:nvPr/>
          </p:nvSpPr>
          <p:spPr>
            <a:xfrm>
              <a:off x="1366200" y="269712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80" name="Google Shape;583;p6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2192;p95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4" name="Google Shape;2193;p95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5" name="Google Shape;2194;p95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6" name="Google Shape;2195;p95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Google Shape;2196;p95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Google Shape;2197;p95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Google Shape;2198;p95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Google Shape;2199;p95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Google Shape;2200;p95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Google Shape;2201;p95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3" name="Google Shape;2202;p95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4360" cy="428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4" name="Google Shape;2203;p95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7000" cy="20070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5000" cy="94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6" name="Google Shape;99;p51"/>
          <p:cNvSpPr/>
          <p:nvPr/>
        </p:nvSpPr>
        <p:spPr>
          <a:xfrm>
            <a:off x="-65160" y="0"/>
            <a:ext cx="2730240" cy="4816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Google Shape;100;p51"/>
          <p:cNvSpPr/>
          <p:nvPr/>
        </p:nvSpPr>
        <p:spPr>
          <a:xfrm flipH="1">
            <a:off x="7618680" y="-2880"/>
            <a:ext cx="4635360" cy="4816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8" name="Google Shape;101;p51"/>
          <p:cNvSpPr/>
          <p:nvPr/>
        </p:nvSpPr>
        <p:spPr>
          <a:xfrm>
            <a:off x="2362320" y="0"/>
            <a:ext cx="5655960" cy="481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9" name="Google Shape;102;p51"/>
          <p:cNvSpPr/>
          <p:nvPr/>
        </p:nvSpPr>
        <p:spPr>
          <a:xfrm flipH="1" rot="10800000">
            <a:off x="5630760" y="5931360"/>
            <a:ext cx="6624720" cy="9450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0" name="Google Shape;103;p51"/>
          <p:cNvSpPr/>
          <p:nvPr/>
        </p:nvSpPr>
        <p:spPr>
          <a:xfrm rot="10800000">
            <a:off x="-63360" y="5934600"/>
            <a:ext cx="8083440" cy="9450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01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4040" cy="5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2" name="Google Shape;105;p51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3" name="Google Shape;106;p51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4" name="Google Shape;107;p51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5" name="Google Shape;108;p51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6" name="Google Shape;109;p51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Google Shape;110;p51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Google Shape;111;p51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Google Shape;112;p51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Google Shape;113;p51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Google Shape;114;p51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16;p52"/>
          <p:cNvSpPr/>
          <p:nvPr/>
        </p:nvSpPr>
        <p:spPr>
          <a:xfrm>
            <a:off x="-117720" y="-135720"/>
            <a:ext cx="6410520" cy="7086960"/>
          </a:xfrm>
          <a:custGeom>
            <a:avLst/>
            <a:gdLst>
              <a:gd name="textAreaLeft" fmla="*/ 0 w 6410520"/>
              <a:gd name="textAreaRight" fmla="*/ 6412320 w 6410520"/>
              <a:gd name="textAreaTop" fmla="*/ 0 h 7086960"/>
              <a:gd name="textAreaBottom" fmla="*/ 7088760 h 7086960"/>
            </a:gdLst>
            <a:ahLst/>
            <a:cxnLst/>
            <a:rect l="textAreaLeft" t="textAreaTop" r="textAreaRight" b="textAreaBottom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15" name="Google Shape;117;p52"/>
          <p:cNvGrpSpPr/>
          <p:nvPr/>
        </p:nvGrpSpPr>
        <p:grpSpPr>
          <a:xfrm>
            <a:off x="546840" y="-1471320"/>
            <a:ext cx="5484600" cy="8857440"/>
            <a:chOff x="546840" y="-1471320"/>
            <a:chExt cx="5484600" cy="8857440"/>
          </a:xfrm>
        </p:grpSpPr>
        <p:grpSp>
          <p:nvGrpSpPr>
            <p:cNvPr id="1216" name="Google Shape;118;p52"/>
            <p:cNvGrpSpPr/>
            <p:nvPr/>
          </p:nvGrpSpPr>
          <p:grpSpPr>
            <a:xfrm>
              <a:off x="670320" y="4783320"/>
              <a:ext cx="1053360" cy="1053360"/>
              <a:chOff x="670320" y="4783320"/>
              <a:chExt cx="1053360" cy="1053360"/>
            </a:xfrm>
          </p:grpSpPr>
          <p:sp>
            <p:nvSpPr>
              <p:cNvPr id="1217" name="Google Shape;119;p52"/>
              <p:cNvSpPr/>
              <p:nvPr/>
            </p:nvSpPr>
            <p:spPr>
              <a:xfrm>
                <a:off x="1092240" y="478332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Google Shape;120;p52"/>
              <p:cNvSpPr/>
              <p:nvPr/>
            </p:nvSpPr>
            <p:spPr>
              <a:xfrm>
                <a:off x="881280" y="478332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9" name="Google Shape;121;p52"/>
              <p:cNvSpPr/>
              <p:nvPr/>
            </p:nvSpPr>
            <p:spPr>
              <a:xfrm>
                <a:off x="670320" y="499428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0" name="Google Shape;122;p52"/>
              <p:cNvSpPr/>
              <p:nvPr/>
            </p:nvSpPr>
            <p:spPr>
              <a:xfrm>
                <a:off x="670320" y="520560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1" name="Google Shape;123;p52"/>
              <p:cNvSpPr/>
              <p:nvPr/>
            </p:nvSpPr>
            <p:spPr>
              <a:xfrm>
                <a:off x="670320" y="541656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Google Shape;124;p52"/>
              <p:cNvSpPr/>
              <p:nvPr/>
            </p:nvSpPr>
            <p:spPr>
              <a:xfrm>
                <a:off x="881280" y="562752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Google Shape;125;p52"/>
              <p:cNvSpPr/>
              <p:nvPr/>
            </p:nvSpPr>
            <p:spPr>
              <a:xfrm>
                <a:off x="1092240" y="562752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4" name="Google Shape;126;p52"/>
              <p:cNvSpPr/>
              <p:nvPr/>
            </p:nvSpPr>
            <p:spPr>
              <a:xfrm>
                <a:off x="1303560" y="562752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5" name="Google Shape;127;p52"/>
              <p:cNvSpPr/>
              <p:nvPr/>
            </p:nvSpPr>
            <p:spPr>
              <a:xfrm>
                <a:off x="1514520" y="541656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6" name="Google Shape;128;p52"/>
              <p:cNvSpPr/>
              <p:nvPr/>
            </p:nvSpPr>
            <p:spPr>
              <a:xfrm>
                <a:off x="1514520" y="520560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Google Shape;129;p52"/>
              <p:cNvSpPr/>
              <p:nvPr/>
            </p:nvSpPr>
            <p:spPr>
              <a:xfrm>
                <a:off x="1514520" y="499428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Google Shape;130;p52"/>
              <p:cNvSpPr/>
              <p:nvPr/>
            </p:nvSpPr>
            <p:spPr>
              <a:xfrm>
                <a:off x="1303560" y="4783320"/>
                <a:ext cx="209160" cy="209160"/>
              </a:xfrm>
              <a:custGeom>
                <a:avLst/>
                <a:gdLst>
                  <a:gd name="textAreaLeft" fmla="*/ 0 w 209160"/>
                  <a:gd name="textAreaRight" fmla="*/ 210960 w 209160"/>
                  <a:gd name="textAreaTop" fmla="*/ 0 h 209160"/>
                  <a:gd name="textAreaBottom" fmla="*/ 210960 h 2091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9" name="Google Shape;131;p52"/>
            <p:cNvSpPr/>
            <p:nvPr/>
          </p:nvSpPr>
          <p:spPr>
            <a:xfrm>
              <a:off x="546840" y="-1471320"/>
              <a:ext cx="1475640" cy="8857440"/>
            </a:xfrm>
            <a:custGeom>
              <a:avLst/>
              <a:gdLst>
                <a:gd name="textAreaLeft" fmla="*/ 0 w 1475640"/>
                <a:gd name="textAreaRight" fmla="*/ 1477440 w 1475640"/>
                <a:gd name="textAreaTop" fmla="*/ 0 h 8857440"/>
                <a:gd name="textAreaBottom" fmla="*/ 8859240 h 8857440"/>
              </a:gdLst>
              <a:ahLst/>
              <a:cxnLst/>
              <a:rect l="textAreaLeft" t="textAreaTop" r="textAreaRight" b="textAreaBottom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>
              <a:solidFill>
                <a:srgbClr val="372c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0" name="Google Shape;132;p52"/>
            <p:cNvGrpSpPr/>
            <p:nvPr/>
          </p:nvGrpSpPr>
          <p:grpSpPr>
            <a:xfrm>
              <a:off x="2882520" y="-230040"/>
              <a:ext cx="3148920" cy="2952000"/>
              <a:chOff x="2882520" y="-230040"/>
              <a:chExt cx="3148920" cy="2952000"/>
            </a:xfrm>
          </p:grpSpPr>
          <p:sp>
            <p:nvSpPr>
              <p:cNvPr id="1231" name="Google Shape;133;p52"/>
              <p:cNvSpPr/>
              <p:nvPr/>
            </p:nvSpPr>
            <p:spPr>
              <a:xfrm>
                <a:off x="3867120" y="-2300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2" name="Google Shape;134;p52"/>
              <p:cNvSpPr/>
              <p:nvPr/>
            </p:nvSpPr>
            <p:spPr>
              <a:xfrm>
                <a:off x="4064040" y="-2300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3" name="Google Shape;135;p52"/>
              <p:cNvSpPr/>
              <p:nvPr/>
            </p:nvSpPr>
            <p:spPr>
              <a:xfrm>
                <a:off x="4654800" y="-2300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4" name="Google Shape;136;p52"/>
              <p:cNvSpPr/>
              <p:nvPr/>
            </p:nvSpPr>
            <p:spPr>
              <a:xfrm>
                <a:off x="4851720" y="-2300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Google Shape;137;p52"/>
              <p:cNvSpPr/>
              <p:nvPr/>
            </p:nvSpPr>
            <p:spPr>
              <a:xfrm>
                <a:off x="3670200" y="-331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6" name="Google Shape;138;p52"/>
              <p:cNvSpPr/>
              <p:nvPr/>
            </p:nvSpPr>
            <p:spPr>
              <a:xfrm>
                <a:off x="3867120" y="-331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7" name="Google Shape;139;p52"/>
              <p:cNvSpPr/>
              <p:nvPr/>
            </p:nvSpPr>
            <p:spPr>
              <a:xfrm>
                <a:off x="4064040" y="-331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8" name="Google Shape;140;p52"/>
              <p:cNvSpPr/>
              <p:nvPr/>
            </p:nvSpPr>
            <p:spPr>
              <a:xfrm>
                <a:off x="4260960" y="-331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9" name="Google Shape;141;p52"/>
              <p:cNvSpPr/>
              <p:nvPr/>
            </p:nvSpPr>
            <p:spPr>
              <a:xfrm>
                <a:off x="4457880" y="-331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0" name="Google Shape;142;p52"/>
              <p:cNvSpPr/>
              <p:nvPr/>
            </p:nvSpPr>
            <p:spPr>
              <a:xfrm>
                <a:off x="4654800" y="-331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1" name="Google Shape;143;p52"/>
              <p:cNvSpPr/>
              <p:nvPr/>
            </p:nvSpPr>
            <p:spPr>
              <a:xfrm>
                <a:off x="4851720" y="-331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2" name="Google Shape;144;p52"/>
              <p:cNvSpPr/>
              <p:nvPr/>
            </p:nvSpPr>
            <p:spPr>
              <a:xfrm>
                <a:off x="5048640" y="-331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3" name="Google Shape;145;p52"/>
              <p:cNvSpPr/>
              <p:nvPr/>
            </p:nvSpPr>
            <p:spPr>
              <a:xfrm>
                <a:off x="3276360" y="16380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4" name="Google Shape;146;p52"/>
              <p:cNvSpPr/>
              <p:nvPr/>
            </p:nvSpPr>
            <p:spPr>
              <a:xfrm>
                <a:off x="3473280" y="16380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5" name="Google Shape;147;p52"/>
              <p:cNvSpPr/>
              <p:nvPr/>
            </p:nvSpPr>
            <p:spPr>
              <a:xfrm>
                <a:off x="5245560" y="16380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Google Shape;148;p52"/>
              <p:cNvSpPr/>
              <p:nvPr/>
            </p:nvSpPr>
            <p:spPr>
              <a:xfrm>
                <a:off x="5442480" y="16380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Google Shape;149;p52"/>
              <p:cNvSpPr/>
              <p:nvPr/>
            </p:nvSpPr>
            <p:spPr>
              <a:xfrm>
                <a:off x="3276360" y="3607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Google Shape;150;p52"/>
              <p:cNvSpPr/>
              <p:nvPr/>
            </p:nvSpPr>
            <p:spPr>
              <a:xfrm>
                <a:off x="5442480" y="3607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Google Shape;151;p52"/>
              <p:cNvSpPr/>
              <p:nvPr/>
            </p:nvSpPr>
            <p:spPr>
              <a:xfrm>
                <a:off x="3276360" y="5576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Google Shape;152;p52"/>
              <p:cNvSpPr/>
              <p:nvPr/>
            </p:nvSpPr>
            <p:spPr>
              <a:xfrm>
                <a:off x="5442480" y="5576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Google Shape;153;p52"/>
              <p:cNvSpPr/>
              <p:nvPr/>
            </p:nvSpPr>
            <p:spPr>
              <a:xfrm>
                <a:off x="3079440" y="75456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Google Shape;154;p52"/>
              <p:cNvSpPr/>
              <p:nvPr/>
            </p:nvSpPr>
            <p:spPr>
              <a:xfrm>
                <a:off x="5639400" y="75456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3" name="Google Shape;155;p52"/>
              <p:cNvSpPr/>
              <p:nvPr/>
            </p:nvSpPr>
            <p:spPr>
              <a:xfrm>
                <a:off x="2882520" y="95148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Google Shape;156;p52"/>
              <p:cNvSpPr/>
              <p:nvPr/>
            </p:nvSpPr>
            <p:spPr>
              <a:xfrm>
                <a:off x="5836320" y="95148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5" name="Google Shape;157;p52"/>
              <p:cNvSpPr/>
              <p:nvPr/>
            </p:nvSpPr>
            <p:spPr>
              <a:xfrm>
                <a:off x="2882520" y="114840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Google Shape;158;p52"/>
              <p:cNvSpPr/>
              <p:nvPr/>
            </p:nvSpPr>
            <p:spPr>
              <a:xfrm>
                <a:off x="5836320" y="114840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7" name="Google Shape;159;p52"/>
              <p:cNvSpPr/>
              <p:nvPr/>
            </p:nvSpPr>
            <p:spPr>
              <a:xfrm>
                <a:off x="3079440" y="13453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8" name="Google Shape;160;p52"/>
              <p:cNvSpPr/>
              <p:nvPr/>
            </p:nvSpPr>
            <p:spPr>
              <a:xfrm>
                <a:off x="5639400" y="13453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9" name="Google Shape;161;p52"/>
              <p:cNvSpPr/>
              <p:nvPr/>
            </p:nvSpPr>
            <p:spPr>
              <a:xfrm>
                <a:off x="3079440" y="15422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Google Shape;162;p52"/>
              <p:cNvSpPr/>
              <p:nvPr/>
            </p:nvSpPr>
            <p:spPr>
              <a:xfrm>
                <a:off x="5639400" y="15422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1" name="Google Shape;163;p52"/>
              <p:cNvSpPr/>
              <p:nvPr/>
            </p:nvSpPr>
            <p:spPr>
              <a:xfrm>
                <a:off x="2882520" y="173916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2" name="Google Shape;164;p52"/>
              <p:cNvSpPr/>
              <p:nvPr/>
            </p:nvSpPr>
            <p:spPr>
              <a:xfrm>
                <a:off x="3079440" y="173916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3" name="Google Shape;165;p52"/>
              <p:cNvSpPr/>
              <p:nvPr/>
            </p:nvSpPr>
            <p:spPr>
              <a:xfrm>
                <a:off x="5639400" y="173916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4" name="Google Shape;166;p52"/>
              <p:cNvSpPr/>
              <p:nvPr/>
            </p:nvSpPr>
            <p:spPr>
              <a:xfrm>
                <a:off x="5836320" y="173916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5" name="Google Shape;167;p52"/>
              <p:cNvSpPr/>
              <p:nvPr/>
            </p:nvSpPr>
            <p:spPr>
              <a:xfrm>
                <a:off x="3079440" y="193608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Google Shape;168;p52"/>
              <p:cNvSpPr/>
              <p:nvPr/>
            </p:nvSpPr>
            <p:spPr>
              <a:xfrm>
                <a:off x="3276360" y="193608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Google Shape;169;p52"/>
              <p:cNvSpPr/>
              <p:nvPr/>
            </p:nvSpPr>
            <p:spPr>
              <a:xfrm>
                <a:off x="3473280" y="193608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Google Shape;170;p52"/>
              <p:cNvSpPr/>
              <p:nvPr/>
            </p:nvSpPr>
            <p:spPr>
              <a:xfrm>
                <a:off x="5245560" y="193608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9" name="Google Shape;171;p52"/>
              <p:cNvSpPr/>
              <p:nvPr/>
            </p:nvSpPr>
            <p:spPr>
              <a:xfrm>
                <a:off x="5442480" y="193608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Google Shape;172;p52"/>
              <p:cNvSpPr/>
              <p:nvPr/>
            </p:nvSpPr>
            <p:spPr>
              <a:xfrm>
                <a:off x="5639400" y="193608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1" name="Google Shape;173;p52"/>
              <p:cNvSpPr/>
              <p:nvPr/>
            </p:nvSpPr>
            <p:spPr>
              <a:xfrm>
                <a:off x="3473280" y="213300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Google Shape;174;p52"/>
              <p:cNvSpPr/>
              <p:nvPr/>
            </p:nvSpPr>
            <p:spPr>
              <a:xfrm>
                <a:off x="5245560" y="213300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3" name="Google Shape;175;p52"/>
              <p:cNvSpPr/>
              <p:nvPr/>
            </p:nvSpPr>
            <p:spPr>
              <a:xfrm>
                <a:off x="3473280" y="23299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4" name="Google Shape;176;p52"/>
              <p:cNvSpPr/>
              <p:nvPr/>
            </p:nvSpPr>
            <p:spPr>
              <a:xfrm>
                <a:off x="3670200" y="23299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5" name="Google Shape;177;p52"/>
              <p:cNvSpPr/>
              <p:nvPr/>
            </p:nvSpPr>
            <p:spPr>
              <a:xfrm>
                <a:off x="3867120" y="23299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6" name="Google Shape;178;p52"/>
              <p:cNvSpPr/>
              <p:nvPr/>
            </p:nvSpPr>
            <p:spPr>
              <a:xfrm>
                <a:off x="4064040" y="23299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7" name="Google Shape;179;p52"/>
              <p:cNvSpPr/>
              <p:nvPr/>
            </p:nvSpPr>
            <p:spPr>
              <a:xfrm>
                <a:off x="4654800" y="23299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8" name="Google Shape;180;p52"/>
              <p:cNvSpPr/>
              <p:nvPr/>
            </p:nvSpPr>
            <p:spPr>
              <a:xfrm>
                <a:off x="4851720" y="23299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9" name="Google Shape;181;p52"/>
              <p:cNvSpPr/>
              <p:nvPr/>
            </p:nvSpPr>
            <p:spPr>
              <a:xfrm>
                <a:off x="5048640" y="23299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0" name="Google Shape;182;p52"/>
              <p:cNvSpPr/>
              <p:nvPr/>
            </p:nvSpPr>
            <p:spPr>
              <a:xfrm>
                <a:off x="5245560" y="232992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1" name="Google Shape;183;p52"/>
              <p:cNvSpPr/>
              <p:nvPr/>
            </p:nvSpPr>
            <p:spPr>
              <a:xfrm>
                <a:off x="3670200" y="25268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2" name="Google Shape;184;p52"/>
              <p:cNvSpPr/>
              <p:nvPr/>
            </p:nvSpPr>
            <p:spPr>
              <a:xfrm>
                <a:off x="4260960" y="25268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3" name="Google Shape;185;p52"/>
              <p:cNvSpPr/>
              <p:nvPr/>
            </p:nvSpPr>
            <p:spPr>
              <a:xfrm>
                <a:off x="4457880" y="25268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4" name="Google Shape;186;p52"/>
              <p:cNvSpPr/>
              <p:nvPr/>
            </p:nvSpPr>
            <p:spPr>
              <a:xfrm>
                <a:off x="5048640" y="2526840"/>
                <a:ext cx="195120" cy="195120"/>
              </a:xfrm>
              <a:custGeom>
                <a:avLst/>
                <a:gdLst>
                  <a:gd name="textAreaLeft" fmla="*/ 0 w 195120"/>
                  <a:gd name="textAreaRight" fmla="*/ 196920 w 195120"/>
                  <a:gd name="textAreaTop" fmla="*/ 0 h 195120"/>
                  <a:gd name="textAreaBottom" fmla="*/ 196920 h 1951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285" name="Google Shape;187;p52" descr=""/>
          <p:cNvPicPr/>
          <p:nvPr/>
        </p:nvPicPr>
        <p:blipFill>
          <a:blip r:embed="rId2"/>
          <a:stretch/>
        </p:blipFill>
        <p:spPr>
          <a:xfrm flipH="1">
            <a:off x="647280" y="1314000"/>
            <a:ext cx="4807080" cy="47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6" name="Google Shape;188;p52"/>
          <p:cNvSpPr/>
          <p:nvPr/>
        </p:nvSpPr>
        <p:spPr>
          <a:xfrm rot="10800000">
            <a:off x="11588040" y="-9720"/>
            <a:ext cx="605880" cy="6877080"/>
          </a:xfrm>
          <a:custGeom>
            <a:avLst/>
            <a:gdLst>
              <a:gd name="textAreaLeft" fmla="*/ 0 w 605880"/>
              <a:gd name="textAreaRight" fmla="*/ 607680 w 605880"/>
              <a:gd name="textAreaTop" fmla="*/ 0 h 6877080"/>
              <a:gd name="textAreaBottom" fmla="*/ 6878880 h 6877080"/>
            </a:gdLst>
            <a:ahLst/>
            <a:cxnLst/>
            <a:rect l="textAreaLeft" t="textAreaTop" r="textAreaRight" b="textAreaBottom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7" name="Google Shape;189;p52"/>
          <p:cNvSpPr/>
          <p:nvPr/>
        </p:nvSpPr>
        <p:spPr>
          <a:xfrm>
            <a:off x="-4946760" y="-1582560"/>
            <a:ext cx="1663560" cy="9000720"/>
          </a:xfrm>
          <a:custGeom>
            <a:avLst/>
            <a:gdLst>
              <a:gd name="textAreaLeft" fmla="*/ 0 w 1663560"/>
              <a:gd name="textAreaRight" fmla="*/ 1665360 w 1663560"/>
              <a:gd name="textAreaTop" fmla="*/ 0 h 9000720"/>
              <a:gd name="textAreaBottom" fmla="*/ 9002520 h 9000720"/>
            </a:gdLst>
            <a:ahLst/>
            <a:cxnLst/>
            <a:rect l="textAreaLeft" t="textAreaTop" r="textAreaRight" b="textAreaBottom"/>
            <a:pathLst>
              <a:path w="1665297" h="9002374">
                <a:moveTo>
                  <a:pt x="1665298" y="0"/>
                </a:moveTo>
                <a:lnTo>
                  <a:pt x="1665298" y="1348904"/>
                </a:lnTo>
                <a:lnTo>
                  <a:pt x="1454228" y="1348904"/>
                </a:lnTo>
                <a:lnTo>
                  <a:pt x="1454228" y="2331856"/>
                </a:lnTo>
                <a:lnTo>
                  <a:pt x="1032089" y="2331856"/>
                </a:lnTo>
                <a:lnTo>
                  <a:pt x="1032089" y="3494047"/>
                </a:lnTo>
                <a:lnTo>
                  <a:pt x="293345" y="3494047"/>
                </a:lnTo>
                <a:lnTo>
                  <a:pt x="293345" y="4338326"/>
                </a:lnTo>
                <a:lnTo>
                  <a:pt x="1032089" y="4338326"/>
                </a:lnTo>
                <a:lnTo>
                  <a:pt x="1032089" y="5393674"/>
                </a:lnTo>
                <a:lnTo>
                  <a:pt x="398879" y="5393674"/>
                </a:lnTo>
                <a:lnTo>
                  <a:pt x="398879" y="6296039"/>
                </a:lnTo>
                <a:lnTo>
                  <a:pt x="0" y="6296039"/>
                </a:lnTo>
                <a:lnTo>
                  <a:pt x="0" y="9002375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Google Shape;190;p52"/>
          <p:cNvSpPr/>
          <p:nvPr/>
        </p:nvSpPr>
        <p:spPr>
          <a:xfrm>
            <a:off x="-5241600" y="-28440"/>
            <a:ext cx="1300680" cy="9204120"/>
          </a:xfrm>
          <a:custGeom>
            <a:avLst/>
            <a:gdLst>
              <a:gd name="textAreaLeft" fmla="*/ 0 w 1300680"/>
              <a:gd name="textAreaRight" fmla="*/ 1302480 w 1300680"/>
              <a:gd name="textAreaTop" fmla="*/ 0 h 9204120"/>
              <a:gd name="textAreaBottom" fmla="*/ 9205920 h 9204120"/>
            </a:gdLst>
            <a:ahLst/>
            <a:cxnLst/>
            <a:rect l="textAreaLeft" t="textAreaTop" r="textAreaRight" b="textAreaBottom"/>
            <a:pathLst>
              <a:path w="1302426" h="9206099">
                <a:moveTo>
                  <a:pt x="1211160" y="9206099"/>
                </a:moveTo>
                <a:lnTo>
                  <a:pt x="1211160" y="6508207"/>
                </a:lnTo>
                <a:lnTo>
                  <a:pt x="0" y="6508207"/>
                </a:lnTo>
                <a:lnTo>
                  <a:pt x="0" y="4760465"/>
                </a:lnTo>
                <a:lnTo>
                  <a:pt x="245812" y="4760465"/>
                </a:lnTo>
                <a:lnTo>
                  <a:pt x="245812" y="4164067"/>
                </a:lnTo>
                <a:lnTo>
                  <a:pt x="425685" y="4164067"/>
                </a:lnTo>
                <a:lnTo>
                  <a:pt x="425685" y="2860838"/>
                </a:lnTo>
                <a:lnTo>
                  <a:pt x="1302427" y="2860838"/>
                </a:lnTo>
                <a:lnTo>
                  <a:pt x="1302427" y="0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Google Shape;191;p52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0" name="Google Shape;192;p52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1" name="Google Shape;193;p52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2" name="Google Shape;194;p52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3" name="Google Shape;195;p52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Google Shape;196;p52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Google Shape;197;p52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Google Shape;198;p52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Google Shape;199;p52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Google Shape;200;p52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_remoto/on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1" name="Google Shape;202;p53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5000" cy="94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2" name="Google Shape;203;p53"/>
          <p:cNvSpPr/>
          <p:nvPr/>
        </p:nvSpPr>
        <p:spPr>
          <a:xfrm>
            <a:off x="-65160" y="0"/>
            <a:ext cx="2730240" cy="4816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Google Shape;204;p53"/>
          <p:cNvSpPr/>
          <p:nvPr/>
        </p:nvSpPr>
        <p:spPr>
          <a:xfrm flipH="1">
            <a:off x="7618680" y="-2880"/>
            <a:ext cx="4635360" cy="4816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4" name="Google Shape;205;p53"/>
          <p:cNvSpPr/>
          <p:nvPr/>
        </p:nvSpPr>
        <p:spPr>
          <a:xfrm>
            <a:off x="2362320" y="0"/>
            <a:ext cx="5655960" cy="481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5" name="Google Shape;206;p53"/>
          <p:cNvSpPr/>
          <p:nvPr/>
        </p:nvSpPr>
        <p:spPr>
          <a:xfrm flipH="1" rot="10800000">
            <a:off x="2149920" y="5931360"/>
            <a:ext cx="10104840" cy="9450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6" name="Google Shape;207;p53"/>
          <p:cNvSpPr/>
          <p:nvPr/>
        </p:nvSpPr>
        <p:spPr>
          <a:xfrm rot="10800000">
            <a:off x="-63000" y="5934600"/>
            <a:ext cx="2425320" cy="9450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7" name="Google Shape;208;p53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4040" cy="5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8" name="Google Shape;209;p53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9" name="Google Shape;210;p53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0" name="Google Shape;211;p53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1" name="Google Shape;212;p53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2" name="Google Shape;213;p53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Google Shape;214;p53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Google Shape;215;p53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Google Shape;216;p53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Google Shape;217;p53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Google Shape;218;p53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8" name="Google Shape;219;p53"/>
          <p:cNvSpPr/>
          <p:nvPr/>
        </p:nvSpPr>
        <p:spPr>
          <a:xfrm>
            <a:off x="2986560" y="6282360"/>
            <a:ext cx="7104960" cy="334080"/>
          </a:xfrm>
          <a:prstGeom prst="rect">
            <a:avLst/>
          </a:prstGeom>
          <a:solidFill>
            <a:srgbClr val="2922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35892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rgbClr val="0dadea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CONTEÚDO EXCLUSIVO PARA AULAS EM FORMATO REMOTO/ON-LINE.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9" name="Google Shape;220;p53"/>
          <p:cNvSpPr/>
          <p:nvPr/>
        </p:nvSpPr>
        <p:spPr>
          <a:xfrm>
            <a:off x="10377360" y="6225480"/>
            <a:ext cx="114300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spAutoFit/>
          </a:bodyPr>
          <a:p>
            <a:pPr>
              <a:lnSpc>
                <a:spcPct val="11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ON</a:t>
            </a:r>
            <a:r>
              <a:rPr b="0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LINE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Google Shape;221;p53"/>
          <p:cNvSpPr/>
          <p:nvPr/>
        </p:nvSpPr>
        <p:spPr>
          <a:xfrm>
            <a:off x="10170000" y="6318000"/>
            <a:ext cx="263520" cy="263520"/>
          </a:xfrm>
          <a:prstGeom prst="ellipse">
            <a:avLst/>
          </a:prstGeom>
          <a:solidFill>
            <a:srgbClr val="72e9ad"/>
          </a:solidFill>
          <a:ln w="12700">
            <a:solidFill>
              <a:srgbClr val="1c3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3" name="Google Shape;223;p54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5000" cy="94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4" name="Google Shape;224;p54"/>
          <p:cNvSpPr/>
          <p:nvPr/>
        </p:nvSpPr>
        <p:spPr>
          <a:xfrm>
            <a:off x="-65160" y="0"/>
            <a:ext cx="2730240" cy="2109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5" name="Google Shape;225;p54"/>
          <p:cNvSpPr/>
          <p:nvPr/>
        </p:nvSpPr>
        <p:spPr>
          <a:xfrm flipH="1">
            <a:off x="7618680" y="-2880"/>
            <a:ext cx="4635360" cy="2109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6" name="Google Shape;226;p54"/>
          <p:cNvSpPr/>
          <p:nvPr/>
        </p:nvSpPr>
        <p:spPr>
          <a:xfrm>
            <a:off x="2362320" y="0"/>
            <a:ext cx="5655960" cy="210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7" name="Google Shape;227;p54"/>
          <p:cNvSpPr/>
          <p:nvPr/>
        </p:nvSpPr>
        <p:spPr>
          <a:xfrm flipH="1" rot="10800000">
            <a:off x="5630760" y="5931360"/>
            <a:ext cx="6624720" cy="9450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8" name="Google Shape;228;p54"/>
          <p:cNvSpPr/>
          <p:nvPr/>
        </p:nvSpPr>
        <p:spPr>
          <a:xfrm rot="10800000">
            <a:off x="-63360" y="5934600"/>
            <a:ext cx="8083440" cy="9450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9" name="Google Shape;229;p54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4040" cy="5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0" name="Google Shape;230;p54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1" name="Google Shape;231;p54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2" name="Google Shape;232;p54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3" name="Google Shape;233;p54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4" name="Google Shape;234;p54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Google Shape;235;p54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Google Shape;236;p54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Google Shape;237;p54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Google Shape;238;p54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Google Shape;239;p54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7440" cy="168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3" name="Google Shape;17;p47"/>
          <p:cNvSpPr/>
          <p:nvPr/>
        </p:nvSpPr>
        <p:spPr>
          <a:xfrm>
            <a:off x="-187920" y="-628560"/>
            <a:ext cx="422640" cy="78087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Google Shape;18;p47"/>
          <p:cNvSpPr/>
          <p:nvPr/>
        </p:nvSpPr>
        <p:spPr>
          <a:xfrm rot="10800000">
            <a:off x="7387560" y="-423720"/>
            <a:ext cx="2613600" cy="7808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5" name="Google Shape;19;p47"/>
          <p:cNvSpPr/>
          <p:nvPr/>
        </p:nvSpPr>
        <p:spPr>
          <a:xfrm rot="10800000">
            <a:off x="10003320" y="-423720"/>
            <a:ext cx="2613600" cy="7808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6" name="Google Shape;20;p47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7" name="Google Shape;21;p47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8" name="Google Shape;22;p47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9" name="Google Shape;23;p47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0" name="Google Shape;24;p47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Google Shape;25;p47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Google Shape;26;p47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Google Shape;27;p47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Google Shape;28;p47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Google Shape;29;p47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ODEL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038;p79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8" name="Google Shape;1039;p79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9" name="Google Shape;1040;p79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0" name="Google Shape;1041;p79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1" name="Google Shape;1042;p79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Google Shape;1043;p79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Google Shape;1044;p79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Google Shape;1045;p79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Google Shape;1046;p79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Google Shape;1047;p79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7" name="PlaceHolder 1"/>
          <p:cNvSpPr>
            <a:spLocks noGrp="1"/>
          </p:cNvSpPr>
          <p:nvPr>
            <p:ph type="body"/>
          </p:nvPr>
        </p:nvSpPr>
        <p:spPr>
          <a:xfrm>
            <a:off x="755280" y="619920"/>
            <a:ext cx="3913560" cy="52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PlaceHolder 2"/>
          <p:cNvSpPr>
            <a:spLocks noGrp="1"/>
          </p:cNvSpPr>
          <p:nvPr>
            <p:ph type="body"/>
          </p:nvPr>
        </p:nvSpPr>
        <p:spPr>
          <a:xfrm>
            <a:off x="10021320" y="3818160"/>
            <a:ext cx="1715040" cy="162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Google Shape;1050;p79"/>
          <p:cNvSpPr/>
          <p:nvPr/>
        </p:nvSpPr>
        <p:spPr>
          <a:xfrm rot="16200000">
            <a:off x="-252000" y="4063320"/>
            <a:ext cx="24152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U R S 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70" name="Google Shape;1051;p79"/>
          <p:cNvGrpSpPr/>
          <p:nvPr/>
        </p:nvGrpSpPr>
        <p:grpSpPr>
          <a:xfrm>
            <a:off x="755280" y="2676960"/>
            <a:ext cx="691560" cy="691560"/>
            <a:chOff x="755280" y="2676960"/>
            <a:chExt cx="691560" cy="691560"/>
          </a:xfrm>
        </p:grpSpPr>
        <p:sp>
          <p:nvSpPr>
            <p:cNvPr id="1371" name="Google Shape;1052;p79"/>
            <p:cNvSpPr/>
            <p:nvPr/>
          </p:nvSpPr>
          <p:spPr>
            <a:xfrm>
              <a:off x="755280" y="302364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2" name="Google Shape;1053;p79"/>
            <p:cNvSpPr/>
            <p:nvPr/>
          </p:nvSpPr>
          <p:spPr>
            <a:xfrm>
              <a:off x="1101960" y="267696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73" name="Google Shape;1054;p79"/>
          <p:cNvGrpSpPr/>
          <p:nvPr/>
        </p:nvGrpSpPr>
        <p:grpSpPr>
          <a:xfrm>
            <a:off x="6118200" y="5445000"/>
            <a:ext cx="691560" cy="691200"/>
            <a:chOff x="6118200" y="5445000"/>
            <a:chExt cx="691560" cy="691200"/>
          </a:xfrm>
        </p:grpSpPr>
        <p:sp>
          <p:nvSpPr>
            <p:cNvPr id="1374" name="Google Shape;1055;p79"/>
            <p:cNvSpPr/>
            <p:nvPr/>
          </p:nvSpPr>
          <p:spPr>
            <a:xfrm>
              <a:off x="6118200" y="579132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Google Shape;1056;p79"/>
            <p:cNvSpPr/>
            <p:nvPr/>
          </p:nvSpPr>
          <p:spPr>
            <a:xfrm>
              <a:off x="6464880" y="544500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6" name="PlaceHolder 3"/>
          <p:cNvSpPr>
            <a:spLocks noGrp="1"/>
          </p:cNvSpPr>
          <p:nvPr>
            <p:ph type="body"/>
          </p:nvPr>
        </p:nvSpPr>
        <p:spPr>
          <a:xfrm>
            <a:off x="1363680" y="2828160"/>
            <a:ext cx="4326840" cy="21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7" name="PlaceHolder 4"/>
          <p:cNvSpPr>
            <a:spLocks noGrp="1"/>
          </p:cNvSpPr>
          <p:nvPr>
            <p:ph type="body"/>
          </p:nvPr>
        </p:nvSpPr>
        <p:spPr>
          <a:xfrm>
            <a:off x="1363680" y="4970880"/>
            <a:ext cx="5016600" cy="5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8" name="Google Shape;1059;p79" descr=""/>
          <p:cNvPicPr/>
          <p:nvPr/>
        </p:nvPicPr>
        <p:blipFill>
          <a:blip r:embed="rId2"/>
          <a:stretch/>
        </p:blipFill>
        <p:spPr>
          <a:xfrm>
            <a:off x="0" y="-861120"/>
            <a:ext cx="3127320" cy="560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79" name="Google Shape;1060;p79"/>
          <p:cNvGrpSpPr/>
          <p:nvPr/>
        </p:nvGrpSpPr>
        <p:grpSpPr>
          <a:xfrm>
            <a:off x="10113480" y="597240"/>
            <a:ext cx="1479600" cy="1439280"/>
            <a:chOff x="10113480" y="597240"/>
            <a:chExt cx="1479600" cy="1439280"/>
          </a:xfrm>
        </p:grpSpPr>
        <p:grpSp>
          <p:nvGrpSpPr>
            <p:cNvPr id="1380" name="Google Shape;1061;p79"/>
            <p:cNvGrpSpPr/>
            <p:nvPr/>
          </p:nvGrpSpPr>
          <p:grpSpPr>
            <a:xfrm>
              <a:off x="10124640" y="1269360"/>
              <a:ext cx="1468440" cy="767160"/>
              <a:chOff x="10124640" y="1269360"/>
              <a:chExt cx="1468440" cy="767160"/>
            </a:xfrm>
          </p:grpSpPr>
          <p:grpSp>
            <p:nvGrpSpPr>
              <p:cNvPr id="1381" name="Google Shape;1062;p79"/>
              <p:cNvGrpSpPr/>
              <p:nvPr/>
            </p:nvGrpSpPr>
            <p:grpSpPr>
              <a:xfrm>
                <a:off x="10124640" y="1269360"/>
                <a:ext cx="1222920" cy="298080"/>
                <a:chOff x="10124640" y="1269360"/>
                <a:chExt cx="1222920" cy="298080"/>
              </a:xfrm>
            </p:grpSpPr>
            <p:sp>
              <p:nvSpPr>
                <p:cNvPr id="1382" name="Google Shape;1063;p79"/>
                <p:cNvSpPr/>
                <p:nvPr/>
              </p:nvSpPr>
              <p:spPr>
                <a:xfrm>
                  <a:off x="10124640" y="1269360"/>
                  <a:ext cx="147960" cy="296640"/>
                </a:xfrm>
                <a:custGeom>
                  <a:avLst/>
                  <a:gdLst>
                    <a:gd name="textAreaLeft" fmla="*/ 0 w 147960"/>
                    <a:gd name="textAreaRight" fmla="*/ 149760 w 147960"/>
                    <a:gd name="textAreaTop" fmla="*/ 0 h 296640"/>
                    <a:gd name="textAreaBottom" fmla="*/ 298440 h 29664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3" name="Google Shape;1064;p79"/>
                <p:cNvSpPr/>
                <p:nvPr/>
              </p:nvSpPr>
              <p:spPr>
                <a:xfrm>
                  <a:off x="10305360" y="1324800"/>
                  <a:ext cx="228240" cy="242280"/>
                </a:xfrm>
                <a:custGeom>
                  <a:avLst/>
                  <a:gdLst>
                    <a:gd name="textAreaLeft" fmla="*/ 0 w 228240"/>
                    <a:gd name="textAreaRight" fmla="*/ 230040 w 22824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4" name="Google Shape;1065;p79"/>
                <p:cNvSpPr/>
                <p:nvPr/>
              </p:nvSpPr>
              <p:spPr>
                <a:xfrm>
                  <a:off x="10573560" y="1325160"/>
                  <a:ext cx="216000" cy="242280"/>
                </a:xfrm>
                <a:custGeom>
                  <a:avLst/>
                  <a:gdLst>
                    <a:gd name="textAreaLeft" fmla="*/ 0 w 216000"/>
                    <a:gd name="textAreaRight" fmla="*/ 217800 w 216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5" name="Google Shape;1066;p79"/>
                <p:cNvSpPr/>
                <p:nvPr/>
              </p:nvSpPr>
              <p:spPr>
                <a:xfrm>
                  <a:off x="10834560" y="1325160"/>
                  <a:ext cx="213120" cy="236880"/>
                </a:xfrm>
                <a:custGeom>
                  <a:avLst/>
                  <a:gdLst>
                    <a:gd name="textAreaLeft" fmla="*/ 0 w 213120"/>
                    <a:gd name="textAreaRight" fmla="*/ 214920 w 213120"/>
                    <a:gd name="textAreaTop" fmla="*/ 0 h 236880"/>
                    <a:gd name="textAreaBottom" fmla="*/ 238680 h 23688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6" name="Google Shape;1067;p79"/>
                <p:cNvSpPr/>
                <p:nvPr/>
              </p:nvSpPr>
              <p:spPr>
                <a:xfrm>
                  <a:off x="11095560" y="1325160"/>
                  <a:ext cx="252000" cy="242280"/>
                </a:xfrm>
                <a:custGeom>
                  <a:avLst/>
                  <a:gdLst>
                    <a:gd name="textAreaLeft" fmla="*/ 0 w 252000"/>
                    <a:gd name="textAreaRight" fmla="*/ 253800 w 252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387" name="Google Shape;1068;p79"/>
              <p:cNvGrpSpPr/>
              <p:nvPr/>
            </p:nvGrpSpPr>
            <p:grpSpPr>
              <a:xfrm>
                <a:off x="10546560" y="1648080"/>
                <a:ext cx="1046520" cy="388440"/>
                <a:chOff x="10546560" y="1648080"/>
                <a:chExt cx="1046520" cy="388440"/>
              </a:xfrm>
            </p:grpSpPr>
            <p:sp>
              <p:nvSpPr>
                <p:cNvPr id="1388" name="Google Shape;1069;p79"/>
                <p:cNvSpPr/>
                <p:nvPr/>
              </p:nvSpPr>
              <p:spPr>
                <a:xfrm>
                  <a:off x="10546560" y="1648080"/>
                  <a:ext cx="64800" cy="317520"/>
                </a:xfrm>
                <a:custGeom>
                  <a:avLst/>
                  <a:gdLst>
                    <a:gd name="textAreaLeft" fmla="*/ 0 w 64800"/>
                    <a:gd name="textAreaRight" fmla="*/ 66600 w 64800"/>
                    <a:gd name="textAreaTop" fmla="*/ 0 h 317520"/>
                    <a:gd name="textAreaBottom" fmla="*/ 319320 h 31752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89" name="Google Shape;1070;p79"/>
                <p:cNvSpPr/>
                <p:nvPr/>
              </p:nvSpPr>
              <p:spPr>
                <a:xfrm>
                  <a:off x="10664280" y="1728720"/>
                  <a:ext cx="252000" cy="242280"/>
                </a:xfrm>
                <a:custGeom>
                  <a:avLst/>
                  <a:gdLst>
                    <a:gd name="textAreaLeft" fmla="*/ 0 w 252000"/>
                    <a:gd name="textAreaRight" fmla="*/ 253800 w 252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90" name="Google Shape;1071;p79"/>
                <p:cNvSpPr/>
                <p:nvPr/>
              </p:nvSpPr>
              <p:spPr>
                <a:xfrm>
                  <a:off x="10955160" y="1728720"/>
                  <a:ext cx="244440" cy="307800"/>
                </a:xfrm>
                <a:custGeom>
                  <a:avLst/>
                  <a:gdLst>
                    <a:gd name="textAreaLeft" fmla="*/ 0 w 244440"/>
                    <a:gd name="textAreaRight" fmla="*/ 246240 w 244440"/>
                    <a:gd name="textAreaTop" fmla="*/ 0 h 307800"/>
                    <a:gd name="textAreaBottom" fmla="*/ 309600 h 30780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91" name="Google Shape;1072;p79"/>
                <p:cNvSpPr/>
                <p:nvPr/>
              </p:nvSpPr>
              <p:spPr>
                <a:xfrm>
                  <a:off x="11262240" y="1648440"/>
                  <a:ext cx="68400" cy="317520"/>
                </a:xfrm>
                <a:custGeom>
                  <a:avLst/>
                  <a:gdLst>
                    <a:gd name="textAreaLeft" fmla="*/ 0 w 68400"/>
                    <a:gd name="textAreaRight" fmla="*/ 70200 w 68400"/>
                    <a:gd name="textAreaTop" fmla="*/ 0 h 317520"/>
                    <a:gd name="textAreaBottom" fmla="*/ 319320 h 31752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92" name="Google Shape;1073;p79"/>
                <p:cNvSpPr/>
                <p:nvPr/>
              </p:nvSpPr>
              <p:spPr>
                <a:xfrm>
                  <a:off x="11379240" y="1730520"/>
                  <a:ext cx="213840" cy="239760"/>
                </a:xfrm>
                <a:custGeom>
                  <a:avLst/>
                  <a:gdLst>
                    <a:gd name="textAreaLeft" fmla="*/ 0 w 213840"/>
                    <a:gd name="textAreaRight" fmla="*/ 215640 w 213840"/>
                    <a:gd name="textAreaTop" fmla="*/ 0 h 239760"/>
                    <a:gd name="textAreaBottom" fmla="*/ 241560 h 23976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393" name="Google Shape;1074;p79"/>
            <p:cNvGrpSpPr/>
            <p:nvPr/>
          </p:nvGrpSpPr>
          <p:grpSpPr>
            <a:xfrm>
              <a:off x="10207440" y="873000"/>
              <a:ext cx="1175040" cy="297000"/>
              <a:chOff x="10207440" y="873000"/>
              <a:chExt cx="1175040" cy="297000"/>
            </a:xfrm>
          </p:grpSpPr>
          <p:sp>
            <p:nvSpPr>
              <p:cNvPr id="1394" name="Google Shape;1075;p79"/>
              <p:cNvSpPr/>
              <p:nvPr/>
            </p:nvSpPr>
            <p:spPr>
              <a:xfrm>
                <a:off x="10207440" y="878040"/>
                <a:ext cx="79920" cy="102240"/>
              </a:xfrm>
              <a:custGeom>
                <a:avLst/>
                <a:gdLst>
                  <a:gd name="textAreaLeft" fmla="*/ 0 w 79920"/>
                  <a:gd name="textAreaRight" fmla="*/ 81720 w 79920"/>
                  <a:gd name="textAreaTop" fmla="*/ 0 h 102240"/>
                  <a:gd name="textAreaBottom" fmla="*/ 104040 h 1022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5" name="Google Shape;1076;p79"/>
              <p:cNvSpPr/>
              <p:nvPr/>
            </p:nvSpPr>
            <p:spPr>
              <a:xfrm>
                <a:off x="1028556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6" name="Google Shape;1077;p79"/>
              <p:cNvSpPr/>
              <p:nvPr/>
            </p:nvSpPr>
            <p:spPr>
              <a:xfrm>
                <a:off x="10381680" y="87372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7" name="Google Shape;1078;p79"/>
              <p:cNvSpPr/>
              <p:nvPr/>
            </p:nvSpPr>
            <p:spPr>
              <a:xfrm>
                <a:off x="1047924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8" name="Google Shape;1079;p79"/>
              <p:cNvSpPr/>
              <p:nvPr/>
            </p:nvSpPr>
            <p:spPr>
              <a:xfrm>
                <a:off x="1056456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9" name="Google Shape;1080;p79"/>
              <p:cNvSpPr/>
              <p:nvPr/>
            </p:nvSpPr>
            <p:spPr>
              <a:xfrm>
                <a:off x="1068372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0" name="Google Shape;1081;p79"/>
              <p:cNvSpPr/>
              <p:nvPr/>
            </p:nvSpPr>
            <p:spPr>
              <a:xfrm>
                <a:off x="1076940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1" name="Google Shape;1082;p79"/>
              <p:cNvSpPr/>
              <p:nvPr/>
            </p:nvSpPr>
            <p:spPr>
              <a:xfrm>
                <a:off x="10888200" y="873000"/>
                <a:ext cx="44640" cy="107280"/>
              </a:xfrm>
              <a:custGeom>
                <a:avLst/>
                <a:gdLst>
                  <a:gd name="textAreaLeft" fmla="*/ 0 w 44640"/>
                  <a:gd name="textAreaRight" fmla="*/ 46440 w 44640"/>
                  <a:gd name="textAreaTop" fmla="*/ 0 h 107280"/>
                  <a:gd name="textAreaBottom" fmla="*/ 109080 h 1072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2" name="Google Shape;1083;p79"/>
              <p:cNvSpPr/>
              <p:nvPr/>
            </p:nvSpPr>
            <p:spPr>
              <a:xfrm>
                <a:off x="1094292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3" name="Google Shape;1084;p79"/>
              <p:cNvSpPr/>
              <p:nvPr/>
            </p:nvSpPr>
            <p:spPr>
              <a:xfrm>
                <a:off x="11043720" y="90396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4" name="Google Shape;1085;p79"/>
              <p:cNvSpPr/>
              <p:nvPr/>
            </p:nvSpPr>
            <p:spPr>
              <a:xfrm>
                <a:off x="11103840" y="903600"/>
                <a:ext cx="114480" cy="76680"/>
              </a:xfrm>
              <a:custGeom>
                <a:avLst/>
                <a:gdLst>
                  <a:gd name="textAreaLeft" fmla="*/ 0 w 114480"/>
                  <a:gd name="textAreaRight" fmla="*/ 116280 w 11448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5" name="Google Shape;1086;p79"/>
              <p:cNvSpPr/>
              <p:nvPr/>
            </p:nvSpPr>
            <p:spPr>
              <a:xfrm>
                <a:off x="1123956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6" name="Google Shape;1087;p79"/>
              <p:cNvSpPr/>
              <p:nvPr/>
            </p:nvSpPr>
            <p:spPr>
              <a:xfrm>
                <a:off x="1132488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7" name="Google Shape;1088;p79"/>
              <p:cNvSpPr/>
              <p:nvPr/>
            </p:nvSpPr>
            <p:spPr>
              <a:xfrm>
                <a:off x="1020816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8" name="Google Shape;1089;p79"/>
              <p:cNvSpPr/>
              <p:nvPr/>
            </p:nvSpPr>
            <p:spPr>
              <a:xfrm>
                <a:off x="103068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9" name="Google Shape;1090;p79"/>
              <p:cNvSpPr/>
              <p:nvPr/>
            </p:nvSpPr>
            <p:spPr>
              <a:xfrm>
                <a:off x="10438200" y="107028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0" name="Google Shape;1091;p79"/>
              <p:cNvSpPr/>
              <p:nvPr/>
            </p:nvSpPr>
            <p:spPr>
              <a:xfrm>
                <a:off x="10530360" y="1069560"/>
                <a:ext cx="75960" cy="10044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0440"/>
                  <a:gd name="textAreaBottom" fmla="*/ 102240 h 1004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1" name="Google Shape;1092;p79"/>
              <p:cNvSpPr/>
              <p:nvPr/>
            </p:nvSpPr>
            <p:spPr>
              <a:xfrm>
                <a:off x="1062900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2" name="Google Shape;1093;p79"/>
              <p:cNvSpPr/>
              <p:nvPr/>
            </p:nvSpPr>
            <p:spPr>
              <a:xfrm>
                <a:off x="106812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3" name="Google Shape;1094;p79"/>
              <p:cNvSpPr/>
              <p:nvPr/>
            </p:nvSpPr>
            <p:spPr>
              <a:xfrm>
                <a:off x="10774080" y="1069560"/>
                <a:ext cx="65520" cy="7668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4" name="Google Shape;1095;p79"/>
              <p:cNvSpPr/>
              <p:nvPr/>
            </p:nvSpPr>
            <p:spPr>
              <a:xfrm>
                <a:off x="1086084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5" name="Google Shape;1096;p79"/>
              <p:cNvSpPr/>
              <p:nvPr/>
            </p:nvSpPr>
            <p:spPr>
              <a:xfrm>
                <a:off x="1095948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6" name="Google Shape;1097;p79"/>
              <p:cNvSpPr/>
              <p:nvPr/>
            </p:nvSpPr>
            <p:spPr>
              <a:xfrm>
                <a:off x="1105236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17" name="Google Shape;1098;p79"/>
            <p:cNvGrpSpPr/>
            <p:nvPr/>
          </p:nvGrpSpPr>
          <p:grpSpPr>
            <a:xfrm>
              <a:off x="10113480" y="597240"/>
              <a:ext cx="607680" cy="150840"/>
              <a:chOff x="10113480" y="597240"/>
              <a:chExt cx="607680" cy="150840"/>
            </a:xfrm>
          </p:grpSpPr>
          <p:sp>
            <p:nvSpPr>
              <p:cNvPr id="1418" name="Google Shape;1099;p79"/>
              <p:cNvSpPr/>
              <p:nvPr/>
            </p:nvSpPr>
            <p:spPr>
              <a:xfrm>
                <a:off x="10627560" y="603360"/>
                <a:ext cx="93600" cy="144000"/>
              </a:xfrm>
              <a:custGeom>
                <a:avLst/>
                <a:gdLst>
                  <a:gd name="textAreaLeft" fmla="*/ 0 w 93600"/>
                  <a:gd name="textAreaRight" fmla="*/ 95400 w 93600"/>
                  <a:gd name="textAreaTop" fmla="*/ 0 h 144000"/>
                  <a:gd name="textAreaBottom" fmla="*/ 145800 h 1440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9" name="Google Shape;1100;p79"/>
              <p:cNvSpPr/>
              <p:nvPr/>
            </p:nvSpPr>
            <p:spPr>
              <a:xfrm>
                <a:off x="10113480" y="597240"/>
                <a:ext cx="136080" cy="150840"/>
              </a:xfrm>
              <a:custGeom>
                <a:avLst/>
                <a:gdLst>
                  <a:gd name="textAreaLeft" fmla="*/ 0 w 136080"/>
                  <a:gd name="textAreaRight" fmla="*/ 137880 w 136080"/>
                  <a:gd name="textAreaTop" fmla="*/ 0 h 150840"/>
                  <a:gd name="textAreaBottom" fmla="*/ 152640 h 1508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0" name="Google Shape;1101;p79"/>
              <p:cNvSpPr/>
              <p:nvPr/>
            </p:nvSpPr>
            <p:spPr>
              <a:xfrm>
                <a:off x="10246320" y="618480"/>
                <a:ext cx="132480" cy="124920"/>
              </a:xfrm>
              <a:custGeom>
                <a:avLst/>
                <a:gdLst>
                  <a:gd name="textAreaLeft" fmla="*/ 0 w 132480"/>
                  <a:gd name="textAreaRight" fmla="*/ 134280 w 132480"/>
                  <a:gd name="textAreaTop" fmla="*/ 0 h 124920"/>
                  <a:gd name="textAreaBottom" fmla="*/ 126720 h 1249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1" name="Google Shape;1102;p79"/>
              <p:cNvSpPr/>
              <p:nvPr/>
            </p:nvSpPr>
            <p:spPr>
              <a:xfrm>
                <a:off x="10378800" y="619920"/>
                <a:ext cx="123840" cy="121320"/>
              </a:xfrm>
              <a:custGeom>
                <a:avLst/>
                <a:gdLst>
                  <a:gd name="textAreaLeft" fmla="*/ 0 w 123840"/>
                  <a:gd name="textAreaRight" fmla="*/ 125640 w 123840"/>
                  <a:gd name="textAreaTop" fmla="*/ 0 h 121320"/>
                  <a:gd name="textAreaBottom" fmla="*/ 123120 h 1213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2" name="Google Shape;1103;p79"/>
              <p:cNvSpPr/>
              <p:nvPr/>
            </p:nvSpPr>
            <p:spPr>
              <a:xfrm>
                <a:off x="10503000" y="619200"/>
                <a:ext cx="124920" cy="123480"/>
              </a:xfrm>
              <a:custGeom>
                <a:avLst/>
                <a:gdLst>
                  <a:gd name="textAreaLeft" fmla="*/ 0 w 124920"/>
                  <a:gd name="textAreaRight" fmla="*/ 126720 w 124920"/>
                  <a:gd name="textAreaTop" fmla="*/ 0 h 123480"/>
                  <a:gd name="textAreaBottom" fmla="*/ 125280 h 1234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me da aula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323;p58" descr=""/>
          <p:cNvPicPr/>
          <p:nvPr/>
        </p:nvPicPr>
        <p:blipFill>
          <a:blip r:embed="rId2"/>
          <a:stretch/>
        </p:blipFill>
        <p:spPr>
          <a:xfrm>
            <a:off x="7977960" y="5732640"/>
            <a:ext cx="2939040" cy="66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4" name="Google Shape;324;p58"/>
          <p:cNvSpPr/>
          <p:nvPr/>
        </p:nvSpPr>
        <p:spPr>
          <a:xfrm>
            <a:off x="1918440" y="2635920"/>
            <a:ext cx="925200" cy="9252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5" name="Google Shape;325;p58"/>
          <p:cNvSpPr/>
          <p:nvPr/>
        </p:nvSpPr>
        <p:spPr>
          <a:xfrm rot="10800000">
            <a:off x="9969480" y="-474480"/>
            <a:ext cx="2955960" cy="7808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6" name="Google Shape;326;p58"/>
          <p:cNvSpPr/>
          <p:nvPr/>
        </p:nvSpPr>
        <p:spPr>
          <a:xfrm>
            <a:off x="-1396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752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27" name="Google Shape;327;p58"/>
          <p:cNvGrpSpPr/>
          <p:nvPr/>
        </p:nvGrpSpPr>
        <p:grpSpPr>
          <a:xfrm>
            <a:off x="2986560" y="7543800"/>
            <a:ext cx="5222520" cy="377280"/>
            <a:chOff x="2986560" y="7543800"/>
            <a:chExt cx="5222520" cy="377280"/>
          </a:xfrm>
        </p:grpSpPr>
        <p:sp>
          <p:nvSpPr>
            <p:cNvPr id="1428" name="Google Shape;328;p58"/>
            <p:cNvSpPr/>
            <p:nvPr/>
          </p:nvSpPr>
          <p:spPr>
            <a:xfrm>
              <a:off x="2986560" y="7543800"/>
              <a:ext cx="362880" cy="377280"/>
            </a:xfrm>
            <a:custGeom>
              <a:avLst/>
              <a:gdLst>
                <a:gd name="textAreaLeft" fmla="*/ 0 w 362880"/>
                <a:gd name="textAreaRight" fmla="*/ 364680 w 362880"/>
                <a:gd name="textAreaTop" fmla="*/ 0 h 377280"/>
                <a:gd name="textAreaBottom" fmla="*/ 379080 h 3772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9" name="Google Shape;329;p58"/>
            <p:cNvSpPr/>
            <p:nvPr/>
          </p:nvSpPr>
          <p:spPr>
            <a:xfrm>
              <a:off x="3542040" y="7543800"/>
              <a:ext cx="362880" cy="377280"/>
            </a:xfrm>
            <a:custGeom>
              <a:avLst/>
              <a:gdLst>
                <a:gd name="textAreaLeft" fmla="*/ 0 w 362880"/>
                <a:gd name="textAreaRight" fmla="*/ 364680 w 362880"/>
                <a:gd name="textAreaTop" fmla="*/ 0 h 377280"/>
                <a:gd name="textAreaBottom" fmla="*/ 379080 h 3772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0" name="Google Shape;330;p58"/>
            <p:cNvSpPr/>
            <p:nvPr/>
          </p:nvSpPr>
          <p:spPr>
            <a:xfrm>
              <a:off x="4049640" y="7543800"/>
              <a:ext cx="362880" cy="377280"/>
            </a:xfrm>
            <a:custGeom>
              <a:avLst/>
              <a:gdLst>
                <a:gd name="textAreaLeft" fmla="*/ 0 w 362880"/>
                <a:gd name="textAreaRight" fmla="*/ 364680 w 362880"/>
                <a:gd name="textAreaTop" fmla="*/ 0 h 377280"/>
                <a:gd name="textAreaBottom" fmla="*/ 379080 h 3772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1" name="Google Shape;331;p58"/>
            <p:cNvSpPr/>
            <p:nvPr/>
          </p:nvSpPr>
          <p:spPr>
            <a:xfrm>
              <a:off x="4564080" y="7543800"/>
              <a:ext cx="362880" cy="377280"/>
            </a:xfrm>
            <a:custGeom>
              <a:avLst/>
              <a:gdLst>
                <a:gd name="textAreaLeft" fmla="*/ 0 w 362880"/>
                <a:gd name="textAreaRight" fmla="*/ 364680 w 362880"/>
                <a:gd name="textAreaTop" fmla="*/ 0 h 377280"/>
                <a:gd name="textAreaBottom" fmla="*/ 379080 h 3772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2" name="Google Shape;332;p58"/>
            <p:cNvSpPr/>
            <p:nvPr/>
          </p:nvSpPr>
          <p:spPr>
            <a:xfrm>
              <a:off x="5078160" y="7543800"/>
              <a:ext cx="362880" cy="377280"/>
            </a:xfrm>
            <a:custGeom>
              <a:avLst/>
              <a:gdLst>
                <a:gd name="textAreaLeft" fmla="*/ 0 w 362880"/>
                <a:gd name="textAreaRight" fmla="*/ 364680 w 362880"/>
                <a:gd name="textAreaTop" fmla="*/ 0 h 377280"/>
                <a:gd name="textAreaBottom" fmla="*/ 379080 h 3772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1ca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3" name="Google Shape;333;p58"/>
            <p:cNvSpPr/>
            <p:nvPr/>
          </p:nvSpPr>
          <p:spPr>
            <a:xfrm>
              <a:off x="6145200" y="7543800"/>
              <a:ext cx="362880" cy="377280"/>
            </a:xfrm>
            <a:custGeom>
              <a:avLst/>
              <a:gdLst>
                <a:gd name="textAreaLeft" fmla="*/ 0 w 362880"/>
                <a:gd name="textAreaRight" fmla="*/ 364680 w 362880"/>
                <a:gd name="textAreaTop" fmla="*/ 0 h 377280"/>
                <a:gd name="textAreaBottom" fmla="*/ 379080 h 3772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4" name="Google Shape;334;p58"/>
            <p:cNvSpPr/>
            <p:nvPr/>
          </p:nvSpPr>
          <p:spPr>
            <a:xfrm>
              <a:off x="5633640" y="7543800"/>
              <a:ext cx="362880" cy="377280"/>
            </a:xfrm>
            <a:custGeom>
              <a:avLst/>
              <a:gdLst>
                <a:gd name="textAreaLeft" fmla="*/ 0 w 362880"/>
                <a:gd name="textAreaRight" fmla="*/ 364680 w 362880"/>
                <a:gd name="textAreaTop" fmla="*/ 0 h 377280"/>
                <a:gd name="textAreaBottom" fmla="*/ 379080 h 3772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bc7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5" name="Google Shape;335;p58"/>
            <p:cNvSpPr/>
            <p:nvPr/>
          </p:nvSpPr>
          <p:spPr>
            <a:xfrm>
              <a:off x="6741360" y="7543800"/>
              <a:ext cx="362880" cy="377280"/>
            </a:xfrm>
            <a:custGeom>
              <a:avLst/>
              <a:gdLst>
                <a:gd name="textAreaLeft" fmla="*/ 0 w 362880"/>
                <a:gd name="textAreaRight" fmla="*/ 364680 w 362880"/>
                <a:gd name="textAreaTop" fmla="*/ 0 h 377280"/>
                <a:gd name="textAreaBottom" fmla="*/ 379080 h 3772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6" name="Google Shape;336;p58"/>
            <p:cNvSpPr/>
            <p:nvPr/>
          </p:nvSpPr>
          <p:spPr>
            <a:xfrm>
              <a:off x="7303320" y="7543800"/>
              <a:ext cx="362880" cy="377280"/>
            </a:xfrm>
            <a:custGeom>
              <a:avLst/>
              <a:gdLst>
                <a:gd name="textAreaLeft" fmla="*/ 0 w 362880"/>
                <a:gd name="textAreaRight" fmla="*/ 364680 w 362880"/>
                <a:gd name="textAreaTop" fmla="*/ 0 h 377280"/>
                <a:gd name="textAreaBottom" fmla="*/ 379080 h 3772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7" name="Google Shape;337;p58"/>
            <p:cNvSpPr/>
            <p:nvPr/>
          </p:nvSpPr>
          <p:spPr>
            <a:xfrm>
              <a:off x="7846200" y="7543800"/>
              <a:ext cx="362880" cy="377280"/>
            </a:xfrm>
            <a:custGeom>
              <a:avLst/>
              <a:gdLst>
                <a:gd name="textAreaLeft" fmla="*/ 0 w 362880"/>
                <a:gd name="textAreaRight" fmla="*/ 364680 w 362880"/>
                <a:gd name="textAreaTop" fmla="*/ 0 h 377280"/>
                <a:gd name="textAreaBottom" fmla="*/ 379080 h 3772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8" name="Google Shape;338;p58"/>
          <p:cNvSpPr/>
          <p:nvPr/>
        </p:nvSpPr>
        <p:spPr>
          <a:xfrm>
            <a:off x="-19227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96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9" name="Google Shape;339;p58"/>
          <p:cNvSpPr/>
          <p:nvPr/>
        </p:nvSpPr>
        <p:spPr>
          <a:xfrm>
            <a:off x="-24811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79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Google Shape;340;p58"/>
          <p:cNvSpPr/>
          <p:nvPr/>
        </p:nvSpPr>
        <p:spPr>
          <a:xfrm>
            <a:off x="-3033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9c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Google Shape;341;p58"/>
          <p:cNvSpPr/>
          <p:nvPr/>
        </p:nvSpPr>
        <p:spPr>
          <a:xfrm>
            <a:off x="-187920" y="-628560"/>
            <a:ext cx="779400" cy="7808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2" name="Google Shape;342;p58"/>
          <p:cNvSpPr/>
          <p:nvPr/>
        </p:nvSpPr>
        <p:spPr>
          <a:xfrm rot="10800000">
            <a:off x="9985320" y="-403200"/>
            <a:ext cx="2955960" cy="28256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3" name="Google Shape;343;p58"/>
          <p:cNvSpPr/>
          <p:nvPr/>
        </p:nvSpPr>
        <p:spPr>
          <a:xfrm>
            <a:off x="564840" y="5270400"/>
            <a:ext cx="1465560" cy="1623600"/>
          </a:xfrm>
          <a:custGeom>
            <a:avLst/>
            <a:gdLst>
              <a:gd name="textAreaLeft" fmla="*/ 0 w 1465560"/>
              <a:gd name="textAreaRight" fmla="*/ 1467360 w 1465560"/>
              <a:gd name="textAreaTop" fmla="*/ 0 h 1623600"/>
              <a:gd name="textAreaBottom" fmla="*/ 1625400 h 1623600"/>
            </a:gdLst>
            <a:ahLst/>
            <a:cxnLst/>
            <a:rect l="textAreaLeft" t="textAreaTop" r="textAreaRight" b="textAreaBottom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4" name="Google Shape;344;p58"/>
          <p:cNvSpPr/>
          <p:nvPr/>
        </p:nvSpPr>
        <p:spPr>
          <a:xfrm>
            <a:off x="997560" y="1713240"/>
            <a:ext cx="925200" cy="925200"/>
          </a:xfrm>
          <a:prstGeom prst="rect">
            <a:avLst/>
          </a:prstGeom>
          <a:noFill/>
          <a:ln w="12700">
            <a:solidFill>
              <a:srgbClr val="62388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Google Shape;345;p58"/>
          <p:cNvSpPr/>
          <p:nvPr/>
        </p:nvSpPr>
        <p:spPr>
          <a:xfrm>
            <a:off x="997560" y="2301840"/>
            <a:ext cx="92520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9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AULA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6" name="PlaceHolder 1"/>
          <p:cNvSpPr>
            <a:spLocks noGrp="1"/>
          </p:cNvSpPr>
          <p:nvPr>
            <p:ph type="body"/>
          </p:nvPr>
        </p:nvSpPr>
        <p:spPr>
          <a:xfrm>
            <a:off x="2968920" y="2761920"/>
            <a:ext cx="6808320" cy="70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PlaceHolder 2"/>
          <p:cNvSpPr>
            <a:spLocks noGrp="1"/>
          </p:cNvSpPr>
          <p:nvPr>
            <p:ph type="body"/>
          </p:nvPr>
        </p:nvSpPr>
        <p:spPr>
          <a:xfrm>
            <a:off x="1921680" y="2756880"/>
            <a:ext cx="921240" cy="70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8" name="Google Shape;348;p58" descr=""/>
          <p:cNvPicPr/>
          <p:nvPr/>
        </p:nvPicPr>
        <p:blipFill>
          <a:blip r:embed="rId3"/>
          <a:stretch/>
        </p:blipFill>
        <p:spPr>
          <a:xfrm>
            <a:off x="4690440" y="4231800"/>
            <a:ext cx="3153960" cy="71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9" name="Google Shape;349;p58" descr=""/>
          <p:cNvPicPr/>
          <p:nvPr/>
        </p:nvPicPr>
        <p:blipFill>
          <a:blip r:embed="rId4"/>
          <a:stretch/>
        </p:blipFill>
        <p:spPr>
          <a:xfrm>
            <a:off x="6406200" y="3930840"/>
            <a:ext cx="2939040" cy="226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1" name="Google Shape;241;p55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18360"/>
            <a:ext cx="945000" cy="94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2" name="Google Shape;242;p55"/>
          <p:cNvSpPr/>
          <p:nvPr/>
        </p:nvSpPr>
        <p:spPr>
          <a:xfrm>
            <a:off x="-65160" y="6751800"/>
            <a:ext cx="2730240" cy="2109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Google Shape;243;p55"/>
          <p:cNvSpPr/>
          <p:nvPr/>
        </p:nvSpPr>
        <p:spPr>
          <a:xfrm flipH="1">
            <a:off x="7618680" y="6751800"/>
            <a:ext cx="4635360" cy="2109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4" name="Google Shape;244;p55"/>
          <p:cNvSpPr/>
          <p:nvPr/>
        </p:nvSpPr>
        <p:spPr>
          <a:xfrm>
            <a:off x="2362320" y="6751800"/>
            <a:ext cx="5655960" cy="210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5" name="Google Shape;245;p55"/>
          <p:cNvSpPr/>
          <p:nvPr/>
        </p:nvSpPr>
        <p:spPr>
          <a:xfrm flipH="1" rot="10800000">
            <a:off x="5630760" y="360"/>
            <a:ext cx="6624720" cy="9450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6" name="Google Shape;246;p55"/>
          <p:cNvSpPr/>
          <p:nvPr/>
        </p:nvSpPr>
        <p:spPr>
          <a:xfrm rot="10800000">
            <a:off x="-63360" y="0"/>
            <a:ext cx="8083440" cy="9450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7" name="Google Shape;247;p55" descr=""/>
          <p:cNvPicPr/>
          <p:nvPr/>
        </p:nvPicPr>
        <p:blipFill>
          <a:blip r:embed="rId3"/>
          <a:stretch/>
        </p:blipFill>
        <p:spPr>
          <a:xfrm>
            <a:off x="339840" y="176760"/>
            <a:ext cx="824040" cy="5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8" name="Google Shape;248;p55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9" name="Google Shape;249;p55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0" name="Google Shape;250;p55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1" name="Google Shape;251;p55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2" name="Google Shape;252;p55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Google Shape;253;p55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4" name="Google Shape;254;p55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Google Shape;255;p55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6" name="Google Shape;256;p55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7" name="Google Shape;257;p55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351;p59"/>
          <p:cNvSpPr/>
          <p:nvPr/>
        </p:nvSpPr>
        <p:spPr>
          <a:xfrm>
            <a:off x="4610160" y="4781520"/>
            <a:ext cx="7949880" cy="1117440"/>
          </a:xfrm>
          <a:custGeom>
            <a:avLst/>
            <a:gdLst>
              <a:gd name="textAreaLeft" fmla="*/ 0 w 7949880"/>
              <a:gd name="textAreaRight" fmla="*/ 7951680 w 7949880"/>
              <a:gd name="textAreaTop" fmla="*/ 0 h 1117440"/>
              <a:gd name="textAreaBottom" fmla="*/ 1119240 h 1117440"/>
            </a:gdLst>
            <a:ahLst/>
            <a:cxnLst/>
            <a:rect l="textAreaLeft" t="textAreaTop" r="textAreaRight" b="textAreaBottom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1" name="Google Shape;352;p59" descr=""/>
          <p:cNvPicPr/>
          <p:nvPr/>
        </p:nvPicPr>
        <p:blipFill>
          <a:blip r:embed="rId2"/>
          <a:stretch/>
        </p:blipFill>
        <p:spPr>
          <a:xfrm>
            <a:off x="1216440" y="4186080"/>
            <a:ext cx="3843000" cy="87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2" name="Google Shape;353;p59" descr=""/>
          <p:cNvPicPr/>
          <p:nvPr/>
        </p:nvPicPr>
        <p:blipFill>
          <a:blip r:embed="rId3"/>
          <a:stretch/>
        </p:blipFill>
        <p:spPr>
          <a:xfrm>
            <a:off x="356760" y="1850760"/>
            <a:ext cx="3821400" cy="294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3" name="Google Shape;354;p59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4" name="Google Shape;355;p59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5" name="Google Shape;356;p59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6" name="Google Shape;357;p59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7" name="Google Shape;358;p59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Google Shape;359;p59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Google Shape;360;p59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0" name="Google Shape;361;p59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Google Shape;362;p59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2" name="Google Shape;363;p59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3" name="Google Shape;364;p59" descr=""/>
          <p:cNvPicPr/>
          <p:nvPr/>
        </p:nvPicPr>
        <p:blipFill>
          <a:blip r:embed="rId4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namica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415;p61"/>
          <p:cNvSpPr/>
          <p:nvPr/>
        </p:nvSpPr>
        <p:spPr>
          <a:xfrm>
            <a:off x="9390600" y="0"/>
            <a:ext cx="2806200" cy="684900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7" name="Google Shape;416;p61"/>
          <p:cNvSpPr/>
          <p:nvPr/>
        </p:nvSpPr>
        <p:spPr>
          <a:xfrm>
            <a:off x="35420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8" name="Google Shape;417;p61"/>
          <p:cNvSpPr/>
          <p:nvPr/>
        </p:nvSpPr>
        <p:spPr>
          <a:xfrm>
            <a:off x="409716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9" name="Google Shape;418;p61"/>
          <p:cNvSpPr/>
          <p:nvPr/>
        </p:nvSpPr>
        <p:spPr>
          <a:xfrm>
            <a:off x="460476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0" name="Google Shape;419;p61"/>
          <p:cNvSpPr/>
          <p:nvPr/>
        </p:nvSpPr>
        <p:spPr>
          <a:xfrm>
            <a:off x="511920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1" name="Google Shape;420;p61"/>
          <p:cNvSpPr/>
          <p:nvPr/>
        </p:nvSpPr>
        <p:spPr>
          <a:xfrm>
            <a:off x="56336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Google Shape;421;p61"/>
          <p:cNvSpPr/>
          <p:nvPr/>
        </p:nvSpPr>
        <p:spPr>
          <a:xfrm>
            <a:off x="670032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Google Shape;422;p61"/>
          <p:cNvSpPr/>
          <p:nvPr/>
        </p:nvSpPr>
        <p:spPr>
          <a:xfrm>
            <a:off x="618912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Google Shape;423;p61"/>
          <p:cNvSpPr/>
          <p:nvPr/>
        </p:nvSpPr>
        <p:spPr>
          <a:xfrm>
            <a:off x="729684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Google Shape;424;p61"/>
          <p:cNvSpPr/>
          <p:nvPr/>
        </p:nvSpPr>
        <p:spPr>
          <a:xfrm>
            <a:off x="785880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Google Shape;425;p61"/>
          <p:cNvSpPr/>
          <p:nvPr/>
        </p:nvSpPr>
        <p:spPr>
          <a:xfrm>
            <a:off x="8401680" y="706104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7" name="Google Shape;426;p61"/>
          <p:cNvSpPr/>
          <p:nvPr/>
        </p:nvSpPr>
        <p:spPr>
          <a:xfrm>
            <a:off x="0" y="0"/>
            <a:ext cx="591480" cy="685620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98" name="Google Shape;427;p61" descr=""/>
          <p:cNvPicPr/>
          <p:nvPr/>
        </p:nvPicPr>
        <p:blipFill>
          <a:blip r:embed="rId2"/>
          <a:stretch/>
        </p:blipFill>
        <p:spPr>
          <a:xfrm>
            <a:off x="7227720" y="431640"/>
            <a:ext cx="3490200" cy="349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9" name="Google Shape;428;p61" descr=""/>
          <p:cNvPicPr/>
          <p:nvPr/>
        </p:nvPicPr>
        <p:blipFill>
          <a:blip r:embed="rId3"/>
          <a:stretch/>
        </p:blipFill>
        <p:spPr>
          <a:xfrm>
            <a:off x="1220040" y="4617360"/>
            <a:ext cx="1947240" cy="194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0" name="Google Shape;429;p61" descr=""/>
          <p:cNvPicPr/>
          <p:nvPr/>
        </p:nvPicPr>
        <p:blipFill>
          <a:blip r:embed="rId4"/>
          <a:stretch/>
        </p:blipFill>
        <p:spPr>
          <a:xfrm>
            <a:off x="5027040" y="4528440"/>
            <a:ext cx="1598400" cy="159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m-vindo_Geral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31;p48"/>
          <p:cNvSpPr/>
          <p:nvPr/>
        </p:nvSpPr>
        <p:spPr>
          <a:xfrm>
            <a:off x="-187920" y="-628560"/>
            <a:ext cx="344880" cy="78087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4" name="Google Shape;32;p48" descr=""/>
          <p:cNvPicPr/>
          <p:nvPr/>
        </p:nvPicPr>
        <p:blipFill>
          <a:blip r:embed="rId2"/>
          <a:stretch/>
        </p:blipFill>
        <p:spPr>
          <a:xfrm>
            <a:off x="9843120" y="2676960"/>
            <a:ext cx="2399400" cy="421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5" name="Google Shape;33;p48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6" name="Google Shape;34;p48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7" name="Google Shape;35;p48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8" name="Google Shape;36;p48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9" name="Google Shape;37;p48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Google Shape;38;p48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Google Shape;39;p48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Google Shape;40;p48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Google Shape;41;p48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Google Shape;42;p48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15" name="Google Shape;43;p48"/>
          <p:cNvGrpSpPr/>
          <p:nvPr/>
        </p:nvGrpSpPr>
        <p:grpSpPr>
          <a:xfrm>
            <a:off x="10113480" y="597240"/>
            <a:ext cx="607680" cy="150840"/>
            <a:chOff x="10113480" y="597240"/>
            <a:chExt cx="607680" cy="150840"/>
          </a:xfrm>
        </p:grpSpPr>
        <p:sp>
          <p:nvSpPr>
            <p:cNvPr id="1516" name="Google Shape;44;p48"/>
            <p:cNvSpPr/>
            <p:nvPr/>
          </p:nvSpPr>
          <p:spPr>
            <a:xfrm>
              <a:off x="10627560" y="603360"/>
              <a:ext cx="93600" cy="144000"/>
            </a:xfrm>
            <a:custGeom>
              <a:avLst/>
              <a:gdLst>
                <a:gd name="textAreaLeft" fmla="*/ 0 w 93600"/>
                <a:gd name="textAreaRight" fmla="*/ 95400 w 93600"/>
                <a:gd name="textAreaTop" fmla="*/ 0 h 144000"/>
                <a:gd name="textAreaBottom" fmla="*/ 145800 h 14400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7" name="Google Shape;45;p48"/>
            <p:cNvSpPr/>
            <p:nvPr/>
          </p:nvSpPr>
          <p:spPr>
            <a:xfrm>
              <a:off x="10113480" y="597240"/>
              <a:ext cx="136080" cy="150840"/>
            </a:xfrm>
            <a:custGeom>
              <a:avLst/>
              <a:gdLst>
                <a:gd name="textAreaLeft" fmla="*/ 0 w 136080"/>
                <a:gd name="textAreaRight" fmla="*/ 137880 w 136080"/>
                <a:gd name="textAreaTop" fmla="*/ 0 h 150840"/>
                <a:gd name="textAreaBottom" fmla="*/ 152640 h 15084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8" name="Google Shape;46;p48"/>
            <p:cNvSpPr/>
            <p:nvPr/>
          </p:nvSpPr>
          <p:spPr>
            <a:xfrm>
              <a:off x="10246320" y="618480"/>
              <a:ext cx="132480" cy="124920"/>
            </a:xfrm>
            <a:custGeom>
              <a:avLst/>
              <a:gdLst>
                <a:gd name="textAreaLeft" fmla="*/ 0 w 132480"/>
                <a:gd name="textAreaRight" fmla="*/ 134280 w 132480"/>
                <a:gd name="textAreaTop" fmla="*/ 0 h 124920"/>
                <a:gd name="textAreaBottom" fmla="*/ 126720 h 12492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9" name="Google Shape;47;p48"/>
            <p:cNvSpPr/>
            <p:nvPr/>
          </p:nvSpPr>
          <p:spPr>
            <a:xfrm>
              <a:off x="10378800" y="619920"/>
              <a:ext cx="123840" cy="121320"/>
            </a:xfrm>
            <a:custGeom>
              <a:avLst/>
              <a:gdLst>
                <a:gd name="textAreaLeft" fmla="*/ 0 w 123840"/>
                <a:gd name="textAreaRight" fmla="*/ 125640 w 123840"/>
                <a:gd name="textAreaTop" fmla="*/ 0 h 121320"/>
                <a:gd name="textAreaBottom" fmla="*/ 123120 h 12132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0" name="Google Shape;48;p48"/>
            <p:cNvSpPr/>
            <p:nvPr/>
          </p:nvSpPr>
          <p:spPr>
            <a:xfrm>
              <a:off x="10503000" y="619200"/>
              <a:ext cx="124920" cy="123480"/>
            </a:xfrm>
            <a:custGeom>
              <a:avLst/>
              <a:gdLst>
                <a:gd name="textAreaLeft" fmla="*/ 0 w 124920"/>
                <a:gd name="textAreaRight" fmla="*/ 126720 w 124920"/>
                <a:gd name="textAreaTop" fmla="*/ 0 h 123480"/>
                <a:gd name="textAreaBottom" fmla="*/ 125280 h 12348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21" name="Google Shape;49;p48"/>
          <p:cNvGrpSpPr/>
          <p:nvPr/>
        </p:nvGrpSpPr>
        <p:grpSpPr>
          <a:xfrm>
            <a:off x="10033920" y="603360"/>
            <a:ext cx="1467720" cy="1043640"/>
            <a:chOff x="10033920" y="603360"/>
            <a:chExt cx="1467720" cy="1043640"/>
          </a:xfrm>
        </p:grpSpPr>
        <p:grpSp>
          <p:nvGrpSpPr>
            <p:cNvPr id="1522" name="Google Shape;50;p48"/>
            <p:cNvGrpSpPr/>
            <p:nvPr/>
          </p:nvGrpSpPr>
          <p:grpSpPr>
            <a:xfrm>
              <a:off x="10033920" y="880200"/>
              <a:ext cx="1467720" cy="766800"/>
              <a:chOff x="10033920" y="880200"/>
              <a:chExt cx="1467720" cy="766800"/>
            </a:xfrm>
          </p:grpSpPr>
          <p:grpSp>
            <p:nvGrpSpPr>
              <p:cNvPr id="1523" name="Google Shape;51;p48"/>
              <p:cNvGrpSpPr/>
              <p:nvPr/>
            </p:nvGrpSpPr>
            <p:grpSpPr>
              <a:xfrm>
                <a:off x="10033920" y="880200"/>
                <a:ext cx="1221840" cy="297720"/>
                <a:chOff x="10033920" y="880200"/>
                <a:chExt cx="1221840" cy="297720"/>
              </a:xfrm>
            </p:grpSpPr>
            <p:sp>
              <p:nvSpPr>
                <p:cNvPr id="1524" name="Google Shape;52;p48"/>
                <p:cNvSpPr/>
                <p:nvPr/>
              </p:nvSpPr>
              <p:spPr>
                <a:xfrm>
                  <a:off x="10033920" y="880200"/>
                  <a:ext cx="147600" cy="296280"/>
                </a:xfrm>
                <a:custGeom>
                  <a:avLst/>
                  <a:gdLst>
                    <a:gd name="textAreaLeft" fmla="*/ 0 w 147600"/>
                    <a:gd name="textAreaRight" fmla="*/ 149400 w 147600"/>
                    <a:gd name="textAreaTop" fmla="*/ 0 h 296280"/>
                    <a:gd name="textAreaBottom" fmla="*/ 298080 h 296280"/>
                  </a:gdLst>
                  <a:ahLst/>
                  <a:cxnLst/>
                  <a:rect l="textAreaLeft" t="textAreaTop" r="textAreaRight" b="textAreaBottom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5" name="Google Shape;53;p48"/>
                <p:cNvSpPr/>
                <p:nvPr/>
              </p:nvSpPr>
              <p:spPr>
                <a:xfrm>
                  <a:off x="10214280" y="935640"/>
                  <a:ext cx="228240" cy="242280"/>
                </a:xfrm>
                <a:custGeom>
                  <a:avLst/>
                  <a:gdLst>
                    <a:gd name="textAreaLeft" fmla="*/ 0 w 228240"/>
                    <a:gd name="textAreaRight" fmla="*/ 230040 w 22824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6" name="Google Shape;54;p48"/>
                <p:cNvSpPr/>
                <p:nvPr/>
              </p:nvSpPr>
              <p:spPr>
                <a:xfrm>
                  <a:off x="10482120" y="935640"/>
                  <a:ext cx="216000" cy="242280"/>
                </a:xfrm>
                <a:custGeom>
                  <a:avLst/>
                  <a:gdLst>
                    <a:gd name="textAreaLeft" fmla="*/ 0 w 216000"/>
                    <a:gd name="textAreaRight" fmla="*/ 217800 w 216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7" name="Google Shape;55;p48"/>
                <p:cNvSpPr/>
                <p:nvPr/>
              </p:nvSpPr>
              <p:spPr>
                <a:xfrm>
                  <a:off x="10743120" y="935640"/>
                  <a:ext cx="212760" cy="236880"/>
                </a:xfrm>
                <a:custGeom>
                  <a:avLst/>
                  <a:gdLst>
                    <a:gd name="textAreaLeft" fmla="*/ 0 w 212760"/>
                    <a:gd name="textAreaRight" fmla="*/ 214560 w 212760"/>
                    <a:gd name="textAreaTop" fmla="*/ 0 h 236880"/>
                    <a:gd name="textAreaBottom" fmla="*/ 238680 h 236880"/>
                  </a:gdLst>
                  <a:ahLst/>
                  <a:cxnLst/>
                  <a:rect l="textAreaLeft" t="textAreaTop" r="textAreaRight" b="textAreaBottom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8" name="Google Shape;56;p48"/>
                <p:cNvSpPr/>
                <p:nvPr/>
              </p:nvSpPr>
              <p:spPr>
                <a:xfrm>
                  <a:off x="11004120" y="935640"/>
                  <a:ext cx="251640" cy="242280"/>
                </a:xfrm>
                <a:custGeom>
                  <a:avLst/>
                  <a:gdLst>
                    <a:gd name="textAreaLeft" fmla="*/ 0 w 251640"/>
                    <a:gd name="textAreaRight" fmla="*/ 253440 w 25164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529" name="Google Shape;57;p48"/>
              <p:cNvGrpSpPr/>
              <p:nvPr/>
            </p:nvGrpSpPr>
            <p:grpSpPr>
              <a:xfrm>
                <a:off x="10455480" y="1258560"/>
                <a:ext cx="1046160" cy="388440"/>
                <a:chOff x="10455480" y="1258560"/>
                <a:chExt cx="1046160" cy="388440"/>
              </a:xfrm>
            </p:grpSpPr>
            <p:sp>
              <p:nvSpPr>
                <p:cNvPr id="1530" name="Google Shape;58;p48"/>
                <p:cNvSpPr/>
                <p:nvPr/>
              </p:nvSpPr>
              <p:spPr>
                <a:xfrm>
                  <a:off x="10455480" y="1258920"/>
                  <a:ext cx="64800" cy="317160"/>
                </a:xfrm>
                <a:custGeom>
                  <a:avLst/>
                  <a:gdLst>
                    <a:gd name="textAreaLeft" fmla="*/ 0 w 64800"/>
                    <a:gd name="textAreaRight" fmla="*/ 66600 w 64800"/>
                    <a:gd name="textAreaTop" fmla="*/ 0 h 317160"/>
                    <a:gd name="textAreaBottom" fmla="*/ 318960 h 317160"/>
                  </a:gdLst>
                  <a:ahLst/>
                  <a:cxnLst/>
                  <a:rect l="textAreaLeft" t="textAreaTop" r="textAreaRight" b="textAreaBottom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1" name="Google Shape;59;p48"/>
                <p:cNvSpPr/>
                <p:nvPr/>
              </p:nvSpPr>
              <p:spPr>
                <a:xfrm>
                  <a:off x="10572840" y="1339200"/>
                  <a:ext cx="251640" cy="242280"/>
                </a:xfrm>
                <a:custGeom>
                  <a:avLst/>
                  <a:gdLst>
                    <a:gd name="textAreaLeft" fmla="*/ 0 w 251640"/>
                    <a:gd name="textAreaRight" fmla="*/ 253440 w 25164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2" name="Google Shape;60;p48"/>
                <p:cNvSpPr/>
                <p:nvPr/>
              </p:nvSpPr>
              <p:spPr>
                <a:xfrm>
                  <a:off x="10864080" y="1339200"/>
                  <a:ext cx="244440" cy="307800"/>
                </a:xfrm>
                <a:custGeom>
                  <a:avLst/>
                  <a:gdLst>
                    <a:gd name="textAreaLeft" fmla="*/ 0 w 244440"/>
                    <a:gd name="textAreaRight" fmla="*/ 246240 w 244440"/>
                    <a:gd name="textAreaTop" fmla="*/ 0 h 307800"/>
                    <a:gd name="textAreaBottom" fmla="*/ 309600 h 307800"/>
                  </a:gdLst>
                  <a:ahLst/>
                  <a:cxnLst/>
                  <a:rect l="textAreaLeft" t="textAreaTop" r="textAreaRight" b="textAreaBottom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3" name="Google Shape;61;p48"/>
                <p:cNvSpPr/>
                <p:nvPr/>
              </p:nvSpPr>
              <p:spPr>
                <a:xfrm>
                  <a:off x="11170800" y="1258560"/>
                  <a:ext cx="68040" cy="317160"/>
                </a:xfrm>
                <a:custGeom>
                  <a:avLst/>
                  <a:gdLst>
                    <a:gd name="textAreaLeft" fmla="*/ 0 w 68040"/>
                    <a:gd name="textAreaRight" fmla="*/ 69840 w 68040"/>
                    <a:gd name="textAreaTop" fmla="*/ 0 h 317160"/>
                    <a:gd name="textAreaBottom" fmla="*/ 318960 h 317160"/>
                  </a:gdLst>
                  <a:ahLst/>
                  <a:cxnLst/>
                  <a:rect l="textAreaLeft" t="textAreaTop" r="textAreaRight" b="textAreaBottom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4" name="Google Shape;62;p48"/>
                <p:cNvSpPr/>
                <p:nvPr/>
              </p:nvSpPr>
              <p:spPr>
                <a:xfrm>
                  <a:off x="11287800" y="1341000"/>
                  <a:ext cx="213840" cy="239400"/>
                </a:xfrm>
                <a:custGeom>
                  <a:avLst/>
                  <a:gdLst>
                    <a:gd name="textAreaLeft" fmla="*/ 0 w 213840"/>
                    <a:gd name="textAreaRight" fmla="*/ 215640 w 213840"/>
                    <a:gd name="textAreaTop" fmla="*/ 0 h 239400"/>
                    <a:gd name="textAreaBottom" fmla="*/ 241200 h 239400"/>
                  </a:gdLst>
                  <a:ahLst/>
                  <a:cxnLst/>
                  <a:rect l="textAreaLeft" t="textAreaTop" r="textAreaRight" b="textAreaBottom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35" name="Google Shape;63;p48"/>
            <p:cNvGrpSpPr/>
            <p:nvPr/>
          </p:nvGrpSpPr>
          <p:grpSpPr>
            <a:xfrm>
              <a:off x="10120680" y="603360"/>
              <a:ext cx="607680" cy="150840"/>
              <a:chOff x="10120680" y="603360"/>
              <a:chExt cx="607680" cy="150840"/>
            </a:xfrm>
          </p:grpSpPr>
          <p:sp>
            <p:nvSpPr>
              <p:cNvPr id="1536" name="Google Shape;64;p48"/>
              <p:cNvSpPr/>
              <p:nvPr/>
            </p:nvSpPr>
            <p:spPr>
              <a:xfrm>
                <a:off x="10634760" y="609480"/>
                <a:ext cx="93600" cy="144000"/>
              </a:xfrm>
              <a:custGeom>
                <a:avLst/>
                <a:gdLst>
                  <a:gd name="textAreaLeft" fmla="*/ 0 w 93600"/>
                  <a:gd name="textAreaRight" fmla="*/ 95400 w 93600"/>
                  <a:gd name="textAreaTop" fmla="*/ 0 h 144000"/>
                  <a:gd name="textAreaBottom" fmla="*/ 145800 h 144000"/>
                </a:gdLst>
                <a:ahLst/>
                <a:cxnLst/>
                <a:rect l="textAreaLeft" t="textAreaTop" r="textAreaRight" b="textAreaBottom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7" name="Google Shape;65;p48"/>
              <p:cNvSpPr/>
              <p:nvPr/>
            </p:nvSpPr>
            <p:spPr>
              <a:xfrm>
                <a:off x="10120680" y="603360"/>
                <a:ext cx="136080" cy="150840"/>
              </a:xfrm>
              <a:custGeom>
                <a:avLst/>
                <a:gdLst>
                  <a:gd name="textAreaLeft" fmla="*/ 0 w 136080"/>
                  <a:gd name="textAreaRight" fmla="*/ 137880 w 136080"/>
                  <a:gd name="textAreaTop" fmla="*/ 0 h 150840"/>
                  <a:gd name="textAreaBottom" fmla="*/ 152640 h 150840"/>
                </a:gdLst>
                <a:ahLst/>
                <a:cxnLst/>
                <a:rect l="textAreaLeft" t="textAreaTop" r="textAreaRight" b="textAreaBottom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8" name="Google Shape;66;p48"/>
              <p:cNvSpPr/>
              <p:nvPr/>
            </p:nvSpPr>
            <p:spPr>
              <a:xfrm>
                <a:off x="10253880" y="624600"/>
                <a:ext cx="132120" cy="124920"/>
              </a:xfrm>
              <a:custGeom>
                <a:avLst/>
                <a:gdLst>
                  <a:gd name="textAreaLeft" fmla="*/ 0 w 132120"/>
                  <a:gd name="textAreaRight" fmla="*/ 133920 w 132120"/>
                  <a:gd name="textAreaTop" fmla="*/ 0 h 124920"/>
                  <a:gd name="textAreaBottom" fmla="*/ 126720 h 124920"/>
                </a:gdLst>
                <a:ahLst/>
                <a:cxnLst/>
                <a:rect l="textAreaLeft" t="textAreaTop" r="textAreaRight" b="textAreaBottom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9" name="Google Shape;67;p48"/>
              <p:cNvSpPr/>
              <p:nvPr/>
            </p:nvSpPr>
            <p:spPr>
              <a:xfrm>
                <a:off x="10386000" y="626040"/>
                <a:ext cx="123480" cy="121320"/>
              </a:xfrm>
              <a:custGeom>
                <a:avLst/>
                <a:gdLst>
                  <a:gd name="textAreaLeft" fmla="*/ 0 w 123480"/>
                  <a:gd name="textAreaRight" fmla="*/ 125280 w 123480"/>
                  <a:gd name="textAreaTop" fmla="*/ 0 h 121320"/>
                  <a:gd name="textAreaBottom" fmla="*/ 123120 h 121320"/>
                </a:gdLst>
                <a:ahLst/>
                <a:cxnLst/>
                <a:rect l="textAreaLeft" t="textAreaTop" r="textAreaRight" b="textAreaBottom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0" name="Google Shape;68;p48"/>
              <p:cNvSpPr/>
              <p:nvPr/>
            </p:nvSpPr>
            <p:spPr>
              <a:xfrm>
                <a:off x="10510560" y="625320"/>
                <a:ext cx="124560" cy="123480"/>
              </a:xfrm>
              <a:custGeom>
                <a:avLst/>
                <a:gdLst>
                  <a:gd name="textAreaLeft" fmla="*/ 0 w 124560"/>
                  <a:gd name="textAreaRight" fmla="*/ 126360 w 124560"/>
                  <a:gd name="textAreaTop" fmla="*/ 0 h 123480"/>
                  <a:gd name="textAreaBottom" fmla="*/ 125280 h 123480"/>
                </a:gdLst>
                <a:ahLst/>
                <a:cxnLst/>
                <a:rect l="textAreaLeft" t="textAreaTop" r="textAreaRight" b="textAreaBottom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7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431;p62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4" name="Google Shape;432;p62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5" name="Google Shape;433;p62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6" name="Google Shape;434;p62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7" name="Google Shape;435;p62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Google Shape;436;p62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Google Shape;437;p62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Google Shape;438;p62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1" name="Google Shape;439;p62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Google Shape;440;p62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3" name="Google Shape;441;p62"/>
          <p:cNvSpPr/>
          <p:nvPr/>
        </p:nvSpPr>
        <p:spPr>
          <a:xfrm>
            <a:off x="1655640" y="-227880"/>
            <a:ext cx="2057040" cy="8444520"/>
          </a:xfrm>
          <a:custGeom>
            <a:avLst/>
            <a:gdLst>
              <a:gd name="textAreaLeft" fmla="*/ 0 w 2057040"/>
              <a:gd name="textAreaRight" fmla="*/ 2058840 w 2057040"/>
              <a:gd name="textAreaTop" fmla="*/ 0 h 8444520"/>
              <a:gd name="textAreaBottom" fmla="*/ 8446320 h 844452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4" name="Google Shape;442;p62"/>
          <p:cNvSpPr/>
          <p:nvPr/>
        </p:nvSpPr>
        <p:spPr>
          <a:xfrm>
            <a:off x="6176520" y="-1150200"/>
            <a:ext cx="1897200" cy="8692200"/>
          </a:xfrm>
          <a:custGeom>
            <a:avLst/>
            <a:gdLst>
              <a:gd name="textAreaLeft" fmla="*/ 0 w 1897200"/>
              <a:gd name="textAreaRight" fmla="*/ 1899000 w 1897200"/>
              <a:gd name="textAreaTop" fmla="*/ 0 h 8692200"/>
              <a:gd name="textAreaBottom" fmla="*/ 8694000 h 869220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5" name="Google Shape;443;p62"/>
          <p:cNvSpPr/>
          <p:nvPr/>
        </p:nvSpPr>
        <p:spPr>
          <a:xfrm rot="10800000">
            <a:off x="10427760" y="-226080"/>
            <a:ext cx="1933920" cy="7084080"/>
          </a:xfrm>
          <a:custGeom>
            <a:avLst/>
            <a:gdLst>
              <a:gd name="textAreaLeft" fmla="*/ 0 w 1933920"/>
              <a:gd name="textAreaRight" fmla="*/ 1935720 w 1933920"/>
              <a:gd name="textAreaTop" fmla="*/ 0 h 7084080"/>
              <a:gd name="textAreaBottom" fmla="*/ 7085880 h 708408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56" name="Google Shape;444;p62"/>
          <p:cNvGrpSpPr/>
          <p:nvPr/>
        </p:nvGrpSpPr>
        <p:grpSpPr>
          <a:xfrm>
            <a:off x="4374360" y="3701160"/>
            <a:ext cx="1625040" cy="1625040"/>
            <a:chOff x="4374360" y="3701160"/>
            <a:chExt cx="1625040" cy="1625040"/>
          </a:xfrm>
        </p:grpSpPr>
        <p:sp>
          <p:nvSpPr>
            <p:cNvPr id="1557" name="Google Shape;445;p62"/>
            <p:cNvSpPr/>
            <p:nvPr/>
          </p:nvSpPr>
          <p:spPr>
            <a:xfrm>
              <a:off x="5024880" y="37011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8" name="Google Shape;446;p62"/>
            <p:cNvSpPr/>
            <p:nvPr/>
          </p:nvSpPr>
          <p:spPr>
            <a:xfrm>
              <a:off x="4699800" y="37011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9" name="Google Shape;447;p62"/>
            <p:cNvSpPr/>
            <p:nvPr/>
          </p:nvSpPr>
          <p:spPr>
            <a:xfrm>
              <a:off x="4374360" y="40266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0" name="Google Shape;448;p62"/>
            <p:cNvSpPr/>
            <p:nvPr/>
          </p:nvSpPr>
          <p:spPr>
            <a:xfrm>
              <a:off x="4374360" y="435204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1" name="Google Shape;449;p62"/>
            <p:cNvSpPr/>
            <p:nvPr/>
          </p:nvSpPr>
          <p:spPr>
            <a:xfrm>
              <a:off x="4374360" y="467712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2" name="Google Shape;450;p62"/>
            <p:cNvSpPr/>
            <p:nvPr/>
          </p:nvSpPr>
          <p:spPr>
            <a:xfrm>
              <a:off x="4699800" y="5002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3" name="Google Shape;451;p62"/>
            <p:cNvSpPr/>
            <p:nvPr/>
          </p:nvSpPr>
          <p:spPr>
            <a:xfrm>
              <a:off x="5024880" y="5002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4" name="Google Shape;452;p62"/>
            <p:cNvSpPr/>
            <p:nvPr/>
          </p:nvSpPr>
          <p:spPr>
            <a:xfrm>
              <a:off x="5350320" y="50025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5" name="Google Shape;453;p62"/>
            <p:cNvSpPr/>
            <p:nvPr/>
          </p:nvSpPr>
          <p:spPr>
            <a:xfrm>
              <a:off x="5675760" y="467712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6" name="Google Shape;454;p62"/>
            <p:cNvSpPr/>
            <p:nvPr/>
          </p:nvSpPr>
          <p:spPr>
            <a:xfrm>
              <a:off x="5675760" y="435204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7" name="Google Shape;455;p62"/>
            <p:cNvSpPr/>
            <p:nvPr/>
          </p:nvSpPr>
          <p:spPr>
            <a:xfrm>
              <a:off x="5675760" y="402660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8" name="Google Shape;456;p62"/>
            <p:cNvSpPr/>
            <p:nvPr/>
          </p:nvSpPr>
          <p:spPr>
            <a:xfrm>
              <a:off x="5350320" y="3701160"/>
              <a:ext cx="323640" cy="323640"/>
            </a:xfrm>
            <a:custGeom>
              <a:avLst/>
              <a:gdLst>
                <a:gd name="textAreaLeft" fmla="*/ 0 w 323640"/>
                <a:gd name="textAreaRight" fmla="*/ 325440 w 323640"/>
                <a:gd name="textAreaTop" fmla="*/ 0 h 323640"/>
                <a:gd name="textAreaBottom" fmla="*/ 325440 h 3236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69" name="Google Shape;457;p62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0" name="Google Shape;458;p62"/>
          <p:cNvSpPr/>
          <p:nvPr/>
        </p:nvSpPr>
        <p:spPr>
          <a:xfrm>
            <a:off x="9837720" y="3995280"/>
            <a:ext cx="2865240" cy="28609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1" name="Google Shape;459;p62" descr=""/>
          <p:cNvPicPr/>
          <p:nvPr/>
        </p:nvPicPr>
        <p:blipFill>
          <a:blip r:embed="rId3"/>
          <a:stretch/>
        </p:blipFill>
        <p:spPr>
          <a:xfrm flipH="1">
            <a:off x="5353200" y="1794960"/>
            <a:ext cx="5715000" cy="381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a de beber água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585;p66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5" name="Google Shape;586;p66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6" name="Google Shape;587;p66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7" name="Google Shape;588;p66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8" name="Google Shape;589;p66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Google Shape;590;p66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Google Shape;591;p66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1" name="Google Shape;592;p66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2" name="Google Shape;593;p66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3" name="Google Shape;594;p66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4" name="Google Shape;595;p66"/>
          <p:cNvSpPr/>
          <p:nvPr/>
        </p:nvSpPr>
        <p:spPr>
          <a:xfrm rot="10800000">
            <a:off x="-91800" y="9360"/>
            <a:ext cx="608400" cy="6923880"/>
          </a:xfrm>
          <a:custGeom>
            <a:avLst/>
            <a:gdLst>
              <a:gd name="textAreaLeft" fmla="*/ 0 w 608400"/>
              <a:gd name="textAreaRight" fmla="*/ 610200 w 608400"/>
              <a:gd name="textAreaTop" fmla="*/ 0 h 6923880"/>
              <a:gd name="textAreaBottom" fmla="*/ 6925680 h 6923880"/>
            </a:gdLst>
            <a:ahLst/>
            <a:cxnLst/>
            <a:rect l="textAreaLeft" t="textAreaTop" r="textAreaRight" b="textAreaBottom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5" name="Google Shape;596;p66" descr=""/>
          <p:cNvPicPr/>
          <p:nvPr/>
        </p:nvPicPr>
        <p:blipFill>
          <a:blip r:embed="rId2"/>
          <a:stretch/>
        </p:blipFill>
        <p:spPr>
          <a:xfrm>
            <a:off x="6908760" y="556200"/>
            <a:ext cx="1870560" cy="289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6" name="Google Shape;597;p66" descr=""/>
          <p:cNvPicPr/>
          <p:nvPr/>
        </p:nvPicPr>
        <p:blipFill>
          <a:blip r:embed="rId3"/>
          <a:stretch/>
        </p:blipFill>
        <p:spPr>
          <a:xfrm>
            <a:off x="10104480" y="1477080"/>
            <a:ext cx="1431360" cy="221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7" name="Google Shape;598;p66" descr=""/>
          <p:cNvPicPr/>
          <p:nvPr/>
        </p:nvPicPr>
        <p:blipFill>
          <a:blip r:embed="rId4"/>
          <a:stretch/>
        </p:blipFill>
        <p:spPr>
          <a:xfrm>
            <a:off x="8155800" y="2957040"/>
            <a:ext cx="2123640" cy="3282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88" name="Google Shape;599;p66"/>
          <p:cNvGrpSpPr/>
          <p:nvPr/>
        </p:nvGrpSpPr>
        <p:grpSpPr>
          <a:xfrm>
            <a:off x="875880" y="5823720"/>
            <a:ext cx="1074240" cy="763560"/>
            <a:chOff x="875880" y="5823720"/>
            <a:chExt cx="1074240" cy="763560"/>
          </a:xfrm>
        </p:grpSpPr>
        <p:grpSp>
          <p:nvGrpSpPr>
            <p:cNvPr id="1589" name="Google Shape;600;p66"/>
            <p:cNvGrpSpPr/>
            <p:nvPr/>
          </p:nvGrpSpPr>
          <p:grpSpPr>
            <a:xfrm>
              <a:off x="875880" y="6026040"/>
              <a:ext cx="894960" cy="217440"/>
              <a:chOff x="875880" y="6026040"/>
              <a:chExt cx="894960" cy="217440"/>
            </a:xfrm>
          </p:grpSpPr>
          <p:sp>
            <p:nvSpPr>
              <p:cNvPr id="1590" name="Google Shape;601;p66"/>
              <p:cNvSpPr/>
              <p:nvPr/>
            </p:nvSpPr>
            <p:spPr>
              <a:xfrm>
                <a:off x="875880" y="6026040"/>
                <a:ext cx="107640" cy="216720"/>
              </a:xfrm>
              <a:custGeom>
                <a:avLst/>
                <a:gdLst>
                  <a:gd name="textAreaLeft" fmla="*/ 0 w 107640"/>
                  <a:gd name="textAreaRight" fmla="*/ 109440 w 107640"/>
                  <a:gd name="textAreaTop" fmla="*/ 0 h 216720"/>
                  <a:gd name="textAreaBottom" fmla="*/ 218520 h 216720"/>
                </a:gdLst>
                <a:ahLst/>
                <a:cxnLst/>
                <a:rect l="textAreaLeft" t="textAreaTop" r="textAreaRight" b="textAreaBottom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1" name="Google Shape;602;p66"/>
              <p:cNvSpPr/>
              <p:nvPr/>
            </p:nvSpPr>
            <p:spPr>
              <a:xfrm>
                <a:off x="1008000" y="6066720"/>
                <a:ext cx="166680" cy="176760"/>
              </a:xfrm>
              <a:custGeom>
                <a:avLst/>
                <a:gdLst>
                  <a:gd name="textAreaLeft" fmla="*/ 0 w 166680"/>
                  <a:gd name="textAreaRight" fmla="*/ 168480 w 166680"/>
                  <a:gd name="textAreaTop" fmla="*/ 0 h 176760"/>
                  <a:gd name="textAreaBottom" fmla="*/ 178560 h 176760"/>
                </a:gdLst>
                <a:ahLst/>
                <a:cxnLst/>
                <a:rect l="textAreaLeft" t="textAreaTop" r="textAreaRight" b="textAreaBottom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2" name="Google Shape;603;p66"/>
              <p:cNvSpPr/>
              <p:nvPr/>
            </p:nvSpPr>
            <p:spPr>
              <a:xfrm>
                <a:off x="1204560" y="6066720"/>
                <a:ext cx="157680" cy="176760"/>
              </a:xfrm>
              <a:custGeom>
                <a:avLst/>
                <a:gdLst>
                  <a:gd name="textAreaLeft" fmla="*/ 0 w 157680"/>
                  <a:gd name="textAreaRight" fmla="*/ 159480 w 157680"/>
                  <a:gd name="textAreaTop" fmla="*/ 0 h 176760"/>
                  <a:gd name="textAreaBottom" fmla="*/ 178560 h 176760"/>
                </a:gdLst>
                <a:ahLst/>
                <a:cxnLst/>
                <a:rect l="textAreaLeft" t="textAreaTop" r="textAreaRight" b="textAreaBottom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3" name="Google Shape;604;p66"/>
              <p:cNvSpPr/>
              <p:nvPr/>
            </p:nvSpPr>
            <p:spPr>
              <a:xfrm>
                <a:off x="1395720" y="6066720"/>
                <a:ext cx="155520" cy="173160"/>
              </a:xfrm>
              <a:custGeom>
                <a:avLst/>
                <a:gdLst>
                  <a:gd name="textAreaLeft" fmla="*/ 0 w 155520"/>
                  <a:gd name="textAreaRight" fmla="*/ 157320 w 155520"/>
                  <a:gd name="textAreaTop" fmla="*/ 0 h 173160"/>
                  <a:gd name="textAreaBottom" fmla="*/ 174960 h 173160"/>
                </a:gdLst>
                <a:ahLst/>
                <a:cxnLst/>
                <a:rect l="textAreaLeft" t="textAreaTop" r="textAreaRight" b="textAreaBottom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4" name="Google Shape;605;p66"/>
              <p:cNvSpPr/>
              <p:nvPr/>
            </p:nvSpPr>
            <p:spPr>
              <a:xfrm>
                <a:off x="1586880" y="6066720"/>
                <a:ext cx="183960" cy="176760"/>
              </a:xfrm>
              <a:custGeom>
                <a:avLst/>
                <a:gdLst>
                  <a:gd name="textAreaLeft" fmla="*/ 0 w 183960"/>
                  <a:gd name="textAreaRight" fmla="*/ 185760 w 183960"/>
                  <a:gd name="textAreaTop" fmla="*/ 0 h 176760"/>
                  <a:gd name="textAreaBottom" fmla="*/ 178560 h 17676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95" name="Google Shape;606;p66"/>
            <p:cNvGrpSpPr/>
            <p:nvPr/>
          </p:nvGrpSpPr>
          <p:grpSpPr>
            <a:xfrm>
              <a:off x="1184760" y="6303600"/>
              <a:ext cx="765360" cy="283680"/>
              <a:chOff x="1184760" y="6303600"/>
              <a:chExt cx="765360" cy="283680"/>
            </a:xfrm>
          </p:grpSpPr>
          <p:sp>
            <p:nvSpPr>
              <p:cNvPr id="1596" name="Google Shape;607;p66"/>
              <p:cNvSpPr/>
              <p:nvPr/>
            </p:nvSpPr>
            <p:spPr>
              <a:xfrm>
                <a:off x="1184760" y="6303600"/>
                <a:ext cx="46800" cy="231840"/>
              </a:xfrm>
              <a:custGeom>
                <a:avLst/>
                <a:gdLst>
                  <a:gd name="textAreaLeft" fmla="*/ 0 w 46800"/>
                  <a:gd name="textAreaRight" fmla="*/ 48600 w 46800"/>
                  <a:gd name="textAreaTop" fmla="*/ 0 h 231840"/>
                  <a:gd name="textAreaBottom" fmla="*/ 233640 h 231840"/>
                </a:gdLst>
                <a:ahLst/>
                <a:cxnLst/>
                <a:rect l="textAreaLeft" t="textAreaTop" r="textAreaRight" b="textAreaBottom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7" name="Google Shape;608;p66"/>
              <p:cNvSpPr/>
              <p:nvPr/>
            </p:nvSpPr>
            <p:spPr>
              <a:xfrm>
                <a:off x="1270800" y="6362280"/>
                <a:ext cx="183960" cy="176760"/>
              </a:xfrm>
              <a:custGeom>
                <a:avLst/>
                <a:gdLst>
                  <a:gd name="textAreaLeft" fmla="*/ 0 w 183960"/>
                  <a:gd name="textAreaRight" fmla="*/ 185760 w 183960"/>
                  <a:gd name="textAreaTop" fmla="*/ 0 h 176760"/>
                  <a:gd name="textAreaBottom" fmla="*/ 178560 h 17676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8" name="Google Shape;609;p66"/>
              <p:cNvSpPr/>
              <p:nvPr/>
            </p:nvSpPr>
            <p:spPr>
              <a:xfrm>
                <a:off x="1484280" y="6362280"/>
                <a:ext cx="178560" cy="225000"/>
              </a:xfrm>
              <a:custGeom>
                <a:avLst/>
                <a:gdLst>
                  <a:gd name="textAreaLeft" fmla="*/ 0 w 178560"/>
                  <a:gd name="textAreaRight" fmla="*/ 180360 w 178560"/>
                  <a:gd name="textAreaTop" fmla="*/ 0 h 225000"/>
                  <a:gd name="textAreaBottom" fmla="*/ 226800 h 225000"/>
                </a:gdLst>
                <a:ahLst/>
                <a:cxnLst/>
                <a:rect l="textAreaLeft" t="textAreaTop" r="textAreaRight" b="textAreaBottom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9" name="Google Shape;610;p66"/>
              <p:cNvSpPr/>
              <p:nvPr/>
            </p:nvSpPr>
            <p:spPr>
              <a:xfrm>
                <a:off x="1708920" y="6303600"/>
                <a:ext cx="49320" cy="231840"/>
              </a:xfrm>
              <a:custGeom>
                <a:avLst/>
                <a:gdLst>
                  <a:gd name="textAreaLeft" fmla="*/ 0 w 49320"/>
                  <a:gd name="textAreaRight" fmla="*/ 51120 w 49320"/>
                  <a:gd name="textAreaTop" fmla="*/ 0 h 231840"/>
                  <a:gd name="textAreaBottom" fmla="*/ 233640 h 231840"/>
                </a:gdLst>
                <a:ahLst/>
                <a:cxnLst/>
                <a:rect l="textAreaLeft" t="textAreaTop" r="textAreaRight" b="textAreaBottom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0" name="Google Shape;611;p66"/>
              <p:cNvSpPr/>
              <p:nvPr/>
            </p:nvSpPr>
            <p:spPr>
              <a:xfrm>
                <a:off x="1794240" y="6363720"/>
                <a:ext cx="155880" cy="174960"/>
              </a:xfrm>
              <a:custGeom>
                <a:avLst/>
                <a:gdLst>
                  <a:gd name="textAreaLeft" fmla="*/ 0 w 155880"/>
                  <a:gd name="textAreaRight" fmla="*/ 157680 w 155880"/>
                  <a:gd name="textAreaTop" fmla="*/ 0 h 174960"/>
                  <a:gd name="textAreaBottom" fmla="*/ 176760 h 174960"/>
                </a:gdLst>
                <a:ahLst/>
                <a:cxnLst/>
                <a:rect l="textAreaLeft" t="textAreaTop" r="textAreaRight" b="textAreaBottom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01" name="Google Shape;612;p66"/>
            <p:cNvGrpSpPr/>
            <p:nvPr/>
          </p:nvGrpSpPr>
          <p:grpSpPr>
            <a:xfrm>
              <a:off x="939600" y="5823720"/>
              <a:ext cx="444600" cy="109800"/>
              <a:chOff x="939600" y="5823720"/>
              <a:chExt cx="444600" cy="109800"/>
            </a:xfrm>
          </p:grpSpPr>
          <p:sp>
            <p:nvSpPr>
              <p:cNvPr id="1602" name="Google Shape;613;p66"/>
              <p:cNvSpPr/>
              <p:nvPr/>
            </p:nvSpPr>
            <p:spPr>
              <a:xfrm>
                <a:off x="1316160" y="5828040"/>
                <a:ext cx="68040" cy="105120"/>
              </a:xfrm>
              <a:custGeom>
                <a:avLst/>
                <a:gdLst>
                  <a:gd name="textAreaLeft" fmla="*/ 0 w 68040"/>
                  <a:gd name="textAreaRight" fmla="*/ 69840 w 68040"/>
                  <a:gd name="textAreaTop" fmla="*/ 0 h 105120"/>
                  <a:gd name="textAreaBottom" fmla="*/ 106920 h 105120"/>
                </a:gdLst>
                <a:ahLst/>
                <a:cxnLst/>
                <a:rect l="textAreaLeft" t="textAreaTop" r="textAreaRight" b="textAreaBottom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3" name="Google Shape;614;p66"/>
              <p:cNvSpPr/>
              <p:nvPr/>
            </p:nvSpPr>
            <p:spPr>
              <a:xfrm>
                <a:off x="939600" y="5823720"/>
                <a:ext cx="99360" cy="109800"/>
              </a:xfrm>
              <a:custGeom>
                <a:avLst/>
                <a:gdLst>
                  <a:gd name="textAreaLeft" fmla="*/ 0 w 99360"/>
                  <a:gd name="textAreaRight" fmla="*/ 101160 w 99360"/>
                  <a:gd name="textAreaTop" fmla="*/ 0 h 109800"/>
                  <a:gd name="textAreaBottom" fmla="*/ 111600 h 109800"/>
                </a:gdLst>
                <a:ahLst/>
                <a:cxnLst/>
                <a:rect l="textAreaLeft" t="textAreaTop" r="textAreaRight" b="textAreaBottom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4" name="Google Shape;615;p66"/>
              <p:cNvSpPr/>
              <p:nvPr/>
            </p:nvSpPr>
            <p:spPr>
              <a:xfrm>
                <a:off x="1037160" y="5839200"/>
                <a:ext cx="96480" cy="91080"/>
              </a:xfrm>
              <a:custGeom>
                <a:avLst/>
                <a:gdLst>
                  <a:gd name="textAreaLeft" fmla="*/ 0 w 96480"/>
                  <a:gd name="textAreaRight" fmla="*/ 98280 w 96480"/>
                  <a:gd name="textAreaTop" fmla="*/ 0 h 91080"/>
                  <a:gd name="textAreaBottom" fmla="*/ 92880 h 91080"/>
                </a:gdLst>
                <a:ahLst/>
                <a:cxnLst/>
                <a:rect l="textAreaLeft" t="textAreaTop" r="textAreaRight" b="textAreaBottom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5" name="Google Shape;616;p66"/>
              <p:cNvSpPr/>
              <p:nvPr/>
            </p:nvSpPr>
            <p:spPr>
              <a:xfrm>
                <a:off x="1134000" y="5840280"/>
                <a:ext cx="90000" cy="88200"/>
              </a:xfrm>
              <a:custGeom>
                <a:avLst/>
                <a:gdLst>
                  <a:gd name="textAreaLeft" fmla="*/ 0 w 90000"/>
                  <a:gd name="textAreaRight" fmla="*/ 91800 w 90000"/>
                  <a:gd name="textAreaTop" fmla="*/ 0 h 88200"/>
                  <a:gd name="textAreaBottom" fmla="*/ 90000 h 88200"/>
                </a:gdLst>
                <a:ahLst/>
                <a:cxnLst/>
                <a:rect l="textAreaLeft" t="textAreaTop" r="textAreaRight" b="textAreaBottom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6" name="Google Shape;617;p66"/>
              <p:cNvSpPr/>
              <p:nvPr/>
            </p:nvSpPr>
            <p:spPr>
              <a:xfrm>
                <a:off x="1225080" y="5839560"/>
                <a:ext cx="90720" cy="90000"/>
              </a:xfrm>
              <a:custGeom>
                <a:avLst/>
                <a:gdLst>
                  <a:gd name="textAreaLeft" fmla="*/ 0 w 90720"/>
                  <a:gd name="textAreaRight" fmla="*/ 92520 w 90720"/>
                  <a:gd name="textAreaTop" fmla="*/ 0 h 90000"/>
                  <a:gd name="textAreaBottom" fmla="*/ 91800 h 90000"/>
                </a:gdLst>
                <a:ahLst/>
                <a:cxnLst/>
                <a:rect l="textAreaLeft" t="textAreaTop" r="textAreaRight" b="textAreaBottom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9" name="Google Shape;619;p67"/>
          <p:cNvGrpSpPr/>
          <p:nvPr/>
        </p:nvGrpSpPr>
        <p:grpSpPr>
          <a:xfrm>
            <a:off x="6381360" y="1503720"/>
            <a:ext cx="4288320" cy="3573360"/>
            <a:chOff x="6381360" y="1503720"/>
            <a:chExt cx="4288320" cy="3573360"/>
          </a:xfrm>
        </p:grpSpPr>
        <p:sp>
          <p:nvSpPr>
            <p:cNvPr id="1610" name="Google Shape;620;p67"/>
            <p:cNvSpPr/>
            <p:nvPr/>
          </p:nvSpPr>
          <p:spPr>
            <a:xfrm>
              <a:off x="6738840" y="4721400"/>
              <a:ext cx="3573000" cy="355680"/>
            </a:xfrm>
            <a:custGeom>
              <a:avLst/>
              <a:gdLst>
                <a:gd name="textAreaLeft" fmla="*/ 0 w 3573000"/>
                <a:gd name="textAreaRight" fmla="*/ 3574800 w 3573000"/>
                <a:gd name="textAreaTop" fmla="*/ 0 h 355680"/>
                <a:gd name="textAreaBottom" fmla="*/ 357480 h 355680"/>
              </a:gdLst>
              <a:ahLst/>
              <a:cxnLst/>
              <a:rect l="textAreaLeft" t="textAreaTop" r="textAreaRight" b="textAreaBottom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1" name="Google Shape;621;p67"/>
            <p:cNvSpPr/>
            <p:nvPr/>
          </p:nvSpPr>
          <p:spPr>
            <a:xfrm>
              <a:off x="10314000" y="2933640"/>
              <a:ext cx="355680" cy="1785600"/>
            </a:xfrm>
            <a:custGeom>
              <a:avLst/>
              <a:gdLst>
                <a:gd name="textAreaLeft" fmla="*/ 0 w 355680"/>
                <a:gd name="textAreaRight" fmla="*/ 357480 w 355680"/>
                <a:gd name="textAreaTop" fmla="*/ 0 h 1785600"/>
                <a:gd name="textAreaBottom" fmla="*/ 1787400 h 178560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2" name="Google Shape;622;p67"/>
            <p:cNvSpPr/>
            <p:nvPr/>
          </p:nvSpPr>
          <p:spPr>
            <a:xfrm>
              <a:off x="8168760" y="3291120"/>
              <a:ext cx="892080" cy="1070640"/>
            </a:xfrm>
            <a:custGeom>
              <a:avLst/>
              <a:gdLst>
                <a:gd name="textAreaLeft" fmla="*/ 0 w 892080"/>
                <a:gd name="textAreaRight" fmla="*/ 893880 w 892080"/>
                <a:gd name="textAreaTop" fmla="*/ 0 h 1070640"/>
                <a:gd name="textAreaBottom" fmla="*/ 1072440 h 1070640"/>
              </a:gdLst>
              <a:ahLst/>
              <a:cxnLst/>
              <a:rect l="textAreaLeft" t="textAreaTop" r="textAreaRight" b="textAreaBottom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3" name="Google Shape;623;p67"/>
            <p:cNvSpPr/>
            <p:nvPr/>
          </p:nvSpPr>
          <p:spPr>
            <a:xfrm>
              <a:off x="8883720" y="1861200"/>
              <a:ext cx="355680" cy="355680"/>
            </a:xfrm>
            <a:custGeom>
              <a:avLst/>
              <a:gdLst>
                <a:gd name="textAreaLeft" fmla="*/ 0 w 355680"/>
                <a:gd name="textAreaRight" fmla="*/ 357480 w 355680"/>
                <a:gd name="textAreaTop" fmla="*/ 0 h 355680"/>
                <a:gd name="textAreaBottom" fmla="*/ 357480 h 3556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4" name="Google Shape;624;p67"/>
            <p:cNvSpPr/>
            <p:nvPr/>
          </p:nvSpPr>
          <p:spPr>
            <a:xfrm>
              <a:off x="9241200" y="1503720"/>
              <a:ext cx="355680" cy="355680"/>
            </a:xfrm>
            <a:custGeom>
              <a:avLst/>
              <a:gdLst>
                <a:gd name="textAreaLeft" fmla="*/ 0 w 355680"/>
                <a:gd name="textAreaRight" fmla="*/ 357480 w 355680"/>
                <a:gd name="textAreaTop" fmla="*/ 0 h 355680"/>
                <a:gd name="textAreaBottom" fmla="*/ 357480 h 3556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5" name="Google Shape;625;p67"/>
            <p:cNvSpPr/>
            <p:nvPr/>
          </p:nvSpPr>
          <p:spPr>
            <a:xfrm>
              <a:off x="6381360" y="2933640"/>
              <a:ext cx="355680" cy="1785600"/>
            </a:xfrm>
            <a:custGeom>
              <a:avLst/>
              <a:gdLst>
                <a:gd name="textAreaLeft" fmla="*/ 0 w 355680"/>
                <a:gd name="textAreaRight" fmla="*/ 357480 w 355680"/>
                <a:gd name="textAreaTop" fmla="*/ 0 h 1785600"/>
                <a:gd name="textAreaBottom" fmla="*/ 1787400 h 178560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6" name="Google Shape;626;p67"/>
            <p:cNvSpPr/>
            <p:nvPr/>
          </p:nvSpPr>
          <p:spPr>
            <a:xfrm>
              <a:off x="6738840" y="2218680"/>
              <a:ext cx="3573000" cy="713160"/>
            </a:xfrm>
            <a:custGeom>
              <a:avLst/>
              <a:gdLst>
                <a:gd name="textAreaLeft" fmla="*/ 0 w 3573000"/>
                <a:gd name="textAreaRight" fmla="*/ 3574800 w 3573000"/>
                <a:gd name="textAreaTop" fmla="*/ 0 h 713160"/>
                <a:gd name="textAreaBottom" fmla="*/ 714960 h 713160"/>
              </a:gdLst>
              <a:ahLst/>
              <a:cxnLst/>
              <a:rect l="textAreaLeft" t="textAreaTop" r="textAreaRight" b="textAreaBottom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7" name="Google Shape;627;p67"/>
            <p:cNvSpPr/>
            <p:nvPr/>
          </p:nvSpPr>
          <p:spPr>
            <a:xfrm>
              <a:off x="7811280" y="1861200"/>
              <a:ext cx="355680" cy="355680"/>
            </a:xfrm>
            <a:custGeom>
              <a:avLst/>
              <a:gdLst>
                <a:gd name="textAreaLeft" fmla="*/ 0 w 355680"/>
                <a:gd name="textAreaRight" fmla="*/ 357480 w 355680"/>
                <a:gd name="textAreaTop" fmla="*/ 0 h 355680"/>
                <a:gd name="textAreaBottom" fmla="*/ 357480 h 3556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8" name="Google Shape;628;p67"/>
            <p:cNvSpPr/>
            <p:nvPr/>
          </p:nvSpPr>
          <p:spPr>
            <a:xfrm>
              <a:off x="7453800" y="1503720"/>
              <a:ext cx="355680" cy="355680"/>
            </a:xfrm>
            <a:custGeom>
              <a:avLst/>
              <a:gdLst>
                <a:gd name="textAreaLeft" fmla="*/ 0 w 355680"/>
                <a:gd name="textAreaRight" fmla="*/ 357480 w 355680"/>
                <a:gd name="textAreaTop" fmla="*/ 0 h 355680"/>
                <a:gd name="textAreaBottom" fmla="*/ 357480 h 3556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9" name="Google Shape;629;p67"/>
          <p:cNvSpPr/>
          <p:nvPr/>
        </p:nvSpPr>
        <p:spPr>
          <a:xfrm>
            <a:off x="824400" y="5846760"/>
            <a:ext cx="1286640" cy="788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0" name="Google Shape;630;p67"/>
          <p:cNvSpPr/>
          <p:nvPr/>
        </p:nvSpPr>
        <p:spPr>
          <a:xfrm>
            <a:off x="12072960" y="-628560"/>
            <a:ext cx="355680" cy="7808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1" name="Google Shape;631;p67"/>
          <p:cNvSpPr/>
          <p:nvPr/>
        </p:nvSpPr>
        <p:spPr>
          <a:xfrm>
            <a:off x="-91080" y="-476280"/>
            <a:ext cx="779400" cy="7808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2" name="Google Shape;632;p67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3" name="Google Shape;633;p67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4" name="Google Shape;634;p67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5" name="Google Shape;635;p67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6" name="Google Shape;636;p67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Google Shape;637;p67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8" name="Google Shape;638;p67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9" name="Google Shape;639;p67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Google Shape;640;p67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Google Shape;641;p67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32" name="Google Shape;642;p67"/>
          <p:cNvGrpSpPr/>
          <p:nvPr/>
        </p:nvGrpSpPr>
        <p:grpSpPr>
          <a:xfrm>
            <a:off x="991080" y="5682960"/>
            <a:ext cx="1151640" cy="818640"/>
            <a:chOff x="991080" y="5682960"/>
            <a:chExt cx="1151640" cy="818640"/>
          </a:xfrm>
        </p:grpSpPr>
        <p:grpSp>
          <p:nvGrpSpPr>
            <p:cNvPr id="1633" name="Google Shape;643;p67"/>
            <p:cNvGrpSpPr/>
            <p:nvPr/>
          </p:nvGrpSpPr>
          <p:grpSpPr>
            <a:xfrm>
              <a:off x="991080" y="5900040"/>
              <a:ext cx="959040" cy="233280"/>
              <a:chOff x="991080" y="5900040"/>
              <a:chExt cx="959040" cy="233280"/>
            </a:xfrm>
          </p:grpSpPr>
          <p:sp>
            <p:nvSpPr>
              <p:cNvPr id="1634" name="Google Shape;644;p67"/>
              <p:cNvSpPr/>
              <p:nvPr/>
            </p:nvSpPr>
            <p:spPr>
              <a:xfrm>
                <a:off x="991080" y="5900040"/>
                <a:ext cx="115560" cy="232200"/>
              </a:xfrm>
              <a:custGeom>
                <a:avLst/>
                <a:gdLst>
                  <a:gd name="textAreaLeft" fmla="*/ 0 w 115560"/>
                  <a:gd name="textAreaRight" fmla="*/ 117360 w 115560"/>
                  <a:gd name="textAreaTop" fmla="*/ 0 h 232200"/>
                  <a:gd name="textAreaBottom" fmla="*/ 234000 h 23220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5" name="Google Shape;645;p67"/>
              <p:cNvSpPr/>
              <p:nvPr/>
            </p:nvSpPr>
            <p:spPr>
              <a:xfrm>
                <a:off x="1132560" y="5943600"/>
                <a:ext cx="178920" cy="189720"/>
              </a:xfrm>
              <a:custGeom>
                <a:avLst/>
                <a:gdLst>
                  <a:gd name="textAreaLeft" fmla="*/ 0 w 178920"/>
                  <a:gd name="textAreaRight" fmla="*/ 180720 w 178920"/>
                  <a:gd name="textAreaTop" fmla="*/ 0 h 189720"/>
                  <a:gd name="textAreaBottom" fmla="*/ 191520 h 18972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6" name="Google Shape;646;p67"/>
              <p:cNvSpPr/>
              <p:nvPr/>
            </p:nvSpPr>
            <p:spPr>
              <a:xfrm>
                <a:off x="1343160" y="5943600"/>
                <a:ext cx="169200" cy="189720"/>
              </a:xfrm>
              <a:custGeom>
                <a:avLst/>
                <a:gdLst>
                  <a:gd name="textAreaLeft" fmla="*/ 0 w 169200"/>
                  <a:gd name="textAreaRight" fmla="*/ 171000 w 169200"/>
                  <a:gd name="textAreaTop" fmla="*/ 0 h 189720"/>
                  <a:gd name="textAreaBottom" fmla="*/ 191520 h 18972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7" name="Google Shape;647;p67"/>
              <p:cNvSpPr/>
              <p:nvPr/>
            </p:nvSpPr>
            <p:spPr>
              <a:xfrm>
                <a:off x="1548000" y="5943600"/>
                <a:ext cx="166680" cy="185400"/>
              </a:xfrm>
              <a:custGeom>
                <a:avLst/>
                <a:gdLst>
                  <a:gd name="textAreaLeft" fmla="*/ 0 w 166680"/>
                  <a:gd name="textAreaRight" fmla="*/ 168480 w 166680"/>
                  <a:gd name="textAreaTop" fmla="*/ 0 h 185400"/>
                  <a:gd name="textAreaBottom" fmla="*/ 187200 h 18540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8" name="Google Shape;648;p67"/>
              <p:cNvSpPr/>
              <p:nvPr/>
            </p:nvSpPr>
            <p:spPr>
              <a:xfrm>
                <a:off x="1752840" y="5943600"/>
                <a:ext cx="197280" cy="189720"/>
              </a:xfrm>
              <a:custGeom>
                <a:avLst/>
                <a:gdLst>
                  <a:gd name="textAreaLeft" fmla="*/ 0 w 197280"/>
                  <a:gd name="textAreaRight" fmla="*/ 199080 w 197280"/>
                  <a:gd name="textAreaTop" fmla="*/ 0 h 189720"/>
                  <a:gd name="textAreaBottom" fmla="*/ 191520 h 18972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39" name="Google Shape;649;p67"/>
            <p:cNvGrpSpPr/>
            <p:nvPr/>
          </p:nvGrpSpPr>
          <p:grpSpPr>
            <a:xfrm>
              <a:off x="1321920" y="6197400"/>
              <a:ext cx="820800" cy="304200"/>
              <a:chOff x="1321920" y="6197400"/>
              <a:chExt cx="820800" cy="304200"/>
            </a:xfrm>
          </p:grpSpPr>
          <p:sp>
            <p:nvSpPr>
              <p:cNvPr id="1640" name="Google Shape;650;p67"/>
              <p:cNvSpPr/>
              <p:nvPr/>
            </p:nvSpPr>
            <p:spPr>
              <a:xfrm>
                <a:off x="1321920" y="6197400"/>
                <a:ext cx="50400" cy="248760"/>
              </a:xfrm>
              <a:custGeom>
                <a:avLst/>
                <a:gdLst>
                  <a:gd name="textAreaLeft" fmla="*/ 0 w 50400"/>
                  <a:gd name="textAreaRight" fmla="*/ 52200 w 50400"/>
                  <a:gd name="textAreaTop" fmla="*/ 0 h 248760"/>
                  <a:gd name="textAreaBottom" fmla="*/ 250560 h 24876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1" name="Google Shape;651;p67"/>
              <p:cNvSpPr/>
              <p:nvPr/>
            </p:nvSpPr>
            <p:spPr>
              <a:xfrm>
                <a:off x="1414440" y="6260760"/>
                <a:ext cx="197280" cy="189720"/>
              </a:xfrm>
              <a:custGeom>
                <a:avLst/>
                <a:gdLst>
                  <a:gd name="textAreaLeft" fmla="*/ 0 w 197280"/>
                  <a:gd name="textAreaRight" fmla="*/ 199080 w 197280"/>
                  <a:gd name="textAreaTop" fmla="*/ 0 h 189720"/>
                  <a:gd name="textAreaBottom" fmla="*/ 191520 h 18972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2" name="Google Shape;652;p67"/>
              <p:cNvSpPr/>
              <p:nvPr/>
            </p:nvSpPr>
            <p:spPr>
              <a:xfrm>
                <a:off x="1642680" y="6260400"/>
                <a:ext cx="191520" cy="241200"/>
              </a:xfrm>
              <a:custGeom>
                <a:avLst/>
                <a:gdLst>
                  <a:gd name="textAreaLeft" fmla="*/ 0 w 191520"/>
                  <a:gd name="textAreaRight" fmla="*/ 193320 w 191520"/>
                  <a:gd name="textAreaTop" fmla="*/ 0 h 241200"/>
                  <a:gd name="textAreaBottom" fmla="*/ 243000 h 24120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3" name="Google Shape;653;p67"/>
              <p:cNvSpPr/>
              <p:nvPr/>
            </p:nvSpPr>
            <p:spPr>
              <a:xfrm>
                <a:off x="1883880" y="6197400"/>
                <a:ext cx="53280" cy="248760"/>
              </a:xfrm>
              <a:custGeom>
                <a:avLst/>
                <a:gdLst>
                  <a:gd name="textAreaLeft" fmla="*/ 0 w 53280"/>
                  <a:gd name="textAreaRight" fmla="*/ 55080 w 53280"/>
                  <a:gd name="textAreaTop" fmla="*/ 0 h 248760"/>
                  <a:gd name="textAreaBottom" fmla="*/ 250560 h 24876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4" name="Google Shape;654;p67"/>
              <p:cNvSpPr/>
              <p:nvPr/>
            </p:nvSpPr>
            <p:spPr>
              <a:xfrm>
                <a:off x="1975320" y="6261840"/>
                <a:ext cx="167400" cy="187560"/>
              </a:xfrm>
              <a:custGeom>
                <a:avLst/>
                <a:gdLst>
                  <a:gd name="textAreaLeft" fmla="*/ 0 w 167400"/>
                  <a:gd name="textAreaRight" fmla="*/ 169200 w 167400"/>
                  <a:gd name="textAreaTop" fmla="*/ 0 h 187560"/>
                  <a:gd name="textAreaBottom" fmla="*/ 189360 h 18756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45" name="Google Shape;655;p67"/>
            <p:cNvGrpSpPr/>
            <p:nvPr/>
          </p:nvGrpSpPr>
          <p:grpSpPr>
            <a:xfrm>
              <a:off x="1059120" y="5682960"/>
              <a:ext cx="477000" cy="118080"/>
              <a:chOff x="1059120" y="5682960"/>
              <a:chExt cx="477000" cy="118080"/>
            </a:xfrm>
          </p:grpSpPr>
          <p:sp>
            <p:nvSpPr>
              <p:cNvPr id="1646" name="Google Shape;656;p67"/>
              <p:cNvSpPr/>
              <p:nvPr/>
            </p:nvSpPr>
            <p:spPr>
              <a:xfrm>
                <a:off x="1463040" y="5688000"/>
                <a:ext cx="73080" cy="112680"/>
              </a:xfrm>
              <a:custGeom>
                <a:avLst/>
                <a:gdLst>
                  <a:gd name="textAreaLeft" fmla="*/ 0 w 73080"/>
                  <a:gd name="textAreaRight" fmla="*/ 74880 w 73080"/>
                  <a:gd name="textAreaTop" fmla="*/ 0 h 112680"/>
                  <a:gd name="textAreaBottom" fmla="*/ 114480 h 11268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7" name="Google Shape;657;p67"/>
              <p:cNvSpPr/>
              <p:nvPr/>
            </p:nvSpPr>
            <p:spPr>
              <a:xfrm>
                <a:off x="1059120" y="5682960"/>
                <a:ext cx="106560" cy="118080"/>
              </a:xfrm>
              <a:custGeom>
                <a:avLst/>
                <a:gdLst>
                  <a:gd name="textAreaLeft" fmla="*/ 0 w 106560"/>
                  <a:gd name="textAreaRight" fmla="*/ 108360 w 106560"/>
                  <a:gd name="textAreaTop" fmla="*/ 0 h 118080"/>
                  <a:gd name="textAreaBottom" fmla="*/ 119880 h 11808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8" name="Google Shape;658;p67"/>
              <p:cNvSpPr/>
              <p:nvPr/>
            </p:nvSpPr>
            <p:spPr>
              <a:xfrm>
                <a:off x="1163520" y="5699520"/>
                <a:ext cx="103320" cy="97560"/>
              </a:xfrm>
              <a:custGeom>
                <a:avLst/>
                <a:gdLst>
                  <a:gd name="textAreaLeft" fmla="*/ 0 w 103320"/>
                  <a:gd name="textAreaRight" fmla="*/ 105120 w 103320"/>
                  <a:gd name="textAreaTop" fmla="*/ 0 h 97560"/>
                  <a:gd name="textAreaBottom" fmla="*/ 99360 h 9756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9" name="Google Shape;659;p67"/>
              <p:cNvSpPr/>
              <p:nvPr/>
            </p:nvSpPr>
            <p:spPr>
              <a:xfrm>
                <a:off x="1267560" y="5700600"/>
                <a:ext cx="96840" cy="94680"/>
              </a:xfrm>
              <a:custGeom>
                <a:avLst/>
                <a:gdLst>
                  <a:gd name="textAreaLeft" fmla="*/ 0 w 96840"/>
                  <a:gd name="textAreaRight" fmla="*/ 98640 w 96840"/>
                  <a:gd name="textAreaTop" fmla="*/ 0 h 94680"/>
                  <a:gd name="textAreaBottom" fmla="*/ 96480 h 9468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0" name="Google Shape;660;p67"/>
              <p:cNvSpPr/>
              <p:nvPr/>
            </p:nvSpPr>
            <p:spPr>
              <a:xfrm>
                <a:off x="1365120" y="5700240"/>
                <a:ext cx="97560" cy="96480"/>
              </a:xfrm>
              <a:custGeom>
                <a:avLst/>
                <a:gdLst>
                  <a:gd name="textAreaLeft" fmla="*/ 0 w 97560"/>
                  <a:gd name="textAreaRight" fmla="*/ 99360 w 97560"/>
                  <a:gd name="textAreaTop" fmla="*/ 0 h 96480"/>
                  <a:gd name="textAreaBottom" fmla="*/ 98280 h 9648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651" name="Google Shape;661;p67"/>
          <p:cNvGrpSpPr/>
          <p:nvPr/>
        </p:nvGrpSpPr>
        <p:grpSpPr>
          <a:xfrm>
            <a:off x="8526240" y="1503720"/>
            <a:ext cx="2143440" cy="3573360"/>
            <a:chOff x="8526240" y="1503720"/>
            <a:chExt cx="2143440" cy="3573360"/>
          </a:xfrm>
        </p:grpSpPr>
        <p:sp>
          <p:nvSpPr>
            <p:cNvPr id="1652" name="Google Shape;662;p67"/>
            <p:cNvSpPr/>
            <p:nvPr/>
          </p:nvSpPr>
          <p:spPr>
            <a:xfrm>
              <a:off x="8526240" y="4721400"/>
              <a:ext cx="1785600" cy="355680"/>
            </a:xfrm>
            <a:custGeom>
              <a:avLst/>
              <a:gdLst>
                <a:gd name="textAreaLeft" fmla="*/ 0 w 1785600"/>
                <a:gd name="textAreaRight" fmla="*/ 1787400 w 1785600"/>
                <a:gd name="textAreaTop" fmla="*/ 0 h 355680"/>
                <a:gd name="textAreaBottom" fmla="*/ 357480 h 355680"/>
              </a:gdLst>
              <a:ahLst/>
              <a:cxnLst/>
              <a:rect l="textAreaLeft" t="textAreaTop" r="textAreaRight" b="textAreaBottom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3" name="Google Shape;663;p67"/>
            <p:cNvSpPr/>
            <p:nvPr/>
          </p:nvSpPr>
          <p:spPr>
            <a:xfrm>
              <a:off x="10314000" y="2933640"/>
              <a:ext cx="355680" cy="1785600"/>
            </a:xfrm>
            <a:custGeom>
              <a:avLst/>
              <a:gdLst>
                <a:gd name="textAreaLeft" fmla="*/ 0 w 355680"/>
                <a:gd name="textAreaRight" fmla="*/ 357480 w 355680"/>
                <a:gd name="textAreaTop" fmla="*/ 0 h 1785600"/>
                <a:gd name="textAreaBottom" fmla="*/ 1787400 h 178560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4" name="Google Shape;664;p67"/>
            <p:cNvSpPr/>
            <p:nvPr/>
          </p:nvSpPr>
          <p:spPr>
            <a:xfrm>
              <a:off x="8526240" y="2218680"/>
              <a:ext cx="1785600" cy="713160"/>
            </a:xfrm>
            <a:custGeom>
              <a:avLst/>
              <a:gdLst>
                <a:gd name="textAreaLeft" fmla="*/ 0 w 1785600"/>
                <a:gd name="textAreaRight" fmla="*/ 1787400 w 1785600"/>
                <a:gd name="textAreaTop" fmla="*/ 0 h 713160"/>
                <a:gd name="textAreaBottom" fmla="*/ 714960 h 713160"/>
              </a:gdLst>
              <a:ahLst/>
              <a:cxnLst/>
              <a:rect l="textAreaLeft" t="textAreaTop" r="textAreaRight" b="textAreaBottom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5" name="Google Shape;665;p67"/>
            <p:cNvSpPr/>
            <p:nvPr/>
          </p:nvSpPr>
          <p:spPr>
            <a:xfrm>
              <a:off x="8526240" y="3470040"/>
              <a:ext cx="534600" cy="713160"/>
            </a:xfrm>
            <a:custGeom>
              <a:avLst/>
              <a:gdLst>
                <a:gd name="textAreaLeft" fmla="*/ 0 w 534600"/>
                <a:gd name="textAreaRight" fmla="*/ 536400 w 534600"/>
                <a:gd name="textAreaTop" fmla="*/ 0 h 713160"/>
                <a:gd name="textAreaBottom" fmla="*/ 714960 h 713160"/>
              </a:gdLst>
              <a:ahLst/>
              <a:cxnLst/>
              <a:rect l="textAreaLeft" t="textAreaTop" r="textAreaRight" b="textAreaBottom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6" name="Google Shape;666;p67"/>
            <p:cNvSpPr/>
            <p:nvPr/>
          </p:nvSpPr>
          <p:spPr>
            <a:xfrm>
              <a:off x="8883720" y="1861200"/>
              <a:ext cx="355680" cy="355680"/>
            </a:xfrm>
            <a:custGeom>
              <a:avLst/>
              <a:gdLst>
                <a:gd name="textAreaLeft" fmla="*/ 0 w 355680"/>
                <a:gd name="textAreaRight" fmla="*/ 357480 w 355680"/>
                <a:gd name="textAreaTop" fmla="*/ 0 h 355680"/>
                <a:gd name="textAreaBottom" fmla="*/ 357480 h 3556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7" name="Google Shape;667;p67"/>
            <p:cNvSpPr/>
            <p:nvPr/>
          </p:nvSpPr>
          <p:spPr>
            <a:xfrm>
              <a:off x="9241200" y="1503720"/>
              <a:ext cx="355680" cy="355680"/>
            </a:xfrm>
            <a:custGeom>
              <a:avLst/>
              <a:gdLst>
                <a:gd name="textAreaLeft" fmla="*/ 0 w 355680"/>
                <a:gd name="textAreaRight" fmla="*/ 357480 w 355680"/>
                <a:gd name="textAreaTop" fmla="*/ 0 h 355680"/>
                <a:gd name="textAreaBottom" fmla="*/ 357480 h 3556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669;p68"/>
          <p:cNvSpPr/>
          <p:nvPr/>
        </p:nvSpPr>
        <p:spPr>
          <a:xfrm>
            <a:off x="9374760" y="0"/>
            <a:ext cx="3026160" cy="68562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1" name="Google Shape;670;p68"/>
          <p:cNvSpPr/>
          <p:nvPr/>
        </p:nvSpPr>
        <p:spPr>
          <a:xfrm>
            <a:off x="9374760" y="3882960"/>
            <a:ext cx="3026160" cy="29732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2" name="Google Shape;671;p68"/>
          <p:cNvSpPr/>
          <p:nvPr/>
        </p:nvSpPr>
        <p:spPr>
          <a:xfrm>
            <a:off x="-41400" y="0"/>
            <a:ext cx="3026160" cy="68562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3" name="Google Shape;672;p68"/>
          <p:cNvSpPr/>
          <p:nvPr/>
        </p:nvSpPr>
        <p:spPr>
          <a:xfrm>
            <a:off x="-41400" y="0"/>
            <a:ext cx="3026160" cy="29732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4" name="Google Shape;673;p68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5" name="Google Shape;674;p68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6" name="Google Shape;675;p68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7" name="Google Shape;676;p68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8" name="Google Shape;677;p68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9" name="Google Shape;678;p68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0" name="Google Shape;679;p68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1" name="Google Shape;680;p68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Google Shape;681;p68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Google Shape;682;p68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4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5" name="Google Shape;684;p68"/>
          <p:cNvSpPr/>
          <p:nvPr/>
        </p:nvSpPr>
        <p:spPr>
          <a:xfrm>
            <a:off x="2666880" y="0"/>
            <a:ext cx="6856200" cy="68562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76" name="Google Shape;685;p68"/>
          <p:cNvGrpSpPr/>
          <p:nvPr/>
        </p:nvGrpSpPr>
        <p:grpSpPr>
          <a:xfrm>
            <a:off x="10058040" y="1268640"/>
            <a:ext cx="1803600" cy="1803600"/>
            <a:chOff x="10058040" y="1268640"/>
            <a:chExt cx="1803600" cy="1803600"/>
          </a:xfrm>
        </p:grpSpPr>
        <p:sp>
          <p:nvSpPr>
            <p:cNvPr id="1677" name="Google Shape;686;p68"/>
            <p:cNvSpPr/>
            <p:nvPr/>
          </p:nvSpPr>
          <p:spPr>
            <a:xfrm>
              <a:off x="11261520" y="12686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8" name="Google Shape;687;p68"/>
            <p:cNvSpPr/>
            <p:nvPr/>
          </p:nvSpPr>
          <p:spPr>
            <a:xfrm>
              <a:off x="11061000" y="12686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9" name="Google Shape;688;p68"/>
            <p:cNvSpPr/>
            <p:nvPr/>
          </p:nvSpPr>
          <p:spPr>
            <a:xfrm>
              <a:off x="10860480" y="12686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0" name="Google Shape;689;p68"/>
            <p:cNvSpPr/>
            <p:nvPr/>
          </p:nvSpPr>
          <p:spPr>
            <a:xfrm>
              <a:off x="10659960" y="12686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1" name="Google Shape;690;p68"/>
            <p:cNvSpPr/>
            <p:nvPr/>
          </p:nvSpPr>
          <p:spPr>
            <a:xfrm>
              <a:off x="10459440" y="12686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2" name="Google Shape;691;p68"/>
            <p:cNvSpPr/>
            <p:nvPr/>
          </p:nvSpPr>
          <p:spPr>
            <a:xfrm>
              <a:off x="10258560" y="1469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3" name="Google Shape;692;p68"/>
            <p:cNvSpPr/>
            <p:nvPr/>
          </p:nvSpPr>
          <p:spPr>
            <a:xfrm>
              <a:off x="10058040" y="16700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4" name="Google Shape;693;p68"/>
            <p:cNvSpPr/>
            <p:nvPr/>
          </p:nvSpPr>
          <p:spPr>
            <a:xfrm>
              <a:off x="10058040" y="187056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5" name="Google Shape;694;p68"/>
            <p:cNvSpPr/>
            <p:nvPr/>
          </p:nvSpPr>
          <p:spPr>
            <a:xfrm>
              <a:off x="10058040" y="207108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6" name="Google Shape;695;p68"/>
            <p:cNvSpPr/>
            <p:nvPr/>
          </p:nvSpPr>
          <p:spPr>
            <a:xfrm>
              <a:off x="10058040" y="227160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7" name="Google Shape;696;p68"/>
            <p:cNvSpPr/>
            <p:nvPr/>
          </p:nvSpPr>
          <p:spPr>
            <a:xfrm>
              <a:off x="10058040" y="24721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8" name="Google Shape;697;p68"/>
            <p:cNvSpPr/>
            <p:nvPr/>
          </p:nvSpPr>
          <p:spPr>
            <a:xfrm>
              <a:off x="10258560" y="267300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9" name="Google Shape;698;p68"/>
            <p:cNvSpPr/>
            <p:nvPr/>
          </p:nvSpPr>
          <p:spPr>
            <a:xfrm>
              <a:off x="10459440" y="2873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0" name="Google Shape;699;p68"/>
            <p:cNvSpPr/>
            <p:nvPr/>
          </p:nvSpPr>
          <p:spPr>
            <a:xfrm>
              <a:off x="10659960" y="2873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1" name="Google Shape;700;p68"/>
            <p:cNvSpPr/>
            <p:nvPr/>
          </p:nvSpPr>
          <p:spPr>
            <a:xfrm>
              <a:off x="10860480" y="2873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2" name="Google Shape;701;p68"/>
            <p:cNvSpPr/>
            <p:nvPr/>
          </p:nvSpPr>
          <p:spPr>
            <a:xfrm>
              <a:off x="11061000" y="2873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3" name="Google Shape;702;p68"/>
            <p:cNvSpPr/>
            <p:nvPr/>
          </p:nvSpPr>
          <p:spPr>
            <a:xfrm>
              <a:off x="11261520" y="2873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4" name="Google Shape;703;p68"/>
            <p:cNvSpPr/>
            <p:nvPr/>
          </p:nvSpPr>
          <p:spPr>
            <a:xfrm>
              <a:off x="11462400" y="267300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5" name="Google Shape;704;p68"/>
            <p:cNvSpPr/>
            <p:nvPr/>
          </p:nvSpPr>
          <p:spPr>
            <a:xfrm>
              <a:off x="11662920" y="24721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6" name="Google Shape;705;p68"/>
            <p:cNvSpPr/>
            <p:nvPr/>
          </p:nvSpPr>
          <p:spPr>
            <a:xfrm>
              <a:off x="11662920" y="227160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7" name="Google Shape;706;p68"/>
            <p:cNvSpPr/>
            <p:nvPr/>
          </p:nvSpPr>
          <p:spPr>
            <a:xfrm>
              <a:off x="11662920" y="207108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8" name="Google Shape;707;p68"/>
            <p:cNvSpPr/>
            <p:nvPr/>
          </p:nvSpPr>
          <p:spPr>
            <a:xfrm>
              <a:off x="11662920" y="187056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9" name="Google Shape;708;p68"/>
            <p:cNvSpPr/>
            <p:nvPr/>
          </p:nvSpPr>
          <p:spPr>
            <a:xfrm>
              <a:off x="11662920" y="16700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0" name="Google Shape;709;p68"/>
            <p:cNvSpPr/>
            <p:nvPr/>
          </p:nvSpPr>
          <p:spPr>
            <a:xfrm>
              <a:off x="11462400" y="1469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1" name="Google Shape;710;p68"/>
          <p:cNvSpPr/>
          <p:nvPr/>
        </p:nvSpPr>
        <p:spPr>
          <a:xfrm>
            <a:off x="492120" y="-227880"/>
            <a:ext cx="2057040" cy="8444520"/>
          </a:xfrm>
          <a:custGeom>
            <a:avLst/>
            <a:gdLst>
              <a:gd name="textAreaLeft" fmla="*/ 0 w 2057040"/>
              <a:gd name="textAreaRight" fmla="*/ 2058840 w 2057040"/>
              <a:gd name="textAreaTop" fmla="*/ 0 h 8444520"/>
              <a:gd name="textAreaBottom" fmla="*/ 8446320 h 844452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2" name="Google Shape;711;p68"/>
          <p:cNvSpPr/>
          <p:nvPr/>
        </p:nvSpPr>
        <p:spPr>
          <a:xfrm>
            <a:off x="3367800" y="-960480"/>
            <a:ext cx="1897200" cy="8692200"/>
          </a:xfrm>
          <a:custGeom>
            <a:avLst/>
            <a:gdLst>
              <a:gd name="textAreaLeft" fmla="*/ 0 w 1897200"/>
              <a:gd name="textAreaRight" fmla="*/ 1899000 w 1897200"/>
              <a:gd name="textAreaTop" fmla="*/ 0 h 8692200"/>
              <a:gd name="textAreaBottom" fmla="*/ 8694000 h 869220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3" name="Google Shape;712;p68"/>
          <p:cNvSpPr/>
          <p:nvPr/>
        </p:nvSpPr>
        <p:spPr>
          <a:xfrm>
            <a:off x="7389360" y="-113760"/>
            <a:ext cx="1933920" cy="7084080"/>
          </a:xfrm>
          <a:custGeom>
            <a:avLst/>
            <a:gdLst>
              <a:gd name="textAreaLeft" fmla="*/ 0 w 1933920"/>
              <a:gd name="textAreaRight" fmla="*/ 1935720 w 1933920"/>
              <a:gd name="textAreaTop" fmla="*/ 0 h 7084080"/>
              <a:gd name="textAreaBottom" fmla="*/ 7085880 h 708408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788;p72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7" name="Google Shape;789;p72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8" name="Google Shape;790;p72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9" name="Google Shape;791;p72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0" name="Google Shape;792;p72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1" name="Google Shape;793;p72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2" name="Google Shape;794;p72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3" name="Google Shape;795;p72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4" name="Google Shape;796;p72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5" name="Google Shape;797;p72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6" name="Google Shape;798;p72"/>
          <p:cNvSpPr/>
          <p:nvPr/>
        </p:nvSpPr>
        <p:spPr>
          <a:xfrm>
            <a:off x="1440" y="0"/>
            <a:ext cx="4740120" cy="68562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7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4360" cy="428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8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7000" cy="20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1" name="Google Shape;1105;p80"/>
          <p:cNvGrpSpPr/>
          <p:nvPr/>
        </p:nvGrpSpPr>
        <p:grpSpPr>
          <a:xfrm>
            <a:off x="727920" y="3083040"/>
            <a:ext cx="7819200" cy="2415240"/>
            <a:chOff x="727920" y="3083040"/>
            <a:chExt cx="7819200" cy="2415240"/>
          </a:xfrm>
        </p:grpSpPr>
        <p:sp>
          <p:nvSpPr>
            <p:cNvPr id="1722" name="Google Shape;1106;p80"/>
            <p:cNvSpPr/>
            <p:nvPr/>
          </p:nvSpPr>
          <p:spPr>
            <a:xfrm>
              <a:off x="1363680" y="3640680"/>
              <a:ext cx="718344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3" name="Google Shape;1107;p80"/>
            <p:cNvSpPr/>
            <p:nvPr/>
          </p:nvSpPr>
          <p:spPr>
            <a:xfrm rot="16200000">
              <a:off x="-252000" y="4063320"/>
              <a:ext cx="241524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24" name="Google Shape;1108;p80"/>
          <p:cNvGrpSpPr/>
          <p:nvPr/>
        </p:nvGrpSpPr>
        <p:grpSpPr>
          <a:xfrm>
            <a:off x="755280" y="2794320"/>
            <a:ext cx="691560" cy="691560"/>
            <a:chOff x="755280" y="2794320"/>
            <a:chExt cx="691560" cy="691560"/>
          </a:xfrm>
        </p:grpSpPr>
        <p:sp>
          <p:nvSpPr>
            <p:cNvPr id="1725" name="Google Shape;1109;p80"/>
            <p:cNvSpPr/>
            <p:nvPr/>
          </p:nvSpPr>
          <p:spPr>
            <a:xfrm>
              <a:off x="755280" y="314100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6" name="Google Shape;1110;p80"/>
            <p:cNvSpPr/>
            <p:nvPr/>
          </p:nvSpPr>
          <p:spPr>
            <a:xfrm>
              <a:off x="1101960" y="279432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27" name="Google Shape;1111;p80"/>
          <p:cNvGrpSpPr/>
          <p:nvPr/>
        </p:nvGrpSpPr>
        <p:grpSpPr>
          <a:xfrm>
            <a:off x="6174360" y="5188680"/>
            <a:ext cx="691560" cy="691560"/>
            <a:chOff x="6174360" y="5188680"/>
            <a:chExt cx="691560" cy="691560"/>
          </a:xfrm>
        </p:grpSpPr>
        <p:sp>
          <p:nvSpPr>
            <p:cNvPr id="1728" name="Google Shape;1112;p80"/>
            <p:cNvSpPr/>
            <p:nvPr/>
          </p:nvSpPr>
          <p:spPr>
            <a:xfrm>
              <a:off x="6174360" y="553536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9" name="Google Shape;1113;p80"/>
            <p:cNvSpPr/>
            <p:nvPr/>
          </p:nvSpPr>
          <p:spPr>
            <a:xfrm>
              <a:off x="6521040" y="518868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30" name="Google Shape;1114;p80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1" name="Google Shape;1115;p80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2" name="Google Shape;1116;p80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3" name="Google Shape;1117;p80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4" name="Google Shape;1118;p80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5" name="Google Shape;1119;p80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6" name="Google Shape;1120;p80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7" name="Google Shape;1121;p80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8" name="Google Shape;1122;p80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9" name="Google Shape;1123;p80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40" name="Google Shape;1124;p80" descr=""/>
          <p:cNvPicPr/>
          <p:nvPr/>
        </p:nvPicPr>
        <p:blipFill>
          <a:blip r:embed="rId2"/>
          <a:stretch/>
        </p:blipFill>
        <p:spPr>
          <a:xfrm>
            <a:off x="10052280" y="3793680"/>
            <a:ext cx="1639440" cy="1639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41" name="Google Shape;1125;p80"/>
          <p:cNvGrpSpPr/>
          <p:nvPr/>
        </p:nvGrpSpPr>
        <p:grpSpPr>
          <a:xfrm>
            <a:off x="10124640" y="1269360"/>
            <a:ext cx="1468440" cy="767160"/>
            <a:chOff x="10124640" y="1269360"/>
            <a:chExt cx="1468440" cy="767160"/>
          </a:xfrm>
        </p:grpSpPr>
        <p:grpSp>
          <p:nvGrpSpPr>
            <p:cNvPr id="1742" name="Google Shape;1126;p80"/>
            <p:cNvGrpSpPr/>
            <p:nvPr/>
          </p:nvGrpSpPr>
          <p:grpSpPr>
            <a:xfrm>
              <a:off x="10124640" y="1269360"/>
              <a:ext cx="1222920" cy="298080"/>
              <a:chOff x="10124640" y="1269360"/>
              <a:chExt cx="1222920" cy="298080"/>
            </a:xfrm>
          </p:grpSpPr>
          <p:sp>
            <p:nvSpPr>
              <p:cNvPr id="1743" name="Google Shape;1127;p80"/>
              <p:cNvSpPr/>
              <p:nvPr/>
            </p:nvSpPr>
            <p:spPr>
              <a:xfrm>
                <a:off x="10124640" y="1269360"/>
                <a:ext cx="147960" cy="296640"/>
              </a:xfrm>
              <a:custGeom>
                <a:avLst/>
                <a:gdLst>
                  <a:gd name="textAreaLeft" fmla="*/ 0 w 147960"/>
                  <a:gd name="textAreaRight" fmla="*/ 149760 w 147960"/>
                  <a:gd name="textAreaTop" fmla="*/ 0 h 296640"/>
                  <a:gd name="textAreaBottom" fmla="*/ 298440 h 29664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4" name="Google Shape;1128;p80"/>
              <p:cNvSpPr/>
              <p:nvPr/>
            </p:nvSpPr>
            <p:spPr>
              <a:xfrm>
                <a:off x="10305360" y="1324800"/>
                <a:ext cx="228240" cy="242280"/>
              </a:xfrm>
              <a:custGeom>
                <a:avLst/>
                <a:gdLst>
                  <a:gd name="textAreaLeft" fmla="*/ 0 w 228240"/>
                  <a:gd name="textAreaRight" fmla="*/ 230040 w 22824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5" name="Google Shape;1129;p80"/>
              <p:cNvSpPr/>
              <p:nvPr/>
            </p:nvSpPr>
            <p:spPr>
              <a:xfrm>
                <a:off x="10573560" y="1325160"/>
                <a:ext cx="216000" cy="242280"/>
              </a:xfrm>
              <a:custGeom>
                <a:avLst/>
                <a:gdLst>
                  <a:gd name="textAreaLeft" fmla="*/ 0 w 216000"/>
                  <a:gd name="textAreaRight" fmla="*/ 217800 w 216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6" name="Google Shape;1130;p80"/>
              <p:cNvSpPr/>
              <p:nvPr/>
            </p:nvSpPr>
            <p:spPr>
              <a:xfrm>
                <a:off x="10834560" y="1325160"/>
                <a:ext cx="213120" cy="236880"/>
              </a:xfrm>
              <a:custGeom>
                <a:avLst/>
                <a:gdLst>
                  <a:gd name="textAreaLeft" fmla="*/ 0 w 213120"/>
                  <a:gd name="textAreaRight" fmla="*/ 214920 w 213120"/>
                  <a:gd name="textAreaTop" fmla="*/ 0 h 236880"/>
                  <a:gd name="textAreaBottom" fmla="*/ 238680 h 23688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7" name="Google Shape;1131;p80"/>
              <p:cNvSpPr/>
              <p:nvPr/>
            </p:nvSpPr>
            <p:spPr>
              <a:xfrm>
                <a:off x="11095560" y="1325160"/>
                <a:ext cx="252000" cy="242280"/>
              </a:xfrm>
              <a:custGeom>
                <a:avLst/>
                <a:gdLst>
                  <a:gd name="textAreaLeft" fmla="*/ 0 w 252000"/>
                  <a:gd name="textAreaRight" fmla="*/ 253800 w 252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48" name="Google Shape;1132;p80"/>
            <p:cNvGrpSpPr/>
            <p:nvPr/>
          </p:nvGrpSpPr>
          <p:grpSpPr>
            <a:xfrm>
              <a:off x="10546560" y="1648080"/>
              <a:ext cx="1046520" cy="388440"/>
              <a:chOff x="10546560" y="1648080"/>
              <a:chExt cx="1046520" cy="388440"/>
            </a:xfrm>
          </p:grpSpPr>
          <p:sp>
            <p:nvSpPr>
              <p:cNvPr id="1749" name="Google Shape;1133;p80"/>
              <p:cNvSpPr/>
              <p:nvPr/>
            </p:nvSpPr>
            <p:spPr>
              <a:xfrm>
                <a:off x="10546560" y="1648080"/>
                <a:ext cx="64800" cy="317520"/>
              </a:xfrm>
              <a:custGeom>
                <a:avLst/>
                <a:gdLst>
                  <a:gd name="textAreaLeft" fmla="*/ 0 w 64800"/>
                  <a:gd name="textAreaRight" fmla="*/ 66600 w 64800"/>
                  <a:gd name="textAreaTop" fmla="*/ 0 h 317520"/>
                  <a:gd name="textAreaBottom" fmla="*/ 319320 h 31752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0" name="Google Shape;1134;p80"/>
              <p:cNvSpPr/>
              <p:nvPr/>
            </p:nvSpPr>
            <p:spPr>
              <a:xfrm>
                <a:off x="10664280" y="1728720"/>
                <a:ext cx="252000" cy="242280"/>
              </a:xfrm>
              <a:custGeom>
                <a:avLst/>
                <a:gdLst>
                  <a:gd name="textAreaLeft" fmla="*/ 0 w 252000"/>
                  <a:gd name="textAreaRight" fmla="*/ 253800 w 252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1" name="Google Shape;1135;p80"/>
              <p:cNvSpPr/>
              <p:nvPr/>
            </p:nvSpPr>
            <p:spPr>
              <a:xfrm>
                <a:off x="10955160" y="1728720"/>
                <a:ext cx="244440" cy="307800"/>
              </a:xfrm>
              <a:custGeom>
                <a:avLst/>
                <a:gdLst>
                  <a:gd name="textAreaLeft" fmla="*/ 0 w 244440"/>
                  <a:gd name="textAreaRight" fmla="*/ 246240 w 244440"/>
                  <a:gd name="textAreaTop" fmla="*/ 0 h 307800"/>
                  <a:gd name="textAreaBottom" fmla="*/ 309600 h 30780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2" name="Google Shape;1136;p80"/>
              <p:cNvSpPr/>
              <p:nvPr/>
            </p:nvSpPr>
            <p:spPr>
              <a:xfrm>
                <a:off x="11262240" y="1648440"/>
                <a:ext cx="68400" cy="317520"/>
              </a:xfrm>
              <a:custGeom>
                <a:avLst/>
                <a:gdLst>
                  <a:gd name="textAreaLeft" fmla="*/ 0 w 68400"/>
                  <a:gd name="textAreaRight" fmla="*/ 70200 w 68400"/>
                  <a:gd name="textAreaTop" fmla="*/ 0 h 317520"/>
                  <a:gd name="textAreaBottom" fmla="*/ 319320 h 31752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3" name="Google Shape;1137;p80"/>
              <p:cNvSpPr/>
              <p:nvPr/>
            </p:nvSpPr>
            <p:spPr>
              <a:xfrm>
                <a:off x="11379240" y="1730520"/>
                <a:ext cx="213840" cy="239760"/>
              </a:xfrm>
              <a:custGeom>
                <a:avLst/>
                <a:gdLst>
                  <a:gd name="textAreaLeft" fmla="*/ 0 w 213840"/>
                  <a:gd name="textAreaRight" fmla="*/ 215640 w 213840"/>
                  <a:gd name="textAreaTop" fmla="*/ 0 h 239760"/>
                  <a:gd name="textAreaBottom" fmla="*/ 241560 h 23976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54" name="Google Shape;1138;p80"/>
          <p:cNvGrpSpPr/>
          <p:nvPr/>
        </p:nvGrpSpPr>
        <p:grpSpPr>
          <a:xfrm>
            <a:off x="10207440" y="873000"/>
            <a:ext cx="1175040" cy="297000"/>
            <a:chOff x="10207440" y="873000"/>
            <a:chExt cx="1175040" cy="297000"/>
          </a:xfrm>
        </p:grpSpPr>
        <p:sp>
          <p:nvSpPr>
            <p:cNvPr id="1755" name="Google Shape;1139;p80"/>
            <p:cNvSpPr/>
            <p:nvPr/>
          </p:nvSpPr>
          <p:spPr>
            <a:xfrm>
              <a:off x="10207440" y="878040"/>
              <a:ext cx="79920" cy="102240"/>
            </a:xfrm>
            <a:custGeom>
              <a:avLst/>
              <a:gdLst>
                <a:gd name="textAreaLeft" fmla="*/ 0 w 79920"/>
                <a:gd name="textAreaRight" fmla="*/ 81720 w 79920"/>
                <a:gd name="textAreaTop" fmla="*/ 0 h 102240"/>
                <a:gd name="textAreaBottom" fmla="*/ 104040 h 10224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6" name="Google Shape;1140;p80"/>
            <p:cNvSpPr/>
            <p:nvPr/>
          </p:nvSpPr>
          <p:spPr>
            <a:xfrm>
              <a:off x="10285560" y="903600"/>
              <a:ext cx="78480" cy="78480"/>
            </a:xfrm>
            <a:custGeom>
              <a:avLst/>
              <a:gdLst>
                <a:gd name="textAreaLeft" fmla="*/ 0 w 78480"/>
                <a:gd name="textAreaRight" fmla="*/ 80280 w 7848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7" name="Google Shape;1141;p80"/>
            <p:cNvSpPr/>
            <p:nvPr/>
          </p:nvSpPr>
          <p:spPr>
            <a:xfrm>
              <a:off x="10381680" y="873720"/>
              <a:ext cx="75960" cy="10836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8360"/>
                <a:gd name="textAreaBottom" fmla="*/ 110160 h 1083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8" name="Google Shape;1142;p80"/>
            <p:cNvSpPr/>
            <p:nvPr/>
          </p:nvSpPr>
          <p:spPr>
            <a:xfrm>
              <a:off x="10479240" y="90396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9" name="Google Shape;1143;p80"/>
            <p:cNvSpPr/>
            <p:nvPr/>
          </p:nvSpPr>
          <p:spPr>
            <a:xfrm>
              <a:off x="10564560" y="903960"/>
              <a:ext cx="57600" cy="77760"/>
            </a:xfrm>
            <a:custGeom>
              <a:avLst/>
              <a:gdLst>
                <a:gd name="textAreaLeft" fmla="*/ 0 w 57600"/>
                <a:gd name="textAreaRight" fmla="*/ 59400 w 5760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0" name="Google Shape;1144;p80"/>
            <p:cNvSpPr/>
            <p:nvPr/>
          </p:nvSpPr>
          <p:spPr>
            <a:xfrm>
              <a:off x="10683720" y="90396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1" name="Google Shape;1145;p80"/>
            <p:cNvSpPr/>
            <p:nvPr/>
          </p:nvSpPr>
          <p:spPr>
            <a:xfrm>
              <a:off x="10769400" y="903960"/>
              <a:ext cx="57600" cy="77760"/>
            </a:xfrm>
            <a:custGeom>
              <a:avLst/>
              <a:gdLst>
                <a:gd name="textAreaLeft" fmla="*/ 0 w 57600"/>
                <a:gd name="textAreaRight" fmla="*/ 59400 w 5760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2" name="Google Shape;1146;p80"/>
            <p:cNvSpPr/>
            <p:nvPr/>
          </p:nvSpPr>
          <p:spPr>
            <a:xfrm>
              <a:off x="10888200" y="873000"/>
              <a:ext cx="44640" cy="107280"/>
            </a:xfrm>
            <a:custGeom>
              <a:avLst/>
              <a:gdLst>
                <a:gd name="textAreaLeft" fmla="*/ 0 w 44640"/>
                <a:gd name="textAreaRight" fmla="*/ 46440 w 44640"/>
                <a:gd name="textAreaTop" fmla="*/ 0 h 107280"/>
                <a:gd name="textAreaBottom" fmla="*/ 109080 h 10728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3" name="Google Shape;1147;p80"/>
            <p:cNvSpPr/>
            <p:nvPr/>
          </p:nvSpPr>
          <p:spPr>
            <a:xfrm>
              <a:off x="10942920" y="903600"/>
              <a:ext cx="78480" cy="78480"/>
            </a:xfrm>
            <a:custGeom>
              <a:avLst/>
              <a:gdLst>
                <a:gd name="textAreaLeft" fmla="*/ 0 w 78480"/>
                <a:gd name="textAreaRight" fmla="*/ 80280 w 7848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4" name="Google Shape;1148;p80"/>
            <p:cNvSpPr/>
            <p:nvPr/>
          </p:nvSpPr>
          <p:spPr>
            <a:xfrm>
              <a:off x="11043720" y="903960"/>
              <a:ext cx="41040" cy="76320"/>
            </a:xfrm>
            <a:custGeom>
              <a:avLst/>
              <a:gdLst>
                <a:gd name="textAreaLeft" fmla="*/ 0 w 41040"/>
                <a:gd name="textAreaRight" fmla="*/ 42840 w 41040"/>
                <a:gd name="textAreaTop" fmla="*/ 0 h 76320"/>
                <a:gd name="textAreaBottom" fmla="*/ 78120 h 763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5" name="Google Shape;1149;p80"/>
            <p:cNvSpPr/>
            <p:nvPr/>
          </p:nvSpPr>
          <p:spPr>
            <a:xfrm>
              <a:off x="11103840" y="903600"/>
              <a:ext cx="114480" cy="76680"/>
            </a:xfrm>
            <a:custGeom>
              <a:avLst/>
              <a:gdLst>
                <a:gd name="textAreaLeft" fmla="*/ 0 w 114480"/>
                <a:gd name="textAreaRight" fmla="*/ 116280 w 114480"/>
                <a:gd name="textAreaTop" fmla="*/ 0 h 76680"/>
                <a:gd name="textAreaBottom" fmla="*/ 78480 h 7668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6" name="Google Shape;1150;p80"/>
            <p:cNvSpPr/>
            <p:nvPr/>
          </p:nvSpPr>
          <p:spPr>
            <a:xfrm>
              <a:off x="11239560" y="90396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7" name="Google Shape;1151;p80"/>
            <p:cNvSpPr/>
            <p:nvPr/>
          </p:nvSpPr>
          <p:spPr>
            <a:xfrm>
              <a:off x="11324880" y="903960"/>
              <a:ext cx="57600" cy="77760"/>
            </a:xfrm>
            <a:custGeom>
              <a:avLst/>
              <a:gdLst>
                <a:gd name="textAreaLeft" fmla="*/ 0 w 57600"/>
                <a:gd name="textAreaRight" fmla="*/ 59400 w 5760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8" name="Google Shape;1152;p80"/>
            <p:cNvSpPr/>
            <p:nvPr/>
          </p:nvSpPr>
          <p:spPr>
            <a:xfrm>
              <a:off x="10208160" y="1039680"/>
              <a:ext cx="75960" cy="10836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8360"/>
                <a:gd name="textAreaBottom" fmla="*/ 110160 h 1083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9" name="Google Shape;1153;p80"/>
            <p:cNvSpPr/>
            <p:nvPr/>
          </p:nvSpPr>
          <p:spPr>
            <a:xfrm>
              <a:off x="10306800" y="1069920"/>
              <a:ext cx="70920" cy="78480"/>
            </a:xfrm>
            <a:custGeom>
              <a:avLst/>
              <a:gdLst>
                <a:gd name="textAreaLeft" fmla="*/ 0 w 70920"/>
                <a:gd name="textAreaRight" fmla="*/ 72720 w 7092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0" name="Google Shape;1154;p80"/>
            <p:cNvSpPr/>
            <p:nvPr/>
          </p:nvSpPr>
          <p:spPr>
            <a:xfrm>
              <a:off x="10438200" y="107028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1" name="Google Shape;1155;p80"/>
            <p:cNvSpPr/>
            <p:nvPr/>
          </p:nvSpPr>
          <p:spPr>
            <a:xfrm>
              <a:off x="10530360" y="1069560"/>
              <a:ext cx="75960" cy="10044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0440"/>
                <a:gd name="textAreaBottom" fmla="*/ 102240 h 10044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2" name="Google Shape;1156;p80"/>
            <p:cNvSpPr/>
            <p:nvPr/>
          </p:nvSpPr>
          <p:spPr>
            <a:xfrm>
              <a:off x="10629000" y="1069920"/>
              <a:ext cx="41040" cy="76320"/>
            </a:xfrm>
            <a:custGeom>
              <a:avLst/>
              <a:gdLst>
                <a:gd name="textAreaLeft" fmla="*/ 0 w 41040"/>
                <a:gd name="textAreaRight" fmla="*/ 42840 w 41040"/>
                <a:gd name="textAreaTop" fmla="*/ 0 h 76320"/>
                <a:gd name="textAreaBottom" fmla="*/ 78120 h 763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3" name="Google Shape;1157;p80"/>
            <p:cNvSpPr/>
            <p:nvPr/>
          </p:nvSpPr>
          <p:spPr>
            <a:xfrm>
              <a:off x="10681200" y="1069920"/>
              <a:ext cx="70920" cy="78480"/>
            </a:xfrm>
            <a:custGeom>
              <a:avLst/>
              <a:gdLst>
                <a:gd name="textAreaLeft" fmla="*/ 0 w 70920"/>
                <a:gd name="textAreaRight" fmla="*/ 72720 w 7092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4" name="Google Shape;1158;p80"/>
            <p:cNvSpPr/>
            <p:nvPr/>
          </p:nvSpPr>
          <p:spPr>
            <a:xfrm>
              <a:off x="10774080" y="1069560"/>
              <a:ext cx="65520" cy="7668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6680"/>
                <a:gd name="textAreaBottom" fmla="*/ 78480 h 7668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5" name="Google Shape;1159;p80"/>
            <p:cNvSpPr/>
            <p:nvPr/>
          </p:nvSpPr>
          <p:spPr>
            <a:xfrm>
              <a:off x="10860840" y="1039680"/>
              <a:ext cx="75960" cy="10836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8360"/>
                <a:gd name="textAreaBottom" fmla="*/ 110160 h 1083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6" name="Google Shape;1160;p80"/>
            <p:cNvSpPr/>
            <p:nvPr/>
          </p:nvSpPr>
          <p:spPr>
            <a:xfrm>
              <a:off x="10959480" y="1069920"/>
              <a:ext cx="70920" cy="78480"/>
            </a:xfrm>
            <a:custGeom>
              <a:avLst/>
              <a:gdLst>
                <a:gd name="textAreaLeft" fmla="*/ 0 w 70920"/>
                <a:gd name="textAreaRight" fmla="*/ 72720 w 7092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7" name="Google Shape;1161;p80"/>
            <p:cNvSpPr/>
            <p:nvPr/>
          </p:nvSpPr>
          <p:spPr>
            <a:xfrm>
              <a:off x="11052360" y="1069920"/>
              <a:ext cx="41040" cy="76320"/>
            </a:xfrm>
            <a:custGeom>
              <a:avLst/>
              <a:gdLst>
                <a:gd name="textAreaLeft" fmla="*/ 0 w 41040"/>
                <a:gd name="textAreaRight" fmla="*/ 42840 w 41040"/>
                <a:gd name="textAreaTop" fmla="*/ 0 h 76320"/>
                <a:gd name="textAreaBottom" fmla="*/ 78120 h 763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78" name="Google Shape;1162;p80"/>
          <p:cNvGrpSpPr/>
          <p:nvPr/>
        </p:nvGrpSpPr>
        <p:grpSpPr>
          <a:xfrm>
            <a:off x="10113480" y="597240"/>
            <a:ext cx="607680" cy="150840"/>
            <a:chOff x="10113480" y="597240"/>
            <a:chExt cx="607680" cy="150840"/>
          </a:xfrm>
        </p:grpSpPr>
        <p:sp>
          <p:nvSpPr>
            <p:cNvPr id="1779" name="Google Shape;1163;p80"/>
            <p:cNvSpPr/>
            <p:nvPr/>
          </p:nvSpPr>
          <p:spPr>
            <a:xfrm>
              <a:off x="10627560" y="603360"/>
              <a:ext cx="93600" cy="144000"/>
            </a:xfrm>
            <a:custGeom>
              <a:avLst/>
              <a:gdLst>
                <a:gd name="textAreaLeft" fmla="*/ 0 w 93600"/>
                <a:gd name="textAreaRight" fmla="*/ 95400 w 93600"/>
                <a:gd name="textAreaTop" fmla="*/ 0 h 144000"/>
                <a:gd name="textAreaBottom" fmla="*/ 145800 h 14400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0" name="Google Shape;1164;p80"/>
            <p:cNvSpPr/>
            <p:nvPr/>
          </p:nvSpPr>
          <p:spPr>
            <a:xfrm>
              <a:off x="10113480" y="597240"/>
              <a:ext cx="136080" cy="150840"/>
            </a:xfrm>
            <a:custGeom>
              <a:avLst/>
              <a:gdLst>
                <a:gd name="textAreaLeft" fmla="*/ 0 w 136080"/>
                <a:gd name="textAreaRight" fmla="*/ 137880 w 136080"/>
                <a:gd name="textAreaTop" fmla="*/ 0 h 150840"/>
                <a:gd name="textAreaBottom" fmla="*/ 152640 h 15084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1" name="Google Shape;1165;p80"/>
            <p:cNvSpPr/>
            <p:nvPr/>
          </p:nvSpPr>
          <p:spPr>
            <a:xfrm>
              <a:off x="10246320" y="618480"/>
              <a:ext cx="132480" cy="124920"/>
            </a:xfrm>
            <a:custGeom>
              <a:avLst/>
              <a:gdLst>
                <a:gd name="textAreaLeft" fmla="*/ 0 w 132480"/>
                <a:gd name="textAreaRight" fmla="*/ 134280 w 132480"/>
                <a:gd name="textAreaTop" fmla="*/ 0 h 124920"/>
                <a:gd name="textAreaBottom" fmla="*/ 126720 h 12492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2" name="Google Shape;1166;p80"/>
            <p:cNvSpPr/>
            <p:nvPr/>
          </p:nvSpPr>
          <p:spPr>
            <a:xfrm>
              <a:off x="10378800" y="619920"/>
              <a:ext cx="123840" cy="121320"/>
            </a:xfrm>
            <a:custGeom>
              <a:avLst/>
              <a:gdLst>
                <a:gd name="textAreaLeft" fmla="*/ 0 w 123840"/>
                <a:gd name="textAreaRight" fmla="*/ 125640 w 123840"/>
                <a:gd name="textAreaTop" fmla="*/ 0 h 121320"/>
                <a:gd name="textAreaBottom" fmla="*/ 123120 h 12132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3" name="Google Shape;1167;p80"/>
            <p:cNvSpPr/>
            <p:nvPr/>
          </p:nvSpPr>
          <p:spPr>
            <a:xfrm>
              <a:off x="10503000" y="619200"/>
              <a:ext cx="124920" cy="123480"/>
            </a:xfrm>
            <a:custGeom>
              <a:avLst/>
              <a:gdLst>
                <a:gd name="textAreaLeft" fmla="*/ 0 w 124920"/>
                <a:gd name="textAreaRight" fmla="*/ 126720 w 124920"/>
                <a:gd name="textAreaTop" fmla="*/ 0 h 123480"/>
                <a:gd name="textAreaBottom" fmla="*/ 125280 h 12348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784" name="Google Shape;1168;p80" descr=""/>
          <p:cNvPicPr/>
          <p:nvPr/>
        </p:nvPicPr>
        <p:blipFill>
          <a:blip r:embed="rId3"/>
          <a:stretch/>
        </p:blipFill>
        <p:spPr>
          <a:xfrm>
            <a:off x="755280" y="593640"/>
            <a:ext cx="927360" cy="486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5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1800" y="0"/>
            <a:ext cx="12190320" cy="685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6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7" name="Google Shape;716;p69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8" name="Google Shape;717;p69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9" name="Google Shape;718;p69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0" name="Google Shape;719;p69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1" name="Google Shape;720;p69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2" name="Google Shape;721;p69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3" name="Google Shape;722;p69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4" name="Google Shape;723;p69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5" name="Google Shape;724;p69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6" name="Google Shape;725;p69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_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9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9720" cy="1018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0" name="Google Shape;728;p70" descr=""/>
          <p:cNvPicPr/>
          <p:nvPr/>
        </p:nvPicPr>
        <p:blipFill>
          <a:blip r:embed="rId3"/>
          <a:stretch/>
        </p:blipFill>
        <p:spPr>
          <a:xfrm flipH="1">
            <a:off x="503280" y="1314000"/>
            <a:ext cx="6079320" cy="47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1" name="Google Shape;729;p70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2" name="Google Shape;730;p70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3" name="Google Shape;731;p70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4" name="Google Shape;732;p70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5" name="Google Shape;733;p70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6" name="Google Shape;734;p70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7" name="Google Shape;735;p70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8" name="Google Shape;736;p70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9" name="Google Shape;737;p70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0" name="Google Shape;738;p70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669;p68"/>
          <p:cNvSpPr/>
          <p:nvPr/>
        </p:nvSpPr>
        <p:spPr>
          <a:xfrm>
            <a:off x="9374760" y="0"/>
            <a:ext cx="3026160" cy="68562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4" name="Google Shape;670;p68"/>
          <p:cNvSpPr/>
          <p:nvPr/>
        </p:nvSpPr>
        <p:spPr>
          <a:xfrm>
            <a:off x="9374760" y="3882960"/>
            <a:ext cx="3026160" cy="29732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5" name="Google Shape;671;p68"/>
          <p:cNvSpPr/>
          <p:nvPr/>
        </p:nvSpPr>
        <p:spPr>
          <a:xfrm>
            <a:off x="-41400" y="0"/>
            <a:ext cx="3026160" cy="68562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6" name="Google Shape;672;p68"/>
          <p:cNvSpPr/>
          <p:nvPr/>
        </p:nvSpPr>
        <p:spPr>
          <a:xfrm>
            <a:off x="-41400" y="0"/>
            <a:ext cx="3026160" cy="29732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7" name="Google Shape;673;p68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8" name="Google Shape;674;p68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9" name="Google Shape;675;p68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0" name="Google Shape;676;p68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1" name="Google Shape;677;p68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2" name="Google Shape;678;p68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3" name="Google Shape;679;p68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4" name="Google Shape;680;p68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5" name="Google Shape;681;p68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6" name="Google Shape;682;p68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7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8" name="Google Shape;684;p68"/>
          <p:cNvSpPr/>
          <p:nvPr/>
        </p:nvSpPr>
        <p:spPr>
          <a:xfrm>
            <a:off x="2666880" y="0"/>
            <a:ext cx="6856200" cy="68562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29" name="Google Shape;685;p68"/>
          <p:cNvGrpSpPr/>
          <p:nvPr/>
        </p:nvGrpSpPr>
        <p:grpSpPr>
          <a:xfrm>
            <a:off x="10058040" y="1268640"/>
            <a:ext cx="1803600" cy="1803600"/>
            <a:chOff x="10058040" y="1268640"/>
            <a:chExt cx="1803600" cy="1803600"/>
          </a:xfrm>
        </p:grpSpPr>
        <p:sp>
          <p:nvSpPr>
            <p:cNvPr id="1830" name="Google Shape;686;p68"/>
            <p:cNvSpPr/>
            <p:nvPr/>
          </p:nvSpPr>
          <p:spPr>
            <a:xfrm>
              <a:off x="11261520" y="12686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1" name="Google Shape;687;p68"/>
            <p:cNvSpPr/>
            <p:nvPr/>
          </p:nvSpPr>
          <p:spPr>
            <a:xfrm>
              <a:off x="11061000" y="12686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2" name="Google Shape;688;p68"/>
            <p:cNvSpPr/>
            <p:nvPr/>
          </p:nvSpPr>
          <p:spPr>
            <a:xfrm>
              <a:off x="10860480" y="12686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3" name="Google Shape;689;p68"/>
            <p:cNvSpPr/>
            <p:nvPr/>
          </p:nvSpPr>
          <p:spPr>
            <a:xfrm>
              <a:off x="10659960" y="12686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4" name="Google Shape;690;p68"/>
            <p:cNvSpPr/>
            <p:nvPr/>
          </p:nvSpPr>
          <p:spPr>
            <a:xfrm>
              <a:off x="10459440" y="12686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5" name="Google Shape;691;p68"/>
            <p:cNvSpPr/>
            <p:nvPr/>
          </p:nvSpPr>
          <p:spPr>
            <a:xfrm>
              <a:off x="10258560" y="1469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6" name="Google Shape;692;p68"/>
            <p:cNvSpPr/>
            <p:nvPr/>
          </p:nvSpPr>
          <p:spPr>
            <a:xfrm>
              <a:off x="10058040" y="16700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7" name="Google Shape;693;p68"/>
            <p:cNvSpPr/>
            <p:nvPr/>
          </p:nvSpPr>
          <p:spPr>
            <a:xfrm>
              <a:off x="10058040" y="187056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8" name="Google Shape;694;p68"/>
            <p:cNvSpPr/>
            <p:nvPr/>
          </p:nvSpPr>
          <p:spPr>
            <a:xfrm>
              <a:off x="10058040" y="207108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9" name="Google Shape;695;p68"/>
            <p:cNvSpPr/>
            <p:nvPr/>
          </p:nvSpPr>
          <p:spPr>
            <a:xfrm>
              <a:off x="10058040" y="227160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0" name="Google Shape;696;p68"/>
            <p:cNvSpPr/>
            <p:nvPr/>
          </p:nvSpPr>
          <p:spPr>
            <a:xfrm>
              <a:off x="10058040" y="24721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1" name="Google Shape;697;p68"/>
            <p:cNvSpPr/>
            <p:nvPr/>
          </p:nvSpPr>
          <p:spPr>
            <a:xfrm>
              <a:off x="10258560" y="267300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2" name="Google Shape;698;p68"/>
            <p:cNvSpPr/>
            <p:nvPr/>
          </p:nvSpPr>
          <p:spPr>
            <a:xfrm>
              <a:off x="10459440" y="2873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3" name="Google Shape;699;p68"/>
            <p:cNvSpPr/>
            <p:nvPr/>
          </p:nvSpPr>
          <p:spPr>
            <a:xfrm>
              <a:off x="10659960" y="2873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4" name="Google Shape;700;p68"/>
            <p:cNvSpPr/>
            <p:nvPr/>
          </p:nvSpPr>
          <p:spPr>
            <a:xfrm>
              <a:off x="10860480" y="2873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5" name="Google Shape;701;p68"/>
            <p:cNvSpPr/>
            <p:nvPr/>
          </p:nvSpPr>
          <p:spPr>
            <a:xfrm>
              <a:off x="11061000" y="2873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6" name="Google Shape;702;p68"/>
            <p:cNvSpPr/>
            <p:nvPr/>
          </p:nvSpPr>
          <p:spPr>
            <a:xfrm>
              <a:off x="11261520" y="2873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7" name="Google Shape;703;p68"/>
            <p:cNvSpPr/>
            <p:nvPr/>
          </p:nvSpPr>
          <p:spPr>
            <a:xfrm>
              <a:off x="11462400" y="267300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8" name="Google Shape;704;p68"/>
            <p:cNvSpPr/>
            <p:nvPr/>
          </p:nvSpPr>
          <p:spPr>
            <a:xfrm>
              <a:off x="11662920" y="24721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9" name="Google Shape;705;p68"/>
            <p:cNvSpPr/>
            <p:nvPr/>
          </p:nvSpPr>
          <p:spPr>
            <a:xfrm>
              <a:off x="11662920" y="227160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0" name="Google Shape;706;p68"/>
            <p:cNvSpPr/>
            <p:nvPr/>
          </p:nvSpPr>
          <p:spPr>
            <a:xfrm>
              <a:off x="11662920" y="207108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1" name="Google Shape;707;p68"/>
            <p:cNvSpPr/>
            <p:nvPr/>
          </p:nvSpPr>
          <p:spPr>
            <a:xfrm>
              <a:off x="11662920" y="187056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2" name="Google Shape;708;p68"/>
            <p:cNvSpPr/>
            <p:nvPr/>
          </p:nvSpPr>
          <p:spPr>
            <a:xfrm>
              <a:off x="11662920" y="167004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3" name="Google Shape;709;p68"/>
            <p:cNvSpPr/>
            <p:nvPr/>
          </p:nvSpPr>
          <p:spPr>
            <a:xfrm>
              <a:off x="11462400" y="1469520"/>
              <a:ext cx="198720" cy="198720"/>
            </a:xfrm>
            <a:custGeom>
              <a:avLst/>
              <a:gdLst>
                <a:gd name="textAreaLeft" fmla="*/ 0 w 198720"/>
                <a:gd name="textAreaRight" fmla="*/ 200520 w 198720"/>
                <a:gd name="textAreaTop" fmla="*/ 0 h 198720"/>
                <a:gd name="textAreaBottom" fmla="*/ 200520 h 1987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54" name="Google Shape;710;p68"/>
          <p:cNvSpPr/>
          <p:nvPr/>
        </p:nvSpPr>
        <p:spPr>
          <a:xfrm>
            <a:off x="492120" y="-227880"/>
            <a:ext cx="2057040" cy="8444520"/>
          </a:xfrm>
          <a:custGeom>
            <a:avLst/>
            <a:gdLst>
              <a:gd name="textAreaLeft" fmla="*/ 0 w 2057040"/>
              <a:gd name="textAreaRight" fmla="*/ 2058840 w 2057040"/>
              <a:gd name="textAreaTop" fmla="*/ 0 h 8444520"/>
              <a:gd name="textAreaBottom" fmla="*/ 8446320 h 844452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5" name="Google Shape;711;p68"/>
          <p:cNvSpPr/>
          <p:nvPr/>
        </p:nvSpPr>
        <p:spPr>
          <a:xfrm>
            <a:off x="3367800" y="-960480"/>
            <a:ext cx="1897200" cy="8692200"/>
          </a:xfrm>
          <a:custGeom>
            <a:avLst/>
            <a:gdLst>
              <a:gd name="textAreaLeft" fmla="*/ 0 w 1897200"/>
              <a:gd name="textAreaRight" fmla="*/ 1899000 w 1897200"/>
              <a:gd name="textAreaTop" fmla="*/ 0 h 8692200"/>
              <a:gd name="textAreaBottom" fmla="*/ 8694000 h 869220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6" name="Google Shape;712;p68"/>
          <p:cNvSpPr/>
          <p:nvPr/>
        </p:nvSpPr>
        <p:spPr>
          <a:xfrm>
            <a:off x="7389360" y="-113760"/>
            <a:ext cx="1933920" cy="7084080"/>
          </a:xfrm>
          <a:custGeom>
            <a:avLst/>
            <a:gdLst>
              <a:gd name="textAreaLeft" fmla="*/ 0 w 1933920"/>
              <a:gd name="textAreaRight" fmla="*/ 1935720 w 1933920"/>
              <a:gd name="textAreaTop" fmla="*/ 0 h 7084080"/>
              <a:gd name="textAreaBottom" fmla="*/ 7085880 h 708408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Big Data 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802;p73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0" name="Google Shape;803;p73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1" name="Google Shape;804;p73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2" name="Google Shape;805;p73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3" name="Google Shape;806;p73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4" name="Google Shape;807;p73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5" name="Google Shape;808;p73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6" name="Google Shape;809;p73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7" name="Google Shape;810;p73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8" name="Google Shape;811;p73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69" name="Google Shape;812;p73"/>
          <p:cNvGrpSpPr/>
          <p:nvPr/>
        </p:nvGrpSpPr>
        <p:grpSpPr>
          <a:xfrm>
            <a:off x="727920" y="3023640"/>
            <a:ext cx="5851800" cy="2526480"/>
            <a:chOff x="727920" y="3023640"/>
            <a:chExt cx="5851800" cy="2526480"/>
          </a:xfrm>
        </p:grpSpPr>
        <p:sp>
          <p:nvSpPr>
            <p:cNvPr id="1870" name="Google Shape;813;p73"/>
            <p:cNvSpPr/>
            <p:nvPr/>
          </p:nvSpPr>
          <p:spPr>
            <a:xfrm>
              <a:off x="1363680" y="3023640"/>
              <a:ext cx="507348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1" name="Google Shape;814;p73"/>
            <p:cNvSpPr/>
            <p:nvPr/>
          </p:nvSpPr>
          <p:spPr>
            <a:xfrm rot="16200000">
              <a:off x="-252000" y="4063320"/>
              <a:ext cx="241524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2" name="Google Shape;815;p73"/>
            <p:cNvSpPr/>
            <p:nvPr/>
          </p:nvSpPr>
          <p:spPr>
            <a:xfrm>
              <a:off x="1363680" y="4781520"/>
              <a:ext cx="5216040" cy="76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73" name="Google Shape;816;p73"/>
          <p:cNvGrpSpPr/>
          <p:nvPr/>
        </p:nvGrpSpPr>
        <p:grpSpPr>
          <a:xfrm>
            <a:off x="755280" y="2676960"/>
            <a:ext cx="691560" cy="691560"/>
            <a:chOff x="755280" y="2676960"/>
            <a:chExt cx="691560" cy="691560"/>
          </a:xfrm>
        </p:grpSpPr>
        <p:sp>
          <p:nvSpPr>
            <p:cNvPr id="1874" name="Google Shape;817;p73"/>
            <p:cNvSpPr/>
            <p:nvPr/>
          </p:nvSpPr>
          <p:spPr>
            <a:xfrm>
              <a:off x="755280" y="302364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5" name="Google Shape;818;p73"/>
            <p:cNvSpPr/>
            <p:nvPr/>
          </p:nvSpPr>
          <p:spPr>
            <a:xfrm>
              <a:off x="1101960" y="267696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76" name="Google Shape;819;p73"/>
          <p:cNvGrpSpPr/>
          <p:nvPr/>
        </p:nvGrpSpPr>
        <p:grpSpPr>
          <a:xfrm>
            <a:off x="6068520" y="5098320"/>
            <a:ext cx="691560" cy="691560"/>
            <a:chOff x="6068520" y="5098320"/>
            <a:chExt cx="691560" cy="691560"/>
          </a:xfrm>
        </p:grpSpPr>
        <p:sp>
          <p:nvSpPr>
            <p:cNvPr id="1877" name="Google Shape;820;p73"/>
            <p:cNvSpPr/>
            <p:nvPr/>
          </p:nvSpPr>
          <p:spPr>
            <a:xfrm>
              <a:off x="6068520" y="544500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8" name="Google Shape;821;p73"/>
            <p:cNvSpPr/>
            <p:nvPr/>
          </p:nvSpPr>
          <p:spPr>
            <a:xfrm>
              <a:off x="6415200" y="509832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879" name="Google Shape;822;p73" descr=""/>
          <p:cNvPicPr/>
          <p:nvPr/>
        </p:nvPicPr>
        <p:blipFill>
          <a:blip r:embed="rId2"/>
          <a:stretch/>
        </p:blipFill>
        <p:spPr>
          <a:xfrm>
            <a:off x="10151280" y="3891960"/>
            <a:ext cx="1417320" cy="153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0" name="Google Shape;823;p73" descr=""/>
          <p:cNvPicPr/>
          <p:nvPr/>
        </p:nvPicPr>
        <p:blipFill>
          <a:blip r:embed="rId3"/>
          <a:stretch/>
        </p:blipFill>
        <p:spPr>
          <a:xfrm>
            <a:off x="755280" y="595080"/>
            <a:ext cx="1912680" cy="337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81" name="Google Shape;824;p73"/>
          <p:cNvGrpSpPr/>
          <p:nvPr/>
        </p:nvGrpSpPr>
        <p:grpSpPr>
          <a:xfrm>
            <a:off x="10124640" y="1269360"/>
            <a:ext cx="1468440" cy="767160"/>
            <a:chOff x="10124640" y="1269360"/>
            <a:chExt cx="1468440" cy="767160"/>
          </a:xfrm>
        </p:grpSpPr>
        <p:grpSp>
          <p:nvGrpSpPr>
            <p:cNvPr id="1882" name="Google Shape;825;p73"/>
            <p:cNvGrpSpPr/>
            <p:nvPr/>
          </p:nvGrpSpPr>
          <p:grpSpPr>
            <a:xfrm>
              <a:off x="10124640" y="1269360"/>
              <a:ext cx="1222920" cy="298080"/>
              <a:chOff x="10124640" y="1269360"/>
              <a:chExt cx="1222920" cy="298080"/>
            </a:xfrm>
          </p:grpSpPr>
          <p:sp>
            <p:nvSpPr>
              <p:cNvPr id="1883" name="Google Shape;826;p73"/>
              <p:cNvSpPr/>
              <p:nvPr/>
            </p:nvSpPr>
            <p:spPr>
              <a:xfrm>
                <a:off x="10124640" y="1269360"/>
                <a:ext cx="147960" cy="296640"/>
              </a:xfrm>
              <a:custGeom>
                <a:avLst/>
                <a:gdLst>
                  <a:gd name="textAreaLeft" fmla="*/ 0 w 147960"/>
                  <a:gd name="textAreaRight" fmla="*/ 149760 w 147960"/>
                  <a:gd name="textAreaTop" fmla="*/ 0 h 296640"/>
                  <a:gd name="textAreaBottom" fmla="*/ 298440 h 29664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4" name="Google Shape;827;p73"/>
              <p:cNvSpPr/>
              <p:nvPr/>
            </p:nvSpPr>
            <p:spPr>
              <a:xfrm>
                <a:off x="10305360" y="1324800"/>
                <a:ext cx="228240" cy="242280"/>
              </a:xfrm>
              <a:custGeom>
                <a:avLst/>
                <a:gdLst>
                  <a:gd name="textAreaLeft" fmla="*/ 0 w 228240"/>
                  <a:gd name="textAreaRight" fmla="*/ 230040 w 22824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5" name="Google Shape;828;p73"/>
              <p:cNvSpPr/>
              <p:nvPr/>
            </p:nvSpPr>
            <p:spPr>
              <a:xfrm>
                <a:off x="10573560" y="1325160"/>
                <a:ext cx="216000" cy="242280"/>
              </a:xfrm>
              <a:custGeom>
                <a:avLst/>
                <a:gdLst>
                  <a:gd name="textAreaLeft" fmla="*/ 0 w 216000"/>
                  <a:gd name="textAreaRight" fmla="*/ 217800 w 216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6" name="Google Shape;829;p73"/>
              <p:cNvSpPr/>
              <p:nvPr/>
            </p:nvSpPr>
            <p:spPr>
              <a:xfrm>
                <a:off x="10834560" y="1325160"/>
                <a:ext cx="213120" cy="236880"/>
              </a:xfrm>
              <a:custGeom>
                <a:avLst/>
                <a:gdLst>
                  <a:gd name="textAreaLeft" fmla="*/ 0 w 213120"/>
                  <a:gd name="textAreaRight" fmla="*/ 214920 w 213120"/>
                  <a:gd name="textAreaTop" fmla="*/ 0 h 236880"/>
                  <a:gd name="textAreaBottom" fmla="*/ 238680 h 23688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7" name="Google Shape;830;p73"/>
              <p:cNvSpPr/>
              <p:nvPr/>
            </p:nvSpPr>
            <p:spPr>
              <a:xfrm>
                <a:off x="11095560" y="1325160"/>
                <a:ext cx="252000" cy="242280"/>
              </a:xfrm>
              <a:custGeom>
                <a:avLst/>
                <a:gdLst>
                  <a:gd name="textAreaLeft" fmla="*/ 0 w 252000"/>
                  <a:gd name="textAreaRight" fmla="*/ 253800 w 252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88" name="Google Shape;831;p73"/>
            <p:cNvGrpSpPr/>
            <p:nvPr/>
          </p:nvGrpSpPr>
          <p:grpSpPr>
            <a:xfrm>
              <a:off x="10546560" y="1648080"/>
              <a:ext cx="1046520" cy="388440"/>
              <a:chOff x="10546560" y="1648080"/>
              <a:chExt cx="1046520" cy="388440"/>
            </a:xfrm>
          </p:grpSpPr>
          <p:sp>
            <p:nvSpPr>
              <p:cNvPr id="1889" name="Google Shape;832;p73"/>
              <p:cNvSpPr/>
              <p:nvPr/>
            </p:nvSpPr>
            <p:spPr>
              <a:xfrm>
                <a:off x="10546560" y="1648080"/>
                <a:ext cx="64800" cy="317520"/>
              </a:xfrm>
              <a:custGeom>
                <a:avLst/>
                <a:gdLst>
                  <a:gd name="textAreaLeft" fmla="*/ 0 w 64800"/>
                  <a:gd name="textAreaRight" fmla="*/ 66600 w 64800"/>
                  <a:gd name="textAreaTop" fmla="*/ 0 h 317520"/>
                  <a:gd name="textAreaBottom" fmla="*/ 319320 h 31752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0" name="Google Shape;833;p73"/>
              <p:cNvSpPr/>
              <p:nvPr/>
            </p:nvSpPr>
            <p:spPr>
              <a:xfrm>
                <a:off x="10664280" y="1728720"/>
                <a:ext cx="252000" cy="242280"/>
              </a:xfrm>
              <a:custGeom>
                <a:avLst/>
                <a:gdLst>
                  <a:gd name="textAreaLeft" fmla="*/ 0 w 252000"/>
                  <a:gd name="textAreaRight" fmla="*/ 253800 w 252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1" name="Google Shape;834;p73"/>
              <p:cNvSpPr/>
              <p:nvPr/>
            </p:nvSpPr>
            <p:spPr>
              <a:xfrm>
                <a:off x="10955160" y="1728720"/>
                <a:ext cx="244440" cy="307800"/>
              </a:xfrm>
              <a:custGeom>
                <a:avLst/>
                <a:gdLst>
                  <a:gd name="textAreaLeft" fmla="*/ 0 w 244440"/>
                  <a:gd name="textAreaRight" fmla="*/ 246240 w 244440"/>
                  <a:gd name="textAreaTop" fmla="*/ 0 h 307800"/>
                  <a:gd name="textAreaBottom" fmla="*/ 309600 h 30780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2" name="Google Shape;835;p73"/>
              <p:cNvSpPr/>
              <p:nvPr/>
            </p:nvSpPr>
            <p:spPr>
              <a:xfrm>
                <a:off x="11262240" y="1648440"/>
                <a:ext cx="68400" cy="317520"/>
              </a:xfrm>
              <a:custGeom>
                <a:avLst/>
                <a:gdLst>
                  <a:gd name="textAreaLeft" fmla="*/ 0 w 68400"/>
                  <a:gd name="textAreaRight" fmla="*/ 70200 w 68400"/>
                  <a:gd name="textAreaTop" fmla="*/ 0 h 317520"/>
                  <a:gd name="textAreaBottom" fmla="*/ 319320 h 31752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3" name="Google Shape;836;p73"/>
              <p:cNvSpPr/>
              <p:nvPr/>
            </p:nvSpPr>
            <p:spPr>
              <a:xfrm>
                <a:off x="11379240" y="1730520"/>
                <a:ext cx="213840" cy="239760"/>
              </a:xfrm>
              <a:custGeom>
                <a:avLst/>
                <a:gdLst>
                  <a:gd name="textAreaLeft" fmla="*/ 0 w 213840"/>
                  <a:gd name="textAreaRight" fmla="*/ 215640 w 213840"/>
                  <a:gd name="textAreaTop" fmla="*/ 0 h 239760"/>
                  <a:gd name="textAreaBottom" fmla="*/ 241560 h 23976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94" name="Google Shape;837;p73"/>
          <p:cNvGrpSpPr/>
          <p:nvPr/>
        </p:nvGrpSpPr>
        <p:grpSpPr>
          <a:xfrm>
            <a:off x="10207440" y="873000"/>
            <a:ext cx="1175040" cy="297000"/>
            <a:chOff x="10207440" y="873000"/>
            <a:chExt cx="1175040" cy="297000"/>
          </a:xfrm>
        </p:grpSpPr>
        <p:sp>
          <p:nvSpPr>
            <p:cNvPr id="1895" name="Google Shape;838;p73"/>
            <p:cNvSpPr/>
            <p:nvPr/>
          </p:nvSpPr>
          <p:spPr>
            <a:xfrm>
              <a:off x="10207440" y="878040"/>
              <a:ext cx="79920" cy="102240"/>
            </a:xfrm>
            <a:custGeom>
              <a:avLst/>
              <a:gdLst>
                <a:gd name="textAreaLeft" fmla="*/ 0 w 79920"/>
                <a:gd name="textAreaRight" fmla="*/ 81720 w 79920"/>
                <a:gd name="textAreaTop" fmla="*/ 0 h 102240"/>
                <a:gd name="textAreaBottom" fmla="*/ 104040 h 10224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6" name="Google Shape;839;p73"/>
            <p:cNvSpPr/>
            <p:nvPr/>
          </p:nvSpPr>
          <p:spPr>
            <a:xfrm>
              <a:off x="10285560" y="903600"/>
              <a:ext cx="78480" cy="78480"/>
            </a:xfrm>
            <a:custGeom>
              <a:avLst/>
              <a:gdLst>
                <a:gd name="textAreaLeft" fmla="*/ 0 w 78480"/>
                <a:gd name="textAreaRight" fmla="*/ 80280 w 7848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7" name="Google Shape;840;p73"/>
            <p:cNvSpPr/>
            <p:nvPr/>
          </p:nvSpPr>
          <p:spPr>
            <a:xfrm>
              <a:off x="10381680" y="873720"/>
              <a:ext cx="75960" cy="10836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8360"/>
                <a:gd name="textAreaBottom" fmla="*/ 110160 h 1083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8" name="Google Shape;841;p73"/>
            <p:cNvSpPr/>
            <p:nvPr/>
          </p:nvSpPr>
          <p:spPr>
            <a:xfrm>
              <a:off x="10479240" y="90396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9" name="Google Shape;842;p73"/>
            <p:cNvSpPr/>
            <p:nvPr/>
          </p:nvSpPr>
          <p:spPr>
            <a:xfrm>
              <a:off x="10564560" y="903960"/>
              <a:ext cx="57600" cy="77760"/>
            </a:xfrm>
            <a:custGeom>
              <a:avLst/>
              <a:gdLst>
                <a:gd name="textAreaLeft" fmla="*/ 0 w 57600"/>
                <a:gd name="textAreaRight" fmla="*/ 59400 w 5760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0" name="Google Shape;843;p73"/>
            <p:cNvSpPr/>
            <p:nvPr/>
          </p:nvSpPr>
          <p:spPr>
            <a:xfrm>
              <a:off x="10683720" y="90396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1" name="Google Shape;844;p73"/>
            <p:cNvSpPr/>
            <p:nvPr/>
          </p:nvSpPr>
          <p:spPr>
            <a:xfrm>
              <a:off x="10769400" y="903960"/>
              <a:ext cx="57600" cy="77760"/>
            </a:xfrm>
            <a:custGeom>
              <a:avLst/>
              <a:gdLst>
                <a:gd name="textAreaLeft" fmla="*/ 0 w 57600"/>
                <a:gd name="textAreaRight" fmla="*/ 59400 w 5760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2" name="Google Shape;845;p73"/>
            <p:cNvSpPr/>
            <p:nvPr/>
          </p:nvSpPr>
          <p:spPr>
            <a:xfrm>
              <a:off x="10888200" y="873000"/>
              <a:ext cx="44640" cy="107280"/>
            </a:xfrm>
            <a:custGeom>
              <a:avLst/>
              <a:gdLst>
                <a:gd name="textAreaLeft" fmla="*/ 0 w 44640"/>
                <a:gd name="textAreaRight" fmla="*/ 46440 w 44640"/>
                <a:gd name="textAreaTop" fmla="*/ 0 h 107280"/>
                <a:gd name="textAreaBottom" fmla="*/ 109080 h 10728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3" name="Google Shape;846;p73"/>
            <p:cNvSpPr/>
            <p:nvPr/>
          </p:nvSpPr>
          <p:spPr>
            <a:xfrm>
              <a:off x="10942920" y="903600"/>
              <a:ext cx="78480" cy="78480"/>
            </a:xfrm>
            <a:custGeom>
              <a:avLst/>
              <a:gdLst>
                <a:gd name="textAreaLeft" fmla="*/ 0 w 78480"/>
                <a:gd name="textAreaRight" fmla="*/ 80280 w 7848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4" name="Google Shape;847;p73"/>
            <p:cNvSpPr/>
            <p:nvPr/>
          </p:nvSpPr>
          <p:spPr>
            <a:xfrm>
              <a:off x="11043720" y="903960"/>
              <a:ext cx="41040" cy="76320"/>
            </a:xfrm>
            <a:custGeom>
              <a:avLst/>
              <a:gdLst>
                <a:gd name="textAreaLeft" fmla="*/ 0 w 41040"/>
                <a:gd name="textAreaRight" fmla="*/ 42840 w 41040"/>
                <a:gd name="textAreaTop" fmla="*/ 0 h 76320"/>
                <a:gd name="textAreaBottom" fmla="*/ 78120 h 763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5" name="Google Shape;848;p73"/>
            <p:cNvSpPr/>
            <p:nvPr/>
          </p:nvSpPr>
          <p:spPr>
            <a:xfrm>
              <a:off x="11103840" y="903600"/>
              <a:ext cx="114480" cy="76680"/>
            </a:xfrm>
            <a:custGeom>
              <a:avLst/>
              <a:gdLst>
                <a:gd name="textAreaLeft" fmla="*/ 0 w 114480"/>
                <a:gd name="textAreaRight" fmla="*/ 116280 w 114480"/>
                <a:gd name="textAreaTop" fmla="*/ 0 h 76680"/>
                <a:gd name="textAreaBottom" fmla="*/ 78480 h 7668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6" name="Google Shape;849;p73"/>
            <p:cNvSpPr/>
            <p:nvPr/>
          </p:nvSpPr>
          <p:spPr>
            <a:xfrm>
              <a:off x="11239560" y="90396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7" name="Google Shape;850;p73"/>
            <p:cNvSpPr/>
            <p:nvPr/>
          </p:nvSpPr>
          <p:spPr>
            <a:xfrm>
              <a:off x="11324880" y="903960"/>
              <a:ext cx="57600" cy="77760"/>
            </a:xfrm>
            <a:custGeom>
              <a:avLst/>
              <a:gdLst>
                <a:gd name="textAreaLeft" fmla="*/ 0 w 57600"/>
                <a:gd name="textAreaRight" fmla="*/ 59400 w 5760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8" name="Google Shape;851;p73"/>
            <p:cNvSpPr/>
            <p:nvPr/>
          </p:nvSpPr>
          <p:spPr>
            <a:xfrm>
              <a:off x="10208160" y="1039680"/>
              <a:ext cx="75960" cy="10836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8360"/>
                <a:gd name="textAreaBottom" fmla="*/ 110160 h 1083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9" name="Google Shape;852;p73"/>
            <p:cNvSpPr/>
            <p:nvPr/>
          </p:nvSpPr>
          <p:spPr>
            <a:xfrm>
              <a:off x="10306800" y="1069920"/>
              <a:ext cx="70920" cy="78480"/>
            </a:xfrm>
            <a:custGeom>
              <a:avLst/>
              <a:gdLst>
                <a:gd name="textAreaLeft" fmla="*/ 0 w 70920"/>
                <a:gd name="textAreaRight" fmla="*/ 72720 w 7092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0" name="Google Shape;853;p73"/>
            <p:cNvSpPr/>
            <p:nvPr/>
          </p:nvSpPr>
          <p:spPr>
            <a:xfrm>
              <a:off x="10438200" y="107028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1" name="Google Shape;854;p73"/>
            <p:cNvSpPr/>
            <p:nvPr/>
          </p:nvSpPr>
          <p:spPr>
            <a:xfrm>
              <a:off x="10530360" y="1069560"/>
              <a:ext cx="75960" cy="10044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0440"/>
                <a:gd name="textAreaBottom" fmla="*/ 102240 h 10044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2" name="Google Shape;855;p73"/>
            <p:cNvSpPr/>
            <p:nvPr/>
          </p:nvSpPr>
          <p:spPr>
            <a:xfrm>
              <a:off x="10629000" y="1069920"/>
              <a:ext cx="41040" cy="76320"/>
            </a:xfrm>
            <a:custGeom>
              <a:avLst/>
              <a:gdLst>
                <a:gd name="textAreaLeft" fmla="*/ 0 w 41040"/>
                <a:gd name="textAreaRight" fmla="*/ 42840 w 41040"/>
                <a:gd name="textAreaTop" fmla="*/ 0 h 76320"/>
                <a:gd name="textAreaBottom" fmla="*/ 78120 h 763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3" name="Google Shape;856;p73"/>
            <p:cNvSpPr/>
            <p:nvPr/>
          </p:nvSpPr>
          <p:spPr>
            <a:xfrm>
              <a:off x="10681200" y="1069920"/>
              <a:ext cx="70920" cy="78480"/>
            </a:xfrm>
            <a:custGeom>
              <a:avLst/>
              <a:gdLst>
                <a:gd name="textAreaLeft" fmla="*/ 0 w 70920"/>
                <a:gd name="textAreaRight" fmla="*/ 72720 w 7092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4" name="Google Shape;857;p73"/>
            <p:cNvSpPr/>
            <p:nvPr/>
          </p:nvSpPr>
          <p:spPr>
            <a:xfrm>
              <a:off x="10774080" y="1069560"/>
              <a:ext cx="65520" cy="7668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6680"/>
                <a:gd name="textAreaBottom" fmla="*/ 78480 h 7668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5" name="Google Shape;858;p73"/>
            <p:cNvSpPr/>
            <p:nvPr/>
          </p:nvSpPr>
          <p:spPr>
            <a:xfrm>
              <a:off x="10860840" y="1039680"/>
              <a:ext cx="75960" cy="10836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8360"/>
                <a:gd name="textAreaBottom" fmla="*/ 110160 h 1083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6" name="Google Shape;859;p73"/>
            <p:cNvSpPr/>
            <p:nvPr/>
          </p:nvSpPr>
          <p:spPr>
            <a:xfrm>
              <a:off x="10959480" y="1069920"/>
              <a:ext cx="70920" cy="78480"/>
            </a:xfrm>
            <a:custGeom>
              <a:avLst/>
              <a:gdLst>
                <a:gd name="textAreaLeft" fmla="*/ 0 w 70920"/>
                <a:gd name="textAreaRight" fmla="*/ 72720 w 7092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7" name="Google Shape;860;p73"/>
            <p:cNvSpPr/>
            <p:nvPr/>
          </p:nvSpPr>
          <p:spPr>
            <a:xfrm>
              <a:off x="11052360" y="1069920"/>
              <a:ext cx="41040" cy="76320"/>
            </a:xfrm>
            <a:custGeom>
              <a:avLst/>
              <a:gdLst>
                <a:gd name="textAreaLeft" fmla="*/ 0 w 41040"/>
                <a:gd name="textAreaRight" fmla="*/ 42840 w 41040"/>
                <a:gd name="textAreaTop" fmla="*/ 0 h 76320"/>
                <a:gd name="textAreaBottom" fmla="*/ 78120 h 763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18" name="Google Shape;861;p73"/>
          <p:cNvGrpSpPr/>
          <p:nvPr/>
        </p:nvGrpSpPr>
        <p:grpSpPr>
          <a:xfrm>
            <a:off x="10113480" y="597240"/>
            <a:ext cx="607680" cy="150840"/>
            <a:chOff x="10113480" y="597240"/>
            <a:chExt cx="607680" cy="150840"/>
          </a:xfrm>
        </p:grpSpPr>
        <p:sp>
          <p:nvSpPr>
            <p:cNvPr id="1919" name="Google Shape;862;p73"/>
            <p:cNvSpPr/>
            <p:nvPr/>
          </p:nvSpPr>
          <p:spPr>
            <a:xfrm>
              <a:off x="10627560" y="603360"/>
              <a:ext cx="93600" cy="144000"/>
            </a:xfrm>
            <a:custGeom>
              <a:avLst/>
              <a:gdLst>
                <a:gd name="textAreaLeft" fmla="*/ 0 w 93600"/>
                <a:gd name="textAreaRight" fmla="*/ 95400 w 93600"/>
                <a:gd name="textAreaTop" fmla="*/ 0 h 144000"/>
                <a:gd name="textAreaBottom" fmla="*/ 145800 h 14400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0" name="Google Shape;863;p73"/>
            <p:cNvSpPr/>
            <p:nvPr/>
          </p:nvSpPr>
          <p:spPr>
            <a:xfrm>
              <a:off x="10113480" y="597240"/>
              <a:ext cx="136080" cy="150840"/>
            </a:xfrm>
            <a:custGeom>
              <a:avLst/>
              <a:gdLst>
                <a:gd name="textAreaLeft" fmla="*/ 0 w 136080"/>
                <a:gd name="textAreaRight" fmla="*/ 137880 w 136080"/>
                <a:gd name="textAreaTop" fmla="*/ 0 h 150840"/>
                <a:gd name="textAreaBottom" fmla="*/ 152640 h 15084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1" name="Google Shape;864;p73"/>
            <p:cNvSpPr/>
            <p:nvPr/>
          </p:nvSpPr>
          <p:spPr>
            <a:xfrm>
              <a:off x="10246320" y="618480"/>
              <a:ext cx="132480" cy="124920"/>
            </a:xfrm>
            <a:custGeom>
              <a:avLst/>
              <a:gdLst>
                <a:gd name="textAreaLeft" fmla="*/ 0 w 132480"/>
                <a:gd name="textAreaRight" fmla="*/ 134280 w 132480"/>
                <a:gd name="textAreaTop" fmla="*/ 0 h 124920"/>
                <a:gd name="textAreaBottom" fmla="*/ 126720 h 12492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2" name="Google Shape;865;p73"/>
            <p:cNvSpPr/>
            <p:nvPr/>
          </p:nvSpPr>
          <p:spPr>
            <a:xfrm>
              <a:off x="10378800" y="619920"/>
              <a:ext cx="123840" cy="121320"/>
            </a:xfrm>
            <a:custGeom>
              <a:avLst/>
              <a:gdLst>
                <a:gd name="textAreaLeft" fmla="*/ 0 w 123840"/>
                <a:gd name="textAreaRight" fmla="*/ 125640 w 123840"/>
                <a:gd name="textAreaTop" fmla="*/ 0 h 121320"/>
                <a:gd name="textAreaBottom" fmla="*/ 123120 h 12132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3" name="Google Shape;866;p73"/>
            <p:cNvSpPr/>
            <p:nvPr/>
          </p:nvSpPr>
          <p:spPr>
            <a:xfrm>
              <a:off x="10503000" y="619200"/>
              <a:ext cx="124920" cy="123480"/>
            </a:xfrm>
            <a:custGeom>
              <a:avLst/>
              <a:gdLst>
                <a:gd name="textAreaLeft" fmla="*/ 0 w 124920"/>
                <a:gd name="textAreaRight" fmla="*/ 126720 w 124920"/>
                <a:gd name="textAreaTop" fmla="*/ 0 h 123480"/>
                <a:gd name="textAreaBottom" fmla="*/ 125280 h 12348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BIG-DATA-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6" name="Google Shape;868;p74"/>
          <p:cNvGrpSpPr/>
          <p:nvPr/>
        </p:nvGrpSpPr>
        <p:grpSpPr>
          <a:xfrm>
            <a:off x="795240" y="2890800"/>
            <a:ext cx="3672360" cy="3107160"/>
            <a:chOff x="795240" y="2890800"/>
            <a:chExt cx="3672360" cy="3107160"/>
          </a:xfrm>
        </p:grpSpPr>
        <p:sp>
          <p:nvSpPr>
            <p:cNvPr id="1927" name="Google Shape;869;p74"/>
            <p:cNvSpPr/>
            <p:nvPr/>
          </p:nvSpPr>
          <p:spPr>
            <a:xfrm>
              <a:off x="795240" y="4303800"/>
              <a:ext cx="563400" cy="169416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694160"/>
                <a:gd name="textAreaBottom" fmla="*/ 1695960 h 16941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8" name="Google Shape;870;p74"/>
            <p:cNvSpPr/>
            <p:nvPr/>
          </p:nvSpPr>
          <p:spPr>
            <a:xfrm>
              <a:off x="3904200" y="3738600"/>
              <a:ext cx="563400" cy="112860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9" name="Google Shape;871;p74"/>
            <p:cNvSpPr/>
            <p:nvPr/>
          </p:nvSpPr>
          <p:spPr>
            <a:xfrm>
              <a:off x="4186800" y="543456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0" name="Google Shape;872;p74"/>
            <p:cNvSpPr/>
            <p:nvPr/>
          </p:nvSpPr>
          <p:spPr>
            <a:xfrm>
              <a:off x="2490840" y="317340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1" name="Google Shape;873;p74"/>
            <p:cNvSpPr/>
            <p:nvPr/>
          </p:nvSpPr>
          <p:spPr>
            <a:xfrm>
              <a:off x="1360440" y="2890800"/>
              <a:ext cx="1128600" cy="1128600"/>
            </a:xfrm>
            <a:custGeom>
              <a:avLst/>
              <a:gdLst>
                <a:gd name="textAreaLeft" fmla="*/ 0 w 1128600"/>
                <a:gd name="textAreaRight" fmla="*/ 1130400 w 11286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2" name="Google Shape;874;p74"/>
            <p:cNvSpPr/>
            <p:nvPr/>
          </p:nvSpPr>
          <p:spPr>
            <a:xfrm>
              <a:off x="1925640" y="4303800"/>
              <a:ext cx="1411200" cy="1411200"/>
            </a:xfrm>
            <a:custGeom>
              <a:avLst/>
              <a:gdLst>
                <a:gd name="textAreaLeft" fmla="*/ 0 w 1411200"/>
                <a:gd name="textAreaRight" fmla="*/ 1413000 w 1411200"/>
                <a:gd name="textAreaTop" fmla="*/ 0 h 1411200"/>
                <a:gd name="textAreaBottom" fmla="*/ 1413000 h 14112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33" name="Google Shape;875;p74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4" name="Google Shape;876;p74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5" name="Google Shape;877;p74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6" name="Google Shape;878;p74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7" name="Google Shape;879;p74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8" name="Google Shape;880;p74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9" name="Google Shape;881;p74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0" name="Google Shape;882;p74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1" name="Google Shape;883;p74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2" name="Google Shape;884;p74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43" name="Google Shape;885;p74"/>
          <p:cNvGrpSpPr/>
          <p:nvPr/>
        </p:nvGrpSpPr>
        <p:grpSpPr>
          <a:xfrm>
            <a:off x="-2185920" y="0"/>
            <a:ext cx="930600" cy="6856200"/>
            <a:chOff x="-2185920" y="0"/>
            <a:chExt cx="930600" cy="6856200"/>
          </a:xfrm>
        </p:grpSpPr>
        <p:sp>
          <p:nvSpPr>
            <p:cNvPr id="1944" name="Google Shape;886;p74"/>
            <p:cNvSpPr/>
            <p:nvPr/>
          </p:nvSpPr>
          <p:spPr>
            <a:xfrm>
              <a:off x="-2185920" y="0"/>
              <a:ext cx="315720" cy="685620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5" name="Google Shape;887;p74"/>
            <p:cNvSpPr/>
            <p:nvPr/>
          </p:nvSpPr>
          <p:spPr>
            <a:xfrm>
              <a:off x="-2185920" y="0"/>
              <a:ext cx="315720" cy="248724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6" name="Google Shape;888;p74"/>
            <p:cNvSpPr/>
            <p:nvPr/>
          </p:nvSpPr>
          <p:spPr>
            <a:xfrm>
              <a:off x="-1881720" y="0"/>
              <a:ext cx="315720" cy="6856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7" name="Google Shape;889;p74"/>
            <p:cNvSpPr/>
            <p:nvPr/>
          </p:nvSpPr>
          <p:spPr>
            <a:xfrm>
              <a:off x="-1881720" y="4368960"/>
              <a:ext cx="315720" cy="24872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8" name="Google Shape;890;p74"/>
            <p:cNvSpPr/>
            <p:nvPr/>
          </p:nvSpPr>
          <p:spPr>
            <a:xfrm>
              <a:off x="-1571040" y="0"/>
              <a:ext cx="315720" cy="685620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9" name="Google Shape;891;p74"/>
            <p:cNvSpPr/>
            <p:nvPr/>
          </p:nvSpPr>
          <p:spPr>
            <a:xfrm>
              <a:off x="-1571040" y="0"/>
              <a:ext cx="315720" cy="248724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50" name="Google Shape;892;p74"/>
          <p:cNvGrpSpPr/>
          <p:nvPr/>
        </p:nvGrpSpPr>
        <p:grpSpPr>
          <a:xfrm>
            <a:off x="1734120" y="843120"/>
            <a:ext cx="1368360" cy="1094400"/>
            <a:chOff x="1734120" y="843120"/>
            <a:chExt cx="1368360" cy="1094400"/>
          </a:xfrm>
        </p:grpSpPr>
        <p:sp>
          <p:nvSpPr>
            <p:cNvPr id="1951" name="Google Shape;893;p74"/>
            <p:cNvSpPr/>
            <p:nvPr/>
          </p:nvSpPr>
          <p:spPr>
            <a:xfrm>
              <a:off x="2282400" y="84312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2" name="Google Shape;894;p74"/>
            <p:cNvSpPr/>
            <p:nvPr/>
          </p:nvSpPr>
          <p:spPr>
            <a:xfrm>
              <a:off x="2008080" y="111744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3" name="Google Shape;895;p74"/>
            <p:cNvSpPr/>
            <p:nvPr/>
          </p:nvSpPr>
          <p:spPr>
            <a:xfrm>
              <a:off x="1734120" y="13914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4" name="Google Shape;896;p74"/>
            <p:cNvSpPr/>
            <p:nvPr/>
          </p:nvSpPr>
          <p:spPr>
            <a:xfrm>
              <a:off x="173412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5" name="Google Shape;897;p74"/>
            <p:cNvSpPr/>
            <p:nvPr/>
          </p:nvSpPr>
          <p:spPr>
            <a:xfrm>
              <a:off x="200808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6" name="Google Shape;898;p74"/>
            <p:cNvSpPr/>
            <p:nvPr/>
          </p:nvSpPr>
          <p:spPr>
            <a:xfrm>
              <a:off x="228240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7" name="Google Shape;899;p74"/>
            <p:cNvSpPr/>
            <p:nvPr/>
          </p:nvSpPr>
          <p:spPr>
            <a:xfrm>
              <a:off x="255636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8" name="Google Shape;900;p74"/>
            <p:cNvSpPr/>
            <p:nvPr/>
          </p:nvSpPr>
          <p:spPr>
            <a:xfrm>
              <a:off x="283032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9" name="Google Shape;901;p74"/>
            <p:cNvSpPr/>
            <p:nvPr/>
          </p:nvSpPr>
          <p:spPr>
            <a:xfrm>
              <a:off x="2830320" y="13914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0" name="Google Shape;902;p74"/>
            <p:cNvSpPr/>
            <p:nvPr/>
          </p:nvSpPr>
          <p:spPr>
            <a:xfrm>
              <a:off x="2556360" y="111744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61" name="Google Shape;903;p74"/>
          <p:cNvGrpSpPr/>
          <p:nvPr/>
        </p:nvGrpSpPr>
        <p:grpSpPr>
          <a:xfrm>
            <a:off x="9798120" y="5367240"/>
            <a:ext cx="1396440" cy="729720"/>
            <a:chOff x="9798120" y="5367240"/>
            <a:chExt cx="1396440" cy="729720"/>
          </a:xfrm>
        </p:grpSpPr>
        <p:grpSp>
          <p:nvGrpSpPr>
            <p:cNvPr id="1962" name="Google Shape;904;p74"/>
            <p:cNvGrpSpPr/>
            <p:nvPr/>
          </p:nvGrpSpPr>
          <p:grpSpPr>
            <a:xfrm>
              <a:off x="9798120" y="5367240"/>
              <a:ext cx="1162800" cy="283320"/>
              <a:chOff x="9798120" y="5367240"/>
              <a:chExt cx="1162800" cy="283320"/>
            </a:xfrm>
          </p:grpSpPr>
          <p:sp>
            <p:nvSpPr>
              <p:cNvPr id="1963" name="Google Shape;905;p74"/>
              <p:cNvSpPr/>
              <p:nvPr/>
            </p:nvSpPr>
            <p:spPr>
              <a:xfrm>
                <a:off x="9798120" y="5367240"/>
                <a:ext cx="140400" cy="281880"/>
              </a:xfrm>
              <a:custGeom>
                <a:avLst/>
                <a:gdLst>
                  <a:gd name="textAreaLeft" fmla="*/ 0 w 140400"/>
                  <a:gd name="textAreaRight" fmla="*/ 142200 w 140400"/>
                  <a:gd name="textAreaTop" fmla="*/ 0 h 281880"/>
                  <a:gd name="textAreaBottom" fmla="*/ 283680 h 2818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4" name="Google Shape;906;p74"/>
              <p:cNvSpPr/>
              <p:nvPr/>
            </p:nvSpPr>
            <p:spPr>
              <a:xfrm>
                <a:off x="9969840" y="5420160"/>
                <a:ext cx="217080" cy="230400"/>
              </a:xfrm>
              <a:custGeom>
                <a:avLst/>
                <a:gdLst>
                  <a:gd name="textAreaLeft" fmla="*/ 0 w 217080"/>
                  <a:gd name="textAreaRight" fmla="*/ 218880 w 21708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5" name="Google Shape;907;p74"/>
              <p:cNvSpPr/>
              <p:nvPr/>
            </p:nvSpPr>
            <p:spPr>
              <a:xfrm>
                <a:off x="10224720" y="5420160"/>
                <a:ext cx="205200" cy="230400"/>
              </a:xfrm>
              <a:custGeom>
                <a:avLst/>
                <a:gdLst>
                  <a:gd name="textAreaLeft" fmla="*/ 0 w 205200"/>
                  <a:gd name="textAreaRight" fmla="*/ 207000 w 2052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6" name="Google Shape;908;p74"/>
              <p:cNvSpPr/>
              <p:nvPr/>
            </p:nvSpPr>
            <p:spPr>
              <a:xfrm>
                <a:off x="10473120" y="5420160"/>
                <a:ext cx="202320" cy="225360"/>
              </a:xfrm>
              <a:custGeom>
                <a:avLst/>
                <a:gdLst>
                  <a:gd name="textAreaLeft" fmla="*/ 0 w 202320"/>
                  <a:gd name="textAreaRight" fmla="*/ 204120 w 202320"/>
                  <a:gd name="textAreaTop" fmla="*/ 0 h 225360"/>
                  <a:gd name="textAreaBottom" fmla="*/ 227160 h 2253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7" name="Google Shape;909;p74"/>
              <p:cNvSpPr/>
              <p:nvPr/>
            </p:nvSpPr>
            <p:spPr>
              <a:xfrm>
                <a:off x="10721520" y="542016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68" name="Google Shape;910;p74"/>
            <p:cNvGrpSpPr/>
            <p:nvPr/>
          </p:nvGrpSpPr>
          <p:grpSpPr>
            <a:xfrm>
              <a:off x="10199160" y="5727600"/>
              <a:ext cx="995400" cy="369360"/>
              <a:chOff x="10199160" y="5727600"/>
              <a:chExt cx="995400" cy="369360"/>
            </a:xfrm>
          </p:grpSpPr>
          <p:sp>
            <p:nvSpPr>
              <p:cNvPr id="1969" name="Google Shape;911;p74"/>
              <p:cNvSpPr/>
              <p:nvPr/>
            </p:nvSpPr>
            <p:spPr>
              <a:xfrm>
                <a:off x="10199160" y="5727600"/>
                <a:ext cx="61560" cy="301680"/>
              </a:xfrm>
              <a:custGeom>
                <a:avLst/>
                <a:gdLst>
                  <a:gd name="textAreaLeft" fmla="*/ 0 w 61560"/>
                  <a:gd name="textAreaRight" fmla="*/ 63360 w 6156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0" name="Google Shape;912;p74"/>
              <p:cNvSpPr/>
              <p:nvPr/>
            </p:nvSpPr>
            <p:spPr>
              <a:xfrm>
                <a:off x="10311120" y="580428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1" name="Google Shape;913;p74"/>
              <p:cNvSpPr/>
              <p:nvPr/>
            </p:nvSpPr>
            <p:spPr>
              <a:xfrm>
                <a:off x="10588320" y="5804280"/>
                <a:ext cx="232200" cy="292680"/>
              </a:xfrm>
              <a:custGeom>
                <a:avLst/>
                <a:gdLst>
                  <a:gd name="textAreaLeft" fmla="*/ 0 w 232200"/>
                  <a:gd name="textAreaRight" fmla="*/ 234000 w 232200"/>
                  <a:gd name="textAreaTop" fmla="*/ 0 h 292680"/>
                  <a:gd name="textAreaBottom" fmla="*/ 294480 h 2926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2" name="Google Shape;914;p74"/>
              <p:cNvSpPr/>
              <p:nvPr/>
            </p:nvSpPr>
            <p:spPr>
              <a:xfrm>
                <a:off x="10880280" y="5727600"/>
                <a:ext cx="64800" cy="301680"/>
              </a:xfrm>
              <a:custGeom>
                <a:avLst/>
                <a:gdLst>
                  <a:gd name="textAreaLeft" fmla="*/ 0 w 64800"/>
                  <a:gd name="textAreaRight" fmla="*/ 66600 w 6480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3" name="Google Shape;915;p74"/>
              <p:cNvSpPr/>
              <p:nvPr/>
            </p:nvSpPr>
            <p:spPr>
              <a:xfrm>
                <a:off x="10991160" y="5806080"/>
                <a:ext cx="203400" cy="227880"/>
              </a:xfrm>
              <a:custGeom>
                <a:avLst/>
                <a:gdLst>
                  <a:gd name="textAreaLeft" fmla="*/ 0 w 203400"/>
                  <a:gd name="textAreaRight" fmla="*/ 205200 w 203400"/>
                  <a:gd name="textAreaTop" fmla="*/ 0 h 227880"/>
                  <a:gd name="textAreaBottom" fmla="*/ 229680 h 2278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974" name="Google Shape;916;p74"/>
          <p:cNvGrpSpPr/>
          <p:nvPr/>
        </p:nvGrpSpPr>
        <p:grpSpPr>
          <a:xfrm>
            <a:off x="9880920" y="5104080"/>
            <a:ext cx="577800" cy="143280"/>
            <a:chOff x="9880920" y="5104080"/>
            <a:chExt cx="577800" cy="143280"/>
          </a:xfrm>
        </p:grpSpPr>
        <p:sp>
          <p:nvSpPr>
            <p:cNvPr id="1975" name="Google Shape;917;p74"/>
            <p:cNvSpPr/>
            <p:nvPr/>
          </p:nvSpPr>
          <p:spPr>
            <a:xfrm>
              <a:off x="10369800" y="5109840"/>
              <a:ext cx="88920" cy="136800"/>
            </a:xfrm>
            <a:custGeom>
              <a:avLst/>
              <a:gdLst>
                <a:gd name="textAreaLeft" fmla="*/ 0 w 88920"/>
                <a:gd name="textAreaRight" fmla="*/ 90720 w 88920"/>
                <a:gd name="textAreaTop" fmla="*/ 0 h 136800"/>
                <a:gd name="textAreaBottom" fmla="*/ 138600 h 1368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6" name="Google Shape;918;p74"/>
            <p:cNvSpPr/>
            <p:nvPr/>
          </p:nvSpPr>
          <p:spPr>
            <a:xfrm>
              <a:off x="9880920" y="5104080"/>
              <a:ext cx="129240" cy="143280"/>
            </a:xfrm>
            <a:custGeom>
              <a:avLst/>
              <a:gdLst>
                <a:gd name="textAreaLeft" fmla="*/ 0 w 129240"/>
                <a:gd name="textAreaRight" fmla="*/ 131040 w 129240"/>
                <a:gd name="textAreaTop" fmla="*/ 0 h 143280"/>
                <a:gd name="textAreaBottom" fmla="*/ 145080 h 1432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7" name="Google Shape;919;p74"/>
            <p:cNvSpPr/>
            <p:nvPr/>
          </p:nvSpPr>
          <p:spPr>
            <a:xfrm>
              <a:off x="10007280" y="5124240"/>
              <a:ext cx="125640" cy="118800"/>
            </a:xfrm>
            <a:custGeom>
              <a:avLst/>
              <a:gdLst>
                <a:gd name="textAreaLeft" fmla="*/ 0 w 125640"/>
                <a:gd name="textAreaRight" fmla="*/ 127440 w 125640"/>
                <a:gd name="textAreaTop" fmla="*/ 0 h 118800"/>
                <a:gd name="textAreaBottom" fmla="*/ 120600 h 1188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8" name="Google Shape;920;p74"/>
            <p:cNvSpPr/>
            <p:nvPr/>
          </p:nvSpPr>
          <p:spPr>
            <a:xfrm>
              <a:off x="10133280" y="5125680"/>
              <a:ext cx="117360" cy="115200"/>
            </a:xfrm>
            <a:custGeom>
              <a:avLst/>
              <a:gdLst>
                <a:gd name="textAreaLeft" fmla="*/ 0 w 117360"/>
                <a:gd name="textAreaRight" fmla="*/ 119160 w 117360"/>
                <a:gd name="textAreaTop" fmla="*/ 0 h 115200"/>
                <a:gd name="textAreaBottom" fmla="*/ 117000 h 1152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9" name="Google Shape;921;p74"/>
            <p:cNvSpPr/>
            <p:nvPr/>
          </p:nvSpPr>
          <p:spPr>
            <a:xfrm>
              <a:off x="10251720" y="5124960"/>
              <a:ext cx="118440" cy="117360"/>
            </a:xfrm>
            <a:custGeom>
              <a:avLst/>
              <a:gdLst>
                <a:gd name="textAreaLeft" fmla="*/ 0 w 118440"/>
                <a:gd name="textAreaRight" fmla="*/ 120240 w 118440"/>
                <a:gd name="textAreaTop" fmla="*/ 0 h 117360"/>
                <a:gd name="textAreaBottom" fmla="*/ 119160 h 1173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80" name="Google Shape;922;p74"/>
          <p:cNvSpPr/>
          <p:nvPr/>
        </p:nvSpPr>
        <p:spPr>
          <a:xfrm>
            <a:off x="8377920" y="13320"/>
            <a:ext cx="3610080" cy="3610080"/>
          </a:xfrm>
          <a:custGeom>
            <a:avLst/>
            <a:gdLst>
              <a:gd name="textAreaLeft" fmla="*/ 0 w 3610080"/>
              <a:gd name="textAreaRight" fmla="*/ 3611880 w 3610080"/>
              <a:gd name="textAreaTop" fmla="*/ 0 h 3610080"/>
              <a:gd name="textAreaBottom" fmla="*/ 3611880 h 36100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81" name="Google Shape;923;p74"/>
          <p:cNvGrpSpPr/>
          <p:nvPr/>
        </p:nvGrpSpPr>
        <p:grpSpPr>
          <a:xfrm>
            <a:off x="401040" y="198360"/>
            <a:ext cx="6759360" cy="1623240"/>
            <a:chOff x="401040" y="198360"/>
            <a:chExt cx="6759360" cy="1623240"/>
          </a:xfrm>
        </p:grpSpPr>
        <p:sp>
          <p:nvSpPr>
            <p:cNvPr id="1982" name="Google Shape;924;p74"/>
            <p:cNvSpPr/>
            <p:nvPr/>
          </p:nvSpPr>
          <p:spPr>
            <a:xfrm>
              <a:off x="690480" y="275760"/>
              <a:ext cx="209268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3" name="Google Shape;925;p74"/>
            <p:cNvSpPr/>
            <p:nvPr/>
          </p:nvSpPr>
          <p:spPr>
            <a:xfrm>
              <a:off x="1944360" y="961560"/>
              <a:ext cx="5216040" cy="76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4" name="Google Shape;926;p74"/>
            <p:cNvGrpSpPr/>
            <p:nvPr/>
          </p:nvGrpSpPr>
          <p:grpSpPr>
            <a:xfrm>
              <a:off x="401040" y="198360"/>
              <a:ext cx="691560" cy="691560"/>
              <a:chOff x="401040" y="198360"/>
              <a:chExt cx="691560" cy="691560"/>
            </a:xfrm>
          </p:grpSpPr>
          <p:sp>
            <p:nvSpPr>
              <p:cNvPr id="1985" name="Google Shape;927;p74"/>
              <p:cNvSpPr/>
              <p:nvPr/>
            </p:nvSpPr>
            <p:spPr>
              <a:xfrm>
                <a:off x="401040" y="545040"/>
                <a:ext cx="344880" cy="3448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6" name="Google Shape;928;p74"/>
              <p:cNvSpPr/>
              <p:nvPr/>
            </p:nvSpPr>
            <p:spPr>
              <a:xfrm>
                <a:off x="747720" y="198360"/>
                <a:ext cx="344880" cy="3448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87" name="Google Shape;929;p74"/>
          <p:cNvSpPr/>
          <p:nvPr/>
        </p:nvSpPr>
        <p:spPr>
          <a:xfrm>
            <a:off x="706680" y="3871800"/>
            <a:ext cx="355716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8" name="Google Shape;930;p74" descr=""/>
          <p:cNvPicPr/>
          <p:nvPr/>
        </p:nvPicPr>
        <p:blipFill>
          <a:blip r:embed="rId2"/>
          <a:stretch/>
        </p:blipFill>
        <p:spPr>
          <a:xfrm>
            <a:off x="9226440" y="1445400"/>
            <a:ext cx="1912680" cy="33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8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932;p75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2" name="Google Shape;933;p75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3" name="Google Shape;934;p75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4" name="Google Shape;935;p75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5" name="Google Shape;936;p75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6" name="Google Shape;937;p75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7" name="Google Shape;938;p75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8" name="Google Shape;939;p75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9" name="Google Shape;940;p75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0" name="Google Shape;941;p75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1" name="Google Shape;942;p75"/>
          <p:cNvSpPr/>
          <p:nvPr/>
        </p:nvSpPr>
        <p:spPr>
          <a:xfrm>
            <a:off x="11807280" y="0"/>
            <a:ext cx="383040" cy="68562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02" name="Google Shape;943;p7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3" name="Google Shape;944;p75"/>
          <p:cNvSpPr/>
          <p:nvPr/>
        </p:nvSpPr>
        <p:spPr>
          <a:xfrm>
            <a:off x="11422440" y="0"/>
            <a:ext cx="383040" cy="68562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4" name="Google Shape;945;p75"/>
          <p:cNvSpPr/>
          <p:nvPr/>
        </p:nvSpPr>
        <p:spPr>
          <a:xfrm>
            <a:off x="11037960" y="0"/>
            <a:ext cx="383040" cy="685620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5" name="Google Shape;946;p75"/>
          <p:cNvSpPr/>
          <p:nvPr/>
        </p:nvSpPr>
        <p:spPr>
          <a:xfrm>
            <a:off x="10653120" y="1800"/>
            <a:ext cx="383040" cy="6856200"/>
          </a:xfrm>
          <a:prstGeom prst="rect">
            <a:avLst/>
          </a:prstGeom>
          <a:solidFill>
            <a:srgbClr val="6de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resentaç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8" name="Google Shape;70;p49" descr="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9" name="Google Shape;71;p49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0" name="Google Shape;72;p49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1" name="Google Shape;73;p49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2" name="Google Shape;74;p49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3" name="Google Shape;75;p49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4" name="Google Shape;76;p49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5" name="Google Shape;77;p49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6" name="Google Shape;78;p49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7" name="Google Shape;79;p49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8" name="Google Shape;80;p49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1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5000" cy="94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2" name="Google Shape;99;p51"/>
          <p:cNvSpPr/>
          <p:nvPr/>
        </p:nvSpPr>
        <p:spPr>
          <a:xfrm>
            <a:off x="-65160" y="0"/>
            <a:ext cx="2730240" cy="4816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3" name="Google Shape;100;p51"/>
          <p:cNvSpPr/>
          <p:nvPr/>
        </p:nvSpPr>
        <p:spPr>
          <a:xfrm flipH="1">
            <a:off x="7618680" y="-2880"/>
            <a:ext cx="4635360" cy="4816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4" name="Google Shape;101;p51"/>
          <p:cNvSpPr/>
          <p:nvPr/>
        </p:nvSpPr>
        <p:spPr>
          <a:xfrm>
            <a:off x="2362320" y="0"/>
            <a:ext cx="5655960" cy="4816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5" name="Google Shape;102;p51"/>
          <p:cNvSpPr/>
          <p:nvPr/>
        </p:nvSpPr>
        <p:spPr>
          <a:xfrm flipH="1" rot="10800000">
            <a:off x="5630760" y="5931360"/>
            <a:ext cx="6624720" cy="9450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6" name="Google Shape;103;p51"/>
          <p:cNvSpPr/>
          <p:nvPr/>
        </p:nvSpPr>
        <p:spPr>
          <a:xfrm rot="10800000">
            <a:off x="-63360" y="5934600"/>
            <a:ext cx="8083440" cy="9450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7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4040" cy="58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8" name="Google Shape;105;p51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9" name="Google Shape;106;p51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0" name="Google Shape;107;p51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1" name="Google Shape;108;p51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2" name="Google Shape;109;p51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3" name="Google Shape;110;p51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4" name="Google Shape;111;p51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5" name="Google Shape;112;p51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6" name="Google Shape;113;p51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7" name="Google Shape;114;p51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788;p72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1" name="Google Shape;789;p72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2" name="Google Shape;790;p72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3" name="Google Shape;791;p72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4" name="Google Shape;792;p72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5" name="Google Shape;793;p72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6" name="Google Shape;794;p72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7" name="Google Shape;795;p72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8" name="Google Shape;796;p72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9" name="Google Shape;797;p72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0" name="Google Shape;798;p72"/>
          <p:cNvSpPr/>
          <p:nvPr/>
        </p:nvSpPr>
        <p:spPr>
          <a:xfrm>
            <a:off x="1440" y="0"/>
            <a:ext cx="4740120" cy="68562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51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4360" cy="428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2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7000" cy="200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a de navegação de aulas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59;p56"/>
          <p:cNvSpPr/>
          <p:nvPr/>
        </p:nvSpPr>
        <p:spPr>
          <a:xfrm>
            <a:off x="-103320" y="-50760"/>
            <a:ext cx="765720" cy="6957720"/>
          </a:xfrm>
          <a:custGeom>
            <a:avLst/>
            <a:gdLst>
              <a:gd name="textAreaLeft" fmla="*/ 0 w 765720"/>
              <a:gd name="textAreaRight" fmla="*/ 767520 w 765720"/>
              <a:gd name="textAreaTop" fmla="*/ 0 h 6957720"/>
              <a:gd name="textAreaBottom" fmla="*/ 6959520 h 6957720"/>
            </a:gdLst>
            <a:ahLst/>
            <a:cxnLst/>
            <a:rect l="textAreaLeft" t="textAreaTop" r="textAreaRight" b="textAreaBottom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6" name="Google Shape;260;p56"/>
          <p:cNvSpPr/>
          <p:nvPr/>
        </p:nvSpPr>
        <p:spPr>
          <a:xfrm>
            <a:off x="664560" y="-50760"/>
            <a:ext cx="3887640" cy="6957720"/>
          </a:xfrm>
          <a:custGeom>
            <a:avLst/>
            <a:gdLst>
              <a:gd name="textAreaLeft" fmla="*/ 0 w 3887640"/>
              <a:gd name="textAreaRight" fmla="*/ 3889440 w 3887640"/>
              <a:gd name="textAreaTop" fmla="*/ 0 h 6957720"/>
              <a:gd name="textAreaBottom" fmla="*/ 6959520 h 6957720"/>
            </a:gdLst>
            <a:ahLst/>
            <a:cxnLst/>
            <a:rect l="textAreaLeft" t="textAreaTop" r="textAreaRight" b="textAreaBottom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7" name="Google Shape;261;p56"/>
          <p:cNvSpPr/>
          <p:nvPr/>
        </p:nvSpPr>
        <p:spPr>
          <a:xfrm>
            <a:off x="3718080" y="370728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8" name="Google Shape;262;p56"/>
          <p:cNvSpPr/>
          <p:nvPr/>
        </p:nvSpPr>
        <p:spPr>
          <a:xfrm>
            <a:off x="4136760" y="370728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9" name="Google Shape;263;p56"/>
          <p:cNvSpPr/>
          <p:nvPr/>
        </p:nvSpPr>
        <p:spPr>
          <a:xfrm>
            <a:off x="4555800" y="370728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0" name="Google Shape;264;p56"/>
          <p:cNvSpPr/>
          <p:nvPr/>
        </p:nvSpPr>
        <p:spPr>
          <a:xfrm rot="10800000">
            <a:off x="4976280" y="3706920"/>
            <a:ext cx="6933600" cy="417240"/>
          </a:xfrm>
          <a:custGeom>
            <a:avLst/>
            <a:gdLst>
              <a:gd name="textAreaLeft" fmla="*/ 0 w 6933600"/>
              <a:gd name="textAreaRight" fmla="*/ 6935400 w 693360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1" name="Google Shape;265;p56"/>
          <p:cNvSpPr/>
          <p:nvPr/>
        </p:nvSpPr>
        <p:spPr>
          <a:xfrm rot="10800000">
            <a:off x="5395320" y="4125960"/>
            <a:ext cx="6408000" cy="417240"/>
          </a:xfrm>
          <a:custGeom>
            <a:avLst/>
            <a:gdLst>
              <a:gd name="textAreaLeft" fmla="*/ 0 w 6408000"/>
              <a:gd name="textAreaRight" fmla="*/ 6409800 w 640800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2" name="Google Shape;266;p56"/>
          <p:cNvSpPr/>
          <p:nvPr/>
        </p:nvSpPr>
        <p:spPr>
          <a:xfrm rot="10800000">
            <a:off x="5814000" y="4546440"/>
            <a:ext cx="5848200" cy="417240"/>
          </a:xfrm>
          <a:custGeom>
            <a:avLst/>
            <a:gdLst>
              <a:gd name="textAreaLeft" fmla="*/ 0 w 5848200"/>
              <a:gd name="textAreaRight" fmla="*/ 5850000 w 584820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3" name="Google Shape;267;p56"/>
          <p:cNvSpPr/>
          <p:nvPr/>
        </p:nvSpPr>
        <p:spPr>
          <a:xfrm rot="10800000">
            <a:off x="5395320" y="4963680"/>
            <a:ext cx="6408000" cy="417240"/>
          </a:xfrm>
          <a:custGeom>
            <a:avLst/>
            <a:gdLst>
              <a:gd name="textAreaLeft" fmla="*/ 0 w 6408000"/>
              <a:gd name="textAreaRight" fmla="*/ 6409800 w 640800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4" name="Google Shape;268;p56"/>
          <p:cNvSpPr/>
          <p:nvPr/>
        </p:nvSpPr>
        <p:spPr>
          <a:xfrm rot="10800000">
            <a:off x="4976280" y="5382360"/>
            <a:ext cx="6750720" cy="417240"/>
          </a:xfrm>
          <a:custGeom>
            <a:avLst/>
            <a:gdLst>
              <a:gd name="textAreaLeft" fmla="*/ 0 w 6750720"/>
              <a:gd name="textAreaRight" fmla="*/ 6752520 w 675072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5" name="Google Shape;269;p56"/>
          <p:cNvSpPr/>
          <p:nvPr/>
        </p:nvSpPr>
        <p:spPr>
          <a:xfrm rot="10800000">
            <a:off x="5395320" y="5801400"/>
            <a:ext cx="6408000" cy="417240"/>
          </a:xfrm>
          <a:custGeom>
            <a:avLst/>
            <a:gdLst>
              <a:gd name="textAreaLeft" fmla="*/ 0 w 6408000"/>
              <a:gd name="textAreaRight" fmla="*/ 6409800 w 640800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6" name="Google Shape;270;p56"/>
          <p:cNvSpPr/>
          <p:nvPr/>
        </p:nvSpPr>
        <p:spPr>
          <a:xfrm>
            <a:off x="3299040" y="412596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7" name="Google Shape;271;p56"/>
          <p:cNvSpPr/>
          <p:nvPr/>
        </p:nvSpPr>
        <p:spPr>
          <a:xfrm>
            <a:off x="3718080" y="412596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8" name="Google Shape;272;p56"/>
          <p:cNvSpPr/>
          <p:nvPr/>
        </p:nvSpPr>
        <p:spPr>
          <a:xfrm>
            <a:off x="4136760" y="412596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9" name="Google Shape;273;p56"/>
          <p:cNvSpPr/>
          <p:nvPr/>
        </p:nvSpPr>
        <p:spPr>
          <a:xfrm>
            <a:off x="4974480" y="412596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0" name="Google Shape;274;p56"/>
          <p:cNvSpPr/>
          <p:nvPr/>
        </p:nvSpPr>
        <p:spPr>
          <a:xfrm>
            <a:off x="2880360" y="454500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1" name="Google Shape;275;p56"/>
          <p:cNvSpPr/>
          <p:nvPr/>
        </p:nvSpPr>
        <p:spPr>
          <a:xfrm>
            <a:off x="3299040" y="454500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2" name="Google Shape;276;p56"/>
          <p:cNvSpPr/>
          <p:nvPr/>
        </p:nvSpPr>
        <p:spPr>
          <a:xfrm>
            <a:off x="3718080" y="454500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3" name="Google Shape;277;p56"/>
          <p:cNvSpPr/>
          <p:nvPr/>
        </p:nvSpPr>
        <p:spPr>
          <a:xfrm>
            <a:off x="4136760" y="454500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4" name="Google Shape;278;p56"/>
          <p:cNvSpPr/>
          <p:nvPr/>
        </p:nvSpPr>
        <p:spPr>
          <a:xfrm>
            <a:off x="5393520" y="454500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5" name="Google Shape;279;p56"/>
          <p:cNvSpPr/>
          <p:nvPr/>
        </p:nvSpPr>
        <p:spPr>
          <a:xfrm>
            <a:off x="2880360" y="496368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6" name="Google Shape;280;p56"/>
          <p:cNvSpPr/>
          <p:nvPr/>
        </p:nvSpPr>
        <p:spPr>
          <a:xfrm>
            <a:off x="3299040" y="496368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7" name="Google Shape;281;p56"/>
          <p:cNvSpPr/>
          <p:nvPr/>
        </p:nvSpPr>
        <p:spPr>
          <a:xfrm>
            <a:off x="3718080" y="496368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8" name="Google Shape;282;p56"/>
          <p:cNvSpPr/>
          <p:nvPr/>
        </p:nvSpPr>
        <p:spPr>
          <a:xfrm>
            <a:off x="4136760" y="496368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9" name="Google Shape;283;p56"/>
          <p:cNvSpPr/>
          <p:nvPr/>
        </p:nvSpPr>
        <p:spPr>
          <a:xfrm>
            <a:off x="4974480" y="496368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0" name="Google Shape;284;p56"/>
          <p:cNvSpPr/>
          <p:nvPr/>
        </p:nvSpPr>
        <p:spPr>
          <a:xfrm>
            <a:off x="3299040" y="538272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1" name="Google Shape;285;p56"/>
          <p:cNvSpPr/>
          <p:nvPr/>
        </p:nvSpPr>
        <p:spPr>
          <a:xfrm>
            <a:off x="3718080" y="538272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2" name="Google Shape;286;p56"/>
          <p:cNvSpPr/>
          <p:nvPr/>
        </p:nvSpPr>
        <p:spPr>
          <a:xfrm>
            <a:off x="4136760" y="538272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3" name="Google Shape;287;p56"/>
          <p:cNvSpPr/>
          <p:nvPr/>
        </p:nvSpPr>
        <p:spPr>
          <a:xfrm>
            <a:off x="4555800" y="538272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4" name="Google Shape;288;p56"/>
          <p:cNvSpPr/>
          <p:nvPr/>
        </p:nvSpPr>
        <p:spPr>
          <a:xfrm>
            <a:off x="3718080" y="580140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5" name="Google Shape;289;p56"/>
          <p:cNvSpPr/>
          <p:nvPr/>
        </p:nvSpPr>
        <p:spPr>
          <a:xfrm>
            <a:off x="4136760" y="580140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6" name="Google Shape;290;p56"/>
          <p:cNvSpPr/>
          <p:nvPr/>
        </p:nvSpPr>
        <p:spPr>
          <a:xfrm>
            <a:off x="4974480" y="5801400"/>
            <a:ext cx="417240" cy="417240"/>
          </a:xfrm>
          <a:custGeom>
            <a:avLst/>
            <a:gdLst>
              <a:gd name="textAreaLeft" fmla="*/ 0 w 417240"/>
              <a:gd name="textAreaRight" fmla="*/ 419040 w 417240"/>
              <a:gd name="textAreaTop" fmla="*/ 0 h 417240"/>
              <a:gd name="textAreaBottom" fmla="*/ 419040 h 4172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7" name="Google Shape;291;p56"/>
          <p:cNvSpPr/>
          <p:nvPr/>
        </p:nvSpPr>
        <p:spPr>
          <a:xfrm rot="16200000">
            <a:off x="3036240" y="4491000"/>
            <a:ext cx="2270160" cy="70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8" name="Google Shape;292;p56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9" name="Google Shape;293;p56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0" name="Google Shape;294;p56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1" name="Google Shape;295;p56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2" name="Google Shape;296;p56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3" name="Google Shape;297;p56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4" name="Google Shape;298;p56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5" name="Google Shape;299;p56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6" name="Google Shape;300;p56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7" name="Google Shape;301;p56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8" name="Google Shape;302;p56"/>
          <p:cNvSpPr/>
          <p:nvPr/>
        </p:nvSpPr>
        <p:spPr>
          <a:xfrm rot="10800000">
            <a:off x="11604240" y="-48960"/>
            <a:ext cx="689040" cy="6957720"/>
          </a:xfrm>
          <a:custGeom>
            <a:avLst/>
            <a:gdLst>
              <a:gd name="textAreaLeft" fmla="*/ 0 w 689040"/>
              <a:gd name="textAreaRight" fmla="*/ 690840 w 689040"/>
              <a:gd name="textAreaTop" fmla="*/ 0 h 6957720"/>
              <a:gd name="textAreaBottom" fmla="*/ 6959520 h 6957720"/>
            </a:gdLst>
            <a:ahLst/>
            <a:cxnLst/>
            <a:rect l="textAreaLeft" t="textAreaTop" r="textAreaRight" b="textAreaBottom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erramento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1" name="Google Shape;1170;p81"/>
          <p:cNvGrpSpPr/>
          <p:nvPr/>
        </p:nvGrpSpPr>
        <p:grpSpPr>
          <a:xfrm>
            <a:off x="795240" y="2890800"/>
            <a:ext cx="3672360" cy="3107160"/>
            <a:chOff x="795240" y="2890800"/>
            <a:chExt cx="3672360" cy="3107160"/>
          </a:xfrm>
        </p:grpSpPr>
        <p:sp>
          <p:nvSpPr>
            <p:cNvPr id="2102" name="Google Shape;1171;p81"/>
            <p:cNvSpPr/>
            <p:nvPr/>
          </p:nvSpPr>
          <p:spPr>
            <a:xfrm>
              <a:off x="795240" y="4303800"/>
              <a:ext cx="563400" cy="169416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694160"/>
                <a:gd name="textAreaBottom" fmla="*/ 1695960 h 16941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3" name="Google Shape;1172;p81"/>
            <p:cNvSpPr/>
            <p:nvPr/>
          </p:nvSpPr>
          <p:spPr>
            <a:xfrm>
              <a:off x="3904200" y="3738600"/>
              <a:ext cx="563400" cy="112860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4" name="Google Shape;1173;p81"/>
            <p:cNvSpPr/>
            <p:nvPr/>
          </p:nvSpPr>
          <p:spPr>
            <a:xfrm>
              <a:off x="4186800" y="543456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5" name="Google Shape;1174;p81"/>
            <p:cNvSpPr/>
            <p:nvPr/>
          </p:nvSpPr>
          <p:spPr>
            <a:xfrm>
              <a:off x="2490840" y="317340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6" name="Google Shape;1175;p81"/>
            <p:cNvSpPr/>
            <p:nvPr/>
          </p:nvSpPr>
          <p:spPr>
            <a:xfrm>
              <a:off x="1360440" y="2890800"/>
              <a:ext cx="1128600" cy="1128600"/>
            </a:xfrm>
            <a:custGeom>
              <a:avLst/>
              <a:gdLst>
                <a:gd name="textAreaLeft" fmla="*/ 0 w 1128600"/>
                <a:gd name="textAreaRight" fmla="*/ 1130400 w 11286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7" name="Google Shape;1176;p81"/>
            <p:cNvSpPr/>
            <p:nvPr/>
          </p:nvSpPr>
          <p:spPr>
            <a:xfrm>
              <a:off x="1925640" y="4303800"/>
              <a:ext cx="1411200" cy="1411200"/>
            </a:xfrm>
            <a:custGeom>
              <a:avLst/>
              <a:gdLst>
                <a:gd name="textAreaLeft" fmla="*/ 0 w 1411200"/>
                <a:gd name="textAreaRight" fmla="*/ 1413000 w 1411200"/>
                <a:gd name="textAreaTop" fmla="*/ 0 h 1411200"/>
                <a:gd name="textAreaBottom" fmla="*/ 1413000 h 14112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08" name="Google Shape;1177;p81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9" name="Google Shape;1178;p81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0" name="Google Shape;1179;p81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1" name="Google Shape;1180;p81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2" name="Google Shape;1181;p81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3" name="Google Shape;1182;p81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4" name="Google Shape;1183;p81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5" name="Google Shape;1184;p81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6" name="Google Shape;1185;p81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7" name="Google Shape;1186;p81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18" name="Google Shape;1187;p81"/>
          <p:cNvGrpSpPr/>
          <p:nvPr/>
        </p:nvGrpSpPr>
        <p:grpSpPr>
          <a:xfrm>
            <a:off x="-2185920" y="0"/>
            <a:ext cx="930600" cy="6856200"/>
            <a:chOff x="-2185920" y="0"/>
            <a:chExt cx="930600" cy="6856200"/>
          </a:xfrm>
        </p:grpSpPr>
        <p:sp>
          <p:nvSpPr>
            <p:cNvPr id="2119" name="Google Shape;1188;p81"/>
            <p:cNvSpPr/>
            <p:nvPr/>
          </p:nvSpPr>
          <p:spPr>
            <a:xfrm>
              <a:off x="-2185920" y="0"/>
              <a:ext cx="315720" cy="685620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0" name="Google Shape;1189;p81"/>
            <p:cNvSpPr/>
            <p:nvPr/>
          </p:nvSpPr>
          <p:spPr>
            <a:xfrm>
              <a:off x="-2185920" y="0"/>
              <a:ext cx="315720" cy="248724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1" name="Google Shape;1190;p81"/>
            <p:cNvSpPr/>
            <p:nvPr/>
          </p:nvSpPr>
          <p:spPr>
            <a:xfrm>
              <a:off x="-1881720" y="0"/>
              <a:ext cx="315720" cy="6856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2" name="Google Shape;1191;p81"/>
            <p:cNvSpPr/>
            <p:nvPr/>
          </p:nvSpPr>
          <p:spPr>
            <a:xfrm>
              <a:off x="-1881720" y="4368960"/>
              <a:ext cx="315720" cy="24872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3" name="Google Shape;1192;p81"/>
            <p:cNvSpPr/>
            <p:nvPr/>
          </p:nvSpPr>
          <p:spPr>
            <a:xfrm>
              <a:off x="-1571040" y="0"/>
              <a:ext cx="315720" cy="685620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4" name="Google Shape;1193;p81"/>
            <p:cNvSpPr/>
            <p:nvPr/>
          </p:nvSpPr>
          <p:spPr>
            <a:xfrm>
              <a:off x="-1571040" y="0"/>
              <a:ext cx="315720" cy="248724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25" name="Google Shape;1194;p81"/>
          <p:cNvGrpSpPr/>
          <p:nvPr/>
        </p:nvGrpSpPr>
        <p:grpSpPr>
          <a:xfrm>
            <a:off x="1734120" y="843120"/>
            <a:ext cx="1368360" cy="1094400"/>
            <a:chOff x="1734120" y="843120"/>
            <a:chExt cx="1368360" cy="1094400"/>
          </a:xfrm>
        </p:grpSpPr>
        <p:sp>
          <p:nvSpPr>
            <p:cNvPr id="2126" name="Google Shape;1195;p81"/>
            <p:cNvSpPr/>
            <p:nvPr/>
          </p:nvSpPr>
          <p:spPr>
            <a:xfrm>
              <a:off x="2282400" y="84312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7" name="Google Shape;1196;p81"/>
            <p:cNvSpPr/>
            <p:nvPr/>
          </p:nvSpPr>
          <p:spPr>
            <a:xfrm>
              <a:off x="2008080" y="111744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8" name="Google Shape;1197;p81"/>
            <p:cNvSpPr/>
            <p:nvPr/>
          </p:nvSpPr>
          <p:spPr>
            <a:xfrm>
              <a:off x="1734120" y="13914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9" name="Google Shape;1198;p81"/>
            <p:cNvSpPr/>
            <p:nvPr/>
          </p:nvSpPr>
          <p:spPr>
            <a:xfrm>
              <a:off x="173412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0" name="Google Shape;1199;p81"/>
            <p:cNvSpPr/>
            <p:nvPr/>
          </p:nvSpPr>
          <p:spPr>
            <a:xfrm>
              <a:off x="200808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1" name="Google Shape;1200;p81"/>
            <p:cNvSpPr/>
            <p:nvPr/>
          </p:nvSpPr>
          <p:spPr>
            <a:xfrm>
              <a:off x="228240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2" name="Google Shape;1201;p81"/>
            <p:cNvSpPr/>
            <p:nvPr/>
          </p:nvSpPr>
          <p:spPr>
            <a:xfrm>
              <a:off x="255636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3" name="Google Shape;1202;p81"/>
            <p:cNvSpPr/>
            <p:nvPr/>
          </p:nvSpPr>
          <p:spPr>
            <a:xfrm>
              <a:off x="283032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4" name="Google Shape;1203;p81"/>
            <p:cNvSpPr/>
            <p:nvPr/>
          </p:nvSpPr>
          <p:spPr>
            <a:xfrm>
              <a:off x="2830320" y="13914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5" name="Google Shape;1204;p81"/>
            <p:cNvSpPr/>
            <p:nvPr/>
          </p:nvSpPr>
          <p:spPr>
            <a:xfrm>
              <a:off x="2556360" y="111744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36" name="Google Shape;1205;p81"/>
          <p:cNvGrpSpPr/>
          <p:nvPr/>
        </p:nvGrpSpPr>
        <p:grpSpPr>
          <a:xfrm>
            <a:off x="9761760" y="5104080"/>
            <a:ext cx="1396440" cy="992880"/>
            <a:chOff x="9761760" y="5104080"/>
            <a:chExt cx="1396440" cy="992880"/>
          </a:xfrm>
        </p:grpSpPr>
        <p:grpSp>
          <p:nvGrpSpPr>
            <p:cNvPr id="2137" name="Google Shape;1206;p81"/>
            <p:cNvGrpSpPr/>
            <p:nvPr/>
          </p:nvGrpSpPr>
          <p:grpSpPr>
            <a:xfrm>
              <a:off x="9761760" y="5367240"/>
              <a:ext cx="1396440" cy="729720"/>
              <a:chOff x="9761760" y="5367240"/>
              <a:chExt cx="1396440" cy="729720"/>
            </a:xfrm>
          </p:grpSpPr>
          <p:grpSp>
            <p:nvGrpSpPr>
              <p:cNvPr id="2138" name="Google Shape;1207;p81"/>
              <p:cNvGrpSpPr/>
              <p:nvPr/>
            </p:nvGrpSpPr>
            <p:grpSpPr>
              <a:xfrm>
                <a:off x="9761760" y="5367240"/>
                <a:ext cx="1162800" cy="283320"/>
                <a:chOff x="9761760" y="5367240"/>
                <a:chExt cx="1162800" cy="283320"/>
              </a:xfrm>
            </p:grpSpPr>
            <p:sp>
              <p:nvSpPr>
                <p:cNvPr id="2139" name="Google Shape;1208;p81"/>
                <p:cNvSpPr/>
                <p:nvPr/>
              </p:nvSpPr>
              <p:spPr>
                <a:xfrm>
                  <a:off x="9761760" y="5367240"/>
                  <a:ext cx="140400" cy="281880"/>
                </a:xfrm>
                <a:custGeom>
                  <a:avLst/>
                  <a:gdLst>
                    <a:gd name="textAreaLeft" fmla="*/ 0 w 140400"/>
                    <a:gd name="textAreaRight" fmla="*/ 142200 w 140400"/>
                    <a:gd name="textAreaTop" fmla="*/ 0 h 281880"/>
                    <a:gd name="textAreaBottom" fmla="*/ 283680 h 28188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40" name="Google Shape;1209;p81"/>
                <p:cNvSpPr/>
                <p:nvPr/>
              </p:nvSpPr>
              <p:spPr>
                <a:xfrm>
                  <a:off x="9933480" y="5420160"/>
                  <a:ext cx="217080" cy="230400"/>
                </a:xfrm>
                <a:custGeom>
                  <a:avLst/>
                  <a:gdLst>
                    <a:gd name="textAreaLeft" fmla="*/ 0 w 217080"/>
                    <a:gd name="textAreaRight" fmla="*/ 218880 w 217080"/>
                    <a:gd name="textAreaTop" fmla="*/ 0 h 230400"/>
                    <a:gd name="textAreaBottom" fmla="*/ 232200 h 23040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41" name="Google Shape;1210;p81"/>
                <p:cNvSpPr/>
                <p:nvPr/>
              </p:nvSpPr>
              <p:spPr>
                <a:xfrm>
                  <a:off x="10188360" y="5420160"/>
                  <a:ext cx="205200" cy="230400"/>
                </a:xfrm>
                <a:custGeom>
                  <a:avLst/>
                  <a:gdLst>
                    <a:gd name="textAreaLeft" fmla="*/ 0 w 205200"/>
                    <a:gd name="textAreaRight" fmla="*/ 207000 w 205200"/>
                    <a:gd name="textAreaTop" fmla="*/ 0 h 230400"/>
                    <a:gd name="textAreaBottom" fmla="*/ 232200 h 23040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42" name="Google Shape;1211;p81"/>
                <p:cNvSpPr/>
                <p:nvPr/>
              </p:nvSpPr>
              <p:spPr>
                <a:xfrm>
                  <a:off x="10436760" y="5420160"/>
                  <a:ext cx="202320" cy="225360"/>
                </a:xfrm>
                <a:custGeom>
                  <a:avLst/>
                  <a:gdLst>
                    <a:gd name="textAreaLeft" fmla="*/ 0 w 202320"/>
                    <a:gd name="textAreaRight" fmla="*/ 204120 w 202320"/>
                    <a:gd name="textAreaTop" fmla="*/ 0 h 225360"/>
                    <a:gd name="textAreaBottom" fmla="*/ 227160 h 22536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43" name="Google Shape;1212;p81"/>
                <p:cNvSpPr/>
                <p:nvPr/>
              </p:nvSpPr>
              <p:spPr>
                <a:xfrm>
                  <a:off x="10685160" y="5420160"/>
                  <a:ext cx="239400" cy="230400"/>
                </a:xfrm>
                <a:custGeom>
                  <a:avLst/>
                  <a:gdLst>
                    <a:gd name="textAreaLeft" fmla="*/ 0 w 239400"/>
                    <a:gd name="textAreaRight" fmla="*/ 241200 w 239400"/>
                    <a:gd name="textAreaTop" fmla="*/ 0 h 230400"/>
                    <a:gd name="textAreaBottom" fmla="*/ 232200 h 23040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2144" name="Google Shape;1213;p81"/>
              <p:cNvGrpSpPr/>
              <p:nvPr/>
            </p:nvGrpSpPr>
            <p:grpSpPr>
              <a:xfrm>
                <a:off x="10162800" y="5727600"/>
                <a:ext cx="995400" cy="369360"/>
                <a:chOff x="10162800" y="5727600"/>
                <a:chExt cx="995400" cy="369360"/>
              </a:xfrm>
            </p:grpSpPr>
            <p:sp>
              <p:nvSpPr>
                <p:cNvPr id="2145" name="Google Shape;1214;p81"/>
                <p:cNvSpPr/>
                <p:nvPr/>
              </p:nvSpPr>
              <p:spPr>
                <a:xfrm>
                  <a:off x="10162800" y="5727600"/>
                  <a:ext cx="61560" cy="301680"/>
                </a:xfrm>
                <a:custGeom>
                  <a:avLst/>
                  <a:gdLst>
                    <a:gd name="textAreaLeft" fmla="*/ 0 w 61560"/>
                    <a:gd name="textAreaRight" fmla="*/ 63360 w 61560"/>
                    <a:gd name="textAreaTop" fmla="*/ 0 h 301680"/>
                    <a:gd name="textAreaBottom" fmla="*/ 303480 h 30168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46" name="Google Shape;1215;p81"/>
                <p:cNvSpPr/>
                <p:nvPr/>
              </p:nvSpPr>
              <p:spPr>
                <a:xfrm>
                  <a:off x="10274760" y="5804280"/>
                  <a:ext cx="239400" cy="230400"/>
                </a:xfrm>
                <a:custGeom>
                  <a:avLst/>
                  <a:gdLst>
                    <a:gd name="textAreaLeft" fmla="*/ 0 w 239400"/>
                    <a:gd name="textAreaRight" fmla="*/ 241200 w 239400"/>
                    <a:gd name="textAreaTop" fmla="*/ 0 h 230400"/>
                    <a:gd name="textAreaBottom" fmla="*/ 232200 h 23040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47" name="Google Shape;1216;p81"/>
                <p:cNvSpPr/>
                <p:nvPr/>
              </p:nvSpPr>
              <p:spPr>
                <a:xfrm>
                  <a:off x="10551960" y="5804280"/>
                  <a:ext cx="232200" cy="292680"/>
                </a:xfrm>
                <a:custGeom>
                  <a:avLst/>
                  <a:gdLst>
                    <a:gd name="textAreaLeft" fmla="*/ 0 w 232200"/>
                    <a:gd name="textAreaRight" fmla="*/ 234000 w 232200"/>
                    <a:gd name="textAreaTop" fmla="*/ 0 h 292680"/>
                    <a:gd name="textAreaBottom" fmla="*/ 294480 h 29268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48" name="Google Shape;1217;p81"/>
                <p:cNvSpPr/>
                <p:nvPr/>
              </p:nvSpPr>
              <p:spPr>
                <a:xfrm>
                  <a:off x="10843920" y="5727600"/>
                  <a:ext cx="64800" cy="301680"/>
                </a:xfrm>
                <a:custGeom>
                  <a:avLst/>
                  <a:gdLst>
                    <a:gd name="textAreaLeft" fmla="*/ 0 w 64800"/>
                    <a:gd name="textAreaRight" fmla="*/ 66600 w 64800"/>
                    <a:gd name="textAreaTop" fmla="*/ 0 h 301680"/>
                    <a:gd name="textAreaBottom" fmla="*/ 303480 h 30168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149" name="Google Shape;1218;p81"/>
                <p:cNvSpPr/>
                <p:nvPr/>
              </p:nvSpPr>
              <p:spPr>
                <a:xfrm>
                  <a:off x="10954800" y="5806080"/>
                  <a:ext cx="203400" cy="227880"/>
                </a:xfrm>
                <a:custGeom>
                  <a:avLst/>
                  <a:gdLst>
                    <a:gd name="textAreaLeft" fmla="*/ 0 w 203400"/>
                    <a:gd name="textAreaRight" fmla="*/ 205200 w 203400"/>
                    <a:gd name="textAreaTop" fmla="*/ 0 h 227880"/>
                    <a:gd name="textAreaBottom" fmla="*/ 229680 h 22788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150" name="Google Shape;1219;p81"/>
            <p:cNvGrpSpPr/>
            <p:nvPr/>
          </p:nvGrpSpPr>
          <p:grpSpPr>
            <a:xfrm>
              <a:off x="9844560" y="5104080"/>
              <a:ext cx="578160" cy="143280"/>
              <a:chOff x="9844560" y="5104080"/>
              <a:chExt cx="578160" cy="143280"/>
            </a:xfrm>
          </p:grpSpPr>
          <p:sp>
            <p:nvSpPr>
              <p:cNvPr id="2151" name="Google Shape;1220;p81"/>
              <p:cNvSpPr/>
              <p:nvPr/>
            </p:nvSpPr>
            <p:spPr>
              <a:xfrm>
                <a:off x="10333800" y="5109840"/>
                <a:ext cx="88920" cy="136800"/>
              </a:xfrm>
              <a:custGeom>
                <a:avLst/>
                <a:gdLst>
                  <a:gd name="textAreaLeft" fmla="*/ 0 w 88920"/>
                  <a:gd name="textAreaRight" fmla="*/ 90720 w 88920"/>
                  <a:gd name="textAreaTop" fmla="*/ 0 h 136800"/>
                  <a:gd name="textAreaBottom" fmla="*/ 138600 h 13680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2" name="Google Shape;1221;p81"/>
              <p:cNvSpPr/>
              <p:nvPr/>
            </p:nvSpPr>
            <p:spPr>
              <a:xfrm>
                <a:off x="9844560" y="5104080"/>
                <a:ext cx="129240" cy="143280"/>
              </a:xfrm>
              <a:custGeom>
                <a:avLst/>
                <a:gdLst>
                  <a:gd name="textAreaLeft" fmla="*/ 0 w 129240"/>
                  <a:gd name="textAreaRight" fmla="*/ 131040 w 129240"/>
                  <a:gd name="textAreaTop" fmla="*/ 0 h 143280"/>
                  <a:gd name="textAreaBottom" fmla="*/ 145080 h 14328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3" name="Google Shape;1222;p81"/>
              <p:cNvSpPr/>
              <p:nvPr/>
            </p:nvSpPr>
            <p:spPr>
              <a:xfrm>
                <a:off x="9970920" y="5124240"/>
                <a:ext cx="125640" cy="118800"/>
              </a:xfrm>
              <a:custGeom>
                <a:avLst/>
                <a:gdLst>
                  <a:gd name="textAreaLeft" fmla="*/ 0 w 125640"/>
                  <a:gd name="textAreaRight" fmla="*/ 127440 w 125640"/>
                  <a:gd name="textAreaTop" fmla="*/ 0 h 118800"/>
                  <a:gd name="textAreaBottom" fmla="*/ 120600 h 11880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4" name="Google Shape;1223;p81"/>
              <p:cNvSpPr/>
              <p:nvPr/>
            </p:nvSpPr>
            <p:spPr>
              <a:xfrm>
                <a:off x="10096920" y="5125680"/>
                <a:ext cx="117360" cy="115200"/>
              </a:xfrm>
              <a:custGeom>
                <a:avLst/>
                <a:gdLst>
                  <a:gd name="textAreaLeft" fmla="*/ 0 w 117360"/>
                  <a:gd name="textAreaRight" fmla="*/ 119160 w 117360"/>
                  <a:gd name="textAreaTop" fmla="*/ 0 h 115200"/>
                  <a:gd name="textAreaBottom" fmla="*/ 117000 h 11520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5" name="Google Shape;1224;p81"/>
              <p:cNvSpPr/>
              <p:nvPr/>
            </p:nvSpPr>
            <p:spPr>
              <a:xfrm>
                <a:off x="10215360" y="5124960"/>
                <a:ext cx="118440" cy="117360"/>
              </a:xfrm>
              <a:custGeom>
                <a:avLst/>
                <a:gdLst>
                  <a:gd name="textAreaLeft" fmla="*/ 0 w 118440"/>
                  <a:gd name="textAreaRight" fmla="*/ 120240 w 118440"/>
                  <a:gd name="textAreaTop" fmla="*/ 0 h 117360"/>
                  <a:gd name="textAreaBottom" fmla="*/ 119160 h 11736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156" name="Google Shape;1225;p81"/>
          <p:cNvSpPr/>
          <p:nvPr/>
        </p:nvSpPr>
        <p:spPr>
          <a:xfrm>
            <a:off x="8377920" y="13320"/>
            <a:ext cx="3610080" cy="3610080"/>
          </a:xfrm>
          <a:custGeom>
            <a:avLst/>
            <a:gdLst>
              <a:gd name="textAreaLeft" fmla="*/ 0 w 3610080"/>
              <a:gd name="textAreaRight" fmla="*/ 3611880 w 3610080"/>
              <a:gd name="textAreaTop" fmla="*/ 0 h 3610080"/>
              <a:gd name="textAreaBottom" fmla="*/ 3611880 h 36100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57" name="Google Shape;1226;p81"/>
          <p:cNvGrpSpPr/>
          <p:nvPr/>
        </p:nvGrpSpPr>
        <p:grpSpPr>
          <a:xfrm>
            <a:off x="401040" y="198360"/>
            <a:ext cx="2382120" cy="1623240"/>
            <a:chOff x="401040" y="198360"/>
            <a:chExt cx="2382120" cy="1623240"/>
          </a:xfrm>
        </p:grpSpPr>
        <p:sp>
          <p:nvSpPr>
            <p:cNvPr id="2158" name="Google Shape;1227;p81"/>
            <p:cNvSpPr/>
            <p:nvPr/>
          </p:nvSpPr>
          <p:spPr>
            <a:xfrm>
              <a:off x="690480" y="275760"/>
              <a:ext cx="209268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59" name="Google Shape;1228;p81"/>
            <p:cNvGrpSpPr/>
            <p:nvPr/>
          </p:nvGrpSpPr>
          <p:grpSpPr>
            <a:xfrm>
              <a:off x="401040" y="198360"/>
              <a:ext cx="691560" cy="691560"/>
              <a:chOff x="401040" y="198360"/>
              <a:chExt cx="691560" cy="691560"/>
            </a:xfrm>
          </p:grpSpPr>
          <p:sp>
            <p:nvSpPr>
              <p:cNvPr id="2160" name="Google Shape;1229;p81"/>
              <p:cNvSpPr/>
              <p:nvPr/>
            </p:nvSpPr>
            <p:spPr>
              <a:xfrm>
                <a:off x="401040" y="545040"/>
                <a:ext cx="344880" cy="3448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1" name="Google Shape;1230;p81"/>
              <p:cNvSpPr/>
              <p:nvPr/>
            </p:nvSpPr>
            <p:spPr>
              <a:xfrm>
                <a:off x="747720" y="198360"/>
                <a:ext cx="344880" cy="3448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162" name="Google Shape;1231;p81"/>
          <p:cNvSpPr/>
          <p:nvPr/>
        </p:nvSpPr>
        <p:spPr>
          <a:xfrm>
            <a:off x="706680" y="3871800"/>
            <a:ext cx="355716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3" name="Google Shape;1232;p81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7360" cy="486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sc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4" name="Google Shape;1234;p82"/>
          <p:cNvGrpSpPr/>
          <p:nvPr/>
        </p:nvGrpSpPr>
        <p:grpSpPr>
          <a:xfrm>
            <a:off x="727920" y="3083040"/>
            <a:ext cx="7660800" cy="2467080"/>
            <a:chOff x="727920" y="3083040"/>
            <a:chExt cx="7660800" cy="2467080"/>
          </a:xfrm>
        </p:grpSpPr>
        <p:sp>
          <p:nvSpPr>
            <p:cNvPr id="2165" name="Google Shape;1235;p82"/>
            <p:cNvSpPr/>
            <p:nvPr/>
          </p:nvSpPr>
          <p:spPr>
            <a:xfrm>
              <a:off x="1363680" y="3299400"/>
              <a:ext cx="702504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6" name="Google Shape;1236;p82"/>
            <p:cNvSpPr/>
            <p:nvPr/>
          </p:nvSpPr>
          <p:spPr>
            <a:xfrm rot="16200000">
              <a:off x="-252000" y="4063320"/>
              <a:ext cx="241524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7" name="Google Shape;1237;p82"/>
            <p:cNvSpPr/>
            <p:nvPr/>
          </p:nvSpPr>
          <p:spPr>
            <a:xfrm>
              <a:off x="1363680" y="4781520"/>
              <a:ext cx="5216040" cy="76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68" name="Google Shape;1238;p82"/>
          <p:cNvGrpSpPr/>
          <p:nvPr/>
        </p:nvGrpSpPr>
        <p:grpSpPr>
          <a:xfrm>
            <a:off x="755280" y="2794320"/>
            <a:ext cx="691560" cy="691560"/>
            <a:chOff x="755280" y="2794320"/>
            <a:chExt cx="691560" cy="691560"/>
          </a:xfrm>
        </p:grpSpPr>
        <p:sp>
          <p:nvSpPr>
            <p:cNvPr id="2169" name="Google Shape;1239;p82"/>
            <p:cNvSpPr/>
            <p:nvPr/>
          </p:nvSpPr>
          <p:spPr>
            <a:xfrm>
              <a:off x="755280" y="314100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0" name="Google Shape;1240;p82"/>
            <p:cNvSpPr/>
            <p:nvPr/>
          </p:nvSpPr>
          <p:spPr>
            <a:xfrm>
              <a:off x="1101960" y="279432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71" name="Google Shape;1241;p82"/>
          <p:cNvGrpSpPr/>
          <p:nvPr/>
        </p:nvGrpSpPr>
        <p:grpSpPr>
          <a:xfrm>
            <a:off x="5260680" y="5098320"/>
            <a:ext cx="691560" cy="691560"/>
            <a:chOff x="5260680" y="5098320"/>
            <a:chExt cx="691560" cy="691560"/>
          </a:xfrm>
        </p:grpSpPr>
        <p:sp>
          <p:nvSpPr>
            <p:cNvPr id="2172" name="Google Shape;1242;p82"/>
            <p:cNvSpPr/>
            <p:nvPr/>
          </p:nvSpPr>
          <p:spPr>
            <a:xfrm>
              <a:off x="5260680" y="544500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3" name="Google Shape;1243;p82"/>
            <p:cNvSpPr/>
            <p:nvPr/>
          </p:nvSpPr>
          <p:spPr>
            <a:xfrm>
              <a:off x="5607360" y="509832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74" name="Google Shape;1244;p82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5" name="Google Shape;1245;p82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6" name="Google Shape;1246;p82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7" name="Google Shape;1247;p82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8" name="Google Shape;1248;p82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9" name="Google Shape;1249;p82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0" name="Google Shape;1250;p82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1" name="Google Shape;1251;p82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2" name="Google Shape;1252;p82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3" name="Google Shape;1253;p82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84" name="Google Shape;1254;p82" descr=""/>
          <p:cNvPicPr/>
          <p:nvPr/>
        </p:nvPicPr>
        <p:blipFill>
          <a:blip r:embed="rId2"/>
          <a:stretch/>
        </p:blipFill>
        <p:spPr>
          <a:xfrm>
            <a:off x="755280" y="593640"/>
            <a:ext cx="1128600" cy="591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185" name="Google Shape;1255;p82"/>
          <p:cNvGrpSpPr/>
          <p:nvPr/>
        </p:nvGrpSpPr>
        <p:grpSpPr>
          <a:xfrm>
            <a:off x="10124640" y="1269360"/>
            <a:ext cx="1468440" cy="767160"/>
            <a:chOff x="10124640" y="1269360"/>
            <a:chExt cx="1468440" cy="767160"/>
          </a:xfrm>
        </p:grpSpPr>
        <p:grpSp>
          <p:nvGrpSpPr>
            <p:cNvPr id="2186" name="Google Shape;1256;p82"/>
            <p:cNvGrpSpPr/>
            <p:nvPr/>
          </p:nvGrpSpPr>
          <p:grpSpPr>
            <a:xfrm>
              <a:off x="10124640" y="1269360"/>
              <a:ext cx="1222920" cy="298080"/>
              <a:chOff x="10124640" y="1269360"/>
              <a:chExt cx="1222920" cy="298080"/>
            </a:xfrm>
          </p:grpSpPr>
          <p:sp>
            <p:nvSpPr>
              <p:cNvPr id="2187" name="Google Shape;1257;p82"/>
              <p:cNvSpPr/>
              <p:nvPr/>
            </p:nvSpPr>
            <p:spPr>
              <a:xfrm>
                <a:off x="10124640" y="1269360"/>
                <a:ext cx="147960" cy="296640"/>
              </a:xfrm>
              <a:custGeom>
                <a:avLst/>
                <a:gdLst>
                  <a:gd name="textAreaLeft" fmla="*/ 0 w 147960"/>
                  <a:gd name="textAreaRight" fmla="*/ 149760 w 147960"/>
                  <a:gd name="textAreaTop" fmla="*/ 0 h 296640"/>
                  <a:gd name="textAreaBottom" fmla="*/ 298440 h 29664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8" name="Google Shape;1258;p82"/>
              <p:cNvSpPr/>
              <p:nvPr/>
            </p:nvSpPr>
            <p:spPr>
              <a:xfrm>
                <a:off x="10305360" y="1324800"/>
                <a:ext cx="228240" cy="242280"/>
              </a:xfrm>
              <a:custGeom>
                <a:avLst/>
                <a:gdLst>
                  <a:gd name="textAreaLeft" fmla="*/ 0 w 228240"/>
                  <a:gd name="textAreaRight" fmla="*/ 230040 w 22824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9" name="Google Shape;1259;p82"/>
              <p:cNvSpPr/>
              <p:nvPr/>
            </p:nvSpPr>
            <p:spPr>
              <a:xfrm>
                <a:off x="10573560" y="1325160"/>
                <a:ext cx="216000" cy="242280"/>
              </a:xfrm>
              <a:custGeom>
                <a:avLst/>
                <a:gdLst>
                  <a:gd name="textAreaLeft" fmla="*/ 0 w 216000"/>
                  <a:gd name="textAreaRight" fmla="*/ 217800 w 216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0" name="Google Shape;1260;p82"/>
              <p:cNvSpPr/>
              <p:nvPr/>
            </p:nvSpPr>
            <p:spPr>
              <a:xfrm>
                <a:off x="10834560" y="1325160"/>
                <a:ext cx="213120" cy="236880"/>
              </a:xfrm>
              <a:custGeom>
                <a:avLst/>
                <a:gdLst>
                  <a:gd name="textAreaLeft" fmla="*/ 0 w 213120"/>
                  <a:gd name="textAreaRight" fmla="*/ 214920 w 213120"/>
                  <a:gd name="textAreaTop" fmla="*/ 0 h 236880"/>
                  <a:gd name="textAreaBottom" fmla="*/ 238680 h 23688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1" name="Google Shape;1261;p82"/>
              <p:cNvSpPr/>
              <p:nvPr/>
            </p:nvSpPr>
            <p:spPr>
              <a:xfrm>
                <a:off x="11095560" y="1325160"/>
                <a:ext cx="252000" cy="242280"/>
              </a:xfrm>
              <a:custGeom>
                <a:avLst/>
                <a:gdLst>
                  <a:gd name="textAreaLeft" fmla="*/ 0 w 252000"/>
                  <a:gd name="textAreaRight" fmla="*/ 253800 w 252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192" name="Google Shape;1262;p82"/>
            <p:cNvGrpSpPr/>
            <p:nvPr/>
          </p:nvGrpSpPr>
          <p:grpSpPr>
            <a:xfrm>
              <a:off x="10546560" y="1648080"/>
              <a:ext cx="1046520" cy="388440"/>
              <a:chOff x="10546560" y="1648080"/>
              <a:chExt cx="1046520" cy="388440"/>
            </a:xfrm>
          </p:grpSpPr>
          <p:sp>
            <p:nvSpPr>
              <p:cNvPr id="2193" name="Google Shape;1263;p82"/>
              <p:cNvSpPr/>
              <p:nvPr/>
            </p:nvSpPr>
            <p:spPr>
              <a:xfrm>
                <a:off x="10546560" y="1648080"/>
                <a:ext cx="64800" cy="317520"/>
              </a:xfrm>
              <a:custGeom>
                <a:avLst/>
                <a:gdLst>
                  <a:gd name="textAreaLeft" fmla="*/ 0 w 64800"/>
                  <a:gd name="textAreaRight" fmla="*/ 66600 w 64800"/>
                  <a:gd name="textAreaTop" fmla="*/ 0 h 317520"/>
                  <a:gd name="textAreaBottom" fmla="*/ 319320 h 31752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4" name="Google Shape;1264;p82"/>
              <p:cNvSpPr/>
              <p:nvPr/>
            </p:nvSpPr>
            <p:spPr>
              <a:xfrm>
                <a:off x="10664280" y="1728720"/>
                <a:ext cx="252000" cy="242280"/>
              </a:xfrm>
              <a:custGeom>
                <a:avLst/>
                <a:gdLst>
                  <a:gd name="textAreaLeft" fmla="*/ 0 w 252000"/>
                  <a:gd name="textAreaRight" fmla="*/ 253800 w 252000"/>
                  <a:gd name="textAreaTop" fmla="*/ 0 h 242280"/>
                  <a:gd name="textAreaBottom" fmla="*/ 244080 h 24228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5" name="Google Shape;1265;p82"/>
              <p:cNvSpPr/>
              <p:nvPr/>
            </p:nvSpPr>
            <p:spPr>
              <a:xfrm>
                <a:off x="10955160" y="1728720"/>
                <a:ext cx="244440" cy="307800"/>
              </a:xfrm>
              <a:custGeom>
                <a:avLst/>
                <a:gdLst>
                  <a:gd name="textAreaLeft" fmla="*/ 0 w 244440"/>
                  <a:gd name="textAreaRight" fmla="*/ 246240 w 244440"/>
                  <a:gd name="textAreaTop" fmla="*/ 0 h 307800"/>
                  <a:gd name="textAreaBottom" fmla="*/ 309600 h 30780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6" name="Google Shape;1266;p82"/>
              <p:cNvSpPr/>
              <p:nvPr/>
            </p:nvSpPr>
            <p:spPr>
              <a:xfrm>
                <a:off x="11262240" y="1648440"/>
                <a:ext cx="68400" cy="317520"/>
              </a:xfrm>
              <a:custGeom>
                <a:avLst/>
                <a:gdLst>
                  <a:gd name="textAreaLeft" fmla="*/ 0 w 68400"/>
                  <a:gd name="textAreaRight" fmla="*/ 70200 w 68400"/>
                  <a:gd name="textAreaTop" fmla="*/ 0 h 317520"/>
                  <a:gd name="textAreaBottom" fmla="*/ 319320 h 31752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7" name="Google Shape;1267;p82"/>
              <p:cNvSpPr/>
              <p:nvPr/>
            </p:nvSpPr>
            <p:spPr>
              <a:xfrm>
                <a:off x="11379240" y="1730520"/>
                <a:ext cx="213840" cy="239760"/>
              </a:xfrm>
              <a:custGeom>
                <a:avLst/>
                <a:gdLst>
                  <a:gd name="textAreaLeft" fmla="*/ 0 w 213840"/>
                  <a:gd name="textAreaRight" fmla="*/ 215640 w 213840"/>
                  <a:gd name="textAreaTop" fmla="*/ 0 h 239760"/>
                  <a:gd name="textAreaBottom" fmla="*/ 241560 h 23976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198" name="Google Shape;1268;p82"/>
          <p:cNvGrpSpPr/>
          <p:nvPr/>
        </p:nvGrpSpPr>
        <p:grpSpPr>
          <a:xfrm>
            <a:off x="10207440" y="873000"/>
            <a:ext cx="1175040" cy="297000"/>
            <a:chOff x="10207440" y="873000"/>
            <a:chExt cx="1175040" cy="297000"/>
          </a:xfrm>
        </p:grpSpPr>
        <p:sp>
          <p:nvSpPr>
            <p:cNvPr id="2199" name="Google Shape;1269;p82"/>
            <p:cNvSpPr/>
            <p:nvPr/>
          </p:nvSpPr>
          <p:spPr>
            <a:xfrm>
              <a:off x="10207440" y="878040"/>
              <a:ext cx="79920" cy="102240"/>
            </a:xfrm>
            <a:custGeom>
              <a:avLst/>
              <a:gdLst>
                <a:gd name="textAreaLeft" fmla="*/ 0 w 79920"/>
                <a:gd name="textAreaRight" fmla="*/ 81720 w 79920"/>
                <a:gd name="textAreaTop" fmla="*/ 0 h 102240"/>
                <a:gd name="textAreaBottom" fmla="*/ 104040 h 10224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0" name="Google Shape;1270;p82"/>
            <p:cNvSpPr/>
            <p:nvPr/>
          </p:nvSpPr>
          <p:spPr>
            <a:xfrm>
              <a:off x="10285560" y="903600"/>
              <a:ext cx="78480" cy="78480"/>
            </a:xfrm>
            <a:custGeom>
              <a:avLst/>
              <a:gdLst>
                <a:gd name="textAreaLeft" fmla="*/ 0 w 78480"/>
                <a:gd name="textAreaRight" fmla="*/ 80280 w 7848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1" name="Google Shape;1271;p82"/>
            <p:cNvSpPr/>
            <p:nvPr/>
          </p:nvSpPr>
          <p:spPr>
            <a:xfrm>
              <a:off x="10381680" y="873720"/>
              <a:ext cx="75960" cy="10836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8360"/>
                <a:gd name="textAreaBottom" fmla="*/ 110160 h 1083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2" name="Google Shape;1272;p82"/>
            <p:cNvSpPr/>
            <p:nvPr/>
          </p:nvSpPr>
          <p:spPr>
            <a:xfrm>
              <a:off x="10479240" y="90396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3" name="Google Shape;1273;p82"/>
            <p:cNvSpPr/>
            <p:nvPr/>
          </p:nvSpPr>
          <p:spPr>
            <a:xfrm>
              <a:off x="10564560" y="903960"/>
              <a:ext cx="57600" cy="77760"/>
            </a:xfrm>
            <a:custGeom>
              <a:avLst/>
              <a:gdLst>
                <a:gd name="textAreaLeft" fmla="*/ 0 w 57600"/>
                <a:gd name="textAreaRight" fmla="*/ 59400 w 5760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4" name="Google Shape;1274;p82"/>
            <p:cNvSpPr/>
            <p:nvPr/>
          </p:nvSpPr>
          <p:spPr>
            <a:xfrm>
              <a:off x="10683720" y="90396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5" name="Google Shape;1275;p82"/>
            <p:cNvSpPr/>
            <p:nvPr/>
          </p:nvSpPr>
          <p:spPr>
            <a:xfrm>
              <a:off x="10769400" y="903960"/>
              <a:ext cx="57600" cy="77760"/>
            </a:xfrm>
            <a:custGeom>
              <a:avLst/>
              <a:gdLst>
                <a:gd name="textAreaLeft" fmla="*/ 0 w 57600"/>
                <a:gd name="textAreaRight" fmla="*/ 59400 w 5760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6" name="Google Shape;1276;p82"/>
            <p:cNvSpPr/>
            <p:nvPr/>
          </p:nvSpPr>
          <p:spPr>
            <a:xfrm>
              <a:off x="10888200" y="873000"/>
              <a:ext cx="44640" cy="107280"/>
            </a:xfrm>
            <a:custGeom>
              <a:avLst/>
              <a:gdLst>
                <a:gd name="textAreaLeft" fmla="*/ 0 w 44640"/>
                <a:gd name="textAreaRight" fmla="*/ 46440 w 44640"/>
                <a:gd name="textAreaTop" fmla="*/ 0 h 107280"/>
                <a:gd name="textAreaBottom" fmla="*/ 109080 h 10728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7" name="Google Shape;1277;p82"/>
            <p:cNvSpPr/>
            <p:nvPr/>
          </p:nvSpPr>
          <p:spPr>
            <a:xfrm>
              <a:off x="10942920" y="903600"/>
              <a:ext cx="78480" cy="78480"/>
            </a:xfrm>
            <a:custGeom>
              <a:avLst/>
              <a:gdLst>
                <a:gd name="textAreaLeft" fmla="*/ 0 w 78480"/>
                <a:gd name="textAreaRight" fmla="*/ 80280 w 7848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8" name="Google Shape;1278;p82"/>
            <p:cNvSpPr/>
            <p:nvPr/>
          </p:nvSpPr>
          <p:spPr>
            <a:xfrm>
              <a:off x="11043720" y="903960"/>
              <a:ext cx="41040" cy="76320"/>
            </a:xfrm>
            <a:custGeom>
              <a:avLst/>
              <a:gdLst>
                <a:gd name="textAreaLeft" fmla="*/ 0 w 41040"/>
                <a:gd name="textAreaRight" fmla="*/ 42840 w 41040"/>
                <a:gd name="textAreaTop" fmla="*/ 0 h 76320"/>
                <a:gd name="textAreaBottom" fmla="*/ 78120 h 763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9" name="Google Shape;1279;p82"/>
            <p:cNvSpPr/>
            <p:nvPr/>
          </p:nvSpPr>
          <p:spPr>
            <a:xfrm>
              <a:off x="11103840" y="903600"/>
              <a:ext cx="114480" cy="76680"/>
            </a:xfrm>
            <a:custGeom>
              <a:avLst/>
              <a:gdLst>
                <a:gd name="textAreaLeft" fmla="*/ 0 w 114480"/>
                <a:gd name="textAreaRight" fmla="*/ 116280 w 114480"/>
                <a:gd name="textAreaTop" fmla="*/ 0 h 76680"/>
                <a:gd name="textAreaBottom" fmla="*/ 78480 h 7668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0" name="Google Shape;1280;p82"/>
            <p:cNvSpPr/>
            <p:nvPr/>
          </p:nvSpPr>
          <p:spPr>
            <a:xfrm>
              <a:off x="11239560" y="90396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1" name="Google Shape;1281;p82"/>
            <p:cNvSpPr/>
            <p:nvPr/>
          </p:nvSpPr>
          <p:spPr>
            <a:xfrm>
              <a:off x="11324880" y="903960"/>
              <a:ext cx="57600" cy="77760"/>
            </a:xfrm>
            <a:custGeom>
              <a:avLst/>
              <a:gdLst>
                <a:gd name="textAreaLeft" fmla="*/ 0 w 57600"/>
                <a:gd name="textAreaRight" fmla="*/ 59400 w 5760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2" name="Google Shape;1282;p82"/>
            <p:cNvSpPr/>
            <p:nvPr/>
          </p:nvSpPr>
          <p:spPr>
            <a:xfrm>
              <a:off x="10208160" y="1039680"/>
              <a:ext cx="75960" cy="10836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8360"/>
                <a:gd name="textAreaBottom" fmla="*/ 110160 h 1083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3" name="Google Shape;1283;p82"/>
            <p:cNvSpPr/>
            <p:nvPr/>
          </p:nvSpPr>
          <p:spPr>
            <a:xfrm>
              <a:off x="10306800" y="1069920"/>
              <a:ext cx="70920" cy="78480"/>
            </a:xfrm>
            <a:custGeom>
              <a:avLst/>
              <a:gdLst>
                <a:gd name="textAreaLeft" fmla="*/ 0 w 70920"/>
                <a:gd name="textAreaRight" fmla="*/ 72720 w 7092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4" name="Google Shape;1284;p82"/>
            <p:cNvSpPr/>
            <p:nvPr/>
          </p:nvSpPr>
          <p:spPr>
            <a:xfrm>
              <a:off x="10438200" y="1070280"/>
              <a:ext cx="65520" cy="7776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7760"/>
                <a:gd name="textAreaBottom" fmla="*/ 79560 h 777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5" name="Google Shape;1285;p82"/>
            <p:cNvSpPr/>
            <p:nvPr/>
          </p:nvSpPr>
          <p:spPr>
            <a:xfrm>
              <a:off x="10530360" y="1069560"/>
              <a:ext cx="75960" cy="10044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0440"/>
                <a:gd name="textAreaBottom" fmla="*/ 102240 h 10044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6" name="Google Shape;1286;p82"/>
            <p:cNvSpPr/>
            <p:nvPr/>
          </p:nvSpPr>
          <p:spPr>
            <a:xfrm>
              <a:off x="10629000" y="1069920"/>
              <a:ext cx="41040" cy="76320"/>
            </a:xfrm>
            <a:custGeom>
              <a:avLst/>
              <a:gdLst>
                <a:gd name="textAreaLeft" fmla="*/ 0 w 41040"/>
                <a:gd name="textAreaRight" fmla="*/ 42840 w 41040"/>
                <a:gd name="textAreaTop" fmla="*/ 0 h 76320"/>
                <a:gd name="textAreaBottom" fmla="*/ 78120 h 763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7" name="Google Shape;1287;p82"/>
            <p:cNvSpPr/>
            <p:nvPr/>
          </p:nvSpPr>
          <p:spPr>
            <a:xfrm>
              <a:off x="10681200" y="1069920"/>
              <a:ext cx="70920" cy="78480"/>
            </a:xfrm>
            <a:custGeom>
              <a:avLst/>
              <a:gdLst>
                <a:gd name="textAreaLeft" fmla="*/ 0 w 70920"/>
                <a:gd name="textAreaRight" fmla="*/ 72720 w 7092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8" name="Google Shape;1288;p82"/>
            <p:cNvSpPr/>
            <p:nvPr/>
          </p:nvSpPr>
          <p:spPr>
            <a:xfrm>
              <a:off x="10774080" y="1069560"/>
              <a:ext cx="65520" cy="76680"/>
            </a:xfrm>
            <a:custGeom>
              <a:avLst/>
              <a:gdLst>
                <a:gd name="textAreaLeft" fmla="*/ 0 w 65520"/>
                <a:gd name="textAreaRight" fmla="*/ 67320 w 65520"/>
                <a:gd name="textAreaTop" fmla="*/ 0 h 76680"/>
                <a:gd name="textAreaBottom" fmla="*/ 78480 h 7668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9" name="Google Shape;1289;p82"/>
            <p:cNvSpPr/>
            <p:nvPr/>
          </p:nvSpPr>
          <p:spPr>
            <a:xfrm>
              <a:off x="10860840" y="1039680"/>
              <a:ext cx="75960" cy="108360"/>
            </a:xfrm>
            <a:custGeom>
              <a:avLst/>
              <a:gdLst>
                <a:gd name="textAreaLeft" fmla="*/ 0 w 75960"/>
                <a:gd name="textAreaRight" fmla="*/ 77760 w 75960"/>
                <a:gd name="textAreaTop" fmla="*/ 0 h 108360"/>
                <a:gd name="textAreaBottom" fmla="*/ 110160 h 1083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0" name="Google Shape;1290;p82"/>
            <p:cNvSpPr/>
            <p:nvPr/>
          </p:nvSpPr>
          <p:spPr>
            <a:xfrm>
              <a:off x="10959480" y="1069920"/>
              <a:ext cx="70920" cy="78480"/>
            </a:xfrm>
            <a:custGeom>
              <a:avLst/>
              <a:gdLst>
                <a:gd name="textAreaLeft" fmla="*/ 0 w 70920"/>
                <a:gd name="textAreaRight" fmla="*/ 72720 w 70920"/>
                <a:gd name="textAreaTop" fmla="*/ 0 h 78480"/>
                <a:gd name="textAreaBottom" fmla="*/ 80280 h 784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1" name="Google Shape;1291;p82"/>
            <p:cNvSpPr/>
            <p:nvPr/>
          </p:nvSpPr>
          <p:spPr>
            <a:xfrm>
              <a:off x="11052360" y="1069920"/>
              <a:ext cx="41040" cy="76320"/>
            </a:xfrm>
            <a:custGeom>
              <a:avLst/>
              <a:gdLst>
                <a:gd name="textAreaLeft" fmla="*/ 0 w 41040"/>
                <a:gd name="textAreaRight" fmla="*/ 42840 w 41040"/>
                <a:gd name="textAreaTop" fmla="*/ 0 h 76320"/>
                <a:gd name="textAreaBottom" fmla="*/ 78120 h 763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22" name="Google Shape;1292;p82"/>
          <p:cNvGrpSpPr/>
          <p:nvPr/>
        </p:nvGrpSpPr>
        <p:grpSpPr>
          <a:xfrm>
            <a:off x="10113480" y="597240"/>
            <a:ext cx="607680" cy="150840"/>
            <a:chOff x="10113480" y="597240"/>
            <a:chExt cx="607680" cy="150840"/>
          </a:xfrm>
        </p:grpSpPr>
        <p:sp>
          <p:nvSpPr>
            <p:cNvPr id="2223" name="Google Shape;1293;p82"/>
            <p:cNvSpPr/>
            <p:nvPr/>
          </p:nvSpPr>
          <p:spPr>
            <a:xfrm>
              <a:off x="10627560" y="603360"/>
              <a:ext cx="93600" cy="144000"/>
            </a:xfrm>
            <a:custGeom>
              <a:avLst/>
              <a:gdLst>
                <a:gd name="textAreaLeft" fmla="*/ 0 w 93600"/>
                <a:gd name="textAreaRight" fmla="*/ 95400 w 93600"/>
                <a:gd name="textAreaTop" fmla="*/ 0 h 144000"/>
                <a:gd name="textAreaBottom" fmla="*/ 145800 h 14400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4" name="Google Shape;1294;p82"/>
            <p:cNvSpPr/>
            <p:nvPr/>
          </p:nvSpPr>
          <p:spPr>
            <a:xfrm>
              <a:off x="10113480" y="597240"/>
              <a:ext cx="136080" cy="150840"/>
            </a:xfrm>
            <a:custGeom>
              <a:avLst/>
              <a:gdLst>
                <a:gd name="textAreaLeft" fmla="*/ 0 w 136080"/>
                <a:gd name="textAreaRight" fmla="*/ 137880 w 136080"/>
                <a:gd name="textAreaTop" fmla="*/ 0 h 150840"/>
                <a:gd name="textAreaBottom" fmla="*/ 152640 h 15084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5" name="Google Shape;1295;p82"/>
            <p:cNvSpPr/>
            <p:nvPr/>
          </p:nvSpPr>
          <p:spPr>
            <a:xfrm>
              <a:off x="10246320" y="618480"/>
              <a:ext cx="132480" cy="124920"/>
            </a:xfrm>
            <a:custGeom>
              <a:avLst/>
              <a:gdLst>
                <a:gd name="textAreaLeft" fmla="*/ 0 w 132480"/>
                <a:gd name="textAreaRight" fmla="*/ 134280 w 132480"/>
                <a:gd name="textAreaTop" fmla="*/ 0 h 124920"/>
                <a:gd name="textAreaBottom" fmla="*/ 126720 h 12492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6" name="Google Shape;1296;p82"/>
            <p:cNvSpPr/>
            <p:nvPr/>
          </p:nvSpPr>
          <p:spPr>
            <a:xfrm>
              <a:off x="10378800" y="619920"/>
              <a:ext cx="123840" cy="121320"/>
            </a:xfrm>
            <a:custGeom>
              <a:avLst/>
              <a:gdLst>
                <a:gd name="textAreaLeft" fmla="*/ 0 w 123840"/>
                <a:gd name="textAreaRight" fmla="*/ 125640 w 123840"/>
                <a:gd name="textAreaTop" fmla="*/ 0 h 121320"/>
                <a:gd name="textAreaBottom" fmla="*/ 123120 h 12132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7" name="Google Shape;1297;p82"/>
            <p:cNvSpPr/>
            <p:nvPr/>
          </p:nvSpPr>
          <p:spPr>
            <a:xfrm>
              <a:off x="10503000" y="619200"/>
              <a:ext cx="124920" cy="123480"/>
            </a:xfrm>
            <a:custGeom>
              <a:avLst/>
              <a:gdLst>
                <a:gd name="textAreaLeft" fmla="*/ 0 w 124920"/>
                <a:gd name="textAreaRight" fmla="*/ 126720 w 124920"/>
                <a:gd name="textAreaTop" fmla="*/ 0 h 123480"/>
                <a:gd name="textAreaBottom" fmla="*/ 125280 h 12348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228" name="Google Shape;1298;p82" descr=""/>
          <p:cNvPicPr/>
          <p:nvPr/>
        </p:nvPicPr>
        <p:blipFill>
          <a:blip r:embed="rId3"/>
          <a:stretch/>
        </p:blipFill>
        <p:spPr>
          <a:xfrm>
            <a:off x="10082880" y="3805200"/>
            <a:ext cx="1482480" cy="15548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ADM_Redes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9" name="Google Shape;1300;p83"/>
          <p:cNvGrpSpPr/>
          <p:nvPr/>
        </p:nvGrpSpPr>
        <p:grpSpPr>
          <a:xfrm>
            <a:off x="795240" y="2890800"/>
            <a:ext cx="3672360" cy="3107160"/>
            <a:chOff x="795240" y="2890800"/>
            <a:chExt cx="3672360" cy="3107160"/>
          </a:xfrm>
        </p:grpSpPr>
        <p:sp>
          <p:nvSpPr>
            <p:cNvPr id="2230" name="Google Shape;1301;p83"/>
            <p:cNvSpPr/>
            <p:nvPr/>
          </p:nvSpPr>
          <p:spPr>
            <a:xfrm>
              <a:off x="795240" y="4303800"/>
              <a:ext cx="563400" cy="169416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694160"/>
                <a:gd name="textAreaBottom" fmla="*/ 1695960 h 16941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1" name="Google Shape;1302;p83"/>
            <p:cNvSpPr/>
            <p:nvPr/>
          </p:nvSpPr>
          <p:spPr>
            <a:xfrm>
              <a:off x="3904200" y="3738600"/>
              <a:ext cx="563400" cy="112860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2" name="Google Shape;1303;p83"/>
            <p:cNvSpPr/>
            <p:nvPr/>
          </p:nvSpPr>
          <p:spPr>
            <a:xfrm>
              <a:off x="4186800" y="543456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3" name="Google Shape;1304;p83"/>
            <p:cNvSpPr/>
            <p:nvPr/>
          </p:nvSpPr>
          <p:spPr>
            <a:xfrm>
              <a:off x="2490840" y="317340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4" name="Google Shape;1305;p83"/>
            <p:cNvSpPr/>
            <p:nvPr/>
          </p:nvSpPr>
          <p:spPr>
            <a:xfrm>
              <a:off x="1360440" y="2890800"/>
              <a:ext cx="1128600" cy="1128600"/>
            </a:xfrm>
            <a:custGeom>
              <a:avLst/>
              <a:gdLst>
                <a:gd name="textAreaLeft" fmla="*/ 0 w 1128600"/>
                <a:gd name="textAreaRight" fmla="*/ 1130400 w 11286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5" name="Google Shape;1306;p83"/>
            <p:cNvSpPr/>
            <p:nvPr/>
          </p:nvSpPr>
          <p:spPr>
            <a:xfrm>
              <a:off x="1925640" y="4303800"/>
              <a:ext cx="1411200" cy="1411200"/>
            </a:xfrm>
            <a:custGeom>
              <a:avLst/>
              <a:gdLst>
                <a:gd name="textAreaLeft" fmla="*/ 0 w 1411200"/>
                <a:gd name="textAreaRight" fmla="*/ 1413000 w 1411200"/>
                <a:gd name="textAreaTop" fmla="*/ 0 h 1411200"/>
                <a:gd name="textAreaBottom" fmla="*/ 1413000 h 14112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36" name="Google Shape;1307;p83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7" name="Google Shape;1308;p83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8" name="Google Shape;1309;p83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9" name="Google Shape;1310;p83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0" name="Google Shape;1311;p83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1" name="Google Shape;1312;p83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2" name="Google Shape;1313;p83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3" name="Google Shape;1314;p83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4" name="Google Shape;1315;p83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5" name="Google Shape;1316;p83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46" name="Google Shape;1317;p83"/>
          <p:cNvGrpSpPr/>
          <p:nvPr/>
        </p:nvGrpSpPr>
        <p:grpSpPr>
          <a:xfrm>
            <a:off x="-2185920" y="0"/>
            <a:ext cx="930600" cy="6856200"/>
            <a:chOff x="-2185920" y="0"/>
            <a:chExt cx="930600" cy="6856200"/>
          </a:xfrm>
        </p:grpSpPr>
        <p:sp>
          <p:nvSpPr>
            <p:cNvPr id="2247" name="Google Shape;1318;p83"/>
            <p:cNvSpPr/>
            <p:nvPr/>
          </p:nvSpPr>
          <p:spPr>
            <a:xfrm>
              <a:off x="-2185920" y="0"/>
              <a:ext cx="315720" cy="685620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8" name="Google Shape;1319;p83"/>
            <p:cNvSpPr/>
            <p:nvPr/>
          </p:nvSpPr>
          <p:spPr>
            <a:xfrm>
              <a:off x="-2185920" y="0"/>
              <a:ext cx="315720" cy="248724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9" name="Google Shape;1320;p83"/>
            <p:cNvSpPr/>
            <p:nvPr/>
          </p:nvSpPr>
          <p:spPr>
            <a:xfrm>
              <a:off x="-1881720" y="0"/>
              <a:ext cx="315720" cy="68562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0" name="Google Shape;1321;p83"/>
            <p:cNvSpPr/>
            <p:nvPr/>
          </p:nvSpPr>
          <p:spPr>
            <a:xfrm>
              <a:off x="-1881720" y="4368960"/>
              <a:ext cx="315720" cy="24872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1" name="Google Shape;1322;p83"/>
            <p:cNvSpPr/>
            <p:nvPr/>
          </p:nvSpPr>
          <p:spPr>
            <a:xfrm>
              <a:off x="-1571040" y="0"/>
              <a:ext cx="315720" cy="685620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2" name="Google Shape;1323;p83"/>
            <p:cNvSpPr/>
            <p:nvPr/>
          </p:nvSpPr>
          <p:spPr>
            <a:xfrm>
              <a:off x="-1571040" y="0"/>
              <a:ext cx="315720" cy="248724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53" name="Google Shape;1324;p83"/>
          <p:cNvGrpSpPr/>
          <p:nvPr/>
        </p:nvGrpSpPr>
        <p:grpSpPr>
          <a:xfrm>
            <a:off x="9761760" y="5104080"/>
            <a:ext cx="1396440" cy="992880"/>
            <a:chOff x="9761760" y="5104080"/>
            <a:chExt cx="1396440" cy="992880"/>
          </a:xfrm>
        </p:grpSpPr>
        <p:grpSp>
          <p:nvGrpSpPr>
            <p:cNvPr id="2254" name="Google Shape;1325;p83"/>
            <p:cNvGrpSpPr/>
            <p:nvPr/>
          </p:nvGrpSpPr>
          <p:grpSpPr>
            <a:xfrm>
              <a:off x="9761760" y="5367240"/>
              <a:ext cx="1396440" cy="729720"/>
              <a:chOff x="9761760" y="5367240"/>
              <a:chExt cx="1396440" cy="729720"/>
            </a:xfrm>
          </p:grpSpPr>
          <p:grpSp>
            <p:nvGrpSpPr>
              <p:cNvPr id="2255" name="Google Shape;1326;p83"/>
              <p:cNvGrpSpPr/>
              <p:nvPr/>
            </p:nvGrpSpPr>
            <p:grpSpPr>
              <a:xfrm>
                <a:off x="9761760" y="5367240"/>
                <a:ext cx="1162800" cy="283320"/>
                <a:chOff x="9761760" y="5367240"/>
                <a:chExt cx="1162800" cy="283320"/>
              </a:xfrm>
            </p:grpSpPr>
            <p:sp>
              <p:nvSpPr>
                <p:cNvPr id="2256" name="Google Shape;1327;p83"/>
                <p:cNvSpPr/>
                <p:nvPr/>
              </p:nvSpPr>
              <p:spPr>
                <a:xfrm>
                  <a:off x="9761760" y="5367240"/>
                  <a:ext cx="140400" cy="281880"/>
                </a:xfrm>
                <a:custGeom>
                  <a:avLst/>
                  <a:gdLst>
                    <a:gd name="textAreaLeft" fmla="*/ 0 w 140400"/>
                    <a:gd name="textAreaRight" fmla="*/ 142200 w 140400"/>
                    <a:gd name="textAreaTop" fmla="*/ 0 h 281880"/>
                    <a:gd name="textAreaBottom" fmla="*/ 283680 h 28188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57" name="Google Shape;1328;p83"/>
                <p:cNvSpPr/>
                <p:nvPr/>
              </p:nvSpPr>
              <p:spPr>
                <a:xfrm>
                  <a:off x="9933480" y="5420160"/>
                  <a:ext cx="217080" cy="230400"/>
                </a:xfrm>
                <a:custGeom>
                  <a:avLst/>
                  <a:gdLst>
                    <a:gd name="textAreaLeft" fmla="*/ 0 w 217080"/>
                    <a:gd name="textAreaRight" fmla="*/ 218880 w 217080"/>
                    <a:gd name="textAreaTop" fmla="*/ 0 h 230400"/>
                    <a:gd name="textAreaBottom" fmla="*/ 232200 h 23040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58" name="Google Shape;1329;p83"/>
                <p:cNvSpPr/>
                <p:nvPr/>
              </p:nvSpPr>
              <p:spPr>
                <a:xfrm>
                  <a:off x="10188360" y="5420160"/>
                  <a:ext cx="205200" cy="230400"/>
                </a:xfrm>
                <a:custGeom>
                  <a:avLst/>
                  <a:gdLst>
                    <a:gd name="textAreaLeft" fmla="*/ 0 w 205200"/>
                    <a:gd name="textAreaRight" fmla="*/ 207000 w 205200"/>
                    <a:gd name="textAreaTop" fmla="*/ 0 h 230400"/>
                    <a:gd name="textAreaBottom" fmla="*/ 232200 h 23040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59" name="Google Shape;1330;p83"/>
                <p:cNvSpPr/>
                <p:nvPr/>
              </p:nvSpPr>
              <p:spPr>
                <a:xfrm>
                  <a:off x="10436760" y="5420160"/>
                  <a:ext cx="202320" cy="225360"/>
                </a:xfrm>
                <a:custGeom>
                  <a:avLst/>
                  <a:gdLst>
                    <a:gd name="textAreaLeft" fmla="*/ 0 w 202320"/>
                    <a:gd name="textAreaRight" fmla="*/ 204120 w 202320"/>
                    <a:gd name="textAreaTop" fmla="*/ 0 h 225360"/>
                    <a:gd name="textAreaBottom" fmla="*/ 227160 h 22536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60" name="Google Shape;1331;p83"/>
                <p:cNvSpPr/>
                <p:nvPr/>
              </p:nvSpPr>
              <p:spPr>
                <a:xfrm>
                  <a:off x="10685160" y="5420160"/>
                  <a:ext cx="239400" cy="230400"/>
                </a:xfrm>
                <a:custGeom>
                  <a:avLst/>
                  <a:gdLst>
                    <a:gd name="textAreaLeft" fmla="*/ 0 w 239400"/>
                    <a:gd name="textAreaRight" fmla="*/ 241200 w 239400"/>
                    <a:gd name="textAreaTop" fmla="*/ 0 h 230400"/>
                    <a:gd name="textAreaBottom" fmla="*/ 232200 h 23040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2261" name="Google Shape;1332;p83"/>
              <p:cNvGrpSpPr/>
              <p:nvPr/>
            </p:nvGrpSpPr>
            <p:grpSpPr>
              <a:xfrm>
                <a:off x="10162800" y="5727600"/>
                <a:ext cx="995400" cy="369360"/>
                <a:chOff x="10162800" y="5727600"/>
                <a:chExt cx="995400" cy="369360"/>
              </a:xfrm>
            </p:grpSpPr>
            <p:sp>
              <p:nvSpPr>
                <p:cNvPr id="2262" name="Google Shape;1333;p83"/>
                <p:cNvSpPr/>
                <p:nvPr/>
              </p:nvSpPr>
              <p:spPr>
                <a:xfrm>
                  <a:off x="10162800" y="5727600"/>
                  <a:ext cx="61560" cy="301680"/>
                </a:xfrm>
                <a:custGeom>
                  <a:avLst/>
                  <a:gdLst>
                    <a:gd name="textAreaLeft" fmla="*/ 0 w 61560"/>
                    <a:gd name="textAreaRight" fmla="*/ 63360 w 61560"/>
                    <a:gd name="textAreaTop" fmla="*/ 0 h 301680"/>
                    <a:gd name="textAreaBottom" fmla="*/ 303480 h 30168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63" name="Google Shape;1334;p83"/>
                <p:cNvSpPr/>
                <p:nvPr/>
              </p:nvSpPr>
              <p:spPr>
                <a:xfrm>
                  <a:off x="10274760" y="5804280"/>
                  <a:ext cx="239400" cy="230400"/>
                </a:xfrm>
                <a:custGeom>
                  <a:avLst/>
                  <a:gdLst>
                    <a:gd name="textAreaLeft" fmla="*/ 0 w 239400"/>
                    <a:gd name="textAreaRight" fmla="*/ 241200 w 239400"/>
                    <a:gd name="textAreaTop" fmla="*/ 0 h 230400"/>
                    <a:gd name="textAreaBottom" fmla="*/ 232200 h 23040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64" name="Google Shape;1335;p83"/>
                <p:cNvSpPr/>
                <p:nvPr/>
              </p:nvSpPr>
              <p:spPr>
                <a:xfrm>
                  <a:off x="10551960" y="5804280"/>
                  <a:ext cx="232200" cy="292680"/>
                </a:xfrm>
                <a:custGeom>
                  <a:avLst/>
                  <a:gdLst>
                    <a:gd name="textAreaLeft" fmla="*/ 0 w 232200"/>
                    <a:gd name="textAreaRight" fmla="*/ 234000 w 232200"/>
                    <a:gd name="textAreaTop" fmla="*/ 0 h 292680"/>
                    <a:gd name="textAreaBottom" fmla="*/ 294480 h 29268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65" name="Google Shape;1336;p83"/>
                <p:cNvSpPr/>
                <p:nvPr/>
              </p:nvSpPr>
              <p:spPr>
                <a:xfrm>
                  <a:off x="10843920" y="5727600"/>
                  <a:ext cx="64800" cy="301680"/>
                </a:xfrm>
                <a:custGeom>
                  <a:avLst/>
                  <a:gdLst>
                    <a:gd name="textAreaLeft" fmla="*/ 0 w 64800"/>
                    <a:gd name="textAreaRight" fmla="*/ 66600 w 64800"/>
                    <a:gd name="textAreaTop" fmla="*/ 0 h 301680"/>
                    <a:gd name="textAreaBottom" fmla="*/ 303480 h 30168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266" name="Google Shape;1337;p83"/>
                <p:cNvSpPr/>
                <p:nvPr/>
              </p:nvSpPr>
              <p:spPr>
                <a:xfrm>
                  <a:off x="10954800" y="5806080"/>
                  <a:ext cx="203400" cy="227880"/>
                </a:xfrm>
                <a:custGeom>
                  <a:avLst/>
                  <a:gdLst>
                    <a:gd name="textAreaLeft" fmla="*/ 0 w 203400"/>
                    <a:gd name="textAreaRight" fmla="*/ 205200 w 203400"/>
                    <a:gd name="textAreaTop" fmla="*/ 0 h 227880"/>
                    <a:gd name="textAreaBottom" fmla="*/ 229680 h 22788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267" name="Google Shape;1338;p83"/>
            <p:cNvGrpSpPr/>
            <p:nvPr/>
          </p:nvGrpSpPr>
          <p:grpSpPr>
            <a:xfrm>
              <a:off x="9844560" y="5104080"/>
              <a:ext cx="578160" cy="143280"/>
              <a:chOff x="9844560" y="5104080"/>
              <a:chExt cx="578160" cy="143280"/>
            </a:xfrm>
          </p:grpSpPr>
          <p:sp>
            <p:nvSpPr>
              <p:cNvPr id="2268" name="Google Shape;1339;p83"/>
              <p:cNvSpPr/>
              <p:nvPr/>
            </p:nvSpPr>
            <p:spPr>
              <a:xfrm>
                <a:off x="10333800" y="5109840"/>
                <a:ext cx="88920" cy="136800"/>
              </a:xfrm>
              <a:custGeom>
                <a:avLst/>
                <a:gdLst>
                  <a:gd name="textAreaLeft" fmla="*/ 0 w 88920"/>
                  <a:gd name="textAreaRight" fmla="*/ 90720 w 88920"/>
                  <a:gd name="textAreaTop" fmla="*/ 0 h 136800"/>
                  <a:gd name="textAreaBottom" fmla="*/ 138600 h 13680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9" name="Google Shape;1340;p83"/>
              <p:cNvSpPr/>
              <p:nvPr/>
            </p:nvSpPr>
            <p:spPr>
              <a:xfrm>
                <a:off x="9844560" y="5104080"/>
                <a:ext cx="129240" cy="143280"/>
              </a:xfrm>
              <a:custGeom>
                <a:avLst/>
                <a:gdLst>
                  <a:gd name="textAreaLeft" fmla="*/ 0 w 129240"/>
                  <a:gd name="textAreaRight" fmla="*/ 131040 w 129240"/>
                  <a:gd name="textAreaTop" fmla="*/ 0 h 143280"/>
                  <a:gd name="textAreaBottom" fmla="*/ 145080 h 14328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0" name="Google Shape;1341;p83"/>
              <p:cNvSpPr/>
              <p:nvPr/>
            </p:nvSpPr>
            <p:spPr>
              <a:xfrm>
                <a:off x="9970920" y="5124240"/>
                <a:ext cx="125640" cy="118800"/>
              </a:xfrm>
              <a:custGeom>
                <a:avLst/>
                <a:gdLst>
                  <a:gd name="textAreaLeft" fmla="*/ 0 w 125640"/>
                  <a:gd name="textAreaRight" fmla="*/ 127440 w 125640"/>
                  <a:gd name="textAreaTop" fmla="*/ 0 h 118800"/>
                  <a:gd name="textAreaBottom" fmla="*/ 120600 h 11880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1" name="Google Shape;1342;p83"/>
              <p:cNvSpPr/>
              <p:nvPr/>
            </p:nvSpPr>
            <p:spPr>
              <a:xfrm>
                <a:off x="10096920" y="5125680"/>
                <a:ext cx="117360" cy="115200"/>
              </a:xfrm>
              <a:custGeom>
                <a:avLst/>
                <a:gdLst>
                  <a:gd name="textAreaLeft" fmla="*/ 0 w 117360"/>
                  <a:gd name="textAreaRight" fmla="*/ 119160 w 117360"/>
                  <a:gd name="textAreaTop" fmla="*/ 0 h 115200"/>
                  <a:gd name="textAreaBottom" fmla="*/ 117000 h 11520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2" name="Google Shape;1343;p83"/>
              <p:cNvSpPr/>
              <p:nvPr/>
            </p:nvSpPr>
            <p:spPr>
              <a:xfrm>
                <a:off x="10215360" y="5124960"/>
                <a:ext cx="118440" cy="117360"/>
              </a:xfrm>
              <a:custGeom>
                <a:avLst/>
                <a:gdLst>
                  <a:gd name="textAreaLeft" fmla="*/ 0 w 118440"/>
                  <a:gd name="textAreaRight" fmla="*/ 120240 w 118440"/>
                  <a:gd name="textAreaTop" fmla="*/ 0 h 117360"/>
                  <a:gd name="textAreaBottom" fmla="*/ 119160 h 11736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73" name="Google Shape;1344;p83"/>
          <p:cNvSpPr/>
          <p:nvPr/>
        </p:nvSpPr>
        <p:spPr>
          <a:xfrm>
            <a:off x="8377920" y="13320"/>
            <a:ext cx="3610080" cy="3610080"/>
          </a:xfrm>
          <a:custGeom>
            <a:avLst/>
            <a:gdLst>
              <a:gd name="textAreaLeft" fmla="*/ 0 w 3610080"/>
              <a:gd name="textAreaRight" fmla="*/ 3611880 w 3610080"/>
              <a:gd name="textAreaTop" fmla="*/ 0 h 3610080"/>
              <a:gd name="textAreaBottom" fmla="*/ 3611880 h 36100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4" name="Google Shape;1345;p83"/>
          <p:cNvSpPr/>
          <p:nvPr/>
        </p:nvSpPr>
        <p:spPr>
          <a:xfrm>
            <a:off x="706680" y="3871800"/>
            <a:ext cx="355716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75" name="Google Shape;1346;p83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7360" cy="486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76" name="Google Shape;1347;p83"/>
          <p:cNvGrpSpPr/>
          <p:nvPr/>
        </p:nvGrpSpPr>
        <p:grpSpPr>
          <a:xfrm>
            <a:off x="401040" y="198360"/>
            <a:ext cx="6900480" cy="1623240"/>
            <a:chOff x="401040" y="198360"/>
            <a:chExt cx="6900480" cy="1623240"/>
          </a:xfrm>
        </p:grpSpPr>
        <p:sp>
          <p:nvSpPr>
            <p:cNvPr id="2277" name="Google Shape;1348;p83"/>
            <p:cNvSpPr/>
            <p:nvPr/>
          </p:nvSpPr>
          <p:spPr>
            <a:xfrm>
              <a:off x="690480" y="275760"/>
              <a:ext cx="321192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8" name="Google Shape;1349;p83"/>
            <p:cNvSpPr/>
            <p:nvPr/>
          </p:nvSpPr>
          <p:spPr>
            <a:xfrm>
              <a:off x="2085480" y="838080"/>
              <a:ext cx="5216040" cy="768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79" name="Google Shape;1350;p83"/>
            <p:cNvGrpSpPr/>
            <p:nvPr/>
          </p:nvGrpSpPr>
          <p:grpSpPr>
            <a:xfrm>
              <a:off x="401040" y="198360"/>
              <a:ext cx="691560" cy="691560"/>
              <a:chOff x="401040" y="198360"/>
              <a:chExt cx="691560" cy="691560"/>
            </a:xfrm>
          </p:grpSpPr>
          <p:sp>
            <p:nvSpPr>
              <p:cNvPr id="2280" name="Google Shape;1351;p83"/>
              <p:cNvSpPr/>
              <p:nvPr/>
            </p:nvSpPr>
            <p:spPr>
              <a:xfrm>
                <a:off x="401040" y="545040"/>
                <a:ext cx="344880" cy="3448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1" name="Google Shape;1352;p83"/>
              <p:cNvSpPr/>
              <p:nvPr/>
            </p:nvSpPr>
            <p:spPr>
              <a:xfrm>
                <a:off x="747720" y="198360"/>
                <a:ext cx="344880" cy="3448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2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9720" cy="1018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3" name="Google Shape;728;p70" descr=""/>
          <p:cNvPicPr/>
          <p:nvPr/>
        </p:nvPicPr>
        <p:blipFill>
          <a:blip r:embed="rId3"/>
          <a:stretch/>
        </p:blipFill>
        <p:spPr>
          <a:xfrm flipH="1">
            <a:off x="503280" y="1314000"/>
            <a:ext cx="6079320" cy="478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4" name="Google Shape;729;p70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5" name="Google Shape;730;p70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6" name="Google Shape;731;p70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7" name="Google Shape;732;p70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8" name="Google Shape;733;p70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9" name="Google Shape;734;p70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0" name="Google Shape;735;p70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1" name="Google Shape;736;p70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2" name="Google Shape;737;p70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3" name="Google Shape;738;p70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46.xml"/><Relationship Id="rId4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49.xml"/><Relationship Id="rId43" Type="http://schemas.openxmlformats.org/officeDocument/2006/relationships/slideLayout" Target="../slideLayouts/slideLayout50.xml"/><Relationship Id="rId44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2.xml"/><Relationship Id="rId46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1354;p84"/>
          <p:cNvGrpSpPr/>
          <p:nvPr/>
        </p:nvGrpSpPr>
        <p:grpSpPr>
          <a:xfrm>
            <a:off x="727920" y="3083040"/>
            <a:ext cx="5709240" cy="2415240"/>
            <a:chOff x="727920" y="3083040"/>
            <a:chExt cx="5709240" cy="2415240"/>
          </a:xfrm>
        </p:grpSpPr>
        <p:sp>
          <p:nvSpPr>
            <p:cNvPr id="323" name="Google Shape;1355;p84"/>
            <p:cNvSpPr/>
            <p:nvPr/>
          </p:nvSpPr>
          <p:spPr>
            <a:xfrm>
              <a:off x="1363680" y="3640680"/>
              <a:ext cx="507348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FUNDATIONS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Google Shape;1356;p84"/>
            <p:cNvSpPr/>
            <p:nvPr/>
          </p:nvSpPr>
          <p:spPr>
            <a:xfrm rot="16200000">
              <a:off x="-252000" y="4063320"/>
              <a:ext cx="2415240" cy="45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5" name="Google Shape;1357;p84"/>
          <p:cNvGrpSpPr/>
          <p:nvPr/>
        </p:nvGrpSpPr>
        <p:grpSpPr>
          <a:xfrm>
            <a:off x="755280" y="2794320"/>
            <a:ext cx="691560" cy="691560"/>
            <a:chOff x="755280" y="2794320"/>
            <a:chExt cx="691560" cy="691560"/>
          </a:xfrm>
        </p:grpSpPr>
        <p:sp>
          <p:nvSpPr>
            <p:cNvPr id="326" name="Google Shape;1358;p84"/>
            <p:cNvSpPr/>
            <p:nvPr/>
          </p:nvSpPr>
          <p:spPr>
            <a:xfrm>
              <a:off x="755280" y="314100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Google Shape;1359;p84"/>
            <p:cNvSpPr/>
            <p:nvPr/>
          </p:nvSpPr>
          <p:spPr>
            <a:xfrm>
              <a:off x="1101960" y="279432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" name="Google Shape;1360;p84"/>
          <p:cNvGrpSpPr/>
          <p:nvPr/>
        </p:nvGrpSpPr>
        <p:grpSpPr>
          <a:xfrm>
            <a:off x="6171480" y="5188680"/>
            <a:ext cx="691560" cy="691560"/>
            <a:chOff x="6171480" y="5188680"/>
            <a:chExt cx="691560" cy="691560"/>
          </a:xfrm>
        </p:grpSpPr>
        <p:sp>
          <p:nvSpPr>
            <p:cNvPr id="329" name="Google Shape;1361;p84"/>
            <p:cNvSpPr/>
            <p:nvPr/>
          </p:nvSpPr>
          <p:spPr>
            <a:xfrm>
              <a:off x="6171480" y="553536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Google Shape;1362;p84"/>
            <p:cNvSpPr/>
            <p:nvPr/>
          </p:nvSpPr>
          <p:spPr>
            <a:xfrm>
              <a:off x="6518160" y="5188680"/>
              <a:ext cx="344880" cy="3448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Google Shape;1363;p84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1364;p84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1365;p84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1366;p84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1367;p84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1368;p84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1369;p84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1370;p84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1371;p84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1372;p84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1" name="Google Shape;1373;p84"/>
          <p:cNvGrpSpPr/>
          <p:nvPr/>
        </p:nvGrpSpPr>
        <p:grpSpPr>
          <a:xfrm>
            <a:off x="10113480" y="597240"/>
            <a:ext cx="1479600" cy="1439280"/>
            <a:chOff x="10113480" y="597240"/>
            <a:chExt cx="1479600" cy="1439280"/>
          </a:xfrm>
        </p:grpSpPr>
        <p:grpSp>
          <p:nvGrpSpPr>
            <p:cNvPr id="342" name="Google Shape;1374;p84"/>
            <p:cNvGrpSpPr/>
            <p:nvPr/>
          </p:nvGrpSpPr>
          <p:grpSpPr>
            <a:xfrm>
              <a:off x="10124640" y="1269360"/>
              <a:ext cx="1468440" cy="767160"/>
              <a:chOff x="10124640" y="1269360"/>
              <a:chExt cx="1468440" cy="767160"/>
            </a:xfrm>
          </p:grpSpPr>
          <p:grpSp>
            <p:nvGrpSpPr>
              <p:cNvPr id="343" name="Google Shape;1375;p84"/>
              <p:cNvGrpSpPr/>
              <p:nvPr/>
            </p:nvGrpSpPr>
            <p:grpSpPr>
              <a:xfrm>
                <a:off x="10124640" y="1269360"/>
                <a:ext cx="1222920" cy="298080"/>
                <a:chOff x="10124640" y="1269360"/>
                <a:chExt cx="1222920" cy="298080"/>
              </a:xfrm>
            </p:grpSpPr>
            <p:sp>
              <p:nvSpPr>
                <p:cNvPr id="344" name="Google Shape;1376;p84"/>
                <p:cNvSpPr/>
                <p:nvPr/>
              </p:nvSpPr>
              <p:spPr>
                <a:xfrm>
                  <a:off x="10124640" y="1269360"/>
                  <a:ext cx="147960" cy="296640"/>
                </a:xfrm>
                <a:custGeom>
                  <a:avLst/>
                  <a:gdLst>
                    <a:gd name="textAreaLeft" fmla="*/ 0 w 147960"/>
                    <a:gd name="textAreaRight" fmla="*/ 149760 w 147960"/>
                    <a:gd name="textAreaTop" fmla="*/ 0 h 296640"/>
                    <a:gd name="textAreaBottom" fmla="*/ 298440 h 29664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Google Shape;1377;p84"/>
                <p:cNvSpPr/>
                <p:nvPr/>
              </p:nvSpPr>
              <p:spPr>
                <a:xfrm>
                  <a:off x="10305360" y="1324800"/>
                  <a:ext cx="228240" cy="242280"/>
                </a:xfrm>
                <a:custGeom>
                  <a:avLst/>
                  <a:gdLst>
                    <a:gd name="textAreaLeft" fmla="*/ 0 w 228240"/>
                    <a:gd name="textAreaRight" fmla="*/ 230040 w 22824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Google Shape;1378;p84"/>
                <p:cNvSpPr/>
                <p:nvPr/>
              </p:nvSpPr>
              <p:spPr>
                <a:xfrm>
                  <a:off x="10573560" y="1325160"/>
                  <a:ext cx="216000" cy="242280"/>
                </a:xfrm>
                <a:custGeom>
                  <a:avLst/>
                  <a:gdLst>
                    <a:gd name="textAreaLeft" fmla="*/ 0 w 216000"/>
                    <a:gd name="textAreaRight" fmla="*/ 217800 w 216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Google Shape;1379;p84"/>
                <p:cNvSpPr/>
                <p:nvPr/>
              </p:nvSpPr>
              <p:spPr>
                <a:xfrm>
                  <a:off x="10834560" y="1325160"/>
                  <a:ext cx="213120" cy="236880"/>
                </a:xfrm>
                <a:custGeom>
                  <a:avLst/>
                  <a:gdLst>
                    <a:gd name="textAreaLeft" fmla="*/ 0 w 213120"/>
                    <a:gd name="textAreaRight" fmla="*/ 214920 w 213120"/>
                    <a:gd name="textAreaTop" fmla="*/ 0 h 236880"/>
                    <a:gd name="textAreaBottom" fmla="*/ 238680 h 23688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8" name="Google Shape;1380;p84"/>
                <p:cNvSpPr/>
                <p:nvPr/>
              </p:nvSpPr>
              <p:spPr>
                <a:xfrm>
                  <a:off x="11095560" y="1325160"/>
                  <a:ext cx="252000" cy="242280"/>
                </a:xfrm>
                <a:custGeom>
                  <a:avLst/>
                  <a:gdLst>
                    <a:gd name="textAreaLeft" fmla="*/ 0 w 252000"/>
                    <a:gd name="textAreaRight" fmla="*/ 253800 w 252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9" name="Google Shape;1381;p84"/>
              <p:cNvGrpSpPr/>
              <p:nvPr/>
            </p:nvGrpSpPr>
            <p:grpSpPr>
              <a:xfrm>
                <a:off x="10546560" y="1648080"/>
                <a:ext cx="1046520" cy="388440"/>
                <a:chOff x="10546560" y="1648080"/>
                <a:chExt cx="1046520" cy="388440"/>
              </a:xfrm>
            </p:grpSpPr>
            <p:sp>
              <p:nvSpPr>
                <p:cNvPr id="350" name="Google Shape;1382;p84"/>
                <p:cNvSpPr/>
                <p:nvPr/>
              </p:nvSpPr>
              <p:spPr>
                <a:xfrm>
                  <a:off x="10546560" y="1648080"/>
                  <a:ext cx="64800" cy="317520"/>
                </a:xfrm>
                <a:custGeom>
                  <a:avLst/>
                  <a:gdLst>
                    <a:gd name="textAreaLeft" fmla="*/ 0 w 64800"/>
                    <a:gd name="textAreaRight" fmla="*/ 66600 w 64800"/>
                    <a:gd name="textAreaTop" fmla="*/ 0 h 317520"/>
                    <a:gd name="textAreaBottom" fmla="*/ 319320 h 31752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Google Shape;1383;p84"/>
                <p:cNvSpPr/>
                <p:nvPr/>
              </p:nvSpPr>
              <p:spPr>
                <a:xfrm>
                  <a:off x="10664280" y="1728720"/>
                  <a:ext cx="252000" cy="242280"/>
                </a:xfrm>
                <a:custGeom>
                  <a:avLst/>
                  <a:gdLst>
                    <a:gd name="textAreaLeft" fmla="*/ 0 w 252000"/>
                    <a:gd name="textAreaRight" fmla="*/ 253800 w 252000"/>
                    <a:gd name="textAreaTop" fmla="*/ 0 h 242280"/>
                    <a:gd name="textAreaBottom" fmla="*/ 244080 h 24228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" name="Google Shape;1384;p84"/>
                <p:cNvSpPr/>
                <p:nvPr/>
              </p:nvSpPr>
              <p:spPr>
                <a:xfrm>
                  <a:off x="10955160" y="1728720"/>
                  <a:ext cx="244440" cy="307800"/>
                </a:xfrm>
                <a:custGeom>
                  <a:avLst/>
                  <a:gdLst>
                    <a:gd name="textAreaLeft" fmla="*/ 0 w 244440"/>
                    <a:gd name="textAreaRight" fmla="*/ 246240 w 244440"/>
                    <a:gd name="textAreaTop" fmla="*/ 0 h 307800"/>
                    <a:gd name="textAreaBottom" fmla="*/ 309600 h 30780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" name="Google Shape;1385;p84"/>
                <p:cNvSpPr/>
                <p:nvPr/>
              </p:nvSpPr>
              <p:spPr>
                <a:xfrm>
                  <a:off x="11262240" y="1648440"/>
                  <a:ext cx="68400" cy="317520"/>
                </a:xfrm>
                <a:custGeom>
                  <a:avLst/>
                  <a:gdLst>
                    <a:gd name="textAreaLeft" fmla="*/ 0 w 68400"/>
                    <a:gd name="textAreaRight" fmla="*/ 70200 w 68400"/>
                    <a:gd name="textAreaTop" fmla="*/ 0 h 317520"/>
                    <a:gd name="textAreaBottom" fmla="*/ 319320 h 31752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" name="Google Shape;1386;p84"/>
                <p:cNvSpPr/>
                <p:nvPr/>
              </p:nvSpPr>
              <p:spPr>
                <a:xfrm>
                  <a:off x="11379240" y="1730520"/>
                  <a:ext cx="213840" cy="239760"/>
                </a:xfrm>
                <a:custGeom>
                  <a:avLst/>
                  <a:gdLst>
                    <a:gd name="textAreaLeft" fmla="*/ 0 w 213840"/>
                    <a:gd name="textAreaRight" fmla="*/ 215640 w 213840"/>
                    <a:gd name="textAreaTop" fmla="*/ 0 h 239760"/>
                    <a:gd name="textAreaBottom" fmla="*/ 241560 h 23976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5" name="Google Shape;1387;p84"/>
            <p:cNvGrpSpPr/>
            <p:nvPr/>
          </p:nvGrpSpPr>
          <p:grpSpPr>
            <a:xfrm>
              <a:off x="10207440" y="873000"/>
              <a:ext cx="1175040" cy="297000"/>
              <a:chOff x="10207440" y="873000"/>
              <a:chExt cx="1175040" cy="297000"/>
            </a:xfrm>
          </p:grpSpPr>
          <p:sp>
            <p:nvSpPr>
              <p:cNvPr id="356" name="Google Shape;1388;p84"/>
              <p:cNvSpPr/>
              <p:nvPr/>
            </p:nvSpPr>
            <p:spPr>
              <a:xfrm>
                <a:off x="10207440" y="878040"/>
                <a:ext cx="79920" cy="102240"/>
              </a:xfrm>
              <a:custGeom>
                <a:avLst/>
                <a:gdLst>
                  <a:gd name="textAreaLeft" fmla="*/ 0 w 79920"/>
                  <a:gd name="textAreaRight" fmla="*/ 81720 w 79920"/>
                  <a:gd name="textAreaTop" fmla="*/ 0 h 102240"/>
                  <a:gd name="textAreaBottom" fmla="*/ 104040 h 1022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Google Shape;1389;p84"/>
              <p:cNvSpPr/>
              <p:nvPr/>
            </p:nvSpPr>
            <p:spPr>
              <a:xfrm>
                <a:off x="1028556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Google Shape;1390;p84"/>
              <p:cNvSpPr/>
              <p:nvPr/>
            </p:nvSpPr>
            <p:spPr>
              <a:xfrm>
                <a:off x="10381680" y="87372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Google Shape;1391;p84"/>
              <p:cNvSpPr/>
              <p:nvPr/>
            </p:nvSpPr>
            <p:spPr>
              <a:xfrm>
                <a:off x="1047924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Google Shape;1392;p84"/>
              <p:cNvSpPr/>
              <p:nvPr/>
            </p:nvSpPr>
            <p:spPr>
              <a:xfrm>
                <a:off x="1056456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Google Shape;1393;p84"/>
              <p:cNvSpPr/>
              <p:nvPr/>
            </p:nvSpPr>
            <p:spPr>
              <a:xfrm>
                <a:off x="1068372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1394;p84"/>
              <p:cNvSpPr/>
              <p:nvPr/>
            </p:nvSpPr>
            <p:spPr>
              <a:xfrm>
                <a:off x="1076940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Google Shape;1395;p84"/>
              <p:cNvSpPr/>
              <p:nvPr/>
            </p:nvSpPr>
            <p:spPr>
              <a:xfrm>
                <a:off x="10888200" y="873000"/>
                <a:ext cx="44640" cy="107280"/>
              </a:xfrm>
              <a:custGeom>
                <a:avLst/>
                <a:gdLst>
                  <a:gd name="textAreaLeft" fmla="*/ 0 w 44640"/>
                  <a:gd name="textAreaRight" fmla="*/ 46440 w 44640"/>
                  <a:gd name="textAreaTop" fmla="*/ 0 h 107280"/>
                  <a:gd name="textAreaBottom" fmla="*/ 109080 h 1072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Google Shape;1396;p84"/>
              <p:cNvSpPr/>
              <p:nvPr/>
            </p:nvSpPr>
            <p:spPr>
              <a:xfrm>
                <a:off x="10942920" y="903600"/>
                <a:ext cx="78480" cy="78480"/>
              </a:xfrm>
              <a:custGeom>
                <a:avLst/>
                <a:gdLst>
                  <a:gd name="textAreaLeft" fmla="*/ 0 w 78480"/>
                  <a:gd name="textAreaRight" fmla="*/ 80280 w 7848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Google Shape;1397;p84"/>
              <p:cNvSpPr/>
              <p:nvPr/>
            </p:nvSpPr>
            <p:spPr>
              <a:xfrm>
                <a:off x="11043720" y="90396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1398;p84"/>
              <p:cNvSpPr/>
              <p:nvPr/>
            </p:nvSpPr>
            <p:spPr>
              <a:xfrm>
                <a:off x="11103840" y="903600"/>
                <a:ext cx="114480" cy="76680"/>
              </a:xfrm>
              <a:custGeom>
                <a:avLst/>
                <a:gdLst>
                  <a:gd name="textAreaLeft" fmla="*/ 0 w 114480"/>
                  <a:gd name="textAreaRight" fmla="*/ 116280 w 11448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Google Shape;1399;p84"/>
              <p:cNvSpPr/>
              <p:nvPr/>
            </p:nvSpPr>
            <p:spPr>
              <a:xfrm>
                <a:off x="11239560" y="90396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Google Shape;1400;p84"/>
              <p:cNvSpPr/>
              <p:nvPr/>
            </p:nvSpPr>
            <p:spPr>
              <a:xfrm>
                <a:off x="11324880" y="903960"/>
                <a:ext cx="57600" cy="77760"/>
              </a:xfrm>
              <a:custGeom>
                <a:avLst/>
                <a:gdLst>
                  <a:gd name="textAreaLeft" fmla="*/ 0 w 57600"/>
                  <a:gd name="textAreaRight" fmla="*/ 59400 w 5760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Google Shape;1401;p84"/>
              <p:cNvSpPr/>
              <p:nvPr/>
            </p:nvSpPr>
            <p:spPr>
              <a:xfrm>
                <a:off x="1020816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Google Shape;1402;p84"/>
              <p:cNvSpPr/>
              <p:nvPr/>
            </p:nvSpPr>
            <p:spPr>
              <a:xfrm>
                <a:off x="103068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Google Shape;1403;p84"/>
              <p:cNvSpPr/>
              <p:nvPr/>
            </p:nvSpPr>
            <p:spPr>
              <a:xfrm>
                <a:off x="10438200" y="1070280"/>
                <a:ext cx="65520" cy="7776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7760"/>
                  <a:gd name="textAreaBottom" fmla="*/ 79560 h 777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1404;p84"/>
              <p:cNvSpPr/>
              <p:nvPr/>
            </p:nvSpPr>
            <p:spPr>
              <a:xfrm>
                <a:off x="10530360" y="1069560"/>
                <a:ext cx="75960" cy="10044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0440"/>
                  <a:gd name="textAreaBottom" fmla="*/ 102240 h 1004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1405;p84"/>
              <p:cNvSpPr/>
              <p:nvPr/>
            </p:nvSpPr>
            <p:spPr>
              <a:xfrm>
                <a:off x="1062900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Google Shape;1406;p84"/>
              <p:cNvSpPr/>
              <p:nvPr/>
            </p:nvSpPr>
            <p:spPr>
              <a:xfrm>
                <a:off x="1068120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Google Shape;1407;p84"/>
              <p:cNvSpPr/>
              <p:nvPr/>
            </p:nvSpPr>
            <p:spPr>
              <a:xfrm>
                <a:off x="10774080" y="1069560"/>
                <a:ext cx="65520" cy="76680"/>
              </a:xfrm>
              <a:custGeom>
                <a:avLst/>
                <a:gdLst>
                  <a:gd name="textAreaLeft" fmla="*/ 0 w 65520"/>
                  <a:gd name="textAreaRight" fmla="*/ 67320 w 65520"/>
                  <a:gd name="textAreaTop" fmla="*/ 0 h 76680"/>
                  <a:gd name="textAreaBottom" fmla="*/ 78480 h 766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Google Shape;1408;p84"/>
              <p:cNvSpPr/>
              <p:nvPr/>
            </p:nvSpPr>
            <p:spPr>
              <a:xfrm>
                <a:off x="10860840" y="1039680"/>
                <a:ext cx="75960" cy="108360"/>
              </a:xfrm>
              <a:custGeom>
                <a:avLst/>
                <a:gdLst>
                  <a:gd name="textAreaLeft" fmla="*/ 0 w 75960"/>
                  <a:gd name="textAreaRight" fmla="*/ 77760 w 75960"/>
                  <a:gd name="textAreaTop" fmla="*/ 0 h 108360"/>
                  <a:gd name="textAreaBottom" fmla="*/ 110160 h 1083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Google Shape;1409;p84"/>
              <p:cNvSpPr/>
              <p:nvPr/>
            </p:nvSpPr>
            <p:spPr>
              <a:xfrm>
                <a:off x="10959480" y="1069920"/>
                <a:ext cx="70920" cy="78480"/>
              </a:xfrm>
              <a:custGeom>
                <a:avLst/>
                <a:gdLst>
                  <a:gd name="textAreaLeft" fmla="*/ 0 w 70920"/>
                  <a:gd name="textAreaRight" fmla="*/ 72720 w 70920"/>
                  <a:gd name="textAreaTop" fmla="*/ 0 h 78480"/>
                  <a:gd name="textAreaBottom" fmla="*/ 80280 h 784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Google Shape;1410;p84"/>
              <p:cNvSpPr/>
              <p:nvPr/>
            </p:nvSpPr>
            <p:spPr>
              <a:xfrm>
                <a:off x="11052360" y="1069920"/>
                <a:ext cx="41040" cy="76320"/>
              </a:xfrm>
              <a:custGeom>
                <a:avLst/>
                <a:gdLst>
                  <a:gd name="textAreaLeft" fmla="*/ 0 w 41040"/>
                  <a:gd name="textAreaRight" fmla="*/ 42840 w 41040"/>
                  <a:gd name="textAreaTop" fmla="*/ 0 h 76320"/>
                  <a:gd name="textAreaBottom" fmla="*/ 78120 h 763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9" name="Google Shape;1411;p84"/>
            <p:cNvGrpSpPr/>
            <p:nvPr/>
          </p:nvGrpSpPr>
          <p:grpSpPr>
            <a:xfrm>
              <a:off x="10113480" y="597240"/>
              <a:ext cx="607680" cy="150840"/>
              <a:chOff x="10113480" y="597240"/>
              <a:chExt cx="607680" cy="150840"/>
            </a:xfrm>
          </p:grpSpPr>
          <p:sp>
            <p:nvSpPr>
              <p:cNvPr id="380" name="Google Shape;1412;p84"/>
              <p:cNvSpPr/>
              <p:nvPr/>
            </p:nvSpPr>
            <p:spPr>
              <a:xfrm>
                <a:off x="10627560" y="603360"/>
                <a:ext cx="93600" cy="144000"/>
              </a:xfrm>
              <a:custGeom>
                <a:avLst/>
                <a:gdLst>
                  <a:gd name="textAreaLeft" fmla="*/ 0 w 93600"/>
                  <a:gd name="textAreaRight" fmla="*/ 95400 w 93600"/>
                  <a:gd name="textAreaTop" fmla="*/ 0 h 144000"/>
                  <a:gd name="textAreaBottom" fmla="*/ 145800 h 1440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Google Shape;1413;p84"/>
              <p:cNvSpPr/>
              <p:nvPr/>
            </p:nvSpPr>
            <p:spPr>
              <a:xfrm>
                <a:off x="10113480" y="597240"/>
                <a:ext cx="136080" cy="150840"/>
              </a:xfrm>
              <a:custGeom>
                <a:avLst/>
                <a:gdLst>
                  <a:gd name="textAreaLeft" fmla="*/ 0 w 136080"/>
                  <a:gd name="textAreaRight" fmla="*/ 137880 w 136080"/>
                  <a:gd name="textAreaTop" fmla="*/ 0 h 150840"/>
                  <a:gd name="textAreaBottom" fmla="*/ 152640 h 1508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Google Shape;1414;p84"/>
              <p:cNvSpPr/>
              <p:nvPr/>
            </p:nvSpPr>
            <p:spPr>
              <a:xfrm>
                <a:off x="10246320" y="618480"/>
                <a:ext cx="132480" cy="124920"/>
              </a:xfrm>
              <a:custGeom>
                <a:avLst/>
                <a:gdLst>
                  <a:gd name="textAreaLeft" fmla="*/ 0 w 132480"/>
                  <a:gd name="textAreaRight" fmla="*/ 134280 w 132480"/>
                  <a:gd name="textAreaTop" fmla="*/ 0 h 124920"/>
                  <a:gd name="textAreaBottom" fmla="*/ 126720 h 1249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Google Shape;1415;p84"/>
              <p:cNvSpPr/>
              <p:nvPr/>
            </p:nvSpPr>
            <p:spPr>
              <a:xfrm>
                <a:off x="10378800" y="619920"/>
                <a:ext cx="123840" cy="121320"/>
              </a:xfrm>
              <a:custGeom>
                <a:avLst/>
                <a:gdLst>
                  <a:gd name="textAreaLeft" fmla="*/ 0 w 123840"/>
                  <a:gd name="textAreaRight" fmla="*/ 125640 w 123840"/>
                  <a:gd name="textAreaTop" fmla="*/ 0 h 121320"/>
                  <a:gd name="textAreaBottom" fmla="*/ 123120 h 1213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Google Shape;1416;p84"/>
              <p:cNvSpPr/>
              <p:nvPr/>
            </p:nvSpPr>
            <p:spPr>
              <a:xfrm>
                <a:off x="10503000" y="619200"/>
                <a:ext cx="124920" cy="123480"/>
              </a:xfrm>
              <a:custGeom>
                <a:avLst/>
                <a:gdLst>
                  <a:gd name="textAreaLeft" fmla="*/ 0 w 124920"/>
                  <a:gd name="textAreaRight" fmla="*/ 126720 w 124920"/>
                  <a:gd name="textAreaTop" fmla="*/ 0 h 123480"/>
                  <a:gd name="textAreaBottom" fmla="*/ 125280 h 1234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385" name="Google Shape;1417;p84" descr=""/>
          <p:cNvPicPr/>
          <p:nvPr/>
        </p:nvPicPr>
        <p:blipFill>
          <a:blip r:embed="rId2"/>
          <a:stretch/>
        </p:blipFill>
        <p:spPr>
          <a:xfrm>
            <a:off x="10024560" y="4241880"/>
            <a:ext cx="1477800" cy="102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Google Shape;1418;p84" descr=""/>
          <p:cNvPicPr/>
          <p:nvPr/>
        </p:nvPicPr>
        <p:blipFill>
          <a:blip r:embed="rId3"/>
          <a:stretch/>
        </p:blipFill>
        <p:spPr>
          <a:xfrm>
            <a:off x="757080" y="916200"/>
            <a:ext cx="2550240" cy="3880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1420;p85"/>
          <p:cNvSpPr/>
          <p:nvPr/>
        </p:nvSpPr>
        <p:spPr>
          <a:xfrm>
            <a:off x="8377920" y="13320"/>
            <a:ext cx="3610080" cy="3610080"/>
          </a:xfrm>
          <a:custGeom>
            <a:avLst/>
            <a:gdLst>
              <a:gd name="textAreaLeft" fmla="*/ 0 w 3610080"/>
              <a:gd name="textAreaRight" fmla="*/ 3611880 w 3610080"/>
              <a:gd name="textAreaTop" fmla="*/ 0 h 3610080"/>
              <a:gd name="textAreaBottom" fmla="*/ 3611880 h 36100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1421;p85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1422;p85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1423;p85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1424;p85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1425;p85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1426;p85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1427;p85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1428;p85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1429;p85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1430;p85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98" name="Google Shape;1431;p85"/>
          <p:cNvGrpSpPr/>
          <p:nvPr/>
        </p:nvGrpSpPr>
        <p:grpSpPr>
          <a:xfrm>
            <a:off x="795240" y="2890800"/>
            <a:ext cx="3672360" cy="3107160"/>
            <a:chOff x="795240" y="2890800"/>
            <a:chExt cx="3672360" cy="3107160"/>
          </a:xfrm>
        </p:grpSpPr>
        <p:sp>
          <p:nvSpPr>
            <p:cNvPr id="399" name="Google Shape;1432;p85"/>
            <p:cNvSpPr/>
            <p:nvPr/>
          </p:nvSpPr>
          <p:spPr>
            <a:xfrm>
              <a:off x="795240" y="4303800"/>
              <a:ext cx="563400" cy="169416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694160"/>
                <a:gd name="textAreaBottom" fmla="*/ 1695960 h 16941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Google Shape;1433;p85"/>
            <p:cNvSpPr/>
            <p:nvPr/>
          </p:nvSpPr>
          <p:spPr>
            <a:xfrm>
              <a:off x="3904200" y="3738600"/>
              <a:ext cx="563400" cy="1128600"/>
            </a:xfrm>
            <a:custGeom>
              <a:avLst/>
              <a:gdLst>
                <a:gd name="textAreaLeft" fmla="*/ 0 w 563400"/>
                <a:gd name="textAreaRight" fmla="*/ 565200 w 5634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1434;p85"/>
            <p:cNvSpPr/>
            <p:nvPr/>
          </p:nvSpPr>
          <p:spPr>
            <a:xfrm>
              <a:off x="4186800" y="543456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Google Shape;1435;p85"/>
            <p:cNvSpPr/>
            <p:nvPr/>
          </p:nvSpPr>
          <p:spPr>
            <a:xfrm>
              <a:off x="2490840" y="3173400"/>
              <a:ext cx="280800" cy="280800"/>
            </a:xfrm>
            <a:custGeom>
              <a:avLst/>
              <a:gdLst>
                <a:gd name="textAreaLeft" fmla="*/ 0 w 280800"/>
                <a:gd name="textAreaRight" fmla="*/ 282600 w 280800"/>
                <a:gd name="textAreaTop" fmla="*/ 0 h 280800"/>
                <a:gd name="textAreaBottom" fmla="*/ 282600 h 2808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Google Shape;1436;p85"/>
            <p:cNvSpPr/>
            <p:nvPr/>
          </p:nvSpPr>
          <p:spPr>
            <a:xfrm>
              <a:off x="1360440" y="2890800"/>
              <a:ext cx="1128600" cy="1128600"/>
            </a:xfrm>
            <a:custGeom>
              <a:avLst/>
              <a:gdLst>
                <a:gd name="textAreaLeft" fmla="*/ 0 w 1128600"/>
                <a:gd name="textAreaRight" fmla="*/ 1130400 w 1128600"/>
                <a:gd name="textAreaTop" fmla="*/ 0 h 1128600"/>
                <a:gd name="textAreaBottom" fmla="*/ 1130400 h 11286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Google Shape;1437;p85"/>
            <p:cNvSpPr/>
            <p:nvPr/>
          </p:nvSpPr>
          <p:spPr>
            <a:xfrm>
              <a:off x="1925640" y="4303800"/>
              <a:ext cx="1411200" cy="1411200"/>
            </a:xfrm>
            <a:custGeom>
              <a:avLst/>
              <a:gdLst>
                <a:gd name="textAreaLeft" fmla="*/ 0 w 1411200"/>
                <a:gd name="textAreaRight" fmla="*/ 1413000 w 1411200"/>
                <a:gd name="textAreaTop" fmla="*/ 0 h 1411200"/>
                <a:gd name="textAreaBottom" fmla="*/ 1413000 h 14112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5" name="Google Shape;1438;p85"/>
          <p:cNvSpPr/>
          <p:nvPr/>
        </p:nvSpPr>
        <p:spPr>
          <a:xfrm>
            <a:off x="706680" y="3871800"/>
            <a:ext cx="3557160" cy="16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6" name="Google Shape;1439;p85"/>
          <p:cNvGrpSpPr/>
          <p:nvPr/>
        </p:nvGrpSpPr>
        <p:grpSpPr>
          <a:xfrm>
            <a:off x="1734120" y="843120"/>
            <a:ext cx="1368360" cy="1094400"/>
            <a:chOff x="1734120" y="843120"/>
            <a:chExt cx="1368360" cy="1094400"/>
          </a:xfrm>
        </p:grpSpPr>
        <p:sp>
          <p:nvSpPr>
            <p:cNvPr id="407" name="Google Shape;1440;p85"/>
            <p:cNvSpPr/>
            <p:nvPr/>
          </p:nvSpPr>
          <p:spPr>
            <a:xfrm>
              <a:off x="2282400" y="84312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Google Shape;1441;p85"/>
            <p:cNvSpPr/>
            <p:nvPr/>
          </p:nvSpPr>
          <p:spPr>
            <a:xfrm>
              <a:off x="2008080" y="111744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Google Shape;1442;p85"/>
            <p:cNvSpPr/>
            <p:nvPr/>
          </p:nvSpPr>
          <p:spPr>
            <a:xfrm>
              <a:off x="1734120" y="13914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Google Shape;1443;p85"/>
            <p:cNvSpPr/>
            <p:nvPr/>
          </p:nvSpPr>
          <p:spPr>
            <a:xfrm>
              <a:off x="173412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Google Shape;1444;p85"/>
            <p:cNvSpPr/>
            <p:nvPr/>
          </p:nvSpPr>
          <p:spPr>
            <a:xfrm>
              <a:off x="200808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Google Shape;1445;p85"/>
            <p:cNvSpPr/>
            <p:nvPr/>
          </p:nvSpPr>
          <p:spPr>
            <a:xfrm>
              <a:off x="228240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Google Shape;1446;p85"/>
            <p:cNvSpPr/>
            <p:nvPr/>
          </p:nvSpPr>
          <p:spPr>
            <a:xfrm>
              <a:off x="255636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Google Shape;1447;p85"/>
            <p:cNvSpPr/>
            <p:nvPr/>
          </p:nvSpPr>
          <p:spPr>
            <a:xfrm>
              <a:off x="2830320" y="166536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Google Shape;1448;p85"/>
            <p:cNvSpPr/>
            <p:nvPr/>
          </p:nvSpPr>
          <p:spPr>
            <a:xfrm>
              <a:off x="2830320" y="139140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Google Shape;1449;p85"/>
            <p:cNvSpPr/>
            <p:nvPr/>
          </p:nvSpPr>
          <p:spPr>
            <a:xfrm>
              <a:off x="2556360" y="1117440"/>
              <a:ext cx="272160" cy="272160"/>
            </a:xfrm>
            <a:custGeom>
              <a:avLst/>
              <a:gdLst>
                <a:gd name="textAreaLeft" fmla="*/ 0 w 272160"/>
                <a:gd name="textAreaRight" fmla="*/ 273960 w 272160"/>
                <a:gd name="textAreaTop" fmla="*/ 0 h 272160"/>
                <a:gd name="textAreaBottom" fmla="*/ 273960 h 2721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7" name="Google Shape;1450;p85"/>
          <p:cNvGrpSpPr/>
          <p:nvPr/>
        </p:nvGrpSpPr>
        <p:grpSpPr>
          <a:xfrm>
            <a:off x="401040" y="198360"/>
            <a:ext cx="2382120" cy="1623240"/>
            <a:chOff x="401040" y="198360"/>
            <a:chExt cx="2382120" cy="1623240"/>
          </a:xfrm>
        </p:grpSpPr>
        <p:sp>
          <p:nvSpPr>
            <p:cNvPr id="418" name="Google Shape;1451;p85"/>
            <p:cNvSpPr/>
            <p:nvPr/>
          </p:nvSpPr>
          <p:spPr>
            <a:xfrm>
              <a:off x="690480" y="275760"/>
              <a:ext cx="2092680" cy="15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FOUDATIONS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9" name="Google Shape;1452;p85"/>
            <p:cNvGrpSpPr/>
            <p:nvPr/>
          </p:nvGrpSpPr>
          <p:grpSpPr>
            <a:xfrm>
              <a:off x="401040" y="198360"/>
              <a:ext cx="691560" cy="691560"/>
              <a:chOff x="401040" y="198360"/>
              <a:chExt cx="691560" cy="691560"/>
            </a:xfrm>
          </p:grpSpPr>
          <p:sp>
            <p:nvSpPr>
              <p:cNvPr id="420" name="Google Shape;1453;p85"/>
              <p:cNvSpPr/>
              <p:nvPr/>
            </p:nvSpPr>
            <p:spPr>
              <a:xfrm>
                <a:off x="401040" y="545040"/>
                <a:ext cx="344880" cy="3448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Google Shape;1454;p85"/>
              <p:cNvSpPr/>
              <p:nvPr/>
            </p:nvSpPr>
            <p:spPr>
              <a:xfrm>
                <a:off x="747720" y="198360"/>
                <a:ext cx="344880" cy="3448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22" name="Google Shape;1455;p85"/>
          <p:cNvGrpSpPr/>
          <p:nvPr/>
        </p:nvGrpSpPr>
        <p:grpSpPr>
          <a:xfrm>
            <a:off x="9761760" y="5367240"/>
            <a:ext cx="1396440" cy="729720"/>
            <a:chOff x="9761760" y="5367240"/>
            <a:chExt cx="1396440" cy="729720"/>
          </a:xfrm>
        </p:grpSpPr>
        <p:grpSp>
          <p:nvGrpSpPr>
            <p:cNvPr id="423" name="Google Shape;1456;p85"/>
            <p:cNvGrpSpPr/>
            <p:nvPr/>
          </p:nvGrpSpPr>
          <p:grpSpPr>
            <a:xfrm>
              <a:off x="9761760" y="5367240"/>
              <a:ext cx="1162800" cy="283320"/>
              <a:chOff x="9761760" y="5367240"/>
              <a:chExt cx="1162800" cy="283320"/>
            </a:xfrm>
          </p:grpSpPr>
          <p:sp>
            <p:nvSpPr>
              <p:cNvPr id="424" name="Google Shape;1457;p85"/>
              <p:cNvSpPr/>
              <p:nvPr/>
            </p:nvSpPr>
            <p:spPr>
              <a:xfrm>
                <a:off x="9761760" y="5367240"/>
                <a:ext cx="140400" cy="281880"/>
              </a:xfrm>
              <a:custGeom>
                <a:avLst/>
                <a:gdLst>
                  <a:gd name="textAreaLeft" fmla="*/ 0 w 140400"/>
                  <a:gd name="textAreaRight" fmla="*/ 142200 w 140400"/>
                  <a:gd name="textAreaTop" fmla="*/ 0 h 281880"/>
                  <a:gd name="textAreaBottom" fmla="*/ 283680 h 2818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Google Shape;1458;p85"/>
              <p:cNvSpPr/>
              <p:nvPr/>
            </p:nvSpPr>
            <p:spPr>
              <a:xfrm>
                <a:off x="9933480" y="5420160"/>
                <a:ext cx="217080" cy="230400"/>
              </a:xfrm>
              <a:custGeom>
                <a:avLst/>
                <a:gdLst>
                  <a:gd name="textAreaLeft" fmla="*/ 0 w 217080"/>
                  <a:gd name="textAreaRight" fmla="*/ 218880 w 21708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1459;p85"/>
              <p:cNvSpPr/>
              <p:nvPr/>
            </p:nvSpPr>
            <p:spPr>
              <a:xfrm>
                <a:off x="10188360" y="5420160"/>
                <a:ext cx="205200" cy="230400"/>
              </a:xfrm>
              <a:custGeom>
                <a:avLst/>
                <a:gdLst>
                  <a:gd name="textAreaLeft" fmla="*/ 0 w 205200"/>
                  <a:gd name="textAreaRight" fmla="*/ 207000 w 2052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Google Shape;1460;p85"/>
              <p:cNvSpPr/>
              <p:nvPr/>
            </p:nvSpPr>
            <p:spPr>
              <a:xfrm>
                <a:off x="10436760" y="5420160"/>
                <a:ext cx="202320" cy="225360"/>
              </a:xfrm>
              <a:custGeom>
                <a:avLst/>
                <a:gdLst>
                  <a:gd name="textAreaLeft" fmla="*/ 0 w 202320"/>
                  <a:gd name="textAreaRight" fmla="*/ 204120 w 202320"/>
                  <a:gd name="textAreaTop" fmla="*/ 0 h 225360"/>
                  <a:gd name="textAreaBottom" fmla="*/ 227160 h 2253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Google Shape;1461;p85"/>
              <p:cNvSpPr/>
              <p:nvPr/>
            </p:nvSpPr>
            <p:spPr>
              <a:xfrm>
                <a:off x="10685160" y="542016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9" name="Google Shape;1462;p85"/>
            <p:cNvGrpSpPr/>
            <p:nvPr/>
          </p:nvGrpSpPr>
          <p:grpSpPr>
            <a:xfrm>
              <a:off x="10162800" y="5727600"/>
              <a:ext cx="995400" cy="369360"/>
              <a:chOff x="10162800" y="5727600"/>
              <a:chExt cx="995400" cy="369360"/>
            </a:xfrm>
          </p:grpSpPr>
          <p:sp>
            <p:nvSpPr>
              <p:cNvPr id="430" name="Google Shape;1463;p85"/>
              <p:cNvSpPr/>
              <p:nvPr/>
            </p:nvSpPr>
            <p:spPr>
              <a:xfrm>
                <a:off x="10162800" y="5727600"/>
                <a:ext cx="61560" cy="301680"/>
              </a:xfrm>
              <a:custGeom>
                <a:avLst/>
                <a:gdLst>
                  <a:gd name="textAreaLeft" fmla="*/ 0 w 61560"/>
                  <a:gd name="textAreaRight" fmla="*/ 63360 w 6156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Google Shape;1464;p85"/>
              <p:cNvSpPr/>
              <p:nvPr/>
            </p:nvSpPr>
            <p:spPr>
              <a:xfrm>
                <a:off x="10274760" y="5804280"/>
                <a:ext cx="239400" cy="230400"/>
              </a:xfrm>
              <a:custGeom>
                <a:avLst/>
                <a:gdLst>
                  <a:gd name="textAreaLeft" fmla="*/ 0 w 239400"/>
                  <a:gd name="textAreaRight" fmla="*/ 241200 w 239400"/>
                  <a:gd name="textAreaTop" fmla="*/ 0 h 230400"/>
                  <a:gd name="textAreaBottom" fmla="*/ 232200 h 2304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Google Shape;1465;p85"/>
              <p:cNvSpPr/>
              <p:nvPr/>
            </p:nvSpPr>
            <p:spPr>
              <a:xfrm>
                <a:off x="10551960" y="5804280"/>
                <a:ext cx="232200" cy="292680"/>
              </a:xfrm>
              <a:custGeom>
                <a:avLst/>
                <a:gdLst>
                  <a:gd name="textAreaLeft" fmla="*/ 0 w 232200"/>
                  <a:gd name="textAreaRight" fmla="*/ 234000 w 232200"/>
                  <a:gd name="textAreaTop" fmla="*/ 0 h 292680"/>
                  <a:gd name="textAreaBottom" fmla="*/ 294480 h 2926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1466;p85"/>
              <p:cNvSpPr/>
              <p:nvPr/>
            </p:nvSpPr>
            <p:spPr>
              <a:xfrm>
                <a:off x="10843920" y="5727600"/>
                <a:ext cx="64800" cy="301680"/>
              </a:xfrm>
              <a:custGeom>
                <a:avLst/>
                <a:gdLst>
                  <a:gd name="textAreaLeft" fmla="*/ 0 w 64800"/>
                  <a:gd name="textAreaRight" fmla="*/ 66600 w 64800"/>
                  <a:gd name="textAreaTop" fmla="*/ 0 h 301680"/>
                  <a:gd name="textAreaBottom" fmla="*/ 303480 h 3016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Google Shape;1467;p85"/>
              <p:cNvSpPr/>
              <p:nvPr/>
            </p:nvSpPr>
            <p:spPr>
              <a:xfrm>
                <a:off x="10954800" y="5806080"/>
                <a:ext cx="203400" cy="227880"/>
              </a:xfrm>
              <a:custGeom>
                <a:avLst/>
                <a:gdLst>
                  <a:gd name="textAreaLeft" fmla="*/ 0 w 203400"/>
                  <a:gd name="textAreaRight" fmla="*/ 205200 w 203400"/>
                  <a:gd name="textAreaTop" fmla="*/ 0 h 227880"/>
                  <a:gd name="textAreaBottom" fmla="*/ 229680 h 2278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35" name="Google Shape;1468;p85"/>
          <p:cNvGrpSpPr/>
          <p:nvPr/>
        </p:nvGrpSpPr>
        <p:grpSpPr>
          <a:xfrm>
            <a:off x="9844560" y="5104080"/>
            <a:ext cx="578160" cy="143280"/>
            <a:chOff x="9844560" y="5104080"/>
            <a:chExt cx="578160" cy="143280"/>
          </a:xfrm>
        </p:grpSpPr>
        <p:sp>
          <p:nvSpPr>
            <p:cNvPr id="436" name="Google Shape;1469;p85"/>
            <p:cNvSpPr/>
            <p:nvPr/>
          </p:nvSpPr>
          <p:spPr>
            <a:xfrm>
              <a:off x="10333800" y="5109840"/>
              <a:ext cx="88920" cy="136800"/>
            </a:xfrm>
            <a:custGeom>
              <a:avLst/>
              <a:gdLst>
                <a:gd name="textAreaLeft" fmla="*/ 0 w 88920"/>
                <a:gd name="textAreaRight" fmla="*/ 90720 w 88920"/>
                <a:gd name="textAreaTop" fmla="*/ 0 h 136800"/>
                <a:gd name="textAreaBottom" fmla="*/ 138600 h 1368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Google Shape;1470;p85"/>
            <p:cNvSpPr/>
            <p:nvPr/>
          </p:nvSpPr>
          <p:spPr>
            <a:xfrm>
              <a:off x="9844560" y="5104080"/>
              <a:ext cx="129240" cy="143280"/>
            </a:xfrm>
            <a:custGeom>
              <a:avLst/>
              <a:gdLst>
                <a:gd name="textAreaLeft" fmla="*/ 0 w 129240"/>
                <a:gd name="textAreaRight" fmla="*/ 131040 w 129240"/>
                <a:gd name="textAreaTop" fmla="*/ 0 h 143280"/>
                <a:gd name="textAreaBottom" fmla="*/ 145080 h 1432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Google Shape;1471;p85"/>
            <p:cNvSpPr/>
            <p:nvPr/>
          </p:nvSpPr>
          <p:spPr>
            <a:xfrm>
              <a:off x="9970920" y="5124240"/>
              <a:ext cx="125640" cy="118800"/>
            </a:xfrm>
            <a:custGeom>
              <a:avLst/>
              <a:gdLst>
                <a:gd name="textAreaLeft" fmla="*/ 0 w 125640"/>
                <a:gd name="textAreaRight" fmla="*/ 127440 w 125640"/>
                <a:gd name="textAreaTop" fmla="*/ 0 h 118800"/>
                <a:gd name="textAreaBottom" fmla="*/ 120600 h 1188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Google Shape;1472;p85"/>
            <p:cNvSpPr/>
            <p:nvPr/>
          </p:nvSpPr>
          <p:spPr>
            <a:xfrm>
              <a:off x="10096920" y="5125680"/>
              <a:ext cx="117360" cy="115200"/>
            </a:xfrm>
            <a:custGeom>
              <a:avLst/>
              <a:gdLst>
                <a:gd name="textAreaLeft" fmla="*/ 0 w 117360"/>
                <a:gd name="textAreaRight" fmla="*/ 119160 w 117360"/>
                <a:gd name="textAreaTop" fmla="*/ 0 h 115200"/>
                <a:gd name="textAreaBottom" fmla="*/ 117000 h 1152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Google Shape;1473;p85"/>
            <p:cNvSpPr/>
            <p:nvPr/>
          </p:nvSpPr>
          <p:spPr>
            <a:xfrm>
              <a:off x="10215360" y="5124960"/>
              <a:ext cx="118440" cy="117360"/>
            </a:xfrm>
            <a:custGeom>
              <a:avLst/>
              <a:gdLst>
                <a:gd name="textAreaLeft" fmla="*/ 0 w 118440"/>
                <a:gd name="textAreaRight" fmla="*/ 120240 w 118440"/>
                <a:gd name="textAreaTop" fmla="*/ 0 h 117360"/>
                <a:gd name="textAreaBottom" fmla="*/ 119160 h 1173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41" name="Google Shape;1474;p85" descr=""/>
          <p:cNvPicPr/>
          <p:nvPr/>
        </p:nvPicPr>
        <p:blipFill>
          <a:blip r:embed="rId2"/>
          <a:stretch/>
        </p:blipFill>
        <p:spPr>
          <a:xfrm>
            <a:off x="8838000" y="1433520"/>
            <a:ext cx="2550240" cy="3880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17;p47"/>
          <p:cNvSpPr/>
          <p:nvPr/>
        </p:nvSpPr>
        <p:spPr>
          <a:xfrm>
            <a:off x="-187920" y="-628560"/>
            <a:ext cx="422640" cy="78087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7" name="Google Shape;18;p47"/>
          <p:cNvSpPr/>
          <p:nvPr/>
        </p:nvSpPr>
        <p:spPr>
          <a:xfrm rot="10800000">
            <a:off x="7387560" y="-423720"/>
            <a:ext cx="2613600" cy="78087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8" name="Google Shape;19;p47"/>
          <p:cNvSpPr/>
          <p:nvPr/>
        </p:nvSpPr>
        <p:spPr>
          <a:xfrm rot="10800000">
            <a:off x="10003320" y="-423720"/>
            <a:ext cx="2613600" cy="7808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Google Shape;20;p47"/>
          <p:cNvSpPr/>
          <p:nvPr/>
        </p:nvSpPr>
        <p:spPr>
          <a:xfrm>
            <a:off x="29865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0" name="Google Shape;21;p47"/>
          <p:cNvSpPr/>
          <p:nvPr/>
        </p:nvSpPr>
        <p:spPr>
          <a:xfrm>
            <a:off x="35420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1" name="Google Shape;22;p47"/>
          <p:cNvSpPr/>
          <p:nvPr/>
        </p:nvSpPr>
        <p:spPr>
          <a:xfrm>
            <a:off x="4049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2" name="Google Shape;23;p47"/>
          <p:cNvSpPr/>
          <p:nvPr/>
        </p:nvSpPr>
        <p:spPr>
          <a:xfrm>
            <a:off x="456408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3" name="Google Shape;24;p47"/>
          <p:cNvSpPr/>
          <p:nvPr/>
        </p:nvSpPr>
        <p:spPr>
          <a:xfrm>
            <a:off x="50781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Google Shape;25;p47"/>
          <p:cNvSpPr/>
          <p:nvPr/>
        </p:nvSpPr>
        <p:spPr>
          <a:xfrm>
            <a:off x="6145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5" name="Google Shape;26;p47"/>
          <p:cNvSpPr/>
          <p:nvPr/>
        </p:nvSpPr>
        <p:spPr>
          <a:xfrm>
            <a:off x="563364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6" name="Google Shape;27;p47"/>
          <p:cNvSpPr/>
          <p:nvPr/>
        </p:nvSpPr>
        <p:spPr>
          <a:xfrm>
            <a:off x="674136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7" name="Google Shape;28;p47"/>
          <p:cNvSpPr/>
          <p:nvPr/>
        </p:nvSpPr>
        <p:spPr>
          <a:xfrm>
            <a:off x="730332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8" name="Google Shape;29;p47"/>
          <p:cNvSpPr/>
          <p:nvPr/>
        </p:nvSpPr>
        <p:spPr>
          <a:xfrm>
            <a:off x="7846200" y="7543800"/>
            <a:ext cx="362880" cy="377280"/>
          </a:xfrm>
          <a:custGeom>
            <a:avLst/>
            <a:gdLst>
              <a:gd name="textAreaLeft" fmla="*/ 0 w 362880"/>
              <a:gd name="textAreaRight" fmla="*/ 364680 w 362880"/>
              <a:gd name="textAreaTop" fmla="*/ 0 h 377280"/>
              <a:gd name="textAreaBottom" fmla="*/ 379080 h 3772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5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4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3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0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PlaceHolder 1"/>
          <p:cNvSpPr>
            <a:spLocks noGrp="1"/>
          </p:cNvSpPr>
          <p:nvPr>
            <p:ph/>
          </p:nvPr>
        </p:nvSpPr>
        <p:spPr>
          <a:xfrm>
            <a:off x="360000" y="2585880"/>
            <a:ext cx="7018560" cy="168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ANALISTA DE DADOS - BIG DATA SCIENCE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8" name="Google Shape;2209;p 2" descr=""/>
          <p:cNvPicPr/>
          <p:nvPr/>
        </p:nvPicPr>
        <p:blipFill>
          <a:blip r:embed="rId1"/>
          <a:stretch/>
        </p:blipFill>
        <p:spPr>
          <a:xfrm>
            <a:off x="480240" y="475200"/>
            <a:ext cx="1350720" cy="237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19" name="Google Shape;2210;p 2"/>
          <p:cNvGrpSpPr/>
          <p:nvPr/>
        </p:nvGrpSpPr>
        <p:grpSpPr>
          <a:xfrm>
            <a:off x="480240" y="5682960"/>
            <a:ext cx="1152000" cy="818640"/>
            <a:chOff x="480240" y="5682960"/>
            <a:chExt cx="1152000" cy="818640"/>
          </a:xfrm>
        </p:grpSpPr>
        <p:grpSp>
          <p:nvGrpSpPr>
            <p:cNvPr id="2320" name="Google Shape;2211;p 2"/>
            <p:cNvGrpSpPr/>
            <p:nvPr/>
          </p:nvGrpSpPr>
          <p:grpSpPr>
            <a:xfrm>
              <a:off x="480240" y="5900040"/>
              <a:ext cx="959400" cy="233280"/>
              <a:chOff x="480240" y="5900040"/>
              <a:chExt cx="959400" cy="233280"/>
            </a:xfrm>
          </p:grpSpPr>
          <p:sp>
            <p:nvSpPr>
              <p:cNvPr id="2321" name="Google Shape;2212;p 2"/>
              <p:cNvSpPr/>
              <p:nvPr/>
            </p:nvSpPr>
            <p:spPr>
              <a:xfrm>
                <a:off x="480240" y="5900040"/>
                <a:ext cx="115560" cy="232200"/>
              </a:xfrm>
              <a:custGeom>
                <a:avLst/>
                <a:gdLst>
                  <a:gd name="textAreaLeft" fmla="*/ 0 w 115560"/>
                  <a:gd name="textAreaRight" fmla="*/ 117360 w 115560"/>
                  <a:gd name="textAreaTop" fmla="*/ 0 h 232200"/>
                  <a:gd name="textAreaBottom" fmla="*/ 234000 h 23220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2" name="Google Shape;2213;p 2"/>
              <p:cNvSpPr/>
              <p:nvPr/>
            </p:nvSpPr>
            <p:spPr>
              <a:xfrm>
                <a:off x="622080" y="5943600"/>
                <a:ext cx="178920" cy="189720"/>
              </a:xfrm>
              <a:custGeom>
                <a:avLst/>
                <a:gdLst>
                  <a:gd name="textAreaLeft" fmla="*/ 0 w 178920"/>
                  <a:gd name="textAreaRight" fmla="*/ 180720 w 178920"/>
                  <a:gd name="textAreaTop" fmla="*/ 0 h 189720"/>
                  <a:gd name="textAreaBottom" fmla="*/ 191520 h 18972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3" name="Google Shape;2214;p 2"/>
              <p:cNvSpPr/>
              <p:nvPr/>
            </p:nvSpPr>
            <p:spPr>
              <a:xfrm>
                <a:off x="832320" y="5943600"/>
                <a:ext cx="169200" cy="189720"/>
              </a:xfrm>
              <a:custGeom>
                <a:avLst/>
                <a:gdLst>
                  <a:gd name="textAreaLeft" fmla="*/ 0 w 169200"/>
                  <a:gd name="textAreaRight" fmla="*/ 171000 w 169200"/>
                  <a:gd name="textAreaTop" fmla="*/ 0 h 189720"/>
                  <a:gd name="textAreaBottom" fmla="*/ 191520 h 18972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4" name="Google Shape;2215;p 2"/>
              <p:cNvSpPr/>
              <p:nvPr/>
            </p:nvSpPr>
            <p:spPr>
              <a:xfrm>
                <a:off x="1037160" y="5943600"/>
                <a:ext cx="166680" cy="185400"/>
              </a:xfrm>
              <a:custGeom>
                <a:avLst/>
                <a:gdLst>
                  <a:gd name="textAreaLeft" fmla="*/ 0 w 166680"/>
                  <a:gd name="textAreaRight" fmla="*/ 168480 w 166680"/>
                  <a:gd name="textAreaTop" fmla="*/ 0 h 185400"/>
                  <a:gd name="textAreaBottom" fmla="*/ 187200 h 18540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5" name="Google Shape;2216;p 2"/>
              <p:cNvSpPr/>
              <p:nvPr/>
            </p:nvSpPr>
            <p:spPr>
              <a:xfrm>
                <a:off x="1242360" y="5943600"/>
                <a:ext cx="197280" cy="189720"/>
              </a:xfrm>
              <a:custGeom>
                <a:avLst/>
                <a:gdLst>
                  <a:gd name="textAreaLeft" fmla="*/ 0 w 197280"/>
                  <a:gd name="textAreaRight" fmla="*/ 199080 w 197280"/>
                  <a:gd name="textAreaTop" fmla="*/ 0 h 189720"/>
                  <a:gd name="textAreaBottom" fmla="*/ 191520 h 18972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26" name="Google Shape;2217;p 2"/>
            <p:cNvGrpSpPr/>
            <p:nvPr/>
          </p:nvGrpSpPr>
          <p:grpSpPr>
            <a:xfrm>
              <a:off x="811440" y="6197400"/>
              <a:ext cx="820800" cy="304200"/>
              <a:chOff x="811440" y="6197400"/>
              <a:chExt cx="820800" cy="304200"/>
            </a:xfrm>
          </p:grpSpPr>
          <p:sp>
            <p:nvSpPr>
              <p:cNvPr id="2327" name="Google Shape;2218;p 2"/>
              <p:cNvSpPr/>
              <p:nvPr/>
            </p:nvSpPr>
            <p:spPr>
              <a:xfrm>
                <a:off x="811440" y="6197400"/>
                <a:ext cx="50400" cy="248760"/>
              </a:xfrm>
              <a:custGeom>
                <a:avLst/>
                <a:gdLst>
                  <a:gd name="textAreaLeft" fmla="*/ 0 w 50400"/>
                  <a:gd name="textAreaRight" fmla="*/ 52200 w 50400"/>
                  <a:gd name="textAreaTop" fmla="*/ 0 h 248760"/>
                  <a:gd name="textAreaBottom" fmla="*/ 250560 h 24876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8" name="Google Shape;2219;p 2"/>
              <p:cNvSpPr/>
              <p:nvPr/>
            </p:nvSpPr>
            <p:spPr>
              <a:xfrm>
                <a:off x="903600" y="6260760"/>
                <a:ext cx="197280" cy="189720"/>
              </a:xfrm>
              <a:custGeom>
                <a:avLst/>
                <a:gdLst>
                  <a:gd name="textAreaLeft" fmla="*/ 0 w 197280"/>
                  <a:gd name="textAreaRight" fmla="*/ 199080 w 197280"/>
                  <a:gd name="textAreaTop" fmla="*/ 0 h 189720"/>
                  <a:gd name="textAreaBottom" fmla="*/ 191520 h 18972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9" name="Google Shape;2220;p 2"/>
              <p:cNvSpPr/>
              <p:nvPr/>
            </p:nvSpPr>
            <p:spPr>
              <a:xfrm>
                <a:off x="1132200" y="6260400"/>
                <a:ext cx="191520" cy="241200"/>
              </a:xfrm>
              <a:custGeom>
                <a:avLst/>
                <a:gdLst>
                  <a:gd name="textAreaLeft" fmla="*/ 0 w 191520"/>
                  <a:gd name="textAreaRight" fmla="*/ 193320 w 191520"/>
                  <a:gd name="textAreaTop" fmla="*/ 0 h 241200"/>
                  <a:gd name="textAreaBottom" fmla="*/ 243000 h 24120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0" name="Google Shape;2221;p 2"/>
              <p:cNvSpPr/>
              <p:nvPr/>
            </p:nvSpPr>
            <p:spPr>
              <a:xfrm>
                <a:off x="1373040" y="6197400"/>
                <a:ext cx="53280" cy="248760"/>
              </a:xfrm>
              <a:custGeom>
                <a:avLst/>
                <a:gdLst>
                  <a:gd name="textAreaLeft" fmla="*/ 0 w 53280"/>
                  <a:gd name="textAreaRight" fmla="*/ 55080 w 53280"/>
                  <a:gd name="textAreaTop" fmla="*/ 0 h 248760"/>
                  <a:gd name="textAreaBottom" fmla="*/ 250560 h 24876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1" name="Google Shape;2222;p 2"/>
              <p:cNvSpPr/>
              <p:nvPr/>
            </p:nvSpPr>
            <p:spPr>
              <a:xfrm>
                <a:off x="1464840" y="6261840"/>
                <a:ext cx="167400" cy="187560"/>
              </a:xfrm>
              <a:custGeom>
                <a:avLst/>
                <a:gdLst>
                  <a:gd name="textAreaLeft" fmla="*/ 0 w 167400"/>
                  <a:gd name="textAreaRight" fmla="*/ 169200 w 167400"/>
                  <a:gd name="textAreaTop" fmla="*/ 0 h 187560"/>
                  <a:gd name="textAreaBottom" fmla="*/ 189360 h 18756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32" name="Google Shape;2223;p 2"/>
            <p:cNvGrpSpPr/>
            <p:nvPr/>
          </p:nvGrpSpPr>
          <p:grpSpPr>
            <a:xfrm>
              <a:off x="548640" y="5682960"/>
              <a:ext cx="476640" cy="118080"/>
              <a:chOff x="548640" y="5682960"/>
              <a:chExt cx="476640" cy="118080"/>
            </a:xfrm>
          </p:grpSpPr>
          <p:sp>
            <p:nvSpPr>
              <p:cNvPr id="2333" name="Google Shape;2224;p 2"/>
              <p:cNvSpPr/>
              <p:nvPr/>
            </p:nvSpPr>
            <p:spPr>
              <a:xfrm>
                <a:off x="952200" y="5688000"/>
                <a:ext cx="73080" cy="112680"/>
              </a:xfrm>
              <a:custGeom>
                <a:avLst/>
                <a:gdLst>
                  <a:gd name="textAreaLeft" fmla="*/ 0 w 73080"/>
                  <a:gd name="textAreaRight" fmla="*/ 74880 w 73080"/>
                  <a:gd name="textAreaTop" fmla="*/ 0 h 112680"/>
                  <a:gd name="textAreaBottom" fmla="*/ 114480 h 11268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4" name="Google Shape;2225;p 2"/>
              <p:cNvSpPr/>
              <p:nvPr/>
            </p:nvSpPr>
            <p:spPr>
              <a:xfrm>
                <a:off x="548640" y="5682960"/>
                <a:ext cx="106560" cy="118080"/>
              </a:xfrm>
              <a:custGeom>
                <a:avLst/>
                <a:gdLst>
                  <a:gd name="textAreaLeft" fmla="*/ 0 w 106560"/>
                  <a:gd name="textAreaRight" fmla="*/ 108360 w 106560"/>
                  <a:gd name="textAreaTop" fmla="*/ 0 h 118080"/>
                  <a:gd name="textAreaBottom" fmla="*/ 119880 h 11808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5" name="Google Shape;2226;p 2"/>
              <p:cNvSpPr/>
              <p:nvPr/>
            </p:nvSpPr>
            <p:spPr>
              <a:xfrm>
                <a:off x="653040" y="5699520"/>
                <a:ext cx="103320" cy="97560"/>
              </a:xfrm>
              <a:custGeom>
                <a:avLst/>
                <a:gdLst>
                  <a:gd name="textAreaLeft" fmla="*/ 0 w 103320"/>
                  <a:gd name="textAreaRight" fmla="*/ 105120 w 103320"/>
                  <a:gd name="textAreaTop" fmla="*/ 0 h 97560"/>
                  <a:gd name="textAreaBottom" fmla="*/ 99360 h 9756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6" name="Google Shape;2227;p 2"/>
              <p:cNvSpPr/>
              <p:nvPr/>
            </p:nvSpPr>
            <p:spPr>
              <a:xfrm>
                <a:off x="757080" y="5700600"/>
                <a:ext cx="96840" cy="94680"/>
              </a:xfrm>
              <a:custGeom>
                <a:avLst/>
                <a:gdLst>
                  <a:gd name="textAreaLeft" fmla="*/ 0 w 96840"/>
                  <a:gd name="textAreaRight" fmla="*/ 98640 w 96840"/>
                  <a:gd name="textAreaTop" fmla="*/ 0 h 94680"/>
                  <a:gd name="textAreaBottom" fmla="*/ 96480 h 9468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7" name="Google Shape;2228;p 2"/>
              <p:cNvSpPr/>
              <p:nvPr/>
            </p:nvSpPr>
            <p:spPr>
              <a:xfrm>
                <a:off x="854640" y="5700240"/>
                <a:ext cx="97560" cy="96480"/>
              </a:xfrm>
              <a:custGeom>
                <a:avLst/>
                <a:gdLst>
                  <a:gd name="textAreaLeft" fmla="*/ 0 w 97560"/>
                  <a:gd name="textAreaRight" fmla="*/ 99360 w 97560"/>
                  <a:gd name="textAreaTop" fmla="*/ 0 h 96480"/>
                  <a:gd name="textAreaBottom" fmla="*/ 98280 h 9648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338" name="" descr=""/>
          <p:cNvPicPr/>
          <p:nvPr/>
        </p:nvPicPr>
        <p:blipFill>
          <a:blip r:embed="rId2"/>
          <a:stretch/>
        </p:blipFill>
        <p:spPr>
          <a:xfrm>
            <a:off x="7560000" y="900000"/>
            <a:ext cx="4499280" cy="449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552;p 1"/>
          <p:cNvSpPr/>
          <p:nvPr/>
        </p:nvSpPr>
        <p:spPr>
          <a:xfrm>
            <a:off x="839160" y="2095200"/>
            <a:ext cx="5429160" cy="19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DA ULTIMA AULA?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0992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Continuando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1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5800" cy="336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Github?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Linkedin?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Termos técnicos?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Currículo ATS?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2" name="Google Shape;2273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720" cy="23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95;p18"/>
          <p:cNvSpPr/>
          <p:nvPr/>
        </p:nvSpPr>
        <p:spPr>
          <a:xfrm>
            <a:off x="768240" y="2872440"/>
            <a:ext cx="4023000" cy="169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</a:t>
            </a:r>
            <a:br>
              <a:rPr sz="4800"/>
            </a:br>
            <a:r>
              <a:rPr b="1" lang="pt-BR" sz="48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COMEÇAR?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4" name="Google Shape;2396;p18"/>
          <p:cNvGrpSpPr/>
          <p:nvPr/>
        </p:nvGrpSpPr>
        <p:grpSpPr>
          <a:xfrm>
            <a:off x="425520" y="2453400"/>
            <a:ext cx="691560" cy="691560"/>
            <a:chOff x="425520" y="2453400"/>
            <a:chExt cx="691560" cy="691560"/>
          </a:xfrm>
        </p:grpSpPr>
        <p:sp>
          <p:nvSpPr>
            <p:cNvPr id="2345" name="Google Shape;2397;p18"/>
            <p:cNvSpPr/>
            <p:nvPr/>
          </p:nvSpPr>
          <p:spPr>
            <a:xfrm>
              <a:off x="425520" y="2800080"/>
              <a:ext cx="344880" cy="3448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6" name="Google Shape;2398;p18"/>
            <p:cNvSpPr/>
            <p:nvPr/>
          </p:nvSpPr>
          <p:spPr>
            <a:xfrm>
              <a:off x="772200" y="2453400"/>
              <a:ext cx="344880" cy="3448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7" name="Google Shape;2399;p18"/>
          <p:cNvGrpSpPr/>
          <p:nvPr/>
        </p:nvGrpSpPr>
        <p:grpSpPr>
          <a:xfrm>
            <a:off x="4358160" y="3877920"/>
            <a:ext cx="691560" cy="691560"/>
            <a:chOff x="4358160" y="3877920"/>
            <a:chExt cx="691560" cy="691560"/>
          </a:xfrm>
        </p:grpSpPr>
        <p:sp>
          <p:nvSpPr>
            <p:cNvPr id="2348" name="Google Shape;2400;p18"/>
            <p:cNvSpPr/>
            <p:nvPr/>
          </p:nvSpPr>
          <p:spPr>
            <a:xfrm>
              <a:off x="4358160" y="4224600"/>
              <a:ext cx="344880" cy="3448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9" name="Google Shape;2401;p18"/>
            <p:cNvSpPr/>
            <p:nvPr/>
          </p:nvSpPr>
          <p:spPr>
            <a:xfrm>
              <a:off x="4704840" y="3877920"/>
              <a:ext cx="344880" cy="3448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0" name="Google Shape;2402;p18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1" name="Google Shape;2403;p18" descr=""/>
          <p:cNvPicPr/>
          <p:nvPr/>
        </p:nvPicPr>
        <p:blipFill>
          <a:blip r:embed="rId2"/>
          <a:stretch/>
        </p:blipFill>
        <p:spPr>
          <a:xfrm>
            <a:off x="480240" y="475200"/>
            <a:ext cx="1350720" cy="23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9280" cy="170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Operadores de comparação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3" name="Google Shape;2483;p 6"/>
          <p:cNvGrpSpPr/>
          <p:nvPr/>
        </p:nvGrpSpPr>
        <p:grpSpPr>
          <a:xfrm>
            <a:off x="358920" y="792360"/>
            <a:ext cx="566280" cy="566280"/>
            <a:chOff x="358920" y="792360"/>
            <a:chExt cx="566280" cy="566280"/>
          </a:xfrm>
        </p:grpSpPr>
        <p:sp>
          <p:nvSpPr>
            <p:cNvPr id="2354" name="Google Shape;2484;p 6"/>
            <p:cNvSpPr/>
            <p:nvPr/>
          </p:nvSpPr>
          <p:spPr>
            <a:xfrm>
              <a:off x="358920" y="1076400"/>
              <a:ext cx="282240" cy="2822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5" name="Google Shape;2485;p 6"/>
            <p:cNvSpPr/>
            <p:nvPr/>
          </p:nvSpPr>
          <p:spPr>
            <a:xfrm>
              <a:off x="642960" y="792360"/>
              <a:ext cx="282240" cy="2822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6" name="Google Shape;2486;p 6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720" cy="23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7" name=""/>
          <p:cNvSpPr/>
          <p:nvPr/>
        </p:nvSpPr>
        <p:spPr>
          <a:xfrm>
            <a:off x="4680000" y="1000440"/>
            <a:ext cx="7198560" cy="21805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==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!=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&gt;=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&lt;=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8" name="Google Shape;2585;p 1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9" name="Google Shape;2586;p 1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0720" cy="23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0" name=""/>
          <p:cNvSpPr/>
          <p:nvPr/>
        </p:nvSpPr>
        <p:spPr>
          <a:xfrm>
            <a:off x="5040000" y="540000"/>
            <a:ext cx="6838560" cy="13935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Tabela verdade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&amp;&amp;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 ||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 !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1" name="PlaceHolder 4"/>
          <p:cNvSpPr/>
          <p:nvPr/>
        </p:nvSpPr>
        <p:spPr>
          <a:xfrm>
            <a:off x="643320" y="1084320"/>
            <a:ext cx="3419280" cy="17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Operadores lógicos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2" name="Google Shape;2585;p 4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3" name="Google Shape;2586;p 4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0720" cy="23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4" name=""/>
          <p:cNvSpPr/>
          <p:nvPr/>
        </p:nvSpPr>
        <p:spPr>
          <a:xfrm>
            <a:off x="5040000" y="540000"/>
            <a:ext cx="6838560" cy="1000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ELSE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IF ELIF ELSE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5" name="PlaceHolder 11"/>
          <p:cNvSpPr/>
          <p:nvPr/>
        </p:nvSpPr>
        <p:spPr>
          <a:xfrm>
            <a:off x="643320" y="1084320"/>
            <a:ext cx="3419280" cy="17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Estruturas de decisão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505;p29"/>
          <p:cNvSpPr/>
          <p:nvPr/>
        </p:nvSpPr>
        <p:spPr>
          <a:xfrm>
            <a:off x="1858320" y="1430640"/>
            <a:ext cx="455076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3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É HORA 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7" name="Google Shape;2506;p29"/>
          <p:cNvSpPr/>
          <p:nvPr/>
        </p:nvSpPr>
        <p:spPr>
          <a:xfrm>
            <a:off x="1771200" y="2014200"/>
            <a:ext cx="4452480" cy="32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8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BEBER UMA ÁGUA.</a:t>
            </a:r>
            <a:endParaRPr b="0" lang="pt-B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8" name="Google Shape;2507;p29"/>
          <p:cNvGrpSpPr/>
          <p:nvPr/>
        </p:nvGrpSpPr>
        <p:grpSpPr>
          <a:xfrm>
            <a:off x="1413720" y="1054800"/>
            <a:ext cx="691560" cy="691560"/>
            <a:chOff x="1413720" y="1054800"/>
            <a:chExt cx="691560" cy="691560"/>
          </a:xfrm>
        </p:grpSpPr>
        <p:sp>
          <p:nvSpPr>
            <p:cNvPr id="2369" name="Google Shape;2508;p29"/>
            <p:cNvSpPr/>
            <p:nvPr/>
          </p:nvSpPr>
          <p:spPr>
            <a:xfrm>
              <a:off x="1413720" y="1401480"/>
              <a:ext cx="344880" cy="344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0" name="Google Shape;2509;p29"/>
            <p:cNvSpPr/>
            <p:nvPr/>
          </p:nvSpPr>
          <p:spPr>
            <a:xfrm>
              <a:off x="1760400" y="1054800"/>
              <a:ext cx="344880" cy="344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71" name="Google Shape;2510;p29"/>
          <p:cNvGrpSpPr/>
          <p:nvPr/>
        </p:nvGrpSpPr>
        <p:grpSpPr>
          <a:xfrm>
            <a:off x="5195160" y="5145120"/>
            <a:ext cx="691560" cy="691560"/>
            <a:chOff x="5195160" y="5145120"/>
            <a:chExt cx="691560" cy="691560"/>
          </a:xfrm>
        </p:grpSpPr>
        <p:sp>
          <p:nvSpPr>
            <p:cNvPr id="2372" name="Google Shape;2511;p29"/>
            <p:cNvSpPr/>
            <p:nvPr/>
          </p:nvSpPr>
          <p:spPr>
            <a:xfrm>
              <a:off x="5195160" y="5491800"/>
              <a:ext cx="344880" cy="344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3" name="Google Shape;2512;p29"/>
            <p:cNvSpPr/>
            <p:nvPr/>
          </p:nvSpPr>
          <p:spPr>
            <a:xfrm>
              <a:off x="5541840" y="5145120"/>
              <a:ext cx="344880" cy="3448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4" name="Google Shape;2513;p29"/>
          <p:cNvSpPr/>
          <p:nvPr/>
        </p:nvSpPr>
        <p:spPr>
          <a:xfrm>
            <a:off x="6225840" y="4187880"/>
            <a:ext cx="2172240" cy="89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Intervalo.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Voltaremos em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20 minutos.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5" name="Google Shape;2514;p29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720" cy="23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6" name="Google Shape;2585;p 2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3880" cy="76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7" name="Google Shape;2586;p 2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0720" cy="23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8" name=""/>
          <p:cNvSpPr/>
          <p:nvPr/>
        </p:nvSpPr>
        <p:spPr>
          <a:xfrm>
            <a:off x="5040000" y="540000"/>
            <a:ext cx="6838560" cy="2134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9" name="PlaceHolder 8"/>
          <p:cNvSpPr/>
          <p:nvPr/>
        </p:nvSpPr>
        <p:spPr>
          <a:xfrm>
            <a:off x="643320" y="1084320"/>
            <a:ext cx="3419280" cy="170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Estruturas de decisão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552;p33"/>
          <p:cNvSpPr/>
          <p:nvPr/>
        </p:nvSpPr>
        <p:spPr>
          <a:xfrm>
            <a:off x="839160" y="2095200"/>
            <a:ext cx="5429160" cy="19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 HOJE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1" name="Google Shape;2638;p44" descr=""/>
          <p:cNvPicPr/>
          <p:nvPr/>
        </p:nvPicPr>
        <p:blipFill>
          <a:blip r:embed="rId1"/>
          <a:stretch/>
        </p:blipFill>
        <p:spPr>
          <a:xfrm>
            <a:off x="544320" y="557280"/>
            <a:ext cx="1350720" cy="23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2" name=""/>
          <p:cNvSpPr/>
          <p:nvPr/>
        </p:nvSpPr>
        <p:spPr>
          <a:xfrm>
            <a:off x="4320000" y="1980000"/>
            <a:ext cx="7738560" cy="4006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Duvidas?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esqueça de sair de suas contas (logout)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desligar o computador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3" name=""/>
          <p:cNvSpPr/>
          <p:nvPr/>
        </p:nvSpPr>
        <p:spPr>
          <a:xfrm>
            <a:off x="4140000" y="720000"/>
            <a:ext cx="5218560" cy="7185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545;p32"/>
          <p:cNvSpPr/>
          <p:nvPr/>
        </p:nvSpPr>
        <p:spPr>
          <a:xfrm>
            <a:off x="6982200" y="1879560"/>
            <a:ext cx="4065120" cy="15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A PRÓXIMA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5" name="Google Shape;2546;p32"/>
          <p:cNvSpPr/>
          <p:nvPr/>
        </p:nvSpPr>
        <p:spPr>
          <a:xfrm>
            <a:off x="6982200" y="3731400"/>
            <a:ext cx="4573080" cy="12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9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AULA!</a:t>
            </a: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6" name="Google Shape;2547;p3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720" cy="23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45D3C5819D24A9571E67D91AA8ED7" ma:contentTypeVersion="13" ma:contentTypeDescription="Create a new document." ma:contentTypeScope="" ma:versionID="84856beb63fdf51913c722ca9904591c">
  <xsd:schema xmlns:xsd="http://www.w3.org/2001/XMLSchema" xmlns:xs="http://www.w3.org/2001/XMLSchema" xmlns:p="http://schemas.microsoft.com/office/2006/metadata/properties" xmlns:ns2="89f2ec47-3dff-4de5-9cc7-dc6190d2cc66" xmlns:ns3="ca42eca9-3d08-4ffe-ace1-e2044ca3bb3e" targetNamespace="http://schemas.microsoft.com/office/2006/metadata/properties" ma:root="true" ma:fieldsID="aee0b2afeabb27cfb105da228391388c" ns2:_="" ns3:_="">
    <xsd:import namespace="89f2ec47-3dff-4de5-9cc7-dc6190d2cc66"/>
    <xsd:import namespace="ca42eca9-3d08-4ffe-ace1-e2044ca3bb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2ec47-3dff-4de5-9cc7-dc6190d2c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2eca9-3d08-4ffe-ace1-e2044ca3bb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e156ad-337d-4bf4-9ed1-a475df8e8962}" ma:internalName="TaxCatchAll" ma:showField="CatchAllData" ma:web="ca42eca9-3d08-4ffe-ace1-e2044ca3bb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f2ec47-3dff-4de5-9cc7-dc6190d2cc66">
      <Terms xmlns="http://schemas.microsoft.com/office/infopath/2007/PartnerControls"/>
    </lcf76f155ced4ddcb4097134ff3c332f>
    <TaxCatchAll xmlns="ca42eca9-3d08-4ffe-ace1-e2044ca3bb3e" xsi:nil="true"/>
  </documentManagement>
</p:properties>
</file>

<file path=customXml/itemProps1.xml><?xml version="1.0" encoding="utf-8"?>
<ds:datastoreItem xmlns:ds="http://schemas.openxmlformats.org/officeDocument/2006/customXml" ds:itemID="{EE34BCE1-9BC8-469F-82B0-D8F6DAA7EC20}"/>
</file>

<file path=customXml/itemProps2.xml><?xml version="1.0" encoding="utf-8"?>
<ds:datastoreItem xmlns:ds="http://schemas.openxmlformats.org/officeDocument/2006/customXml" ds:itemID="{B5183130-A383-4975-9A4C-20EABEC8913D}"/>
</file>

<file path=customXml/itemProps3.xml><?xml version="1.0" encoding="utf-8"?>
<ds:datastoreItem xmlns:ds="http://schemas.openxmlformats.org/officeDocument/2006/customXml" ds:itemID="{29C067AA-9358-49D8-AC23-120E6A19E8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2103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2018-05-13T00:15:53Z</dcterms:created>
  <dc:creator>Mejakita Dev</dc:creator>
  <dc:description/>
  <dc:language>pt-BR</dc:language>
  <cp:lastModifiedBy/>
  <dcterms:modified xsi:type="dcterms:W3CDTF">2026-02-10T13:44:22Z</dcterms:modified>
  <cp:revision>35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0x0101004FF45D3C5819D24A9571E67D91AA8ED7</vt:lpwstr>
  </property>
  <property fmtid="{D5CDD505-2E9C-101B-9397-08002B2CF9AE}" pid="3" name="MediaServiceImageTags">
    <vt:lpwstr/>
  </property>
  <property fmtid="{D5CDD505-2E9C-101B-9397-08002B2CF9AE}" pid="4" name="Order">
    <vt:r8>797800</vt:r8>
  </property>
</Properties>
</file>