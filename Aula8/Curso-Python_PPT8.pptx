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0.xml" ContentType="application/vnd.openxmlformats-officedocument.presentationml.slideMaster+xml"/>
  <Override PartName="/ppt/slideMasters/slideMaster54.xml" ContentType="application/vnd.openxmlformats-officedocument.presentationml.slideMaster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55.xml" ContentType="application/vnd.openxmlformats-officedocument.theme+xml"/>
  <Override PartName="/ppt/notesSlides/notesSlide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5.xml.rels" ContentType="application/vnd.openxmlformats-package.relationships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  <p:sldMasterId id="2147483657" r:id="rId4"/>
    <p:sldMasterId id="2147483659" r:id="rId5"/>
    <p:sldMasterId id="2147483661" r:id="rId6"/>
    <p:sldMasterId id="2147483706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slideMaster" Target="slideMasters/slideMaster8.xml"/><Relationship Id="rId5" Type="http://schemas.openxmlformats.org/officeDocument/2006/relationships/slideMaster" Target="slideMasters/slideMaster9.xml"/><Relationship Id="rId6" Type="http://schemas.openxmlformats.org/officeDocument/2006/relationships/slideMaster" Target="slideMasters/slideMaster10.xml"/><Relationship Id="rId7" Type="http://schemas.openxmlformats.org/officeDocument/2006/relationships/slideMaster" Target="slideMasters/slideMaster54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4C45CBF-7291-4D2A-87B7-A446E6DC176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24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8EAA3E-74AE-469E-850D-A1EC5D802081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800" cy="3082680"/>
          </a:xfrm>
          <a:prstGeom prst="rect">
            <a:avLst/>
          </a:prstGeom>
          <a:ln w="0">
            <a:noFill/>
          </a:ln>
        </p:spPr>
      </p:sp>
      <p:sp>
        <p:nvSpPr>
          <p:cNvPr id="24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800" cy="3596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8200" cy="455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0DCAF3-028B-401F-BC4A-4FF1C67237DE}" type="slidenum"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2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<Relationship Id="rId5" Type="http://schemas.openxmlformats.org/officeDocument/2006/relationships/image" Target="../media/image3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13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3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3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Relationship Id="rId3" Type="http://schemas.openxmlformats.org/officeDocument/2006/relationships/image" Target="../media/image16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7.png"/><Relationship Id="rId3" Type="http://schemas.openxmlformats.org/officeDocument/2006/relationships/image" Target="../media/image18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9.png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0.png"/><Relationship Id="rId3" Type="http://schemas.openxmlformats.org/officeDocument/2006/relationships/image" Target="../media/image21.png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2.png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3.png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4.png"/><Relationship Id="rId3" Type="http://schemas.openxmlformats.org/officeDocument/2006/relationships/image" Target="../media/image3.png"/><Relationship Id="rId4" Type="http://schemas.openxmlformats.org/officeDocument/2006/relationships/image" Target="../media/image25.png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6.png"/><Relationship Id="rId3" Type="http://schemas.openxmlformats.org/officeDocument/2006/relationships/image" Target="../media/image15.png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7.png"/><Relationship Id="rId3" Type="http://schemas.openxmlformats.org/officeDocument/2006/relationships/image" Target="../media/image28.png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8.png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.png"/><Relationship Id="rId3" Type="http://schemas.openxmlformats.org/officeDocument/2006/relationships/image" Target="../media/image1.png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9.png"/><Relationship Id="rId3" Type="http://schemas.openxmlformats.org/officeDocument/2006/relationships/image" Target="../media/image29.png"/><Relationship Id="rId4" Type="http://schemas.openxmlformats.org/officeDocument/2006/relationships/image" Target="../media/image29.png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3.png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5.png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0.png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3.png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Relationship Id="rId3" Type="http://schemas.openxmlformats.org/officeDocument/2006/relationships/image" Target="../media/image3.png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.png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33.png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5.png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6.png"/><Relationship Id="rId3" Type="http://schemas.openxmlformats.org/officeDocument/2006/relationships/image" Target="../media/image3.png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0.png"/><Relationship Id="rId3" Type="http://schemas.openxmlformats.org/officeDocument/2006/relationships/image" Target="../media/image21.png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8.png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7.png"/><Relationship Id="rId3" Type="http://schemas.openxmlformats.org/officeDocument/2006/relationships/image" Target="../media/image7.png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948;p76"/>
          <p:cNvGrpSpPr/>
          <p:nvPr/>
        </p:nvGrpSpPr>
        <p:grpSpPr>
          <a:xfrm>
            <a:off x="461520" y="438840"/>
            <a:ext cx="11079360" cy="6291360"/>
            <a:chOff x="461520" y="438840"/>
            <a:chExt cx="11079360" cy="6291360"/>
          </a:xfrm>
        </p:grpSpPr>
        <p:pic>
          <p:nvPicPr>
            <p:cNvPr id="1" name="Google Shape;949;p76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560" cy="4282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" name="Google Shape;950;p76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200" cy="2005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" name="Google Shape;951;p76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280" cy="3257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4" name="Google Shape;952;p76"/>
            <p:cNvGrpSpPr/>
            <p:nvPr/>
          </p:nvGrpSpPr>
          <p:grpSpPr>
            <a:xfrm>
              <a:off x="1406520" y="1012320"/>
              <a:ext cx="1366560" cy="1092600"/>
              <a:chOff x="1406520" y="1012320"/>
              <a:chExt cx="1366560" cy="1092600"/>
            </a:xfrm>
          </p:grpSpPr>
          <p:sp>
            <p:nvSpPr>
              <p:cNvPr id="5" name="Google Shape;953;p76"/>
              <p:cNvSpPr/>
              <p:nvPr/>
            </p:nvSpPr>
            <p:spPr>
              <a:xfrm>
                <a:off x="1954800" y="10123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Google Shape;954;p76"/>
              <p:cNvSpPr/>
              <p:nvPr/>
            </p:nvSpPr>
            <p:spPr>
              <a:xfrm>
                <a:off x="168048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Google Shape;955;p76"/>
              <p:cNvSpPr/>
              <p:nvPr/>
            </p:nvSpPr>
            <p:spPr>
              <a:xfrm>
                <a:off x="14065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Google Shape;956;p76"/>
              <p:cNvSpPr/>
              <p:nvPr/>
            </p:nvSpPr>
            <p:spPr>
              <a:xfrm>
                <a:off x="14065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Google Shape;957;p76"/>
              <p:cNvSpPr/>
              <p:nvPr/>
            </p:nvSpPr>
            <p:spPr>
              <a:xfrm>
                <a:off x="168048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Google Shape;958;p76"/>
              <p:cNvSpPr/>
              <p:nvPr/>
            </p:nvSpPr>
            <p:spPr>
              <a:xfrm>
                <a:off x="195480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Google Shape;959;p76"/>
              <p:cNvSpPr/>
              <p:nvPr/>
            </p:nvSpPr>
            <p:spPr>
              <a:xfrm>
                <a:off x="222876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Google Shape;960;p76"/>
              <p:cNvSpPr/>
              <p:nvPr/>
            </p:nvSpPr>
            <p:spPr>
              <a:xfrm>
                <a:off x="25027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Google Shape;961;p76"/>
              <p:cNvSpPr/>
              <p:nvPr/>
            </p:nvSpPr>
            <p:spPr>
              <a:xfrm>
                <a:off x="25027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Google Shape;962;p76"/>
              <p:cNvSpPr/>
              <p:nvPr/>
            </p:nvSpPr>
            <p:spPr>
              <a:xfrm>
                <a:off x="222876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5" name="Google Shape;963;p76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Google Shape;964;p76"/>
          <p:cNvSpPr/>
          <p:nvPr/>
        </p:nvSpPr>
        <p:spPr>
          <a:xfrm>
            <a:off x="-65160" y="0"/>
            <a:ext cx="2728440" cy="24300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965;p76"/>
          <p:cNvSpPr/>
          <p:nvPr/>
        </p:nvSpPr>
        <p:spPr>
          <a:xfrm flipH="1">
            <a:off x="7616520" y="-2880"/>
            <a:ext cx="4633560" cy="243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Google Shape;966;p76"/>
          <p:cNvSpPr/>
          <p:nvPr/>
        </p:nvSpPr>
        <p:spPr>
          <a:xfrm>
            <a:off x="2362320" y="0"/>
            <a:ext cx="5654160" cy="243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Google Shape;967;p76"/>
          <p:cNvSpPr/>
          <p:nvPr/>
        </p:nvSpPr>
        <p:spPr>
          <a:xfrm>
            <a:off x="35420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Google Shape;968;p76"/>
          <p:cNvSpPr/>
          <p:nvPr/>
        </p:nvSpPr>
        <p:spPr>
          <a:xfrm>
            <a:off x="40971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969;p76"/>
          <p:cNvSpPr/>
          <p:nvPr/>
        </p:nvSpPr>
        <p:spPr>
          <a:xfrm>
            <a:off x="46047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Google Shape;970;p76"/>
          <p:cNvSpPr/>
          <p:nvPr/>
        </p:nvSpPr>
        <p:spPr>
          <a:xfrm>
            <a:off x="51192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Google Shape;971;p76"/>
          <p:cNvSpPr/>
          <p:nvPr/>
        </p:nvSpPr>
        <p:spPr>
          <a:xfrm>
            <a:off x="56336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Google Shape;972;p76"/>
          <p:cNvSpPr/>
          <p:nvPr/>
        </p:nvSpPr>
        <p:spPr>
          <a:xfrm>
            <a:off x="67003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Google Shape;973;p76"/>
          <p:cNvSpPr/>
          <p:nvPr/>
        </p:nvSpPr>
        <p:spPr>
          <a:xfrm>
            <a:off x="61891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Google Shape;974;p76"/>
          <p:cNvSpPr/>
          <p:nvPr/>
        </p:nvSpPr>
        <p:spPr>
          <a:xfrm>
            <a:off x="72968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Google Shape;975;p76"/>
          <p:cNvSpPr/>
          <p:nvPr/>
        </p:nvSpPr>
        <p:spPr>
          <a:xfrm>
            <a:off x="78588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Google Shape;976;p76"/>
          <p:cNvSpPr/>
          <p:nvPr/>
        </p:nvSpPr>
        <p:spPr>
          <a:xfrm>
            <a:off x="840168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978;p77"/>
          <p:cNvGrpSpPr/>
          <p:nvPr/>
        </p:nvGrpSpPr>
        <p:grpSpPr>
          <a:xfrm>
            <a:off x="461520" y="438840"/>
            <a:ext cx="11079360" cy="6291360"/>
            <a:chOff x="461520" y="438840"/>
            <a:chExt cx="11079360" cy="6291360"/>
          </a:xfrm>
        </p:grpSpPr>
        <p:pic>
          <p:nvPicPr>
            <p:cNvPr id="32" name="Google Shape;979;p77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560" cy="4282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3" name="Google Shape;980;p77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200" cy="2005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4" name="Google Shape;981;p77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280" cy="3257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35" name="Google Shape;982;p77"/>
            <p:cNvGrpSpPr/>
            <p:nvPr/>
          </p:nvGrpSpPr>
          <p:grpSpPr>
            <a:xfrm>
              <a:off x="1406520" y="1012320"/>
              <a:ext cx="1366560" cy="1092600"/>
              <a:chOff x="1406520" y="1012320"/>
              <a:chExt cx="1366560" cy="1092600"/>
            </a:xfrm>
          </p:grpSpPr>
          <p:sp>
            <p:nvSpPr>
              <p:cNvPr id="36" name="Google Shape;983;p77"/>
              <p:cNvSpPr/>
              <p:nvPr/>
            </p:nvSpPr>
            <p:spPr>
              <a:xfrm>
                <a:off x="1954800" y="10123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Google Shape;984;p77"/>
              <p:cNvSpPr/>
              <p:nvPr/>
            </p:nvSpPr>
            <p:spPr>
              <a:xfrm>
                <a:off x="168048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Google Shape;985;p77"/>
              <p:cNvSpPr/>
              <p:nvPr/>
            </p:nvSpPr>
            <p:spPr>
              <a:xfrm>
                <a:off x="14065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Google Shape;986;p77"/>
              <p:cNvSpPr/>
              <p:nvPr/>
            </p:nvSpPr>
            <p:spPr>
              <a:xfrm>
                <a:off x="14065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Google Shape;987;p77"/>
              <p:cNvSpPr/>
              <p:nvPr/>
            </p:nvSpPr>
            <p:spPr>
              <a:xfrm>
                <a:off x="168048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Google Shape;988;p77"/>
              <p:cNvSpPr/>
              <p:nvPr/>
            </p:nvSpPr>
            <p:spPr>
              <a:xfrm>
                <a:off x="195480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Google Shape;989;p77"/>
              <p:cNvSpPr/>
              <p:nvPr/>
            </p:nvSpPr>
            <p:spPr>
              <a:xfrm>
                <a:off x="222876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Google Shape;990;p77"/>
              <p:cNvSpPr/>
              <p:nvPr/>
            </p:nvSpPr>
            <p:spPr>
              <a:xfrm>
                <a:off x="25027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Google Shape;991;p77"/>
              <p:cNvSpPr/>
              <p:nvPr/>
            </p:nvSpPr>
            <p:spPr>
              <a:xfrm>
                <a:off x="25027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Google Shape;992;p77"/>
              <p:cNvSpPr/>
              <p:nvPr/>
            </p:nvSpPr>
            <p:spPr>
              <a:xfrm>
                <a:off x="222876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46" name="Google Shape;993;p77" descr=""/>
          <p:cNvPicPr/>
          <p:nvPr/>
        </p:nvPicPr>
        <p:blipFill>
          <a:blip r:embed="rId5"/>
          <a:stretch/>
        </p:blipFill>
        <p:spPr>
          <a:xfrm>
            <a:off x="11131560" y="595152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994;p77"/>
          <p:cNvSpPr/>
          <p:nvPr/>
        </p:nvSpPr>
        <p:spPr>
          <a:xfrm flipH="1">
            <a:off x="7616520" y="-2880"/>
            <a:ext cx="4633560" cy="2430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Google Shape;995;p77"/>
          <p:cNvSpPr/>
          <p:nvPr/>
        </p:nvSpPr>
        <p:spPr>
          <a:xfrm rot="5400000">
            <a:off x="-1314360" y="1266120"/>
            <a:ext cx="6861240" cy="4316040"/>
          </a:xfrm>
          <a:custGeom>
            <a:avLst/>
            <a:gdLst>
              <a:gd name="textAreaLeft" fmla="*/ 0 w 6861240"/>
              <a:gd name="textAreaRight" fmla="*/ 6864840 w 6861240"/>
              <a:gd name="textAreaTop" fmla="*/ 0 h 4316040"/>
              <a:gd name="textAreaBottom" fmla="*/ 4319640 h 431604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Google Shape;996;p77"/>
          <p:cNvSpPr/>
          <p:nvPr/>
        </p:nvSpPr>
        <p:spPr>
          <a:xfrm>
            <a:off x="35420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997;p77"/>
          <p:cNvSpPr/>
          <p:nvPr/>
        </p:nvSpPr>
        <p:spPr>
          <a:xfrm>
            <a:off x="40971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998;p77"/>
          <p:cNvSpPr/>
          <p:nvPr/>
        </p:nvSpPr>
        <p:spPr>
          <a:xfrm>
            <a:off x="46047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999;p77"/>
          <p:cNvSpPr/>
          <p:nvPr/>
        </p:nvSpPr>
        <p:spPr>
          <a:xfrm>
            <a:off x="51192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Google Shape;1000;p77"/>
          <p:cNvSpPr/>
          <p:nvPr/>
        </p:nvSpPr>
        <p:spPr>
          <a:xfrm>
            <a:off x="56336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001;p77"/>
          <p:cNvSpPr/>
          <p:nvPr/>
        </p:nvSpPr>
        <p:spPr>
          <a:xfrm>
            <a:off x="67003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Google Shape;1002;p77"/>
          <p:cNvSpPr/>
          <p:nvPr/>
        </p:nvSpPr>
        <p:spPr>
          <a:xfrm>
            <a:off x="61891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Google Shape;1003;p77"/>
          <p:cNvSpPr/>
          <p:nvPr/>
        </p:nvSpPr>
        <p:spPr>
          <a:xfrm>
            <a:off x="72968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004;p77"/>
          <p:cNvSpPr/>
          <p:nvPr/>
        </p:nvSpPr>
        <p:spPr>
          <a:xfrm>
            <a:off x="78588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Google Shape;1005;p77"/>
          <p:cNvSpPr/>
          <p:nvPr/>
        </p:nvSpPr>
        <p:spPr>
          <a:xfrm>
            <a:off x="840168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Google Shape;1006;p77"/>
          <p:cNvSpPr/>
          <p:nvPr/>
        </p:nvSpPr>
        <p:spPr>
          <a:xfrm>
            <a:off x="-45360" y="-2880"/>
            <a:ext cx="8061840" cy="2462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1008;p78"/>
          <p:cNvGrpSpPr/>
          <p:nvPr/>
        </p:nvGrpSpPr>
        <p:grpSpPr>
          <a:xfrm>
            <a:off x="461520" y="438840"/>
            <a:ext cx="11079360" cy="6291360"/>
            <a:chOff x="461520" y="438840"/>
            <a:chExt cx="11079360" cy="6291360"/>
          </a:xfrm>
        </p:grpSpPr>
        <p:pic>
          <p:nvPicPr>
            <p:cNvPr id="63" name="Google Shape;1009;p78" descr=""/>
            <p:cNvPicPr/>
            <p:nvPr/>
          </p:nvPicPr>
          <p:blipFill>
            <a:blip r:embed="rId2"/>
            <a:stretch/>
          </p:blipFill>
          <p:spPr>
            <a:xfrm>
              <a:off x="4832640" y="438840"/>
              <a:ext cx="4282560" cy="4282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4" name="Google Shape;1010;p78" descr=""/>
            <p:cNvPicPr/>
            <p:nvPr/>
          </p:nvPicPr>
          <p:blipFill>
            <a:blip r:embed="rId3"/>
            <a:stretch/>
          </p:blipFill>
          <p:spPr>
            <a:xfrm>
              <a:off x="9535680" y="4725000"/>
              <a:ext cx="2005200" cy="20052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5" name="Google Shape;1011;p78" descr=""/>
            <p:cNvPicPr/>
            <p:nvPr/>
          </p:nvPicPr>
          <p:blipFill>
            <a:blip r:embed="rId4"/>
            <a:stretch/>
          </p:blipFill>
          <p:spPr>
            <a:xfrm>
              <a:off x="461520" y="3255120"/>
              <a:ext cx="3257280" cy="3257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66" name="Google Shape;1012;p78"/>
            <p:cNvGrpSpPr/>
            <p:nvPr/>
          </p:nvGrpSpPr>
          <p:grpSpPr>
            <a:xfrm>
              <a:off x="1406520" y="1012320"/>
              <a:ext cx="1366560" cy="1092600"/>
              <a:chOff x="1406520" y="1012320"/>
              <a:chExt cx="1366560" cy="1092600"/>
            </a:xfrm>
          </p:grpSpPr>
          <p:sp>
            <p:nvSpPr>
              <p:cNvPr id="67" name="Google Shape;1013;p78"/>
              <p:cNvSpPr/>
              <p:nvPr/>
            </p:nvSpPr>
            <p:spPr>
              <a:xfrm>
                <a:off x="1954800" y="10123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Google Shape;1014;p78"/>
              <p:cNvSpPr/>
              <p:nvPr/>
            </p:nvSpPr>
            <p:spPr>
              <a:xfrm>
                <a:off x="168048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Google Shape;1015;p78"/>
              <p:cNvSpPr/>
              <p:nvPr/>
            </p:nvSpPr>
            <p:spPr>
              <a:xfrm>
                <a:off x="14065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Google Shape;1016;p78"/>
              <p:cNvSpPr/>
              <p:nvPr/>
            </p:nvSpPr>
            <p:spPr>
              <a:xfrm>
                <a:off x="14065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Google Shape;1017;p78"/>
              <p:cNvSpPr/>
              <p:nvPr/>
            </p:nvSpPr>
            <p:spPr>
              <a:xfrm>
                <a:off x="168048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Google Shape;1018;p78"/>
              <p:cNvSpPr/>
              <p:nvPr/>
            </p:nvSpPr>
            <p:spPr>
              <a:xfrm>
                <a:off x="195480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Google Shape;1019;p78"/>
              <p:cNvSpPr/>
              <p:nvPr/>
            </p:nvSpPr>
            <p:spPr>
              <a:xfrm>
                <a:off x="222876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Google Shape;1020;p78"/>
              <p:cNvSpPr/>
              <p:nvPr/>
            </p:nvSpPr>
            <p:spPr>
              <a:xfrm>
                <a:off x="2502720" y="18345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Google Shape;1021;p78"/>
              <p:cNvSpPr/>
              <p:nvPr/>
            </p:nvSpPr>
            <p:spPr>
              <a:xfrm>
                <a:off x="2502720" y="1560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Google Shape;1022;p78"/>
              <p:cNvSpPr/>
              <p:nvPr/>
            </p:nvSpPr>
            <p:spPr>
              <a:xfrm>
                <a:off x="2228760" y="128628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77" name="Google Shape;1023;p78" descr=""/>
          <p:cNvPicPr/>
          <p:nvPr/>
        </p:nvPicPr>
        <p:blipFill>
          <a:blip r:embed="rId5"/>
          <a:stretch/>
        </p:blipFill>
        <p:spPr>
          <a:xfrm>
            <a:off x="11131560" y="502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Google Shape;1024;p78"/>
          <p:cNvSpPr/>
          <p:nvPr/>
        </p:nvSpPr>
        <p:spPr>
          <a:xfrm flipH="1">
            <a:off x="7616520" y="-2880"/>
            <a:ext cx="4633560" cy="2430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25;p78"/>
          <p:cNvSpPr/>
          <p:nvPr/>
        </p:nvSpPr>
        <p:spPr>
          <a:xfrm>
            <a:off x="35420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026;p78"/>
          <p:cNvSpPr/>
          <p:nvPr/>
        </p:nvSpPr>
        <p:spPr>
          <a:xfrm>
            <a:off x="40971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027;p78"/>
          <p:cNvSpPr/>
          <p:nvPr/>
        </p:nvSpPr>
        <p:spPr>
          <a:xfrm>
            <a:off x="46047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028;p78"/>
          <p:cNvSpPr/>
          <p:nvPr/>
        </p:nvSpPr>
        <p:spPr>
          <a:xfrm>
            <a:off x="51192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029;p78"/>
          <p:cNvSpPr/>
          <p:nvPr/>
        </p:nvSpPr>
        <p:spPr>
          <a:xfrm>
            <a:off x="56336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030;p78"/>
          <p:cNvSpPr/>
          <p:nvPr/>
        </p:nvSpPr>
        <p:spPr>
          <a:xfrm>
            <a:off x="67003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031;p78"/>
          <p:cNvSpPr/>
          <p:nvPr/>
        </p:nvSpPr>
        <p:spPr>
          <a:xfrm>
            <a:off x="61891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032;p78"/>
          <p:cNvSpPr/>
          <p:nvPr/>
        </p:nvSpPr>
        <p:spPr>
          <a:xfrm>
            <a:off x="72968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033;p78"/>
          <p:cNvSpPr/>
          <p:nvPr/>
        </p:nvSpPr>
        <p:spPr>
          <a:xfrm>
            <a:off x="78588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034;p78"/>
          <p:cNvSpPr/>
          <p:nvPr/>
        </p:nvSpPr>
        <p:spPr>
          <a:xfrm>
            <a:off x="840168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035;p78"/>
          <p:cNvSpPr/>
          <p:nvPr/>
        </p:nvSpPr>
        <p:spPr>
          <a:xfrm rot="5400000">
            <a:off x="-1314360" y="1266120"/>
            <a:ext cx="6861240" cy="4316040"/>
          </a:xfrm>
          <a:custGeom>
            <a:avLst/>
            <a:gdLst>
              <a:gd name="textAreaLeft" fmla="*/ 0 w 6861240"/>
              <a:gd name="textAreaRight" fmla="*/ 6864840 w 6861240"/>
              <a:gd name="textAreaTop" fmla="*/ 0 h 4316040"/>
              <a:gd name="textAreaBottom" fmla="*/ 4319640 h 4316040"/>
            </a:gdLst>
            <a:ahLst/>
            <a:cxnLst/>
            <a:rect l="textAreaLeft" t="textAreaTop" r="textAreaRight" b="textAreaBottom"/>
            <a:pathLst>
              <a:path w="6864924" h="4319675">
                <a:moveTo>
                  <a:pt x="5385775" y="2593746"/>
                </a:moveTo>
                <a:lnTo>
                  <a:pt x="6253092" y="2593746"/>
                </a:lnTo>
                <a:lnTo>
                  <a:pt x="6253092" y="2174931"/>
                </a:lnTo>
                <a:lnTo>
                  <a:pt x="5385775" y="2174931"/>
                </a:lnTo>
                <a:close/>
                <a:moveTo>
                  <a:pt x="0" y="3439799"/>
                </a:moveTo>
                <a:lnTo>
                  <a:pt x="0" y="1802263"/>
                </a:lnTo>
                <a:lnTo>
                  <a:pt x="3001" y="1802263"/>
                </a:lnTo>
                <a:lnTo>
                  <a:pt x="3001" y="263848"/>
                </a:lnTo>
                <a:lnTo>
                  <a:pt x="3651076" y="263848"/>
                </a:lnTo>
                <a:lnTo>
                  <a:pt x="3651075" y="1802263"/>
                </a:lnTo>
                <a:lnTo>
                  <a:pt x="4028902" y="1802263"/>
                </a:lnTo>
                <a:lnTo>
                  <a:pt x="4028902" y="2153808"/>
                </a:lnTo>
                <a:lnTo>
                  <a:pt x="4896219" y="2153808"/>
                </a:lnTo>
                <a:lnTo>
                  <a:pt x="4896219" y="1737015"/>
                </a:lnTo>
                <a:lnTo>
                  <a:pt x="5504129" y="1737015"/>
                </a:lnTo>
                <a:lnTo>
                  <a:pt x="5504129" y="1307655"/>
                </a:lnTo>
                <a:lnTo>
                  <a:pt x="6253093" y="1307655"/>
                </a:lnTo>
                <a:lnTo>
                  <a:pt x="6253093" y="0"/>
                </a:lnTo>
                <a:lnTo>
                  <a:pt x="6861003" y="0"/>
                </a:lnTo>
                <a:lnTo>
                  <a:pt x="6861003" y="1356873"/>
                </a:lnTo>
                <a:lnTo>
                  <a:pt x="6861003" y="1356873"/>
                </a:lnTo>
                <a:lnTo>
                  <a:pt x="6861003" y="1745571"/>
                </a:lnTo>
                <a:lnTo>
                  <a:pt x="6861002" y="1745571"/>
                </a:lnTo>
                <a:lnTo>
                  <a:pt x="6861002" y="2593746"/>
                </a:lnTo>
                <a:lnTo>
                  <a:pt x="6864924" y="2593746"/>
                </a:lnTo>
                <a:lnTo>
                  <a:pt x="6864924" y="3502900"/>
                </a:lnTo>
                <a:lnTo>
                  <a:pt x="6861003" y="3502900"/>
                </a:lnTo>
                <a:lnTo>
                  <a:pt x="6861003" y="4319675"/>
                </a:lnTo>
                <a:lnTo>
                  <a:pt x="3003" y="4319675"/>
                </a:lnTo>
                <a:lnTo>
                  <a:pt x="3003" y="3439799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036;p78"/>
          <p:cNvSpPr/>
          <p:nvPr/>
        </p:nvSpPr>
        <p:spPr>
          <a:xfrm>
            <a:off x="-45360" y="0"/>
            <a:ext cx="8061840" cy="2361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740;p71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741;p71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742;p71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743;p71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744;p71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745;p71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746;p71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747;p71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748;p71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749;p71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Google Shape;750;p71"/>
          <p:cNvGrpSpPr/>
          <p:nvPr/>
        </p:nvGrpSpPr>
        <p:grpSpPr>
          <a:xfrm>
            <a:off x="822600" y="270000"/>
            <a:ext cx="11079720" cy="7115760"/>
            <a:chOff x="822600" y="270000"/>
            <a:chExt cx="11079720" cy="7115760"/>
          </a:xfrm>
        </p:grpSpPr>
        <p:grpSp>
          <p:nvGrpSpPr>
            <p:cNvPr id="104" name="Google Shape;751;p71"/>
            <p:cNvGrpSpPr/>
            <p:nvPr/>
          </p:nvGrpSpPr>
          <p:grpSpPr>
            <a:xfrm>
              <a:off x="822600" y="270000"/>
              <a:ext cx="11079720" cy="6291360"/>
              <a:chOff x="822600" y="270000"/>
              <a:chExt cx="11079720" cy="6291360"/>
            </a:xfrm>
          </p:grpSpPr>
          <p:pic>
            <p:nvPicPr>
              <p:cNvPr id="105" name="Google Shape;752;p71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560" cy="4282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6" name="Google Shape;753;p71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200" cy="2005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07" name="Google Shape;754;p71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280" cy="3257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08" name="Google Shape;755;p71"/>
              <p:cNvGrpSpPr/>
              <p:nvPr/>
            </p:nvGrpSpPr>
            <p:grpSpPr>
              <a:xfrm>
                <a:off x="1767960" y="843120"/>
                <a:ext cx="1366560" cy="1092600"/>
                <a:chOff x="1767960" y="843120"/>
                <a:chExt cx="1366560" cy="1092600"/>
              </a:xfrm>
            </p:grpSpPr>
            <p:sp>
              <p:nvSpPr>
                <p:cNvPr id="109" name="Google Shape;756;p71"/>
                <p:cNvSpPr/>
                <p:nvPr/>
              </p:nvSpPr>
              <p:spPr>
                <a:xfrm>
                  <a:off x="2315880" y="84312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0" name="Google Shape;757;p71"/>
                <p:cNvSpPr/>
                <p:nvPr/>
              </p:nvSpPr>
              <p:spPr>
                <a:xfrm>
                  <a:off x="204192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1" name="Google Shape;758;p71"/>
                <p:cNvSpPr/>
                <p:nvPr/>
              </p:nvSpPr>
              <p:spPr>
                <a:xfrm>
                  <a:off x="17679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2" name="Google Shape;759;p71"/>
                <p:cNvSpPr/>
                <p:nvPr/>
              </p:nvSpPr>
              <p:spPr>
                <a:xfrm>
                  <a:off x="17679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3" name="Google Shape;760;p71"/>
                <p:cNvSpPr/>
                <p:nvPr/>
              </p:nvSpPr>
              <p:spPr>
                <a:xfrm>
                  <a:off x="204192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4" name="Google Shape;761;p71"/>
                <p:cNvSpPr/>
                <p:nvPr/>
              </p:nvSpPr>
              <p:spPr>
                <a:xfrm>
                  <a:off x="231588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5" name="Google Shape;762;p71"/>
                <p:cNvSpPr/>
                <p:nvPr/>
              </p:nvSpPr>
              <p:spPr>
                <a:xfrm>
                  <a:off x="259020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6" name="Google Shape;763;p71"/>
                <p:cNvSpPr/>
                <p:nvPr/>
              </p:nvSpPr>
              <p:spPr>
                <a:xfrm>
                  <a:off x="28641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7" name="Google Shape;764;p71"/>
                <p:cNvSpPr/>
                <p:nvPr/>
              </p:nvSpPr>
              <p:spPr>
                <a:xfrm>
                  <a:off x="28641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18" name="Google Shape;765;p71"/>
                <p:cNvSpPr/>
                <p:nvPr/>
              </p:nvSpPr>
              <p:spPr>
                <a:xfrm>
                  <a:off x="259020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19" name="Google Shape;766;p71"/>
            <p:cNvGrpSpPr/>
            <p:nvPr/>
          </p:nvGrpSpPr>
          <p:grpSpPr>
            <a:xfrm>
              <a:off x="6279120" y="5470920"/>
              <a:ext cx="1914840" cy="1914840"/>
              <a:chOff x="6279120" y="5470920"/>
              <a:chExt cx="1914840" cy="1914840"/>
            </a:xfrm>
          </p:grpSpPr>
          <p:sp>
            <p:nvSpPr>
              <p:cNvPr id="120" name="Google Shape;767;p71"/>
              <p:cNvSpPr/>
              <p:nvPr/>
            </p:nvSpPr>
            <p:spPr>
              <a:xfrm>
                <a:off x="62791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Google Shape;768;p71"/>
              <p:cNvSpPr/>
              <p:nvPr/>
            </p:nvSpPr>
            <p:spPr>
              <a:xfrm>
                <a:off x="65530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Google Shape;769;p71"/>
              <p:cNvSpPr/>
              <p:nvPr/>
            </p:nvSpPr>
            <p:spPr>
              <a:xfrm>
                <a:off x="682704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Google Shape;770;p71"/>
              <p:cNvSpPr/>
              <p:nvPr/>
            </p:nvSpPr>
            <p:spPr>
              <a:xfrm>
                <a:off x="710136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Google Shape;771;p71"/>
              <p:cNvSpPr/>
              <p:nvPr/>
            </p:nvSpPr>
            <p:spPr>
              <a:xfrm>
                <a:off x="73753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Google Shape;772;p71"/>
              <p:cNvSpPr/>
              <p:nvPr/>
            </p:nvSpPr>
            <p:spPr>
              <a:xfrm>
                <a:off x="76492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Google Shape;773;p71"/>
              <p:cNvSpPr/>
              <p:nvPr/>
            </p:nvSpPr>
            <p:spPr>
              <a:xfrm>
                <a:off x="792360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Google Shape;774;p71"/>
              <p:cNvSpPr/>
              <p:nvPr/>
            </p:nvSpPr>
            <p:spPr>
              <a:xfrm>
                <a:off x="792360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Google Shape;775;p71"/>
              <p:cNvSpPr/>
              <p:nvPr/>
            </p:nvSpPr>
            <p:spPr>
              <a:xfrm>
                <a:off x="792360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Google Shape;776;p71"/>
              <p:cNvSpPr/>
              <p:nvPr/>
            </p:nvSpPr>
            <p:spPr>
              <a:xfrm>
                <a:off x="792360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Google Shape;777;p71"/>
              <p:cNvSpPr/>
              <p:nvPr/>
            </p:nvSpPr>
            <p:spPr>
              <a:xfrm>
                <a:off x="792360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Google Shape;778;p71"/>
              <p:cNvSpPr/>
              <p:nvPr/>
            </p:nvSpPr>
            <p:spPr>
              <a:xfrm>
                <a:off x="76492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Google Shape;779;p71"/>
              <p:cNvSpPr/>
              <p:nvPr/>
            </p:nvSpPr>
            <p:spPr>
              <a:xfrm>
                <a:off x="737532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Google Shape;780;p71"/>
              <p:cNvSpPr/>
              <p:nvPr/>
            </p:nvSpPr>
            <p:spPr>
              <a:xfrm>
                <a:off x="710136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Google Shape;781;p71"/>
              <p:cNvSpPr/>
              <p:nvPr/>
            </p:nvSpPr>
            <p:spPr>
              <a:xfrm>
                <a:off x="682704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Google Shape;782;p71"/>
              <p:cNvSpPr/>
              <p:nvPr/>
            </p:nvSpPr>
            <p:spPr>
              <a:xfrm>
                <a:off x="65530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Google Shape;783;p71"/>
              <p:cNvSpPr/>
              <p:nvPr/>
            </p:nvSpPr>
            <p:spPr>
              <a:xfrm>
                <a:off x="627912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Google Shape;784;p71"/>
              <p:cNvSpPr/>
              <p:nvPr/>
            </p:nvSpPr>
            <p:spPr>
              <a:xfrm>
                <a:off x="627912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Google Shape;785;p71"/>
              <p:cNvSpPr/>
              <p:nvPr/>
            </p:nvSpPr>
            <p:spPr>
              <a:xfrm>
                <a:off x="627912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Google Shape;786;p71"/>
              <p:cNvSpPr/>
              <p:nvPr/>
            </p:nvSpPr>
            <p:spPr>
              <a:xfrm>
                <a:off x="627912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2061;p94"/>
          <p:cNvGrpSpPr/>
          <p:nvPr/>
        </p:nvGrpSpPr>
        <p:grpSpPr>
          <a:xfrm>
            <a:off x="822600" y="270000"/>
            <a:ext cx="11079720" cy="7115760"/>
            <a:chOff x="822600" y="270000"/>
            <a:chExt cx="11079720" cy="7115760"/>
          </a:xfrm>
        </p:grpSpPr>
        <p:grpSp>
          <p:nvGrpSpPr>
            <p:cNvPr id="143" name="Google Shape;2062;p94"/>
            <p:cNvGrpSpPr/>
            <p:nvPr/>
          </p:nvGrpSpPr>
          <p:grpSpPr>
            <a:xfrm>
              <a:off x="822600" y="270000"/>
              <a:ext cx="11079720" cy="6291360"/>
              <a:chOff x="822600" y="270000"/>
              <a:chExt cx="11079720" cy="6291360"/>
            </a:xfrm>
          </p:grpSpPr>
          <p:pic>
            <p:nvPicPr>
              <p:cNvPr id="144" name="Google Shape;2063;p94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560" cy="4282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5" name="Google Shape;2064;p94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200" cy="2005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46" name="Google Shape;2065;p94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280" cy="3257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147" name="Google Shape;2066;p94"/>
              <p:cNvGrpSpPr/>
              <p:nvPr/>
            </p:nvGrpSpPr>
            <p:grpSpPr>
              <a:xfrm>
                <a:off x="1767960" y="843120"/>
                <a:ext cx="1366560" cy="1092600"/>
                <a:chOff x="1767960" y="843120"/>
                <a:chExt cx="1366560" cy="1092600"/>
              </a:xfrm>
            </p:grpSpPr>
            <p:sp>
              <p:nvSpPr>
                <p:cNvPr id="148" name="Google Shape;2067;p94"/>
                <p:cNvSpPr/>
                <p:nvPr/>
              </p:nvSpPr>
              <p:spPr>
                <a:xfrm>
                  <a:off x="2315880" y="84312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49" name="Google Shape;2068;p94"/>
                <p:cNvSpPr/>
                <p:nvPr/>
              </p:nvSpPr>
              <p:spPr>
                <a:xfrm>
                  <a:off x="204192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0" name="Google Shape;2069;p94"/>
                <p:cNvSpPr/>
                <p:nvPr/>
              </p:nvSpPr>
              <p:spPr>
                <a:xfrm>
                  <a:off x="17679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1" name="Google Shape;2070;p94"/>
                <p:cNvSpPr/>
                <p:nvPr/>
              </p:nvSpPr>
              <p:spPr>
                <a:xfrm>
                  <a:off x="17679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2" name="Google Shape;2071;p94"/>
                <p:cNvSpPr/>
                <p:nvPr/>
              </p:nvSpPr>
              <p:spPr>
                <a:xfrm>
                  <a:off x="204192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3" name="Google Shape;2072;p94"/>
                <p:cNvSpPr/>
                <p:nvPr/>
              </p:nvSpPr>
              <p:spPr>
                <a:xfrm>
                  <a:off x="231588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4" name="Google Shape;2073;p94"/>
                <p:cNvSpPr/>
                <p:nvPr/>
              </p:nvSpPr>
              <p:spPr>
                <a:xfrm>
                  <a:off x="259020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5" name="Google Shape;2074;p94"/>
                <p:cNvSpPr/>
                <p:nvPr/>
              </p:nvSpPr>
              <p:spPr>
                <a:xfrm>
                  <a:off x="28641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6" name="Google Shape;2075;p94"/>
                <p:cNvSpPr/>
                <p:nvPr/>
              </p:nvSpPr>
              <p:spPr>
                <a:xfrm>
                  <a:off x="28641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57" name="Google Shape;2076;p94"/>
                <p:cNvSpPr/>
                <p:nvPr/>
              </p:nvSpPr>
              <p:spPr>
                <a:xfrm>
                  <a:off x="259020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58" name="Google Shape;2077;p94"/>
            <p:cNvGrpSpPr/>
            <p:nvPr/>
          </p:nvGrpSpPr>
          <p:grpSpPr>
            <a:xfrm>
              <a:off x="6279120" y="5470920"/>
              <a:ext cx="1914840" cy="1914840"/>
              <a:chOff x="6279120" y="5470920"/>
              <a:chExt cx="1914840" cy="1914840"/>
            </a:xfrm>
          </p:grpSpPr>
          <p:sp>
            <p:nvSpPr>
              <p:cNvPr id="159" name="Google Shape;2078;p94"/>
              <p:cNvSpPr/>
              <p:nvPr/>
            </p:nvSpPr>
            <p:spPr>
              <a:xfrm>
                <a:off x="62791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Google Shape;2079;p94"/>
              <p:cNvSpPr/>
              <p:nvPr/>
            </p:nvSpPr>
            <p:spPr>
              <a:xfrm>
                <a:off x="65530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1" name="Google Shape;2080;p94"/>
              <p:cNvSpPr/>
              <p:nvPr/>
            </p:nvSpPr>
            <p:spPr>
              <a:xfrm>
                <a:off x="682704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2" name="Google Shape;2081;p94"/>
              <p:cNvSpPr/>
              <p:nvPr/>
            </p:nvSpPr>
            <p:spPr>
              <a:xfrm>
                <a:off x="710136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3" name="Google Shape;2082;p94"/>
              <p:cNvSpPr/>
              <p:nvPr/>
            </p:nvSpPr>
            <p:spPr>
              <a:xfrm>
                <a:off x="73753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4" name="Google Shape;2083;p94"/>
              <p:cNvSpPr/>
              <p:nvPr/>
            </p:nvSpPr>
            <p:spPr>
              <a:xfrm>
                <a:off x="76492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" name="Google Shape;2084;p94"/>
              <p:cNvSpPr/>
              <p:nvPr/>
            </p:nvSpPr>
            <p:spPr>
              <a:xfrm>
                <a:off x="792360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" name="Google Shape;2085;p94"/>
              <p:cNvSpPr/>
              <p:nvPr/>
            </p:nvSpPr>
            <p:spPr>
              <a:xfrm>
                <a:off x="792360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" name="Google Shape;2086;p94"/>
              <p:cNvSpPr/>
              <p:nvPr/>
            </p:nvSpPr>
            <p:spPr>
              <a:xfrm>
                <a:off x="792360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Google Shape;2087;p94"/>
              <p:cNvSpPr/>
              <p:nvPr/>
            </p:nvSpPr>
            <p:spPr>
              <a:xfrm>
                <a:off x="792360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Google Shape;2088;p94"/>
              <p:cNvSpPr/>
              <p:nvPr/>
            </p:nvSpPr>
            <p:spPr>
              <a:xfrm>
                <a:off x="792360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Google Shape;2089;p94"/>
              <p:cNvSpPr/>
              <p:nvPr/>
            </p:nvSpPr>
            <p:spPr>
              <a:xfrm>
                <a:off x="76492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" name="Google Shape;2090;p94"/>
              <p:cNvSpPr/>
              <p:nvPr/>
            </p:nvSpPr>
            <p:spPr>
              <a:xfrm>
                <a:off x="737532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2" name="Google Shape;2091;p94"/>
              <p:cNvSpPr/>
              <p:nvPr/>
            </p:nvSpPr>
            <p:spPr>
              <a:xfrm>
                <a:off x="710136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Google Shape;2092;p94"/>
              <p:cNvSpPr/>
              <p:nvPr/>
            </p:nvSpPr>
            <p:spPr>
              <a:xfrm>
                <a:off x="682704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Google Shape;2093;p94"/>
              <p:cNvSpPr/>
              <p:nvPr/>
            </p:nvSpPr>
            <p:spPr>
              <a:xfrm>
                <a:off x="65530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Google Shape;2094;p94"/>
              <p:cNvSpPr/>
              <p:nvPr/>
            </p:nvSpPr>
            <p:spPr>
              <a:xfrm>
                <a:off x="627912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6" name="Google Shape;2095;p94"/>
              <p:cNvSpPr/>
              <p:nvPr/>
            </p:nvSpPr>
            <p:spPr>
              <a:xfrm>
                <a:off x="627912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7" name="Google Shape;2096;p94"/>
              <p:cNvSpPr/>
              <p:nvPr/>
            </p:nvSpPr>
            <p:spPr>
              <a:xfrm>
                <a:off x="627912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Google Shape;2097;p94"/>
              <p:cNvSpPr/>
              <p:nvPr/>
            </p:nvSpPr>
            <p:spPr>
              <a:xfrm>
                <a:off x="627912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79" name="Google Shape;2098;p94"/>
          <p:cNvGrpSpPr/>
          <p:nvPr/>
        </p:nvGrpSpPr>
        <p:grpSpPr>
          <a:xfrm>
            <a:off x="-16560" y="3337560"/>
            <a:ext cx="3916080" cy="2936160"/>
            <a:chOff x="-16560" y="3337560"/>
            <a:chExt cx="3916080" cy="2936160"/>
          </a:xfrm>
        </p:grpSpPr>
        <p:sp>
          <p:nvSpPr>
            <p:cNvPr id="180" name="Google Shape;2099;p94"/>
            <p:cNvSpPr/>
            <p:nvPr/>
          </p:nvSpPr>
          <p:spPr>
            <a:xfrm flipH="1" rot="16200000">
              <a:off x="325332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Google Shape;2100;p94"/>
            <p:cNvSpPr/>
            <p:nvPr/>
          </p:nvSpPr>
          <p:spPr>
            <a:xfrm flipH="1">
              <a:off x="63684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Google Shape;2101;p94"/>
            <p:cNvSpPr/>
            <p:nvPr/>
          </p:nvSpPr>
          <p:spPr>
            <a:xfrm flipH="1">
              <a:off x="963360" y="5623920"/>
              <a:ext cx="323280" cy="3232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Google Shape;2102;p94"/>
            <p:cNvSpPr/>
            <p:nvPr/>
          </p:nvSpPr>
          <p:spPr>
            <a:xfrm flipH="1">
              <a:off x="128988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Google Shape;2103;p94"/>
            <p:cNvSpPr/>
            <p:nvPr/>
          </p:nvSpPr>
          <p:spPr>
            <a:xfrm flipH="1">
              <a:off x="194328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Google Shape;2104;p94"/>
            <p:cNvSpPr/>
            <p:nvPr/>
          </p:nvSpPr>
          <p:spPr>
            <a:xfrm flipH="1">
              <a:off x="161640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Google Shape;2105;p94"/>
            <p:cNvSpPr/>
            <p:nvPr/>
          </p:nvSpPr>
          <p:spPr>
            <a:xfrm flipH="1">
              <a:off x="226980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Google Shape;2106;p94"/>
            <p:cNvSpPr/>
            <p:nvPr/>
          </p:nvSpPr>
          <p:spPr>
            <a:xfrm flipH="1">
              <a:off x="259632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Google Shape;2107;p94"/>
            <p:cNvSpPr/>
            <p:nvPr/>
          </p:nvSpPr>
          <p:spPr>
            <a:xfrm flipH="1">
              <a:off x="292284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Google Shape;2108;p94"/>
            <p:cNvSpPr/>
            <p:nvPr/>
          </p:nvSpPr>
          <p:spPr>
            <a:xfrm flipH="1">
              <a:off x="3576240" y="562392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Google Shape;2109;p94"/>
            <p:cNvSpPr/>
            <p:nvPr/>
          </p:nvSpPr>
          <p:spPr>
            <a:xfrm flipH="1" rot="16200000">
              <a:off x="325332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Google Shape;2110;p94"/>
            <p:cNvSpPr/>
            <p:nvPr/>
          </p:nvSpPr>
          <p:spPr>
            <a:xfrm flipH="1" rot="16200000">
              <a:off x="3253320" y="52974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Google Shape;2111;p94"/>
            <p:cNvSpPr/>
            <p:nvPr/>
          </p:nvSpPr>
          <p:spPr>
            <a:xfrm flipH="1" rot="16200000">
              <a:off x="325332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Google Shape;2112;p94"/>
            <p:cNvSpPr/>
            <p:nvPr/>
          </p:nvSpPr>
          <p:spPr>
            <a:xfrm flipH="1" rot="16200000">
              <a:off x="325332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Google Shape;2113;p94"/>
            <p:cNvSpPr/>
            <p:nvPr/>
          </p:nvSpPr>
          <p:spPr>
            <a:xfrm flipH="1" rot="16200000">
              <a:off x="325332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Google Shape;2114;p94"/>
            <p:cNvSpPr/>
            <p:nvPr/>
          </p:nvSpPr>
          <p:spPr>
            <a:xfrm flipH="1">
              <a:off x="30996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Google Shape;2115;p94"/>
            <p:cNvSpPr/>
            <p:nvPr/>
          </p:nvSpPr>
          <p:spPr>
            <a:xfrm flipH="1">
              <a:off x="-1656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Google Shape;2116;p94"/>
            <p:cNvSpPr/>
            <p:nvPr/>
          </p:nvSpPr>
          <p:spPr>
            <a:xfrm flipH="1">
              <a:off x="63684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Google Shape;2117;p94"/>
            <p:cNvSpPr/>
            <p:nvPr/>
          </p:nvSpPr>
          <p:spPr>
            <a:xfrm flipH="1">
              <a:off x="96336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Google Shape;2118;p94"/>
            <p:cNvSpPr/>
            <p:nvPr/>
          </p:nvSpPr>
          <p:spPr>
            <a:xfrm flipH="1">
              <a:off x="128988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Google Shape;2119;p94"/>
            <p:cNvSpPr/>
            <p:nvPr/>
          </p:nvSpPr>
          <p:spPr>
            <a:xfrm flipH="1">
              <a:off x="194328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Google Shape;2120;p94"/>
            <p:cNvSpPr/>
            <p:nvPr/>
          </p:nvSpPr>
          <p:spPr>
            <a:xfrm flipH="1">
              <a:off x="161640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" name="Google Shape;2121;p94"/>
            <p:cNvSpPr/>
            <p:nvPr/>
          </p:nvSpPr>
          <p:spPr>
            <a:xfrm flipH="1">
              <a:off x="292284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Google Shape;2122;p94"/>
            <p:cNvSpPr/>
            <p:nvPr/>
          </p:nvSpPr>
          <p:spPr>
            <a:xfrm flipH="1">
              <a:off x="3576240" y="52970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Google Shape;2123;p94"/>
            <p:cNvSpPr/>
            <p:nvPr/>
          </p:nvSpPr>
          <p:spPr>
            <a:xfrm flipH="1">
              <a:off x="30996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Google Shape;2124;p94"/>
            <p:cNvSpPr/>
            <p:nvPr/>
          </p:nvSpPr>
          <p:spPr>
            <a:xfrm flipH="1">
              <a:off x="63684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Google Shape;2125;p94"/>
            <p:cNvSpPr/>
            <p:nvPr/>
          </p:nvSpPr>
          <p:spPr>
            <a:xfrm flipH="1">
              <a:off x="96336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Google Shape;2126;p94"/>
            <p:cNvSpPr/>
            <p:nvPr/>
          </p:nvSpPr>
          <p:spPr>
            <a:xfrm flipH="1">
              <a:off x="128988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Google Shape;2127;p94"/>
            <p:cNvSpPr/>
            <p:nvPr/>
          </p:nvSpPr>
          <p:spPr>
            <a:xfrm flipH="1">
              <a:off x="194328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Google Shape;2128;p94"/>
            <p:cNvSpPr/>
            <p:nvPr/>
          </p:nvSpPr>
          <p:spPr>
            <a:xfrm flipH="1">
              <a:off x="161640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Google Shape;2129;p94"/>
            <p:cNvSpPr/>
            <p:nvPr/>
          </p:nvSpPr>
          <p:spPr>
            <a:xfrm flipH="1">
              <a:off x="226980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Google Shape;2130;p94"/>
            <p:cNvSpPr/>
            <p:nvPr/>
          </p:nvSpPr>
          <p:spPr>
            <a:xfrm flipH="1">
              <a:off x="2596320" y="49708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Google Shape;2131;p94"/>
            <p:cNvSpPr/>
            <p:nvPr/>
          </p:nvSpPr>
          <p:spPr>
            <a:xfrm flipH="1">
              <a:off x="30996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Google Shape;2132;p94"/>
            <p:cNvSpPr/>
            <p:nvPr/>
          </p:nvSpPr>
          <p:spPr>
            <a:xfrm flipH="1">
              <a:off x="-1656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Google Shape;2133;p94"/>
            <p:cNvSpPr/>
            <p:nvPr/>
          </p:nvSpPr>
          <p:spPr>
            <a:xfrm flipH="1">
              <a:off x="636840" y="4644000"/>
              <a:ext cx="323280" cy="3232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Google Shape;2134;p94"/>
            <p:cNvSpPr/>
            <p:nvPr/>
          </p:nvSpPr>
          <p:spPr>
            <a:xfrm flipH="1">
              <a:off x="96336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Google Shape;2135;p94"/>
            <p:cNvSpPr/>
            <p:nvPr/>
          </p:nvSpPr>
          <p:spPr>
            <a:xfrm flipH="1">
              <a:off x="128988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Google Shape;2136;p94"/>
            <p:cNvSpPr/>
            <p:nvPr/>
          </p:nvSpPr>
          <p:spPr>
            <a:xfrm flipH="1">
              <a:off x="194328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Google Shape;2137;p94"/>
            <p:cNvSpPr/>
            <p:nvPr/>
          </p:nvSpPr>
          <p:spPr>
            <a:xfrm flipH="1">
              <a:off x="161640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Google Shape;2138;p94"/>
            <p:cNvSpPr/>
            <p:nvPr/>
          </p:nvSpPr>
          <p:spPr>
            <a:xfrm flipH="1">
              <a:off x="226980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Google Shape;2139;p94"/>
            <p:cNvSpPr/>
            <p:nvPr/>
          </p:nvSpPr>
          <p:spPr>
            <a:xfrm flipH="1">
              <a:off x="259632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Google Shape;2140;p94"/>
            <p:cNvSpPr/>
            <p:nvPr/>
          </p:nvSpPr>
          <p:spPr>
            <a:xfrm flipH="1">
              <a:off x="292284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Google Shape;2141;p94"/>
            <p:cNvSpPr/>
            <p:nvPr/>
          </p:nvSpPr>
          <p:spPr>
            <a:xfrm flipH="1">
              <a:off x="3576240" y="464400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Google Shape;2142;p94"/>
            <p:cNvSpPr/>
            <p:nvPr/>
          </p:nvSpPr>
          <p:spPr>
            <a:xfrm flipH="1">
              <a:off x="30996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Google Shape;2143;p94"/>
            <p:cNvSpPr/>
            <p:nvPr/>
          </p:nvSpPr>
          <p:spPr>
            <a:xfrm flipH="1">
              <a:off x="-1656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Google Shape;2144;p94"/>
            <p:cNvSpPr/>
            <p:nvPr/>
          </p:nvSpPr>
          <p:spPr>
            <a:xfrm flipH="1">
              <a:off x="63684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Google Shape;2145;p94"/>
            <p:cNvSpPr/>
            <p:nvPr/>
          </p:nvSpPr>
          <p:spPr>
            <a:xfrm flipH="1">
              <a:off x="96336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Google Shape;2146;p94"/>
            <p:cNvSpPr/>
            <p:nvPr/>
          </p:nvSpPr>
          <p:spPr>
            <a:xfrm flipH="1">
              <a:off x="128988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Google Shape;2147;p94"/>
            <p:cNvSpPr/>
            <p:nvPr/>
          </p:nvSpPr>
          <p:spPr>
            <a:xfrm flipH="1">
              <a:off x="194328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Google Shape;2148;p94"/>
            <p:cNvSpPr/>
            <p:nvPr/>
          </p:nvSpPr>
          <p:spPr>
            <a:xfrm flipH="1">
              <a:off x="161640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Google Shape;2149;p94"/>
            <p:cNvSpPr/>
            <p:nvPr/>
          </p:nvSpPr>
          <p:spPr>
            <a:xfrm flipH="1">
              <a:off x="226980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Google Shape;2150;p94"/>
            <p:cNvSpPr/>
            <p:nvPr/>
          </p:nvSpPr>
          <p:spPr>
            <a:xfrm flipH="1">
              <a:off x="2596320" y="4317480"/>
              <a:ext cx="323280" cy="3232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Google Shape;2151;p94"/>
            <p:cNvSpPr/>
            <p:nvPr/>
          </p:nvSpPr>
          <p:spPr>
            <a:xfrm flipH="1">
              <a:off x="292284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Google Shape;2152;p94"/>
            <p:cNvSpPr/>
            <p:nvPr/>
          </p:nvSpPr>
          <p:spPr>
            <a:xfrm flipH="1">
              <a:off x="3576240" y="431748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Google Shape;2153;p94"/>
            <p:cNvSpPr/>
            <p:nvPr/>
          </p:nvSpPr>
          <p:spPr>
            <a:xfrm flipH="1">
              <a:off x="30996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Google Shape;2154;p94"/>
            <p:cNvSpPr/>
            <p:nvPr/>
          </p:nvSpPr>
          <p:spPr>
            <a:xfrm flipH="1">
              <a:off x="63684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Google Shape;2155;p94"/>
            <p:cNvSpPr/>
            <p:nvPr/>
          </p:nvSpPr>
          <p:spPr>
            <a:xfrm flipH="1">
              <a:off x="96336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Google Shape;2156;p94"/>
            <p:cNvSpPr/>
            <p:nvPr/>
          </p:nvSpPr>
          <p:spPr>
            <a:xfrm flipH="1">
              <a:off x="1289880" y="3990960"/>
              <a:ext cx="323280" cy="3232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Google Shape;2157;p94"/>
            <p:cNvSpPr/>
            <p:nvPr/>
          </p:nvSpPr>
          <p:spPr>
            <a:xfrm flipH="1">
              <a:off x="194328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Google Shape;2158;p94"/>
            <p:cNvSpPr/>
            <p:nvPr/>
          </p:nvSpPr>
          <p:spPr>
            <a:xfrm flipH="1">
              <a:off x="161640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Google Shape;2159;p94"/>
            <p:cNvSpPr/>
            <p:nvPr/>
          </p:nvSpPr>
          <p:spPr>
            <a:xfrm flipH="1">
              <a:off x="226980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Google Shape;2160;p94"/>
            <p:cNvSpPr/>
            <p:nvPr/>
          </p:nvSpPr>
          <p:spPr>
            <a:xfrm flipH="1">
              <a:off x="259632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Google Shape;2161;p94"/>
            <p:cNvSpPr/>
            <p:nvPr/>
          </p:nvSpPr>
          <p:spPr>
            <a:xfrm flipH="1">
              <a:off x="2922840" y="39909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Google Shape;2162;p94"/>
            <p:cNvSpPr/>
            <p:nvPr/>
          </p:nvSpPr>
          <p:spPr>
            <a:xfrm flipH="1">
              <a:off x="63684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Google Shape;2163;p94"/>
            <p:cNvSpPr/>
            <p:nvPr/>
          </p:nvSpPr>
          <p:spPr>
            <a:xfrm flipH="1">
              <a:off x="96336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Google Shape;2164;p94"/>
            <p:cNvSpPr/>
            <p:nvPr/>
          </p:nvSpPr>
          <p:spPr>
            <a:xfrm flipH="1">
              <a:off x="128988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Google Shape;2165;p94"/>
            <p:cNvSpPr/>
            <p:nvPr/>
          </p:nvSpPr>
          <p:spPr>
            <a:xfrm flipH="1">
              <a:off x="194328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Google Shape;2166;p94"/>
            <p:cNvSpPr/>
            <p:nvPr/>
          </p:nvSpPr>
          <p:spPr>
            <a:xfrm flipH="1">
              <a:off x="161640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Google Shape;2167;p94"/>
            <p:cNvSpPr/>
            <p:nvPr/>
          </p:nvSpPr>
          <p:spPr>
            <a:xfrm flipH="1">
              <a:off x="226980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Google Shape;2168;p94"/>
            <p:cNvSpPr/>
            <p:nvPr/>
          </p:nvSpPr>
          <p:spPr>
            <a:xfrm flipH="1">
              <a:off x="259632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Google Shape;2169;p94"/>
            <p:cNvSpPr/>
            <p:nvPr/>
          </p:nvSpPr>
          <p:spPr>
            <a:xfrm flipH="1">
              <a:off x="292284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Google Shape;2170;p94"/>
            <p:cNvSpPr/>
            <p:nvPr/>
          </p:nvSpPr>
          <p:spPr>
            <a:xfrm flipH="1">
              <a:off x="3576240" y="3664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Google Shape;2171;p94"/>
            <p:cNvSpPr/>
            <p:nvPr/>
          </p:nvSpPr>
          <p:spPr>
            <a:xfrm flipH="1">
              <a:off x="309960" y="33375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Google Shape;2172;p94"/>
            <p:cNvSpPr/>
            <p:nvPr/>
          </p:nvSpPr>
          <p:spPr>
            <a:xfrm flipH="1">
              <a:off x="-16560" y="33375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Google Shape;2173;p94"/>
            <p:cNvSpPr/>
            <p:nvPr/>
          </p:nvSpPr>
          <p:spPr>
            <a:xfrm flipH="1">
              <a:off x="636840" y="333756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Google Shape;2174;p94"/>
            <p:cNvSpPr/>
            <p:nvPr/>
          </p:nvSpPr>
          <p:spPr>
            <a:xfrm flipH="1">
              <a:off x="-16560" y="5950440"/>
              <a:ext cx="323280" cy="3232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Google Shape;2175;p94"/>
            <p:cNvSpPr/>
            <p:nvPr/>
          </p:nvSpPr>
          <p:spPr>
            <a:xfrm flipH="1">
              <a:off x="-16560" y="5623920"/>
              <a:ext cx="323280" cy="32328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22040" rIns="122040" tIns="122040" bIns="1220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57" name="Google Shape;2176;p94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Google Shape;2177;p94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Google Shape;2178;p94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Google Shape;2179;p94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Google Shape;2180;p94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Google Shape;2181;p94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Google Shape;2182;p94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Google Shape;2183;p94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Google Shape;2184;p94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Google Shape;2185;p94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Google Shape;2186;p94"/>
          <p:cNvSpPr/>
          <p:nvPr/>
        </p:nvSpPr>
        <p:spPr>
          <a:xfrm flipH="1" rot="10800000">
            <a:off x="5630400" y="5933160"/>
            <a:ext cx="662292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Google Shape;2187;p94"/>
          <p:cNvSpPr/>
          <p:nvPr/>
        </p:nvSpPr>
        <p:spPr>
          <a:xfrm rot="10800000">
            <a:off x="-61560" y="5936400"/>
            <a:ext cx="8081640" cy="9432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9" name="Google Shape;2188;p94" descr=""/>
          <p:cNvPicPr/>
          <p:nvPr/>
        </p:nvPicPr>
        <p:blipFill>
          <a:blip r:embed="rId5"/>
          <a:stretch/>
        </p:blipFill>
        <p:spPr>
          <a:xfrm>
            <a:off x="339840" y="614772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Google Shape;2189;p94"/>
          <p:cNvSpPr/>
          <p:nvPr/>
        </p:nvSpPr>
        <p:spPr>
          <a:xfrm rot="10800000">
            <a:off x="-68760" y="-59400"/>
            <a:ext cx="3975480" cy="371268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Google Shape;2190;p94"/>
          <p:cNvSpPr/>
          <p:nvPr/>
        </p:nvSpPr>
        <p:spPr>
          <a:xfrm rot="10800000">
            <a:off x="910800" y="51480"/>
            <a:ext cx="2988720" cy="3909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gora é com você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366;p60"/>
          <p:cNvGrpSpPr/>
          <p:nvPr/>
        </p:nvGrpSpPr>
        <p:grpSpPr>
          <a:xfrm>
            <a:off x="822600" y="270000"/>
            <a:ext cx="11079720" cy="7115760"/>
            <a:chOff x="822600" y="270000"/>
            <a:chExt cx="11079720" cy="7115760"/>
          </a:xfrm>
        </p:grpSpPr>
        <p:grpSp>
          <p:nvGrpSpPr>
            <p:cNvPr id="273" name="Google Shape;367;p60"/>
            <p:cNvGrpSpPr/>
            <p:nvPr/>
          </p:nvGrpSpPr>
          <p:grpSpPr>
            <a:xfrm>
              <a:off x="822600" y="270000"/>
              <a:ext cx="11079720" cy="6291360"/>
              <a:chOff x="822600" y="270000"/>
              <a:chExt cx="11079720" cy="6291360"/>
            </a:xfrm>
          </p:grpSpPr>
          <p:pic>
            <p:nvPicPr>
              <p:cNvPr id="274" name="Google Shape;368;p60" descr=""/>
              <p:cNvPicPr/>
              <p:nvPr/>
            </p:nvPicPr>
            <p:blipFill>
              <a:blip r:embed="rId2"/>
              <a:stretch/>
            </p:blipFill>
            <p:spPr>
              <a:xfrm>
                <a:off x="5194080" y="270000"/>
                <a:ext cx="4282560" cy="4282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5" name="Google Shape;369;p60" descr=""/>
              <p:cNvPicPr/>
              <p:nvPr/>
            </p:nvPicPr>
            <p:blipFill>
              <a:blip r:embed="rId3"/>
              <a:stretch/>
            </p:blipFill>
            <p:spPr>
              <a:xfrm>
                <a:off x="9897120" y="4556160"/>
                <a:ext cx="2005200" cy="2005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276" name="Google Shape;370;p60" descr=""/>
              <p:cNvPicPr/>
              <p:nvPr/>
            </p:nvPicPr>
            <p:blipFill>
              <a:blip r:embed="rId4"/>
              <a:stretch/>
            </p:blipFill>
            <p:spPr>
              <a:xfrm>
                <a:off x="822600" y="3085920"/>
                <a:ext cx="3257280" cy="32572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7" name="Google Shape;371;p60"/>
              <p:cNvGrpSpPr/>
              <p:nvPr/>
            </p:nvGrpSpPr>
            <p:grpSpPr>
              <a:xfrm>
                <a:off x="1767960" y="843120"/>
                <a:ext cx="1366560" cy="1092600"/>
                <a:chOff x="1767960" y="843120"/>
                <a:chExt cx="1366560" cy="1092600"/>
              </a:xfrm>
            </p:grpSpPr>
            <p:sp>
              <p:nvSpPr>
                <p:cNvPr id="278" name="Google Shape;372;p60"/>
                <p:cNvSpPr/>
                <p:nvPr/>
              </p:nvSpPr>
              <p:spPr>
                <a:xfrm>
                  <a:off x="2315880" y="84312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79" name="Google Shape;373;p60"/>
                <p:cNvSpPr/>
                <p:nvPr/>
              </p:nvSpPr>
              <p:spPr>
                <a:xfrm>
                  <a:off x="204192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0" name="Google Shape;374;p60"/>
                <p:cNvSpPr/>
                <p:nvPr/>
              </p:nvSpPr>
              <p:spPr>
                <a:xfrm>
                  <a:off x="17679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Google Shape;375;p60"/>
                <p:cNvSpPr/>
                <p:nvPr/>
              </p:nvSpPr>
              <p:spPr>
                <a:xfrm>
                  <a:off x="17679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2" name="Google Shape;376;p60"/>
                <p:cNvSpPr/>
                <p:nvPr/>
              </p:nvSpPr>
              <p:spPr>
                <a:xfrm>
                  <a:off x="204192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3" name="Google Shape;377;p60"/>
                <p:cNvSpPr/>
                <p:nvPr/>
              </p:nvSpPr>
              <p:spPr>
                <a:xfrm>
                  <a:off x="231588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Google Shape;378;p60"/>
                <p:cNvSpPr/>
                <p:nvPr/>
              </p:nvSpPr>
              <p:spPr>
                <a:xfrm>
                  <a:off x="259020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5" name="Google Shape;379;p60"/>
                <p:cNvSpPr/>
                <p:nvPr/>
              </p:nvSpPr>
              <p:spPr>
                <a:xfrm>
                  <a:off x="2864160" y="166536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6" name="Google Shape;380;p60"/>
                <p:cNvSpPr/>
                <p:nvPr/>
              </p:nvSpPr>
              <p:spPr>
                <a:xfrm>
                  <a:off x="2864160" y="139140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Google Shape;381;p60"/>
                <p:cNvSpPr/>
                <p:nvPr/>
              </p:nvSpPr>
              <p:spPr>
                <a:xfrm>
                  <a:off x="2590200" y="1117440"/>
                  <a:ext cx="270360" cy="270360"/>
                </a:xfrm>
                <a:custGeom>
                  <a:avLst/>
                  <a:gdLst>
                    <a:gd name="textAreaLeft" fmla="*/ 0 w 270360"/>
                    <a:gd name="textAreaRight" fmla="*/ 273960 w 270360"/>
                    <a:gd name="textAreaTop" fmla="*/ 0 h 270360"/>
                    <a:gd name="textAreaBottom" fmla="*/ 273960 h 270360"/>
                  </a:gdLst>
                  <a:ahLst/>
                  <a:cxnLst/>
                  <a:rect l="textAreaLeft" t="textAreaTop" r="textAreaRight" b="textAreaBottom"/>
                  <a:pathLst>
                    <a:path w="274052" h="274052">
                      <a:moveTo>
                        <a:pt x="0" y="0"/>
                      </a:moveTo>
                      <a:lnTo>
                        <a:pt x="274053" y="0"/>
                      </a:lnTo>
                      <a:lnTo>
                        <a:pt x="274053" y="274053"/>
                      </a:lnTo>
                      <a:lnTo>
                        <a:pt x="0" y="274053"/>
                      </a:lnTo>
                      <a:close/>
                    </a:path>
                  </a:pathLst>
                </a:custGeom>
                <a:solidFill>
                  <a:srgbClr val="292454">
                    <a:alpha val="4000"/>
                  </a:srgbClr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288" name="Google Shape;382;p60"/>
            <p:cNvGrpSpPr/>
            <p:nvPr/>
          </p:nvGrpSpPr>
          <p:grpSpPr>
            <a:xfrm>
              <a:off x="6279120" y="5470920"/>
              <a:ext cx="1914840" cy="1914840"/>
              <a:chOff x="6279120" y="5470920"/>
              <a:chExt cx="1914840" cy="1914840"/>
            </a:xfrm>
          </p:grpSpPr>
          <p:sp>
            <p:nvSpPr>
              <p:cNvPr id="289" name="Google Shape;383;p60"/>
              <p:cNvSpPr/>
              <p:nvPr/>
            </p:nvSpPr>
            <p:spPr>
              <a:xfrm>
                <a:off x="62791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0" name="Google Shape;384;p60"/>
              <p:cNvSpPr/>
              <p:nvPr/>
            </p:nvSpPr>
            <p:spPr>
              <a:xfrm>
                <a:off x="65530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1" name="Google Shape;385;p60"/>
              <p:cNvSpPr/>
              <p:nvPr/>
            </p:nvSpPr>
            <p:spPr>
              <a:xfrm>
                <a:off x="682704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2" name="Google Shape;386;p60"/>
              <p:cNvSpPr/>
              <p:nvPr/>
            </p:nvSpPr>
            <p:spPr>
              <a:xfrm>
                <a:off x="710136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3" name="Google Shape;387;p60"/>
              <p:cNvSpPr/>
              <p:nvPr/>
            </p:nvSpPr>
            <p:spPr>
              <a:xfrm>
                <a:off x="737532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4" name="Google Shape;388;p60"/>
              <p:cNvSpPr/>
              <p:nvPr/>
            </p:nvSpPr>
            <p:spPr>
              <a:xfrm>
                <a:off x="764928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5" name="Google Shape;389;p60"/>
              <p:cNvSpPr/>
              <p:nvPr/>
            </p:nvSpPr>
            <p:spPr>
              <a:xfrm>
                <a:off x="7923600" y="71154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6" name="Google Shape;390;p60"/>
              <p:cNvSpPr/>
              <p:nvPr/>
            </p:nvSpPr>
            <p:spPr>
              <a:xfrm>
                <a:off x="792360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7" name="Google Shape;391;p60"/>
              <p:cNvSpPr/>
              <p:nvPr/>
            </p:nvSpPr>
            <p:spPr>
              <a:xfrm>
                <a:off x="792360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8" name="Google Shape;392;p60"/>
              <p:cNvSpPr/>
              <p:nvPr/>
            </p:nvSpPr>
            <p:spPr>
              <a:xfrm>
                <a:off x="792360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9" name="Google Shape;393;p60"/>
              <p:cNvSpPr/>
              <p:nvPr/>
            </p:nvSpPr>
            <p:spPr>
              <a:xfrm>
                <a:off x="792360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0" name="Google Shape;394;p60"/>
              <p:cNvSpPr/>
              <p:nvPr/>
            </p:nvSpPr>
            <p:spPr>
              <a:xfrm>
                <a:off x="76492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Google Shape;395;p60"/>
              <p:cNvSpPr/>
              <p:nvPr/>
            </p:nvSpPr>
            <p:spPr>
              <a:xfrm>
                <a:off x="737532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2" name="Google Shape;396;p60"/>
              <p:cNvSpPr/>
              <p:nvPr/>
            </p:nvSpPr>
            <p:spPr>
              <a:xfrm>
                <a:off x="710136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3" name="Google Shape;397;p60"/>
              <p:cNvSpPr/>
              <p:nvPr/>
            </p:nvSpPr>
            <p:spPr>
              <a:xfrm>
                <a:off x="6827040" y="54709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4" name="Google Shape;398;p60"/>
              <p:cNvSpPr/>
              <p:nvPr/>
            </p:nvSpPr>
            <p:spPr>
              <a:xfrm>
                <a:off x="6553080" y="57452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5" name="Google Shape;399;p60"/>
              <p:cNvSpPr/>
              <p:nvPr/>
            </p:nvSpPr>
            <p:spPr>
              <a:xfrm>
                <a:off x="6279120" y="601920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6" name="Google Shape;400;p60"/>
              <p:cNvSpPr/>
              <p:nvPr/>
            </p:nvSpPr>
            <p:spPr>
              <a:xfrm>
                <a:off x="6279120" y="629316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7" name="Google Shape;401;p60"/>
              <p:cNvSpPr/>
              <p:nvPr/>
            </p:nvSpPr>
            <p:spPr>
              <a:xfrm>
                <a:off x="6279120" y="656712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8" name="Google Shape;402;p60"/>
              <p:cNvSpPr/>
              <p:nvPr/>
            </p:nvSpPr>
            <p:spPr>
              <a:xfrm>
                <a:off x="6279120" y="6841440"/>
                <a:ext cx="270360" cy="270360"/>
              </a:xfrm>
              <a:custGeom>
                <a:avLst/>
                <a:gdLst>
                  <a:gd name="textAreaLeft" fmla="*/ 0 w 270360"/>
                  <a:gd name="textAreaRight" fmla="*/ 273960 w 270360"/>
                  <a:gd name="textAreaTop" fmla="*/ 0 h 270360"/>
                  <a:gd name="textAreaBottom" fmla="*/ 273960 h 270360"/>
                </a:gdLst>
                <a:ahLst/>
                <a:cxnLst/>
                <a:rect l="textAreaLeft" t="textAreaTop" r="textAreaRight" b="textAreaBottom"/>
                <a:pathLst>
                  <a:path w="274052" h="274052">
                    <a:moveTo>
                      <a:pt x="0" y="0"/>
                    </a:moveTo>
                    <a:lnTo>
                      <a:pt x="274053" y="0"/>
                    </a:lnTo>
                    <a:lnTo>
                      <a:pt x="274053" y="274053"/>
                    </a:lnTo>
                    <a:lnTo>
                      <a:pt x="0" y="274053"/>
                    </a:lnTo>
                    <a:close/>
                  </a:path>
                </a:pathLst>
              </a:custGeom>
              <a:solidFill>
                <a:srgbClr val="292454">
                  <a:alpha val="4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9" name="Google Shape;403;p60"/>
          <p:cNvSpPr/>
          <p:nvPr/>
        </p:nvSpPr>
        <p:spPr>
          <a:xfrm rot="5400000">
            <a:off x="-1752840" y="1397520"/>
            <a:ext cx="7273440" cy="4052520"/>
          </a:xfrm>
          <a:custGeom>
            <a:avLst/>
            <a:gdLst>
              <a:gd name="textAreaLeft" fmla="*/ 0 w 7273440"/>
              <a:gd name="textAreaRight" fmla="*/ 7277040 w 7273440"/>
              <a:gd name="textAreaTop" fmla="*/ 0 h 4052520"/>
              <a:gd name="textAreaBottom" fmla="*/ 4056120 h 4052520"/>
            </a:gdLst>
            <a:ahLst/>
            <a:cxnLst/>
            <a:rect l="textAreaLeft" t="textAreaTop" r="textAreaRight" b="textAreaBottom"/>
            <a:pathLst>
              <a:path w="1714500" h="8080565">
                <a:moveTo>
                  <a:pt x="0" y="0"/>
                </a:moveTo>
                <a:lnTo>
                  <a:pt x="1714500" y="0"/>
                </a:lnTo>
                <a:lnTo>
                  <a:pt x="1714500" y="8080566"/>
                </a:lnTo>
                <a:lnTo>
                  <a:pt x="0" y="8080566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Google Shape;404;p6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Google Shape;405;p6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Google Shape;406;p6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Google Shape;407;p6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Google Shape;408;p6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Google Shape;409;p6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Google Shape;410;p6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Google Shape;411;p6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Google Shape;412;p6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Google Shape;413;p6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Abertura_Curso_Google Cl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BIG-DATA-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8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932;p75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Google Shape;933;p75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Google Shape;934;p75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Google Shape;935;p75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Google Shape;936;p75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Google Shape;937;p75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Google Shape;938;p75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Google Shape;939;p75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Google Shape;940;p75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Google Shape;941;p75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Google Shape;942;p75"/>
          <p:cNvSpPr/>
          <p:nvPr/>
        </p:nvSpPr>
        <p:spPr>
          <a:xfrm>
            <a:off x="11807280" y="0"/>
            <a:ext cx="381240" cy="6854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8" name="Google Shape;943;p7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9" name="Google Shape;944;p75"/>
          <p:cNvSpPr/>
          <p:nvPr/>
        </p:nvSpPr>
        <p:spPr>
          <a:xfrm>
            <a:off x="11422440" y="0"/>
            <a:ext cx="381240" cy="6854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Google Shape;945;p75"/>
          <p:cNvSpPr/>
          <p:nvPr/>
        </p:nvSpPr>
        <p:spPr>
          <a:xfrm>
            <a:off x="11037960" y="0"/>
            <a:ext cx="381240" cy="68544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Google Shape;946;p75"/>
          <p:cNvSpPr/>
          <p:nvPr/>
        </p:nvSpPr>
        <p:spPr>
          <a:xfrm>
            <a:off x="10653120" y="1800"/>
            <a:ext cx="381240" cy="6854400"/>
          </a:xfrm>
          <a:prstGeom prst="rect">
            <a:avLst/>
          </a:prstGeom>
          <a:solidFill>
            <a:srgbClr val="6deaa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namica">
    <p:bg>
      <p:bgPr>
        <a:solidFill>
          <a:srgbClr val="0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415;p61"/>
          <p:cNvSpPr/>
          <p:nvPr/>
        </p:nvSpPr>
        <p:spPr>
          <a:xfrm>
            <a:off x="9390600" y="0"/>
            <a:ext cx="2804400" cy="68472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Google Shape;416;p61"/>
          <p:cNvSpPr/>
          <p:nvPr/>
        </p:nvSpPr>
        <p:spPr>
          <a:xfrm>
            <a:off x="35420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Google Shape;417;p61"/>
          <p:cNvSpPr/>
          <p:nvPr/>
        </p:nvSpPr>
        <p:spPr>
          <a:xfrm>
            <a:off x="40971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Google Shape;418;p61"/>
          <p:cNvSpPr/>
          <p:nvPr/>
        </p:nvSpPr>
        <p:spPr>
          <a:xfrm>
            <a:off x="46047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Google Shape;419;p61"/>
          <p:cNvSpPr/>
          <p:nvPr/>
        </p:nvSpPr>
        <p:spPr>
          <a:xfrm>
            <a:off x="51192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Google Shape;420;p61"/>
          <p:cNvSpPr/>
          <p:nvPr/>
        </p:nvSpPr>
        <p:spPr>
          <a:xfrm>
            <a:off x="56336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Google Shape;421;p61"/>
          <p:cNvSpPr/>
          <p:nvPr/>
        </p:nvSpPr>
        <p:spPr>
          <a:xfrm>
            <a:off x="67003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Google Shape;422;p61"/>
          <p:cNvSpPr/>
          <p:nvPr/>
        </p:nvSpPr>
        <p:spPr>
          <a:xfrm>
            <a:off x="61891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Google Shape;423;p61"/>
          <p:cNvSpPr/>
          <p:nvPr/>
        </p:nvSpPr>
        <p:spPr>
          <a:xfrm>
            <a:off x="72968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Google Shape;424;p61"/>
          <p:cNvSpPr/>
          <p:nvPr/>
        </p:nvSpPr>
        <p:spPr>
          <a:xfrm>
            <a:off x="78588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Google Shape;425;p61"/>
          <p:cNvSpPr/>
          <p:nvPr/>
        </p:nvSpPr>
        <p:spPr>
          <a:xfrm>
            <a:off x="840168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Google Shape;426;p61"/>
          <p:cNvSpPr/>
          <p:nvPr/>
        </p:nvSpPr>
        <p:spPr>
          <a:xfrm>
            <a:off x="0" y="0"/>
            <a:ext cx="589680" cy="685440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6" name="Google Shape;427;p61" descr=""/>
          <p:cNvPicPr/>
          <p:nvPr/>
        </p:nvPicPr>
        <p:blipFill>
          <a:blip r:embed="rId2"/>
          <a:stretch/>
        </p:blipFill>
        <p:spPr>
          <a:xfrm>
            <a:off x="7227720" y="431640"/>
            <a:ext cx="3488400" cy="348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Google Shape;428;p61" descr=""/>
          <p:cNvPicPr/>
          <p:nvPr/>
        </p:nvPicPr>
        <p:blipFill>
          <a:blip r:embed="rId3"/>
          <a:stretch/>
        </p:blipFill>
        <p:spPr>
          <a:xfrm>
            <a:off x="1220040" y="4617360"/>
            <a:ext cx="1945440" cy="194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Google Shape;429;p61" descr=""/>
          <p:cNvPicPr/>
          <p:nvPr/>
        </p:nvPicPr>
        <p:blipFill>
          <a:blip r:embed="rId4"/>
          <a:stretch/>
        </p:blipFill>
        <p:spPr>
          <a:xfrm>
            <a:off x="5027040" y="4528440"/>
            <a:ext cx="1596600" cy="159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presentaçã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" name="Google Shape;70;p49" descr="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2" name="Google Shape;71;p49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Google Shape;72;p49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Google Shape;73;p49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Google Shape;74;p49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Google Shape;75;p49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Google Shape;76;p49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Google Shape;77;p49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Google Shape;78;p49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Google Shape;79;p49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Google Shape;80;p49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I MS 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1476;p86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Google Shape;1477;p86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Google Shape;1478;p86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Google Shape;1479;p86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Google Shape;1480;p86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Google Shape;1481;p86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Google Shape;1482;p86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Google Shape;1483;p86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Google Shape;1484;p86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Google Shape;1485;p86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64" name="Google Shape;1486;p86"/>
          <p:cNvGrpSpPr/>
          <p:nvPr/>
        </p:nvGrpSpPr>
        <p:grpSpPr>
          <a:xfrm>
            <a:off x="729720" y="3084840"/>
            <a:ext cx="6570360" cy="2463480"/>
            <a:chOff x="729720" y="3084840"/>
            <a:chExt cx="6570360" cy="2463480"/>
          </a:xfrm>
        </p:grpSpPr>
        <p:sp>
          <p:nvSpPr>
            <p:cNvPr id="565" name="Google Shape;1487;p86"/>
            <p:cNvSpPr/>
            <p:nvPr/>
          </p:nvSpPr>
          <p:spPr>
            <a:xfrm>
              <a:off x="1363680" y="3424680"/>
              <a:ext cx="593640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Google Shape;1488;p86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Google Shape;1489;p86"/>
            <p:cNvSpPr/>
            <p:nvPr/>
          </p:nvSpPr>
          <p:spPr>
            <a:xfrm>
              <a:off x="1363680" y="4781520"/>
              <a:ext cx="593640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COM MICROSOFT AZURE_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68" name="Google Shape;1490;p86"/>
          <p:cNvGrpSpPr/>
          <p:nvPr/>
        </p:nvGrpSpPr>
        <p:grpSpPr>
          <a:xfrm>
            <a:off x="755280" y="2845440"/>
            <a:ext cx="689760" cy="689400"/>
            <a:chOff x="755280" y="2845440"/>
            <a:chExt cx="689760" cy="689400"/>
          </a:xfrm>
        </p:grpSpPr>
        <p:sp>
          <p:nvSpPr>
            <p:cNvPr id="569" name="Google Shape;1491;p86"/>
            <p:cNvSpPr/>
            <p:nvPr/>
          </p:nvSpPr>
          <p:spPr>
            <a:xfrm>
              <a:off x="755280" y="31917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Google Shape;1492;p86"/>
            <p:cNvSpPr/>
            <p:nvPr/>
          </p:nvSpPr>
          <p:spPr>
            <a:xfrm>
              <a:off x="1101960" y="284544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1" name="Google Shape;1493;p86"/>
          <p:cNvGrpSpPr/>
          <p:nvPr/>
        </p:nvGrpSpPr>
        <p:grpSpPr>
          <a:xfrm>
            <a:off x="6717960" y="5098320"/>
            <a:ext cx="689760" cy="689760"/>
            <a:chOff x="6717960" y="5098320"/>
            <a:chExt cx="689760" cy="689760"/>
          </a:xfrm>
        </p:grpSpPr>
        <p:sp>
          <p:nvSpPr>
            <p:cNvPr id="572" name="Google Shape;1494;p86"/>
            <p:cNvSpPr/>
            <p:nvPr/>
          </p:nvSpPr>
          <p:spPr>
            <a:xfrm>
              <a:off x="6717960" y="5445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Google Shape;1495;p86"/>
            <p:cNvSpPr/>
            <p:nvPr/>
          </p:nvSpPr>
          <p:spPr>
            <a:xfrm>
              <a:off x="7064640" y="5098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574" name="Google Shape;1496;p86" descr=""/>
          <p:cNvPicPr/>
          <p:nvPr/>
        </p:nvPicPr>
        <p:blipFill>
          <a:blip r:embed="rId2"/>
          <a:stretch/>
        </p:blipFill>
        <p:spPr>
          <a:xfrm>
            <a:off x="10026000" y="3773160"/>
            <a:ext cx="1626840" cy="16268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575" name="Google Shape;1497;p86"/>
          <p:cNvGrpSpPr/>
          <p:nvPr/>
        </p:nvGrpSpPr>
        <p:grpSpPr>
          <a:xfrm>
            <a:off x="10113480" y="597240"/>
            <a:ext cx="1477800" cy="1437480"/>
            <a:chOff x="10113480" y="597240"/>
            <a:chExt cx="1477800" cy="1437480"/>
          </a:xfrm>
        </p:grpSpPr>
        <p:grpSp>
          <p:nvGrpSpPr>
            <p:cNvPr id="576" name="Google Shape;1498;p86"/>
            <p:cNvGrpSpPr/>
            <p:nvPr/>
          </p:nvGrpSpPr>
          <p:grpSpPr>
            <a:xfrm>
              <a:off x="10124640" y="1269360"/>
              <a:ext cx="1466640" cy="765360"/>
              <a:chOff x="10124640" y="1269360"/>
              <a:chExt cx="1466640" cy="765360"/>
            </a:xfrm>
          </p:grpSpPr>
          <p:grpSp>
            <p:nvGrpSpPr>
              <p:cNvPr id="577" name="Google Shape;1499;p86"/>
              <p:cNvGrpSpPr/>
              <p:nvPr/>
            </p:nvGrpSpPr>
            <p:grpSpPr>
              <a:xfrm>
                <a:off x="10124640" y="1269360"/>
                <a:ext cx="1221120" cy="296280"/>
                <a:chOff x="10124640" y="1269360"/>
                <a:chExt cx="1221120" cy="296280"/>
              </a:xfrm>
            </p:grpSpPr>
            <p:sp>
              <p:nvSpPr>
                <p:cNvPr id="578" name="Google Shape;1500;p86"/>
                <p:cNvSpPr/>
                <p:nvPr/>
              </p:nvSpPr>
              <p:spPr>
                <a:xfrm>
                  <a:off x="10124640" y="1269360"/>
                  <a:ext cx="146160" cy="294840"/>
                </a:xfrm>
                <a:custGeom>
                  <a:avLst/>
                  <a:gdLst>
                    <a:gd name="textAreaLeft" fmla="*/ 0 w 146160"/>
                    <a:gd name="textAreaRight" fmla="*/ 149760 w 146160"/>
                    <a:gd name="textAreaTop" fmla="*/ 0 h 294840"/>
                    <a:gd name="textAreaBottom" fmla="*/ 298440 h 2948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79" name="Google Shape;1501;p86"/>
                <p:cNvSpPr/>
                <p:nvPr/>
              </p:nvSpPr>
              <p:spPr>
                <a:xfrm>
                  <a:off x="10305360" y="1324800"/>
                  <a:ext cx="226440" cy="240480"/>
                </a:xfrm>
                <a:custGeom>
                  <a:avLst/>
                  <a:gdLst>
                    <a:gd name="textAreaLeft" fmla="*/ 0 w 226440"/>
                    <a:gd name="textAreaRight" fmla="*/ 230040 w 2264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0" name="Google Shape;1502;p86"/>
                <p:cNvSpPr/>
                <p:nvPr/>
              </p:nvSpPr>
              <p:spPr>
                <a:xfrm>
                  <a:off x="10573560" y="1325160"/>
                  <a:ext cx="214200" cy="240480"/>
                </a:xfrm>
                <a:custGeom>
                  <a:avLst/>
                  <a:gdLst>
                    <a:gd name="textAreaLeft" fmla="*/ 0 w 214200"/>
                    <a:gd name="textAreaRight" fmla="*/ 217800 w 214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1" name="Google Shape;1503;p86"/>
                <p:cNvSpPr/>
                <p:nvPr/>
              </p:nvSpPr>
              <p:spPr>
                <a:xfrm>
                  <a:off x="10834560" y="1325160"/>
                  <a:ext cx="211320" cy="235080"/>
                </a:xfrm>
                <a:custGeom>
                  <a:avLst/>
                  <a:gdLst>
                    <a:gd name="textAreaLeft" fmla="*/ 0 w 211320"/>
                    <a:gd name="textAreaRight" fmla="*/ 214920 w 211320"/>
                    <a:gd name="textAreaTop" fmla="*/ 0 h 235080"/>
                    <a:gd name="textAreaBottom" fmla="*/ 238680 h 2350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2" name="Google Shape;1504;p86"/>
                <p:cNvSpPr/>
                <p:nvPr/>
              </p:nvSpPr>
              <p:spPr>
                <a:xfrm>
                  <a:off x="11095560" y="132516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83" name="Google Shape;1505;p86"/>
              <p:cNvGrpSpPr/>
              <p:nvPr/>
            </p:nvGrpSpPr>
            <p:grpSpPr>
              <a:xfrm>
                <a:off x="10546560" y="1648080"/>
                <a:ext cx="1044720" cy="386640"/>
                <a:chOff x="10546560" y="1648080"/>
                <a:chExt cx="1044720" cy="386640"/>
              </a:xfrm>
            </p:grpSpPr>
            <p:sp>
              <p:nvSpPr>
                <p:cNvPr id="584" name="Google Shape;1506;p86"/>
                <p:cNvSpPr/>
                <p:nvPr/>
              </p:nvSpPr>
              <p:spPr>
                <a:xfrm>
                  <a:off x="10546560" y="1648080"/>
                  <a:ext cx="63000" cy="31572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5" name="Google Shape;1507;p86"/>
                <p:cNvSpPr/>
                <p:nvPr/>
              </p:nvSpPr>
              <p:spPr>
                <a:xfrm>
                  <a:off x="10664280" y="172872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6" name="Google Shape;1508;p86"/>
                <p:cNvSpPr/>
                <p:nvPr/>
              </p:nvSpPr>
              <p:spPr>
                <a:xfrm>
                  <a:off x="10955160" y="1728720"/>
                  <a:ext cx="242640" cy="306000"/>
                </a:xfrm>
                <a:custGeom>
                  <a:avLst/>
                  <a:gdLst>
                    <a:gd name="textAreaLeft" fmla="*/ 0 w 242640"/>
                    <a:gd name="textAreaRight" fmla="*/ 246240 w 242640"/>
                    <a:gd name="textAreaTop" fmla="*/ 0 h 306000"/>
                    <a:gd name="textAreaBottom" fmla="*/ 309600 h 3060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7" name="Google Shape;1509;p86"/>
                <p:cNvSpPr/>
                <p:nvPr/>
              </p:nvSpPr>
              <p:spPr>
                <a:xfrm>
                  <a:off x="11262240" y="1648440"/>
                  <a:ext cx="66600" cy="315720"/>
                </a:xfrm>
                <a:custGeom>
                  <a:avLst/>
                  <a:gdLst>
                    <a:gd name="textAreaLeft" fmla="*/ 0 w 66600"/>
                    <a:gd name="textAreaRight" fmla="*/ 70200 w 666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8" name="Google Shape;1510;p86"/>
                <p:cNvSpPr/>
                <p:nvPr/>
              </p:nvSpPr>
              <p:spPr>
                <a:xfrm>
                  <a:off x="11379240" y="1730520"/>
                  <a:ext cx="212040" cy="237960"/>
                </a:xfrm>
                <a:custGeom>
                  <a:avLst/>
                  <a:gdLst>
                    <a:gd name="textAreaLeft" fmla="*/ 0 w 212040"/>
                    <a:gd name="textAreaRight" fmla="*/ 215640 w 212040"/>
                    <a:gd name="textAreaTop" fmla="*/ 0 h 237960"/>
                    <a:gd name="textAreaBottom" fmla="*/ 241560 h 2379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589" name="Google Shape;1511;p86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590" name="Google Shape;1512;p86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1" name="Google Shape;1513;p86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2" name="Google Shape;1514;p86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3" name="Google Shape;1515;p86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4" name="Google Shape;1516;p86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5" name="Google Shape;1517;p86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6" name="Google Shape;1518;p86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7" name="Google Shape;1519;p86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8" name="Google Shape;1520;p86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9" name="Google Shape;1521;p86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0" name="Google Shape;1522;p86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1" name="Google Shape;1523;p86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2" name="Google Shape;1524;p86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3" name="Google Shape;1525;p86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4" name="Google Shape;1526;p86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5" name="Google Shape;1527;p86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6" name="Google Shape;1528;p86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7" name="Google Shape;1529;p86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8" name="Google Shape;1530;p86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9" name="Google Shape;1531;p86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0" name="Google Shape;1532;p86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1" name="Google Shape;1533;p86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2" name="Google Shape;1534;p86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13" name="Google Shape;1535;p86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614" name="Google Shape;1536;p86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5" name="Google Shape;1537;p86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6" name="Google Shape;1538;p86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7" name="Google Shape;1539;p86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8" name="Google Shape;1540;p86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f2f1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619" name="Google Shape;1541;p86"/>
          <p:cNvGrpSpPr/>
          <p:nvPr/>
        </p:nvGrpSpPr>
        <p:grpSpPr>
          <a:xfrm>
            <a:off x="770400" y="618480"/>
            <a:ext cx="2593440" cy="376200"/>
            <a:chOff x="770400" y="618480"/>
            <a:chExt cx="2593440" cy="376200"/>
          </a:xfrm>
        </p:grpSpPr>
        <p:sp>
          <p:nvSpPr>
            <p:cNvPr id="620" name="Google Shape;1542;p86"/>
            <p:cNvSpPr/>
            <p:nvPr/>
          </p:nvSpPr>
          <p:spPr>
            <a:xfrm>
              <a:off x="770400" y="61848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1" name="Google Shape;1543;p86"/>
            <p:cNvSpPr/>
            <p:nvPr/>
          </p:nvSpPr>
          <p:spPr>
            <a:xfrm>
              <a:off x="969120" y="61848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2" name="Google Shape;1544;p86"/>
            <p:cNvSpPr/>
            <p:nvPr/>
          </p:nvSpPr>
          <p:spPr>
            <a:xfrm>
              <a:off x="770400" y="81720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3" name="Google Shape;1545;p86"/>
            <p:cNvSpPr/>
            <p:nvPr/>
          </p:nvSpPr>
          <p:spPr>
            <a:xfrm>
              <a:off x="969120" y="81720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24" name="Google Shape;1546;p86" descr=""/>
            <p:cNvPicPr/>
            <p:nvPr/>
          </p:nvPicPr>
          <p:blipFill>
            <a:blip r:embed="rId3"/>
            <a:stretch/>
          </p:blipFill>
          <p:spPr>
            <a:xfrm>
              <a:off x="1256760" y="698400"/>
              <a:ext cx="2107080" cy="2224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20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6" name="Google Shape;99;p51"/>
          <p:cNvSpPr/>
          <p:nvPr/>
        </p:nvSpPr>
        <p:spPr>
          <a:xfrm>
            <a:off x="-65160" y="0"/>
            <a:ext cx="2728440" cy="479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Google Shape;100;p51"/>
          <p:cNvSpPr/>
          <p:nvPr/>
        </p:nvSpPr>
        <p:spPr>
          <a:xfrm flipH="1">
            <a:off x="7616520" y="-2880"/>
            <a:ext cx="4633560" cy="479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Google Shape;101;p51"/>
          <p:cNvSpPr/>
          <p:nvPr/>
        </p:nvSpPr>
        <p:spPr>
          <a:xfrm>
            <a:off x="2362320" y="0"/>
            <a:ext cx="5654160" cy="479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Google Shape;102;p51"/>
          <p:cNvSpPr/>
          <p:nvPr/>
        </p:nvSpPr>
        <p:spPr>
          <a:xfrm flipH="1" rot="10800000">
            <a:off x="5630400" y="5933160"/>
            <a:ext cx="662292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Google Shape;103;p51"/>
          <p:cNvSpPr/>
          <p:nvPr/>
        </p:nvSpPr>
        <p:spPr>
          <a:xfrm rot="10800000">
            <a:off x="-61560" y="5936400"/>
            <a:ext cx="8081640" cy="943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31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2" name="Google Shape;105;p51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Google Shape;106;p51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Google Shape;107;p51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Google Shape;108;p51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Google Shape;109;p51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Google Shape;110;p51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Google Shape;111;p51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Google Shape;112;p51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Google Shape;113;p51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Google Shape;114;p51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Google Shape;223;p54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20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5" name="Google Shape;224;p54"/>
          <p:cNvSpPr/>
          <p:nvPr/>
        </p:nvSpPr>
        <p:spPr>
          <a:xfrm>
            <a:off x="-65160" y="0"/>
            <a:ext cx="2728440" cy="2091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Google Shape;225;p54"/>
          <p:cNvSpPr/>
          <p:nvPr/>
        </p:nvSpPr>
        <p:spPr>
          <a:xfrm flipH="1">
            <a:off x="7616520" y="-2880"/>
            <a:ext cx="4633560" cy="209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226;p54"/>
          <p:cNvSpPr/>
          <p:nvPr/>
        </p:nvSpPr>
        <p:spPr>
          <a:xfrm>
            <a:off x="2362320" y="0"/>
            <a:ext cx="5654160" cy="2091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Google Shape;227;p54"/>
          <p:cNvSpPr/>
          <p:nvPr/>
        </p:nvSpPr>
        <p:spPr>
          <a:xfrm flipH="1" rot="10800000">
            <a:off x="5630400" y="5933160"/>
            <a:ext cx="662292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228;p54"/>
          <p:cNvSpPr/>
          <p:nvPr/>
        </p:nvSpPr>
        <p:spPr>
          <a:xfrm rot="10800000">
            <a:off x="-61560" y="5936400"/>
            <a:ext cx="8081640" cy="943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0" name="Google Shape;229;p54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1" name="Google Shape;230;p54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Google Shape;231;p54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Google Shape;232;p54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Google Shape;233;p54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234;p54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Google Shape;235;p54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236;p54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Google Shape;237;p54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238;p54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239;p54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788;p7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Google Shape;789;p7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Google Shape;790;p7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Google Shape;791;p7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Google Shape;792;p7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Google Shape;793;p7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Google Shape;794;p7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Google Shape;795;p7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Google Shape;796;p7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Google Shape;797;p7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Google Shape;798;p72"/>
          <p:cNvSpPr/>
          <p:nvPr/>
        </p:nvSpPr>
        <p:spPr>
          <a:xfrm>
            <a:off x="1440" y="0"/>
            <a:ext cx="4738320" cy="6854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4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560" cy="428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5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200" cy="200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pa de navegação de aulas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259;p56"/>
          <p:cNvSpPr/>
          <p:nvPr/>
        </p:nvSpPr>
        <p:spPr>
          <a:xfrm>
            <a:off x="-103320" y="-50760"/>
            <a:ext cx="763920" cy="6955920"/>
          </a:xfrm>
          <a:custGeom>
            <a:avLst/>
            <a:gdLst>
              <a:gd name="textAreaLeft" fmla="*/ 0 w 763920"/>
              <a:gd name="textAreaRight" fmla="*/ 767520 w 763920"/>
              <a:gd name="textAreaTop" fmla="*/ 0 h 6955920"/>
              <a:gd name="textAreaBottom" fmla="*/ 6959520 h 6955920"/>
            </a:gdLst>
            <a:ahLst/>
            <a:cxnLst/>
            <a:rect l="textAreaLeft" t="textAreaTop" r="textAreaRight" b="textAreaBottom"/>
            <a:pathLst>
              <a:path w="767682" h="6959600">
                <a:moveTo>
                  <a:pt x="0" y="0"/>
                </a:moveTo>
                <a:lnTo>
                  <a:pt x="767683" y="0"/>
                </a:lnTo>
                <a:lnTo>
                  <a:pt x="767683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Google Shape;260;p56"/>
          <p:cNvSpPr/>
          <p:nvPr/>
        </p:nvSpPr>
        <p:spPr>
          <a:xfrm>
            <a:off x="664560" y="-50760"/>
            <a:ext cx="3885840" cy="6955920"/>
          </a:xfrm>
          <a:custGeom>
            <a:avLst/>
            <a:gdLst>
              <a:gd name="textAreaLeft" fmla="*/ 0 w 3885840"/>
              <a:gd name="textAreaRight" fmla="*/ 3889440 w 3885840"/>
              <a:gd name="textAreaTop" fmla="*/ 0 h 6955920"/>
              <a:gd name="textAreaBottom" fmla="*/ 6959520 h 6955920"/>
            </a:gdLst>
            <a:ahLst/>
            <a:cxnLst/>
            <a:rect l="textAreaLeft" t="textAreaTop" r="textAreaRight" b="textAreaBottom"/>
            <a:pathLst>
              <a:path w="3889449" h="6959600">
                <a:moveTo>
                  <a:pt x="0" y="0"/>
                </a:moveTo>
                <a:lnTo>
                  <a:pt x="3889450" y="0"/>
                </a:lnTo>
                <a:lnTo>
                  <a:pt x="3889450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Google Shape;261;p56"/>
          <p:cNvSpPr/>
          <p:nvPr/>
        </p:nvSpPr>
        <p:spPr>
          <a:xfrm>
            <a:off x="3718080" y="37072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Google Shape;262;p56"/>
          <p:cNvSpPr/>
          <p:nvPr/>
        </p:nvSpPr>
        <p:spPr>
          <a:xfrm>
            <a:off x="4136760" y="37072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Google Shape;263;p56"/>
          <p:cNvSpPr/>
          <p:nvPr/>
        </p:nvSpPr>
        <p:spPr>
          <a:xfrm>
            <a:off x="4555800" y="37072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Google Shape;264;p56"/>
          <p:cNvSpPr/>
          <p:nvPr/>
        </p:nvSpPr>
        <p:spPr>
          <a:xfrm rot="10800000">
            <a:off x="4978080" y="3706920"/>
            <a:ext cx="6931800" cy="415440"/>
          </a:xfrm>
          <a:custGeom>
            <a:avLst/>
            <a:gdLst>
              <a:gd name="textAreaLeft" fmla="*/ 0 w 6931800"/>
              <a:gd name="textAreaRight" fmla="*/ 6935400 w 693180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Google Shape;265;p56"/>
          <p:cNvSpPr/>
          <p:nvPr/>
        </p:nvSpPr>
        <p:spPr>
          <a:xfrm rot="10800000">
            <a:off x="5397120" y="4125960"/>
            <a:ext cx="6406200" cy="415440"/>
          </a:xfrm>
          <a:custGeom>
            <a:avLst/>
            <a:gdLst>
              <a:gd name="textAreaLeft" fmla="*/ 0 w 6406200"/>
              <a:gd name="textAreaRight" fmla="*/ 6409800 w 640620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Google Shape;266;p56"/>
          <p:cNvSpPr/>
          <p:nvPr/>
        </p:nvSpPr>
        <p:spPr>
          <a:xfrm rot="10800000">
            <a:off x="5815800" y="4548240"/>
            <a:ext cx="5846400" cy="415440"/>
          </a:xfrm>
          <a:custGeom>
            <a:avLst/>
            <a:gdLst>
              <a:gd name="textAreaLeft" fmla="*/ 0 w 5846400"/>
              <a:gd name="textAreaRight" fmla="*/ 5850000 w 584640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Google Shape;267;p56"/>
          <p:cNvSpPr/>
          <p:nvPr/>
        </p:nvSpPr>
        <p:spPr>
          <a:xfrm rot="10800000">
            <a:off x="5397120" y="4963680"/>
            <a:ext cx="6406200" cy="415440"/>
          </a:xfrm>
          <a:custGeom>
            <a:avLst/>
            <a:gdLst>
              <a:gd name="textAreaLeft" fmla="*/ 0 w 6406200"/>
              <a:gd name="textAreaRight" fmla="*/ 6409800 w 640620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Google Shape;268;p56"/>
          <p:cNvSpPr/>
          <p:nvPr/>
        </p:nvSpPr>
        <p:spPr>
          <a:xfrm rot="10800000">
            <a:off x="4978080" y="5382360"/>
            <a:ext cx="6748920" cy="415440"/>
          </a:xfrm>
          <a:custGeom>
            <a:avLst/>
            <a:gdLst>
              <a:gd name="textAreaLeft" fmla="*/ 0 w 6748920"/>
              <a:gd name="textAreaRight" fmla="*/ 6752520 w 674892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Google Shape;269;p56"/>
          <p:cNvSpPr/>
          <p:nvPr/>
        </p:nvSpPr>
        <p:spPr>
          <a:xfrm rot="10800000">
            <a:off x="5397120" y="5801400"/>
            <a:ext cx="6406200" cy="415440"/>
          </a:xfrm>
          <a:custGeom>
            <a:avLst/>
            <a:gdLst>
              <a:gd name="textAreaLeft" fmla="*/ 0 w 6406200"/>
              <a:gd name="textAreaRight" fmla="*/ 6409800 w 640620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3646508" h="418864">
                <a:moveTo>
                  <a:pt x="0" y="0"/>
                </a:moveTo>
                <a:lnTo>
                  <a:pt x="3646508" y="0"/>
                </a:lnTo>
                <a:lnTo>
                  <a:pt x="3646508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Google Shape;270;p56"/>
          <p:cNvSpPr/>
          <p:nvPr/>
        </p:nvSpPr>
        <p:spPr>
          <a:xfrm>
            <a:off x="3299040" y="412596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Google Shape;271;p56"/>
          <p:cNvSpPr/>
          <p:nvPr/>
        </p:nvSpPr>
        <p:spPr>
          <a:xfrm>
            <a:off x="3718080" y="412596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Google Shape;272;p56"/>
          <p:cNvSpPr/>
          <p:nvPr/>
        </p:nvSpPr>
        <p:spPr>
          <a:xfrm>
            <a:off x="4136760" y="412596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Google Shape;273;p56"/>
          <p:cNvSpPr/>
          <p:nvPr/>
        </p:nvSpPr>
        <p:spPr>
          <a:xfrm>
            <a:off x="4974480" y="412596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Google Shape;274;p56"/>
          <p:cNvSpPr/>
          <p:nvPr/>
        </p:nvSpPr>
        <p:spPr>
          <a:xfrm>
            <a:off x="2880360" y="45450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Google Shape;275;p56"/>
          <p:cNvSpPr/>
          <p:nvPr/>
        </p:nvSpPr>
        <p:spPr>
          <a:xfrm>
            <a:off x="3299040" y="45450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Google Shape;276;p56"/>
          <p:cNvSpPr/>
          <p:nvPr/>
        </p:nvSpPr>
        <p:spPr>
          <a:xfrm>
            <a:off x="3718080" y="45450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Google Shape;277;p56"/>
          <p:cNvSpPr/>
          <p:nvPr/>
        </p:nvSpPr>
        <p:spPr>
          <a:xfrm>
            <a:off x="4136760" y="45450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Google Shape;278;p56"/>
          <p:cNvSpPr/>
          <p:nvPr/>
        </p:nvSpPr>
        <p:spPr>
          <a:xfrm>
            <a:off x="5393520" y="45450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Google Shape;279;p56"/>
          <p:cNvSpPr/>
          <p:nvPr/>
        </p:nvSpPr>
        <p:spPr>
          <a:xfrm>
            <a:off x="2880360" y="49636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Google Shape;280;p56"/>
          <p:cNvSpPr/>
          <p:nvPr/>
        </p:nvSpPr>
        <p:spPr>
          <a:xfrm>
            <a:off x="3299040" y="49636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Google Shape;281;p56"/>
          <p:cNvSpPr/>
          <p:nvPr/>
        </p:nvSpPr>
        <p:spPr>
          <a:xfrm>
            <a:off x="3718080" y="49636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Google Shape;282;p56"/>
          <p:cNvSpPr/>
          <p:nvPr/>
        </p:nvSpPr>
        <p:spPr>
          <a:xfrm>
            <a:off x="4136760" y="49636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Google Shape;283;p56"/>
          <p:cNvSpPr/>
          <p:nvPr/>
        </p:nvSpPr>
        <p:spPr>
          <a:xfrm>
            <a:off x="4974480" y="496368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Google Shape;284;p56"/>
          <p:cNvSpPr/>
          <p:nvPr/>
        </p:nvSpPr>
        <p:spPr>
          <a:xfrm>
            <a:off x="3299040" y="538272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Google Shape;285;p56"/>
          <p:cNvSpPr/>
          <p:nvPr/>
        </p:nvSpPr>
        <p:spPr>
          <a:xfrm>
            <a:off x="3718080" y="538272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Google Shape;286;p56"/>
          <p:cNvSpPr/>
          <p:nvPr/>
        </p:nvSpPr>
        <p:spPr>
          <a:xfrm>
            <a:off x="4136760" y="538272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Google Shape;287;p56"/>
          <p:cNvSpPr/>
          <p:nvPr/>
        </p:nvSpPr>
        <p:spPr>
          <a:xfrm>
            <a:off x="4555800" y="538272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Google Shape;288;p56"/>
          <p:cNvSpPr/>
          <p:nvPr/>
        </p:nvSpPr>
        <p:spPr>
          <a:xfrm>
            <a:off x="3718080" y="58014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Google Shape;289;p56"/>
          <p:cNvSpPr/>
          <p:nvPr/>
        </p:nvSpPr>
        <p:spPr>
          <a:xfrm>
            <a:off x="4136760" y="58014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Google Shape;290;p56"/>
          <p:cNvSpPr/>
          <p:nvPr/>
        </p:nvSpPr>
        <p:spPr>
          <a:xfrm>
            <a:off x="4974480" y="5801400"/>
            <a:ext cx="415440" cy="415440"/>
          </a:xfrm>
          <a:custGeom>
            <a:avLst/>
            <a:gdLst>
              <a:gd name="textAreaLeft" fmla="*/ 0 w 415440"/>
              <a:gd name="textAreaRight" fmla="*/ 419040 w 415440"/>
              <a:gd name="textAreaTop" fmla="*/ 0 h 415440"/>
              <a:gd name="textAreaBottom" fmla="*/ 419040 h 415440"/>
            </a:gdLst>
            <a:ahLst/>
            <a:cxnLst/>
            <a:rect l="textAreaLeft" t="textAreaTop" r="textAreaRight" b="textAreaBottom"/>
            <a:pathLst>
              <a:path w="418864" h="418864">
                <a:moveTo>
                  <a:pt x="0" y="0"/>
                </a:moveTo>
                <a:lnTo>
                  <a:pt x="418865" y="0"/>
                </a:lnTo>
                <a:lnTo>
                  <a:pt x="418865" y="418865"/>
                </a:lnTo>
                <a:lnTo>
                  <a:pt x="0" y="41886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Google Shape;291;p56"/>
          <p:cNvSpPr/>
          <p:nvPr/>
        </p:nvSpPr>
        <p:spPr>
          <a:xfrm rot="16200000">
            <a:off x="3036240" y="4492800"/>
            <a:ext cx="2268360" cy="70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pt-BR" sz="4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AULAS</a:t>
            </a:r>
            <a:endParaRPr b="0" lang="pt-BR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Google Shape;292;p56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Google Shape;293;p56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Google Shape;294;p56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Google Shape;295;p56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Google Shape;296;p56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Google Shape;297;p56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Google Shape;298;p56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Google Shape;299;p56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Google Shape;300;p56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Google Shape;301;p56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Google Shape;302;p56"/>
          <p:cNvSpPr/>
          <p:nvPr/>
        </p:nvSpPr>
        <p:spPr>
          <a:xfrm rot="10800000">
            <a:off x="11606040" y="-47160"/>
            <a:ext cx="687240" cy="6955920"/>
          </a:xfrm>
          <a:custGeom>
            <a:avLst/>
            <a:gdLst>
              <a:gd name="textAreaLeft" fmla="*/ 0 w 687240"/>
              <a:gd name="textAreaRight" fmla="*/ 690840 w 687240"/>
              <a:gd name="textAreaTop" fmla="*/ 0 h 6955920"/>
              <a:gd name="textAreaBottom" fmla="*/ 6959520 h 6955920"/>
            </a:gdLst>
            <a:ahLst/>
            <a:cxnLst/>
            <a:rect l="textAreaLeft" t="textAreaTop" r="textAreaRight" b="textAreaBottom"/>
            <a:pathLst>
              <a:path w="690998" h="6959600">
                <a:moveTo>
                  <a:pt x="0" y="0"/>
                </a:moveTo>
                <a:lnTo>
                  <a:pt x="690998" y="0"/>
                </a:lnTo>
                <a:lnTo>
                  <a:pt x="690998" y="6959600"/>
                </a:lnTo>
                <a:lnTo>
                  <a:pt x="0" y="6959600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Encerramento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4" name="Google Shape;1170;p81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725" name="Google Shape;1171;p81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Google Shape;1172;p81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7" name="Google Shape;1173;p81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8" name="Google Shape;1174;p81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9" name="Google Shape;1175;p81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0" name="Google Shape;1176;p81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31" name="Google Shape;1177;p81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Google Shape;1178;p81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Google Shape;1179;p81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Google Shape;1180;p81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Google Shape;1181;p81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Google Shape;1182;p81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Google Shape;1183;p81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Google Shape;1184;p81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Google Shape;1185;p81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Google Shape;1186;p81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41" name="Google Shape;1187;p81"/>
          <p:cNvGrpSpPr/>
          <p:nvPr/>
        </p:nvGrpSpPr>
        <p:grpSpPr>
          <a:xfrm>
            <a:off x="-2185920" y="0"/>
            <a:ext cx="928800" cy="6854400"/>
            <a:chOff x="-2185920" y="0"/>
            <a:chExt cx="928800" cy="6854400"/>
          </a:xfrm>
        </p:grpSpPr>
        <p:sp>
          <p:nvSpPr>
            <p:cNvPr id="742" name="Google Shape;1188;p81"/>
            <p:cNvSpPr/>
            <p:nvPr/>
          </p:nvSpPr>
          <p:spPr>
            <a:xfrm>
              <a:off x="-2185920" y="0"/>
              <a:ext cx="313920" cy="68544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3" name="Google Shape;1189;p81"/>
            <p:cNvSpPr/>
            <p:nvPr/>
          </p:nvSpPr>
          <p:spPr>
            <a:xfrm>
              <a:off x="-2185920" y="0"/>
              <a:ext cx="313920" cy="24854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4" name="Google Shape;1190;p81"/>
            <p:cNvSpPr/>
            <p:nvPr/>
          </p:nvSpPr>
          <p:spPr>
            <a:xfrm>
              <a:off x="-1881720" y="0"/>
              <a:ext cx="313920" cy="68544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5" name="Google Shape;1191;p81"/>
            <p:cNvSpPr/>
            <p:nvPr/>
          </p:nvSpPr>
          <p:spPr>
            <a:xfrm>
              <a:off x="-1881720" y="4368960"/>
              <a:ext cx="313920" cy="248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6" name="Google Shape;1192;p81"/>
            <p:cNvSpPr/>
            <p:nvPr/>
          </p:nvSpPr>
          <p:spPr>
            <a:xfrm>
              <a:off x="-1571040" y="0"/>
              <a:ext cx="313920" cy="68544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7" name="Google Shape;1193;p81"/>
            <p:cNvSpPr/>
            <p:nvPr/>
          </p:nvSpPr>
          <p:spPr>
            <a:xfrm>
              <a:off x="-1571040" y="0"/>
              <a:ext cx="313920" cy="24854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48" name="Google Shape;1194;p81"/>
          <p:cNvGrpSpPr/>
          <p:nvPr/>
        </p:nvGrpSpPr>
        <p:grpSpPr>
          <a:xfrm>
            <a:off x="1734120" y="843120"/>
            <a:ext cx="1366560" cy="1092600"/>
            <a:chOff x="1734120" y="843120"/>
            <a:chExt cx="1366560" cy="1092600"/>
          </a:xfrm>
        </p:grpSpPr>
        <p:sp>
          <p:nvSpPr>
            <p:cNvPr id="749" name="Google Shape;1195;p81"/>
            <p:cNvSpPr/>
            <p:nvPr/>
          </p:nvSpPr>
          <p:spPr>
            <a:xfrm>
              <a:off x="2282400" y="8431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0" name="Google Shape;1196;p81"/>
            <p:cNvSpPr/>
            <p:nvPr/>
          </p:nvSpPr>
          <p:spPr>
            <a:xfrm>
              <a:off x="200808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1" name="Google Shape;1197;p81"/>
            <p:cNvSpPr/>
            <p:nvPr/>
          </p:nvSpPr>
          <p:spPr>
            <a:xfrm>
              <a:off x="17341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2" name="Google Shape;1198;p81"/>
            <p:cNvSpPr/>
            <p:nvPr/>
          </p:nvSpPr>
          <p:spPr>
            <a:xfrm>
              <a:off x="17341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3" name="Google Shape;1199;p81"/>
            <p:cNvSpPr/>
            <p:nvPr/>
          </p:nvSpPr>
          <p:spPr>
            <a:xfrm>
              <a:off x="200808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4" name="Google Shape;1200;p81"/>
            <p:cNvSpPr/>
            <p:nvPr/>
          </p:nvSpPr>
          <p:spPr>
            <a:xfrm>
              <a:off x="228240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5" name="Google Shape;1201;p81"/>
            <p:cNvSpPr/>
            <p:nvPr/>
          </p:nvSpPr>
          <p:spPr>
            <a:xfrm>
              <a:off x="255636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6" name="Google Shape;1202;p81"/>
            <p:cNvSpPr/>
            <p:nvPr/>
          </p:nvSpPr>
          <p:spPr>
            <a:xfrm>
              <a:off x="28303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7" name="Google Shape;1203;p81"/>
            <p:cNvSpPr/>
            <p:nvPr/>
          </p:nvSpPr>
          <p:spPr>
            <a:xfrm>
              <a:off x="28303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8" name="Google Shape;1204;p81"/>
            <p:cNvSpPr/>
            <p:nvPr/>
          </p:nvSpPr>
          <p:spPr>
            <a:xfrm>
              <a:off x="255636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59" name="Google Shape;1205;p81"/>
          <p:cNvGrpSpPr/>
          <p:nvPr/>
        </p:nvGrpSpPr>
        <p:grpSpPr>
          <a:xfrm>
            <a:off x="9761760" y="5104080"/>
            <a:ext cx="1394640" cy="991080"/>
            <a:chOff x="9761760" y="5104080"/>
            <a:chExt cx="1394640" cy="991080"/>
          </a:xfrm>
        </p:grpSpPr>
        <p:grpSp>
          <p:nvGrpSpPr>
            <p:cNvPr id="760" name="Google Shape;1206;p81"/>
            <p:cNvGrpSpPr/>
            <p:nvPr/>
          </p:nvGrpSpPr>
          <p:grpSpPr>
            <a:xfrm>
              <a:off x="9761760" y="5367240"/>
              <a:ext cx="1394640" cy="727920"/>
              <a:chOff x="9761760" y="5367240"/>
              <a:chExt cx="1394640" cy="727920"/>
            </a:xfrm>
          </p:grpSpPr>
          <p:grpSp>
            <p:nvGrpSpPr>
              <p:cNvPr id="761" name="Google Shape;1207;p81"/>
              <p:cNvGrpSpPr/>
              <p:nvPr/>
            </p:nvGrpSpPr>
            <p:grpSpPr>
              <a:xfrm>
                <a:off x="9761760" y="5367240"/>
                <a:ext cx="1161000" cy="281520"/>
                <a:chOff x="9761760" y="5367240"/>
                <a:chExt cx="1161000" cy="281520"/>
              </a:xfrm>
            </p:grpSpPr>
            <p:sp>
              <p:nvSpPr>
                <p:cNvPr id="762" name="Google Shape;1208;p81"/>
                <p:cNvSpPr/>
                <p:nvPr/>
              </p:nvSpPr>
              <p:spPr>
                <a:xfrm>
                  <a:off x="9761760" y="5367240"/>
                  <a:ext cx="138600" cy="280080"/>
                </a:xfrm>
                <a:custGeom>
                  <a:avLst/>
                  <a:gdLst>
                    <a:gd name="textAreaLeft" fmla="*/ 0 w 138600"/>
                    <a:gd name="textAreaRight" fmla="*/ 142200 w 138600"/>
                    <a:gd name="textAreaTop" fmla="*/ 0 h 280080"/>
                    <a:gd name="textAreaBottom" fmla="*/ 283680 h 28008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63" name="Google Shape;1209;p81"/>
                <p:cNvSpPr/>
                <p:nvPr/>
              </p:nvSpPr>
              <p:spPr>
                <a:xfrm>
                  <a:off x="9933480" y="5420160"/>
                  <a:ext cx="215280" cy="228600"/>
                </a:xfrm>
                <a:custGeom>
                  <a:avLst/>
                  <a:gdLst>
                    <a:gd name="textAreaLeft" fmla="*/ 0 w 215280"/>
                    <a:gd name="textAreaRight" fmla="*/ 218880 w 21528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64" name="Google Shape;1210;p81"/>
                <p:cNvSpPr/>
                <p:nvPr/>
              </p:nvSpPr>
              <p:spPr>
                <a:xfrm>
                  <a:off x="10188360" y="5420160"/>
                  <a:ext cx="203400" cy="228600"/>
                </a:xfrm>
                <a:custGeom>
                  <a:avLst/>
                  <a:gdLst>
                    <a:gd name="textAreaLeft" fmla="*/ 0 w 203400"/>
                    <a:gd name="textAreaRight" fmla="*/ 207000 w 2034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65" name="Google Shape;1211;p81"/>
                <p:cNvSpPr/>
                <p:nvPr/>
              </p:nvSpPr>
              <p:spPr>
                <a:xfrm>
                  <a:off x="10436760" y="5420160"/>
                  <a:ext cx="200520" cy="223560"/>
                </a:xfrm>
                <a:custGeom>
                  <a:avLst/>
                  <a:gdLst>
                    <a:gd name="textAreaLeft" fmla="*/ 0 w 200520"/>
                    <a:gd name="textAreaRight" fmla="*/ 204120 w 200520"/>
                    <a:gd name="textAreaTop" fmla="*/ 0 h 223560"/>
                    <a:gd name="textAreaBottom" fmla="*/ 227160 h 22356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66" name="Google Shape;1212;p81"/>
                <p:cNvSpPr/>
                <p:nvPr/>
              </p:nvSpPr>
              <p:spPr>
                <a:xfrm>
                  <a:off x="10685160" y="5420160"/>
                  <a:ext cx="237600" cy="228600"/>
                </a:xfrm>
                <a:custGeom>
                  <a:avLst/>
                  <a:gdLst>
                    <a:gd name="textAreaLeft" fmla="*/ 0 w 237600"/>
                    <a:gd name="textAreaRight" fmla="*/ 241200 w 2376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67" name="Google Shape;1213;p81"/>
              <p:cNvGrpSpPr/>
              <p:nvPr/>
            </p:nvGrpSpPr>
            <p:grpSpPr>
              <a:xfrm>
                <a:off x="10162800" y="5727600"/>
                <a:ext cx="993600" cy="367560"/>
                <a:chOff x="10162800" y="5727600"/>
                <a:chExt cx="993600" cy="367560"/>
              </a:xfrm>
            </p:grpSpPr>
            <p:sp>
              <p:nvSpPr>
                <p:cNvPr id="768" name="Google Shape;1214;p81"/>
                <p:cNvSpPr/>
                <p:nvPr/>
              </p:nvSpPr>
              <p:spPr>
                <a:xfrm>
                  <a:off x="10162800" y="5727600"/>
                  <a:ext cx="59760" cy="299880"/>
                </a:xfrm>
                <a:custGeom>
                  <a:avLst/>
                  <a:gdLst>
                    <a:gd name="textAreaLeft" fmla="*/ 0 w 59760"/>
                    <a:gd name="textAreaRight" fmla="*/ 63360 w 59760"/>
                    <a:gd name="textAreaTop" fmla="*/ 0 h 299880"/>
                    <a:gd name="textAreaBottom" fmla="*/ 303480 h 29988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69" name="Google Shape;1215;p81"/>
                <p:cNvSpPr/>
                <p:nvPr/>
              </p:nvSpPr>
              <p:spPr>
                <a:xfrm>
                  <a:off x="10274760" y="5804280"/>
                  <a:ext cx="237600" cy="228600"/>
                </a:xfrm>
                <a:custGeom>
                  <a:avLst/>
                  <a:gdLst>
                    <a:gd name="textAreaLeft" fmla="*/ 0 w 237600"/>
                    <a:gd name="textAreaRight" fmla="*/ 241200 w 2376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70" name="Google Shape;1216;p81"/>
                <p:cNvSpPr/>
                <p:nvPr/>
              </p:nvSpPr>
              <p:spPr>
                <a:xfrm>
                  <a:off x="10551960" y="5804280"/>
                  <a:ext cx="230400" cy="290880"/>
                </a:xfrm>
                <a:custGeom>
                  <a:avLst/>
                  <a:gdLst>
                    <a:gd name="textAreaLeft" fmla="*/ 0 w 230400"/>
                    <a:gd name="textAreaRight" fmla="*/ 234000 w 230400"/>
                    <a:gd name="textAreaTop" fmla="*/ 0 h 290880"/>
                    <a:gd name="textAreaBottom" fmla="*/ 294480 h 29088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71" name="Google Shape;1217;p81"/>
                <p:cNvSpPr/>
                <p:nvPr/>
              </p:nvSpPr>
              <p:spPr>
                <a:xfrm>
                  <a:off x="10843920" y="5727600"/>
                  <a:ext cx="63000" cy="29988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299880"/>
                    <a:gd name="textAreaBottom" fmla="*/ 303480 h 29988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72" name="Google Shape;1218;p81"/>
                <p:cNvSpPr/>
                <p:nvPr/>
              </p:nvSpPr>
              <p:spPr>
                <a:xfrm>
                  <a:off x="10954800" y="5806080"/>
                  <a:ext cx="201600" cy="226080"/>
                </a:xfrm>
                <a:custGeom>
                  <a:avLst/>
                  <a:gdLst>
                    <a:gd name="textAreaLeft" fmla="*/ 0 w 201600"/>
                    <a:gd name="textAreaRight" fmla="*/ 205200 w 201600"/>
                    <a:gd name="textAreaTop" fmla="*/ 0 h 226080"/>
                    <a:gd name="textAreaBottom" fmla="*/ 229680 h 22608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773" name="Google Shape;1219;p81"/>
            <p:cNvGrpSpPr/>
            <p:nvPr/>
          </p:nvGrpSpPr>
          <p:grpSpPr>
            <a:xfrm>
              <a:off x="9844560" y="5104080"/>
              <a:ext cx="576360" cy="141480"/>
              <a:chOff x="9844560" y="5104080"/>
              <a:chExt cx="576360" cy="141480"/>
            </a:xfrm>
          </p:grpSpPr>
          <p:sp>
            <p:nvSpPr>
              <p:cNvPr id="774" name="Google Shape;1220;p81"/>
              <p:cNvSpPr/>
              <p:nvPr/>
            </p:nvSpPr>
            <p:spPr>
              <a:xfrm>
                <a:off x="10333800" y="5109840"/>
                <a:ext cx="87120" cy="135000"/>
              </a:xfrm>
              <a:custGeom>
                <a:avLst/>
                <a:gdLst>
                  <a:gd name="textAreaLeft" fmla="*/ 0 w 87120"/>
                  <a:gd name="textAreaRight" fmla="*/ 90720 w 87120"/>
                  <a:gd name="textAreaTop" fmla="*/ 0 h 135000"/>
                  <a:gd name="textAreaBottom" fmla="*/ 138600 h 13500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5" name="Google Shape;1221;p81"/>
              <p:cNvSpPr/>
              <p:nvPr/>
            </p:nvSpPr>
            <p:spPr>
              <a:xfrm>
                <a:off x="9844560" y="5104080"/>
                <a:ext cx="127440" cy="141480"/>
              </a:xfrm>
              <a:custGeom>
                <a:avLst/>
                <a:gdLst>
                  <a:gd name="textAreaLeft" fmla="*/ 0 w 127440"/>
                  <a:gd name="textAreaRight" fmla="*/ 131040 w 127440"/>
                  <a:gd name="textAreaTop" fmla="*/ 0 h 141480"/>
                  <a:gd name="textAreaBottom" fmla="*/ 145080 h 14148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6" name="Google Shape;1222;p81"/>
              <p:cNvSpPr/>
              <p:nvPr/>
            </p:nvSpPr>
            <p:spPr>
              <a:xfrm>
                <a:off x="9970920" y="5124240"/>
                <a:ext cx="123840" cy="117000"/>
              </a:xfrm>
              <a:custGeom>
                <a:avLst/>
                <a:gdLst>
                  <a:gd name="textAreaLeft" fmla="*/ 0 w 123840"/>
                  <a:gd name="textAreaRight" fmla="*/ 127440 w 123840"/>
                  <a:gd name="textAreaTop" fmla="*/ 0 h 117000"/>
                  <a:gd name="textAreaBottom" fmla="*/ 120600 h 11700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7" name="Google Shape;1223;p81"/>
              <p:cNvSpPr/>
              <p:nvPr/>
            </p:nvSpPr>
            <p:spPr>
              <a:xfrm>
                <a:off x="10096920" y="5125680"/>
                <a:ext cx="115560" cy="113400"/>
              </a:xfrm>
              <a:custGeom>
                <a:avLst/>
                <a:gdLst>
                  <a:gd name="textAreaLeft" fmla="*/ 0 w 115560"/>
                  <a:gd name="textAreaRight" fmla="*/ 119160 w 115560"/>
                  <a:gd name="textAreaTop" fmla="*/ 0 h 113400"/>
                  <a:gd name="textAreaBottom" fmla="*/ 117000 h 11340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8" name="Google Shape;1224;p81"/>
              <p:cNvSpPr/>
              <p:nvPr/>
            </p:nvSpPr>
            <p:spPr>
              <a:xfrm>
                <a:off x="10215360" y="5124960"/>
                <a:ext cx="116640" cy="115560"/>
              </a:xfrm>
              <a:custGeom>
                <a:avLst/>
                <a:gdLst>
                  <a:gd name="textAreaLeft" fmla="*/ 0 w 116640"/>
                  <a:gd name="textAreaRight" fmla="*/ 120240 w 116640"/>
                  <a:gd name="textAreaTop" fmla="*/ 0 h 115560"/>
                  <a:gd name="textAreaBottom" fmla="*/ 119160 h 11556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79" name="Google Shape;1225;p81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0" name="Google Shape;1226;p81"/>
          <p:cNvGrpSpPr/>
          <p:nvPr/>
        </p:nvGrpSpPr>
        <p:grpSpPr>
          <a:xfrm>
            <a:off x="401040" y="198360"/>
            <a:ext cx="2380320" cy="1621440"/>
            <a:chOff x="401040" y="198360"/>
            <a:chExt cx="2380320" cy="1621440"/>
          </a:xfrm>
        </p:grpSpPr>
        <p:sp>
          <p:nvSpPr>
            <p:cNvPr id="781" name="Google Shape;1227;p81"/>
            <p:cNvSpPr/>
            <p:nvPr/>
          </p:nvSpPr>
          <p:spPr>
            <a:xfrm>
              <a:off x="690480" y="275760"/>
              <a:ext cx="20908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82" name="Google Shape;1228;p81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783" name="Google Shape;1229;p81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4" name="Google Shape;1230;p81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85" name="Google Shape;1231;p81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6" name="Google Shape;1232;p81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560" cy="484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8;p7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Google Shape;789;p7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Google Shape;790;p7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Google Shape;791;p7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Google Shape;792;p7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Google Shape;793;p7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Google Shape;794;p7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Google Shape;795;p7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Google Shape;796;p7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Google Shape;797;p7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Google Shape;798;p72"/>
          <p:cNvSpPr/>
          <p:nvPr/>
        </p:nvSpPr>
        <p:spPr>
          <a:xfrm>
            <a:off x="1440" y="0"/>
            <a:ext cx="4738320" cy="68544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8" name="Google Shape;799;p72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560" cy="428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9" name="Google Shape;800;p72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200" cy="200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sc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2" name="Google Shape;1234;p82"/>
          <p:cNvGrpSpPr/>
          <p:nvPr/>
        </p:nvGrpSpPr>
        <p:grpSpPr>
          <a:xfrm>
            <a:off x="729720" y="3084840"/>
            <a:ext cx="7657200" cy="2463480"/>
            <a:chOff x="729720" y="3084840"/>
            <a:chExt cx="7657200" cy="2463480"/>
          </a:xfrm>
        </p:grpSpPr>
        <p:sp>
          <p:nvSpPr>
            <p:cNvPr id="803" name="Google Shape;1235;p82"/>
            <p:cNvSpPr/>
            <p:nvPr/>
          </p:nvSpPr>
          <p:spPr>
            <a:xfrm>
              <a:off x="1363680" y="3299400"/>
              <a:ext cx="702324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Google Shape;1236;p82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Google Shape;1237;p82"/>
            <p:cNvSpPr/>
            <p:nvPr/>
          </p:nvSpPr>
          <p:spPr>
            <a:xfrm>
              <a:off x="1363680" y="4781520"/>
              <a:ext cx="521424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6" name="Google Shape;1238;p82"/>
          <p:cNvGrpSpPr/>
          <p:nvPr/>
        </p:nvGrpSpPr>
        <p:grpSpPr>
          <a:xfrm>
            <a:off x="755280" y="2794320"/>
            <a:ext cx="689760" cy="689760"/>
            <a:chOff x="755280" y="2794320"/>
            <a:chExt cx="689760" cy="689760"/>
          </a:xfrm>
        </p:grpSpPr>
        <p:sp>
          <p:nvSpPr>
            <p:cNvPr id="807" name="Google Shape;1239;p82"/>
            <p:cNvSpPr/>
            <p:nvPr/>
          </p:nvSpPr>
          <p:spPr>
            <a:xfrm>
              <a:off x="755280" y="3141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Google Shape;1240;p82"/>
            <p:cNvSpPr/>
            <p:nvPr/>
          </p:nvSpPr>
          <p:spPr>
            <a:xfrm>
              <a:off x="1101960" y="2794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9" name="Google Shape;1241;p82"/>
          <p:cNvGrpSpPr/>
          <p:nvPr/>
        </p:nvGrpSpPr>
        <p:grpSpPr>
          <a:xfrm>
            <a:off x="5260680" y="5098320"/>
            <a:ext cx="689760" cy="689760"/>
            <a:chOff x="5260680" y="5098320"/>
            <a:chExt cx="689760" cy="689760"/>
          </a:xfrm>
        </p:grpSpPr>
        <p:sp>
          <p:nvSpPr>
            <p:cNvPr id="810" name="Google Shape;1242;p82"/>
            <p:cNvSpPr/>
            <p:nvPr/>
          </p:nvSpPr>
          <p:spPr>
            <a:xfrm>
              <a:off x="5260680" y="5445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Google Shape;1243;p82"/>
            <p:cNvSpPr/>
            <p:nvPr/>
          </p:nvSpPr>
          <p:spPr>
            <a:xfrm>
              <a:off x="5607360" y="5098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12" name="Google Shape;1244;p8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Google Shape;1245;p8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Google Shape;1246;p8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Google Shape;1247;p8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Google Shape;1248;p8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Google Shape;1249;p8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1250;p8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Google Shape;1251;p8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Google Shape;1252;p8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Google Shape;1253;p8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2" name="Google Shape;1254;p82" descr=""/>
          <p:cNvPicPr/>
          <p:nvPr/>
        </p:nvPicPr>
        <p:blipFill>
          <a:blip r:embed="rId2"/>
          <a:stretch/>
        </p:blipFill>
        <p:spPr>
          <a:xfrm>
            <a:off x="755280" y="593640"/>
            <a:ext cx="1126800" cy="590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3" name="Google Shape;1255;p82"/>
          <p:cNvGrpSpPr/>
          <p:nvPr/>
        </p:nvGrpSpPr>
        <p:grpSpPr>
          <a:xfrm>
            <a:off x="10124640" y="1269360"/>
            <a:ext cx="1466640" cy="765360"/>
            <a:chOff x="10124640" y="1269360"/>
            <a:chExt cx="1466640" cy="765360"/>
          </a:xfrm>
        </p:grpSpPr>
        <p:grpSp>
          <p:nvGrpSpPr>
            <p:cNvPr id="824" name="Google Shape;1256;p82"/>
            <p:cNvGrpSpPr/>
            <p:nvPr/>
          </p:nvGrpSpPr>
          <p:grpSpPr>
            <a:xfrm>
              <a:off x="10124640" y="1269360"/>
              <a:ext cx="1221120" cy="296280"/>
              <a:chOff x="10124640" y="1269360"/>
              <a:chExt cx="1221120" cy="296280"/>
            </a:xfrm>
          </p:grpSpPr>
          <p:sp>
            <p:nvSpPr>
              <p:cNvPr id="825" name="Google Shape;1257;p82"/>
              <p:cNvSpPr/>
              <p:nvPr/>
            </p:nvSpPr>
            <p:spPr>
              <a:xfrm>
                <a:off x="10124640" y="1269360"/>
                <a:ext cx="146160" cy="294840"/>
              </a:xfrm>
              <a:custGeom>
                <a:avLst/>
                <a:gdLst>
                  <a:gd name="textAreaLeft" fmla="*/ 0 w 146160"/>
                  <a:gd name="textAreaRight" fmla="*/ 149760 w 146160"/>
                  <a:gd name="textAreaTop" fmla="*/ 0 h 294840"/>
                  <a:gd name="textAreaBottom" fmla="*/ 298440 h 2948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6" name="Google Shape;1258;p82"/>
              <p:cNvSpPr/>
              <p:nvPr/>
            </p:nvSpPr>
            <p:spPr>
              <a:xfrm>
                <a:off x="10305360" y="1324800"/>
                <a:ext cx="226440" cy="240480"/>
              </a:xfrm>
              <a:custGeom>
                <a:avLst/>
                <a:gdLst>
                  <a:gd name="textAreaLeft" fmla="*/ 0 w 226440"/>
                  <a:gd name="textAreaRight" fmla="*/ 230040 w 22644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7" name="Google Shape;1259;p82"/>
              <p:cNvSpPr/>
              <p:nvPr/>
            </p:nvSpPr>
            <p:spPr>
              <a:xfrm>
                <a:off x="10573560" y="1325160"/>
                <a:ext cx="214200" cy="240480"/>
              </a:xfrm>
              <a:custGeom>
                <a:avLst/>
                <a:gdLst>
                  <a:gd name="textAreaLeft" fmla="*/ 0 w 214200"/>
                  <a:gd name="textAreaRight" fmla="*/ 217800 w 214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8" name="Google Shape;1260;p82"/>
              <p:cNvSpPr/>
              <p:nvPr/>
            </p:nvSpPr>
            <p:spPr>
              <a:xfrm>
                <a:off x="10834560" y="1325160"/>
                <a:ext cx="211320" cy="235080"/>
              </a:xfrm>
              <a:custGeom>
                <a:avLst/>
                <a:gdLst>
                  <a:gd name="textAreaLeft" fmla="*/ 0 w 211320"/>
                  <a:gd name="textAreaRight" fmla="*/ 214920 w 211320"/>
                  <a:gd name="textAreaTop" fmla="*/ 0 h 235080"/>
                  <a:gd name="textAreaBottom" fmla="*/ 238680 h 2350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9" name="Google Shape;1261;p82"/>
              <p:cNvSpPr/>
              <p:nvPr/>
            </p:nvSpPr>
            <p:spPr>
              <a:xfrm>
                <a:off x="11095560" y="132516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30" name="Google Shape;1262;p82"/>
            <p:cNvGrpSpPr/>
            <p:nvPr/>
          </p:nvGrpSpPr>
          <p:grpSpPr>
            <a:xfrm>
              <a:off x="10546560" y="1648080"/>
              <a:ext cx="1044720" cy="386640"/>
              <a:chOff x="10546560" y="1648080"/>
              <a:chExt cx="1044720" cy="386640"/>
            </a:xfrm>
          </p:grpSpPr>
          <p:sp>
            <p:nvSpPr>
              <p:cNvPr id="831" name="Google Shape;1263;p82"/>
              <p:cNvSpPr/>
              <p:nvPr/>
            </p:nvSpPr>
            <p:spPr>
              <a:xfrm>
                <a:off x="10546560" y="1648080"/>
                <a:ext cx="63000" cy="31572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2" name="Google Shape;1264;p82"/>
              <p:cNvSpPr/>
              <p:nvPr/>
            </p:nvSpPr>
            <p:spPr>
              <a:xfrm>
                <a:off x="10664280" y="172872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3" name="Google Shape;1265;p82"/>
              <p:cNvSpPr/>
              <p:nvPr/>
            </p:nvSpPr>
            <p:spPr>
              <a:xfrm>
                <a:off x="10955160" y="1728720"/>
                <a:ext cx="242640" cy="306000"/>
              </a:xfrm>
              <a:custGeom>
                <a:avLst/>
                <a:gdLst>
                  <a:gd name="textAreaLeft" fmla="*/ 0 w 242640"/>
                  <a:gd name="textAreaRight" fmla="*/ 246240 w 242640"/>
                  <a:gd name="textAreaTop" fmla="*/ 0 h 306000"/>
                  <a:gd name="textAreaBottom" fmla="*/ 309600 h 3060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4" name="Google Shape;1266;p82"/>
              <p:cNvSpPr/>
              <p:nvPr/>
            </p:nvSpPr>
            <p:spPr>
              <a:xfrm>
                <a:off x="11262240" y="1648440"/>
                <a:ext cx="66600" cy="315720"/>
              </a:xfrm>
              <a:custGeom>
                <a:avLst/>
                <a:gdLst>
                  <a:gd name="textAreaLeft" fmla="*/ 0 w 66600"/>
                  <a:gd name="textAreaRight" fmla="*/ 70200 w 666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5" name="Google Shape;1267;p82"/>
              <p:cNvSpPr/>
              <p:nvPr/>
            </p:nvSpPr>
            <p:spPr>
              <a:xfrm>
                <a:off x="11379240" y="1730520"/>
                <a:ext cx="212040" cy="237960"/>
              </a:xfrm>
              <a:custGeom>
                <a:avLst/>
                <a:gdLst>
                  <a:gd name="textAreaLeft" fmla="*/ 0 w 212040"/>
                  <a:gd name="textAreaRight" fmla="*/ 215640 w 212040"/>
                  <a:gd name="textAreaTop" fmla="*/ 0 h 237960"/>
                  <a:gd name="textAreaBottom" fmla="*/ 241560 h 2379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836" name="Google Shape;1268;p82"/>
          <p:cNvGrpSpPr/>
          <p:nvPr/>
        </p:nvGrpSpPr>
        <p:grpSpPr>
          <a:xfrm>
            <a:off x="10207440" y="873000"/>
            <a:ext cx="1173240" cy="295200"/>
            <a:chOff x="10207440" y="873000"/>
            <a:chExt cx="1173240" cy="295200"/>
          </a:xfrm>
        </p:grpSpPr>
        <p:sp>
          <p:nvSpPr>
            <p:cNvPr id="837" name="Google Shape;1269;p82"/>
            <p:cNvSpPr/>
            <p:nvPr/>
          </p:nvSpPr>
          <p:spPr>
            <a:xfrm>
              <a:off x="10207440" y="878040"/>
              <a:ext cx="78120" cy="100440"/>
            </a:xfrm>
            <a:custGeom>
              <a:avLst/>
              <a:gdLst>
                <a:gd name="textAreaLeft" fmla="*/ 0 w 78120"/>
                <a:gd name="textAreaRight" fmla="*/ 81720 w 78120"/>
                <a:gd name="textAreaTop" fmla="*/ 0 h 100440"/>
                <a:gd name="textAreaBottom" fmla="*/ 104040 h 1004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Google Shape;1270;p82"/>
            <p:cNvSpPr/>
            <p:nvPr/>
          </p:nvSpPr>
          <p:spPr>
            <a:xfrm>
              <a:off x="1028556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Google Shape;1271;p82"/>
            <p:cNvSpPr/>
            <p:nvPr/>
          </p:nvSpPr>
          <p:spPr>
            <a:xfrm>
              <a:off x="10381680" y="87372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Google Shape;1272;p82"/>
            <p:cNvSpPr/>
            <p:nvPr/>
          </p:nvSpPr>
          <p:spPr>
            <a:xfrm>
              <a:off x="1047924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Google Shape;1273;p82"/>
            <p:cNvSpPr/>
            <p:nvPr/>
          </p:nvSpPr>
          <p:spPr>
            <a:xfrm>
              <a:off x="1056456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Google Shape;1274;p82"/>
            <p:cNvSpPr/>
            <p:nvPr/>
          </p:nvSpPr>
          <p:spPr>
            <a:xfrm>
              <a:off x="1068372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Google Shape;1275;p82"/>
            <p:cNvSpPr/>
            <p:nvPr/>
          </p:nvSpPr>
          <p:spPr>
            <a:xfrm>
              <a:off x="1076940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Google Shape;1276;p82"/>
            <p:cNvSpPr/>
            <p:nvPr/>
          </p:nvSpPr>
          <p:spPr>
            <a:xfrm>
              <a:off x="10888200" y="873000"/>
              <a:ext cx="42840" cy="105480"/>
            </a:xfrm>
            <a:custGeom>
              <a:avLst/>
              <a:gdLst>
                <a:gd name="textAreaLeft" fmla="*/ 0 w 42840"/>
                <a:gd name="textAreaRight" fmla="*/ 46440 w 42840"/>
                <a:gd name="textAreaTop" fmla="*/ 0 h 105480"/>
                <a:gd name="textAreaBottom" fmla="*/ 109080 h 1054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Google Shape;1277;p82"/>
            <p:cNvSpPr/>
            <p:nvPr/>
          </p:nvSpPr>
          <p:spPr>
            <a:xfrm>
              <a:off x="1094292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Google Shape;1278;p82"/>
            <p:cNvSpPr/>
            <p:nvPr/>
          </p:nvSpPr>
          <p:spPr>
            <a:xfrm>
              <a:off x="11043720" y="90396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Google Shape;1279;p82"/>
            <p:cNvSpPr/>
            <p:nvPr/>
          </p:nvSpPr>
          <p:spPr>
            <a:xfrm>
              <a:off x="11103840" y="903600"/>
              <a:ext cx="112680" cy="74880"/>
            </a:xfrm>
            <a:custGeom>
              <a:avLst/>
              <a:gdLst>
                <a:gd name="textAreaLeft" fmla="*/ 0 w 112680"/>
                <a:gd name="textAreaRight" fmla="*/ 116280 w 11268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Google Shape;1280;p82"/>
            <p:cNvSpPr/>
            <p:nvPr/>
          </p:nvSpPr>
          <p:spPr>
            <a:xfrm>
              <a:off x="1123956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Google Shape;1281;p82"/>
            <p:cNvSpPr/>
            <p:nvPr/>
          </p:nvSpPr>
          <p:spPr>
            <a:xfrm>
              <a:off x="1132488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Google Shape;1282;p82"/>
            <p:cNvSpPr/>
            <p:nvPr/>
          </p:nvSpPr>
          <p:spPr>
            <a:xfrm>
              <a:off x="1020816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Google Shape;1283;p82"/>
            <p:cNvSpPr/>
            <p:nvPr/>
          </p:nvSpPr>
          <p:spPr>
            <a:xfrm>
              <a:off x="103068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Google Shape;1284;p82"/>
            <p:cNvSpPr/>
            <p:nvPr/>
          </p:nvSpPr>
          <p:spPr>
            <a:xfrm>
              <a:off x="10438200" y="107028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Google Shape;1285;p82"/>
            <p:cNvSpPr/>
            <p:nvPr/>
          </p:nvSpPr>
          <p:spPr>
            <a:xfrm>
              <a:off x="10530360" y="1069560"/>
              <a:ext cx="74160" cy="9864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98640"/>
                <a:gd name="textAreaBottom" fmla="*/ 102240 h 986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Google Shape;1286;p82"/>
            <p:cNvSpPr/>
            <p:nvPr/>
          </p:nvSpPr>
          <p:spPr>
            <a:xfrm>
              <a:off x="1062900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Google Shape;1287;p82"/>
            <p:cNvSpPr/>
            <p:nvPr/>
          </p:nvSpPr>
          <p:spPr>
            <a:xfrm>
              <a:off x="106812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Google Shape;1288;p82"/>
            <p:cNvSpPr/>
            <p:nvPr/>
          </p:nvSpPr>
          <p:spPr>
            <a:xfrm>
              <a:off x="10774080" y="1069560"/>
              <a:ext cx="63720" cy="7488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Google Shape;1289;p82"/>
            <p:cNvSpPr/>
            <p:nvPr/>
          </p:nvSpPr>
          <p:spPr>
            <a:xfrm>
              <a:off x="1086084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Google Shape;1290;p82"/>
            <p:cNvSpPr/>
            <p:nvPr/>
          </p:nvSpPr>
          <p:spPr>
            <a:xfrm>
              <a:off x="1095948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Google Shape;1291;p82"/>
            <p:cNvSpPr/>
            <p:nvPr/>
          </p:nvSpPr>
          <p:spPr>
            <a:xfrm>
              <a:off x="1105236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60" name="Google Shape;1292;p82"/>
          <p:cNvGrpSpPr/>
          <p:nvPr/>
        </p:nvGrpSpPr>
        <p:grpSpPr>
          <a:xfrm>
            <a:off x="10113480" y="597240"/>
            <a:ext cx="605880" cy="149040"/>
            <a:chOff x="10113480" y="597240"/>
            <a:chExt cx="605880" cy="149040"/>
          </a:xfrm>
        </p:grpSpPr>
        <p:sp>
          <p:nvSpPr>
            <p:cNvPr id="861" name="Google Shape;1293;p82"/>
            <p:cNvSpPr/>
            <p:nvPr/>
          </p:nvSpPr>
          <p:spPr>
            <a:xfrm>
              <a:off x="10627560" y="603360"/>
              <a:ext cx="91800" cy="142200"/>
            </a:xfrm>
            <a:custGeom>
              <a:avLst/>
              <a:gdLst>
                <a:gd name="textAreaLeft" fmla="*/ 0 w 91800"/>
                <a:gd name="textAreaRight" fmla="*/ 95400 w 91800"/>
                <a:gd name="textAreaTop" fmla="*/ 0 h 142200"/>
                <a:gd name="textAreaBottom" fmla="*/ 145800 h 1422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Google Shape;1294;p82"/>
            <p:cNvSpPr/>
            <p:nvPr/>
          </p:nvSpPr>
          <p:spPr>
            <a:xfrm>
              <a:off x="10113480" y="597240"/>
              <a:ext cx="134280" cy="149040"/>
            </a:xfrm>
            <a:custGeom>
              <a:avLst/>
              <a:gdLst>
                <a:gd name="textAreaLeft" fmla="*/ 0 w 134280"/>
                <a:gd name="textAreaRight" fmla="*/ 137880 w 134280"/>
                <a:gd name="textAreaTop" fmla="*/ 0 h 149040"/>
                <a:gd name="textAreaBottom" fmla="*/ 152640 h 1490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Google Shape;1295;p82"/>
            <p:cNvSpPr/>
            <p:nvPr/>
          </p:nvSpPr>
          <p:spPr>
            <a:xfrm>
              <a:off x="10246320" y="618480"/>
              <a:ext cx="130680" cy="123120"/>
            </a:xfrm>
            <a:custGeom>
              <a:avLst/>
              <a:gdLst>
                <a:gd name="textAreaLeft" fmla="*/ 0 w 130680"/>
                <a:gd name="textAreaRight" fmla="*/ 134280 w 130680"/>
                <a:gd name="textAreaTop" fmla="*/ 0 h 123120"/>
                <a:gd name="textAreaBottom" fmla="*/ 126720 h 1231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Google Shape;1296;p82"/>
            <p:cNvSpPr/>
            <p:nvPr/>
          </p:nvSpPr>
          <p:spPr>
            <a:xfrm>
              <a:off x="10378800" y="619920"/>
              <a:ext cx="122040" cy="119520"/>
            </a:xfrm>
            <a:custGeom>
              <a:avLst/>
              <a:gdLst>
                <a:gd name="textAreaLeft" fmla="*/ 0 w 122040"/>
                <a:gd name="textAreaRight" fmla="*/ 125640 w 122040"/>
                <a:gd name="textAreaTop" fmla="*/ 0 h 119520"/>
                <a:gd name="textAreaBottom" fmla="*/ 123120 h 1195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Google Shape;1297;p82"/>
            <p:cNvSpPr/>
            <p:nvPr/>
          </p:nvSpPr>
          <p:spPr>
            <a:xfrm>
              <a:off x="10503000" y="619200"/>
              <a:ext cx="123120" cy="121680"/>
            </a:xfrm>
            <a:custGeom>
              <a:avLst/>
              <a:gdLst>
                <a:gd name="textAreaLeft" fmla="*/ 0 w 123120"/>
                <a:gd name="textAreaRight" fmla="*/ 126720 w 123120"/>
                <a:gd name="textAreaTop" fmla="*/ 0 h 121680"/>
                <a:gd name="textAreaBottom" fmla="*/ 125280 h 1216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66" name="Google Shape;1298;p82" descr=""/>
          <p:cNvPicPr/>
          <p:nvPr/>
        </p:nvPicPr>
        <p:blipFill>
          <a:blip r:embed="rId3"/>
          <a:stretch/>
        </p:blipFill>
        <p:spPr>
          <a:xfrm>
            <a:off x="10082880" y="3805200"/>
            <a:ext cx="1480680" cy="15530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1922;p9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Google Shape;1923;p9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Google Shape;1924;p9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Google Shape;1925;p9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Google Shape;1926;p9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Google Shape;1927;p9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Google Shape;1928;p9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Google Shape;1929;p9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Google Shape;1930;p9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Google Shape;1931;p9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77" name="Google Shape;1932;p92"/>
          <p:cNvGrpSpPr/>
          <p:nvPr/>
        </p:nvGrpSpPr>
        <p:grpSpPr>
          <a:xfrm>
            <a:off x="729720" y="3084840"/>
            <a:ext cx="5705640" cy="2417400"/>
            <a:chOff x="729720" y="3084840"/>
            <a:chExt cx="5705640" cy="2417400"/>
          </a:xfrm>
        </p:grpSpPr>
        <p:sp>
          <p:nvSpPr>
            <p:cNvPr id="878" name="Google Shape;1933;p92"/>
            <p:cNvSpPr/>
            <p:nvPr/>
          </p:nvSpPr>
          <p:spPr>
            <a:xfrm>
              <a:off x="1363680" y="3958200"/>
              <a:ext cx="50716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_AWS</a:t>
              </a:r>
              <a:br>
                <a:rPr sz="5500"/>
              </a:br>
              <a:r>
                <a:rPr b="1" lang="pt-BR" sz="55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re/Start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Google Shape;1934;p92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292454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0" name="Google Shape;1935;p92"/>
          <p:cNvGrpSpPr/>
          <p:nvPr/>
        </p:nvGrpSpPr>
        <p:grpSpPr>
          <a:xfrm>
            <a:off x="755280" y="2927520"/>
            <a:ext cx="689760" cy="689760"/>
            <a:chOff x="755280" y="2927520"/>
            <a:chExt cx="689760" cy="689760"/>
          </a:xfrm>
        </p:grpSpPr>
        <p:sp>
          <p:nvSpPr>
            <p:cNvPr id="881" name="Google Shape;1936;p92"/>
            <p:cNvSpPr/>
            <p:nvPr/>
          </p:nvSpPr>
          <p:spPr>
            <a:xfrm>
              <a:off x="755280" y="3274200"/>
              <a:ext cx="343080" cy="3430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Google Shape;1937;p92"/>
            <p:cNvSpPr/>
            <p:nvPr/>
          </p:nvSpPr>
          <p:spPr>
            <a:xfrm>
              <a:off x="1101960" y="2927520"/>
              <a:ext cx="343080" cy="3430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83" name="Google Shape;1938;p92"/>
          <p:cNvGrpSpPr/>
          <p:nvPr/>
        </p:nvGrpSpPr>
        <p:grpSpPr>
          <a:xfrm>
            <a:off x="4235400" y="5098320"/>
            <a:ext cx="689760" cy="689760"/>
            <a:chOff x="4235400" y="5098320"/>
            <a:chExt cx="689760" cy="689760"/>
          </a:xfrm>
        </p:grpSpPr>
        <p:sp>
          <p:nvSpPr>
            <p:cNvPr id="884" name="Google Shape;1939;p92"/>
            <p:cNvSpPr/>
            <p:nvPr/>
          </p:nvSpPr>
          <p:spPr>
            <a:xfrm>
              <a:off x="4235400" y="5445000"/>
              <a:ext cx="343080" cy="3430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Google Shape;1940;p92"/>
            <p:cNvSpPr/>
            <p:nvPr/>
          </p:nvSpPr>
          <p:spPr>
            <a:xfrm>
              <a:off x="4582080" y="5098320"/>
              <a:ext cx="343080" cy="343080"/>
            </a:xfrm>
            <a:prstGeom prst="rect">
              <a:avLst/>
            </a:pr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86" name="Google Shape;1941;p92" descr=""/>
          <p:cNvPicPr/>
          <p:nvPr/>
        </p:nvPicPr>
        <p:blipFill>
          <a:blip r:embed="rId2"/>
          <a:stretch/>
        </p:blipFill>
        <p:spPr>
          <a:xfrm>
            <a:off x="10135800" y="3871080"/>
            <a:ext cx="1455120" cy="154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7" name="Google Shape;1942;p92" descr=""/>
          <p:cNvPicPr/>
          <p:nvPr/>
        </p:nvPicPr>
        <p:blipFill>
          <a:blip r:embed="rId3"/>
          <a:stretch/>
        </p:blipFill>
        <p:spPr>
          <a:xfrm>
            <a:off x="759600" y="948240"/>
            <a:ext cx="1033200" cy="613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8" name="Google Shape;1943;p92"/>
          <p:cNvGrpSpPr/>
          <p:nvPr/>
        </p:nvGrpSpPr>
        <p:grpSpPr>
          <a:xfrm>
            <a:off x="10113480" y="597240"/>
            <a:ext cx="1477800" cy="1437480"/>
            <a:chOff x="10113480" y="597240"/>
            <a:chExt cx="1477800" cy="1437480"/>
          </a:xfrm>
        </p:grpSpPr>
        <p:grpSp>
          <p:nvGrpSpPr>
            <p:cNvPr id="889" name="Google Shape;1944;p92"/>
            <p:cNvGrpSpPr/>
            <p:nvPr/>
          </p:nvGrpSpPr>
          <p:grpSpPr>
            <a:xfrm>
              <a:off x="10124640" y="1269360"/>
              <a:ext cx="1466640" cy="765360"/>
              <a:chOff x="10124640" y="1269360"/>
              <a:chExt cx="1466640" cy="765360"/>
            </a:xfrm>
          </p:grpSpPr>
          <p:grpSp>
            <p:nvGrpSpPr>
              <p:cNvPr id="890" name="Google Shape;1945;p92"/>
              <p:cNvGrpSpPr/>
              <p:nvPr/>
            </p:nvGrpSpPr>
            <p:grpSpPr>
              <a:xfrm>
                <a:off x="10124640" y="1269360"/>
                <a:ext cx="1221120" cy="296280"/>
                <a:chOff x="10124640" y="1269360"/>
                <a:chExt cx="1221120" cy="296280"/>
              </a:xfrm>
            </p:grpSpPr>
            <p:sp>
              <p:nvSpPr>
                <p:cNvPr id="891" name="Google Shape;1946;p92"/>
                <p:cNvSpPr/>
                <p:nvPr/>
              </p:nvSpPr>
              <p:spPr>
                <a:xfrm>
                  <a:off x="10124640" y="1269360"/>
                  <a:ext cx="146160" cy="294840"/>
                </a:xfrm>
                <a:custGeom>
                  <a:avLst/>
                  <a:gdLst>
                    <a:gd name="textAreaLeft" fmla="*/ 0 w 146160"/>
                    <a:gd name="textAreaRight" fmla="*/ 149760 w 146160"/>
                    <a:gd name="textAreaTop" fmla="*/ 0 h 294840"/>
                    <a:gd name="textAreaBottom" fmla="*/ 298440 h 2948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2" name="Google Shape;1947;p92"/>
                <p:cNvSpPr/>
                <p:nvPr/>
              </p:nvSpPr>
              <p:spPr>
                <a:xfrm>
                  <a:off x="10305360" y="1324800"/>
                  <a:ext cx="226440" cy="240480"/>
                </a:xfrm>
                <a:custGeom>
                  <a:avLst/>
                  <a:gdLst>
                    <a:gd name="textAreaLeft" fmla="*/ 0 w 226440"/>
                    <a:gd name="textAreaRight" fmla="*/ 230040 w 2264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3" name="Google Shape;1948;p92"/>
                <p:cNvSpPr/>
                <p:nvPr/>
              </p:nvSpPr>
              <p:spPr>
                <a:xfrm>
                  <a:off x="10573560" y="1325160"/>
                  <a:ext cx="214200" cy="240480"/>
                </a:xfrm>
                <a:custGeom>
                  <a:avLst/>
                  <a:gdLst>
                    <a:gd name="textAreaLeft" fmla="*/ 0 w 214200"/>
                    <a:gd name="textAreaRight" fmla="*/ 217800 w 214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4" name="Google Shape;1949;p92"/>
                <p:cNvSpPr/>
                <p:nvPr/>
              </p:nvSpPr>
              <p:spPr>
                <a:xfrm>
                  <a:off x="10834560" y="1325160"/>
                  <a:ext cx="211320" cy="235080"/>
                </a:xfrm>
                <a:custGeom>
                  <a:avLst/>
                  <a:gdLst>
                    <a:gd name="textAreaLeft" fmla="*/ 0 w 211320"/>
                    <a:gd name="textAreaRight" fmla="*/ 214920 w 211320"/>
                    <a:gd name="textAreaTop" fmla="*/ 0 h 235080"/>
                    <a:gd name="textAreaBottom" fmla="*/ 238680 h 2350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5" name="Google Shape;1950;p92"/>
                <p:cNvSpPr/>
                <p:nvPr/>
              </p:nvSpPr>
              <p:spPr>
                <a:xfrm>
                  <a:off x="11095560" y="132516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896" name="Google Shape;1951;p92"/>
              <p:cNvGrpSpPr/>
              <p:nvPr/>
            </p:nvGrpSpPr>
            <p:grpSpPr>
              <a:xfrm>
                <a:off x="10546560" y="1648080"/>
                <a:ext cx="1044720" cy="386640"/>
                <a:chOff x="10546560" y="1648080"/>
                <a:chExt cx="1044720" cy="386640"/>
              </a:xfrm>
            </p:grpSpPr>
            <p:sp>
              <p:nvSpPr>
                <p:cNvPr id="897" name="Google Shape;1952;p92"/>
                <p:cNvSpPr/>
                <p:nvPr/>
              </p:nvSpPr>
              <p:spPr>
                <a:xfrm>
                  <a:off x="10546560" y="1648080"/>
                  <a:ext cx="63000" cy="31572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8" name="Google Shape;1953;p92"/>
                <p:cNvSpPr/>
                <p:nvPr/>
              </p:nvSpPr>
              <p:spPr>
                <a:xfrm>
                  <a:off x="10664280" y="172872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899" name="Google Shape;1954;p92"/>
                <p:cNvSpPr/>
                <p:nvPr/>
              </p:nvSpPr>
              <p:spPr>
                <a:xfrm>
                  <a:off x="10955160" y="1728720"/>
                  <a:ext cx="242640" cy="306000"/>
                </a:xfrm>
                <a:custGeom>
                  <a:avLst/>
                  <a:gdLst>
                    <a:gd name="textAreaLeft" fmla="*/ 0 w 242640"/>
                    <a:gd name="textAreaRight" fmla="*/ 246240 w 242640"/>
                    <a:gd name="textAreaTop" fmla="*/ 0 h 306000"/>
                    <a:gd name="textAreaBottom" fmla="*/ 309600 h 3060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0" name="Google Shape;1955;p92"/>
                <p:cNvSpPr/>
                <p:nvPr/>
              </p:nvSpPr>
              <p:spPr>
                <a:xfrm>
                  <a:off x="11262240" y="1648440"/>
                  <a:ext cx="66600" cy="315720"/>
                </a:xfrm>
                <a:custGeom>
                  <a:avLst/>
                  <a:gdLst>
                    <a:gd name="textAreaLeft" fmla="*/ 0 w 66600"/>
                    <a:gd name="textAreaRight" fmla="*/ 70200 w 666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01" name="Google Shape;1956;p92"/>
                <p:cNvSpPr/>
                <p:nvPr/>
              </p:nvSpPr>
              <p:spPr>
                <a:xfrm>
                  <a:off x="11379240" y="1730520"/>
                  <a:ext cx="212040" cy="237960"/>
                </a:xfrm>
                <a:custGeom>
                  <a:avLst/>
                  <a:gdLst>
                    <a:gd name="textAreaLeft" fmla="*/ 0 w 212040"/>
                    <a:gd name="textAreaRight" fmla="*/ 215640 w 212040"/>
                    <a:gd name="textAreaTop" fmla="*/ 0 h 237960"/>
                    <a:gd name="textAreaBottom" fmla="*/ 241560 h 2379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02" name="Google Shape;1957;p92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903" name="Google Shape;1958;p92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4" name="Google Shape;1959;p92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5" name="Google Shape;1960;p92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6" name="Google Shape;1961;p92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7" name="Google Shape;1962;p92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8" name="Google Shape;1963;p92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9" name="Google Shape;1964;p92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0" name="Google Shape;1965;p92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1" name="Google Shape;1966;p92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2" name="Google Shape;1967;p92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3" name="Google Shape;1968;p92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4" name="Google Shape;1969;p92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5" name="Google Shape;1970;p92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6" name="Google Shape;1971;p92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7" name="Google Shape;1972;p92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8" name="Google Shape;1973;p92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9" name="Google Shape;1974;p92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0" name="Google Shape;1975;p92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1" name="Google Shape;1976;p92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2" name="Google Shape;1977;p92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3" name="Google Shape;1978;p92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4" name="Google Shape;1979;p92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5" name="Google Shape;1980;p92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26" name="Google Shape;1981;p92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927" name="Google Shape;1982;p92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8" name="Google Shape;1983;p92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9" name="Google Shape;1984;p92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0" name="Google Shape;1985;p92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1" name="Google Shape;1986;p92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Encerramento_Curso_ADM_Redes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1300;p83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933" name="Google Shape;1301;p83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4" name="Google Shape;1302;p83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5" name="Google Shape;1303;p83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Google Shape;1304;p83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Google Shape;1305;p83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Google Shape;1306;p83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084c8b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9" name="Google Shape;1307;p83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Google Shape;1308;p83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Google Shape;1309;p83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Google Shape;1310;p83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Google Shape;1311;p83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Google Shape;1312;p83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Google Shape;1313;p83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Google Shape;1314;p83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Google Shape;1315;p83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Google Shape;1316;p83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49" name="Google Shape;1317;p83"/>
          <p:cNvGrpSpPr/>
          <p:nvPr/>
        </p:nvGrpSpPr>
        <p:grpSpPr>
          <a:xfrm>
            <a:off x="-2185920" y="0"/>
            <a:ext cx="928800" cy="6854400"/>
            <a:chOff x="-2185920" y="0"/>
            <a:chExt cx="928800" cy="6854400"/>
          </a:xfrm>
        </p:grpSpPr>
        <p:sp>
          <p:nvSpPr>
            <p:cNvPr id="950" name="Google Shape;1318;p83"/>
            <p:cNvSpPr/>
            <p:nvPr/>
          </p:nvSpPr>
          <p:spPr>
            <a:xfrm>
              <a:off x="-2185920" y="0"/>
              <a:ext cx="313920" cy="68544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1" name="Google Shape;1319;p83"/>
            <p:cNvSpPr/>
            <p:nvPr/>
          </p:nvSpPr>
          <p:spPr>
            <a:xfrm>
              <a:off x="-2185920" y="0"/>
              <a:ext cx="313920" cy="24854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2" name="Google Shape;1320;p83"/>
            <p:cNvSpPr/>
            <p:nvPr/>
          </p:nvSpPr>
          <p:spPr>
            <a:xfrm>
              <a:off x="-1881720" y="0"/>
              <a:ext cx="313920" cy="68544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3" name="Google Shape;1321;p83"/>
            <p:cNvSpPr/>
            <p:nvPr/>
          </p:nvSpPr>
          <p:spPr>
            <a:xfrm>
              <a:off x="-1881720" y="4368960"/>
              <a:ext cx="313920" cy="248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4" name="Google Shape;1322;p83"/>
            <p:cNvSpPr/>
            <p:nvPr/>
          </p:nvSpPr>
          <p:spPr>
            <a:xfrm>
              <a:off x="-1571040" y="0"/>
              <a:ext cx="313920" cy="68544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5" name="Google Shape;1323;p83"/>
            <p:cNvSpPr/>
            <p:nvPr/>
          </p:nvSpPr>
          <p:spPr>
            <a:xfrm>
              <a:off x="-1571040" y="0"/>
              <a:ext cx="313920" cy="24854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56" name="Google Shape;1324;p83"/>
          <p:cNvGrpSpPr/>
          <p:nvPr/>
        </p:nvGrpSpPr>
        <p:grpSpPr>
          <a:xfrm>
            <a:off x="9761760" y="5104080"/>
            <a:ext cx="1394640" cy="991080"/>
            <a:chOff x="9761760" y="5104080"/>
            <a:chExt cx="1394640" cy="991080"/>
          </a:xfrm>
        </p:grpSpPr>
        <p:grpSp>
          <p:nvGrpSpPr>
            <p:cNvPr id="957" name="Google Shape;1325;p83"/>
            <p:cNvGrpSpPr/>
            <p:nvPr/>
          </p:nvGrpSpPr>
          <p:grpSpPr>
            <a:xfrm>
              <a:off x="9761760" y="5367240"/>
              <a:ext cx="1394640" cy="727920"/>
              <a:chOff x="9761760" y="5367240"/>
              <a:chExt cx="1394640" cy="727920"/>
            </a:xfrm>
          </p:grpSpPr>
          <p:grpSp>
            <p:nvGrpSpPr>
              <p:cNvPr id="958" name="Google Shape;1326;p83"/>
              <p:cNvGrpSpPr/>
              <p:nvPr/>
            </p:nvGrpSpPr>
            <p:grpSpPr>
              <a:xfrm>
                <a:off x="9761760" y="5367240"/>
                <a:ext cx="1161000" cy="281520"/>
                <a:chOff x="9761760" y="5367240"/>
                <a:chExt cx="1161000" cy="281520"/>
              </a:xfrm>
            </p:grpSpPr>
            <p:sp>
              <p:nvSpPr>
                <p:cNvPr id="959" name="Google Shape;1327;p83"/>
                <p:cNvSpPr/>
                <p:nvPr/>
              </p:nvSpPr>
              <p:spPr>
                <a:xfrm>
                  <a:off x="9761760" y="5367240"/>
                  <a:ext cx="138600" cy="280080"/>
                </a:xfrm>
                <a:custGeom>
                  <a:avLst/>
                  <a:gdLst>
                    <a:gd name="textAreaLeft" fmla="*/ 0 w 138600"/>
                    <a:gd name="textAreaRight" fmla="*/ 142200 w 138600"/>
                    <a:gd name="textAreaTop" fmla="*/ 0 h 280080"/>
                    <a:gd name="textAreaBottom" fmla="*/ 283680 h 280080"/>
                  </a:gdLst>
                  <a:ahLst/>
                  <a:cxnLst/>
                  <a:rect l="textAreaLeft" t="textAreaTop" r="textAreaRight" b="textAreaBottom"/>
                  <a:pathLst>
                    <a:path w="142250" h="283668">
                      <a:moveTo>
                        <a:pt x="91506" y="283669"/>
                      </a:moveTo>
                      <a:cubicBezTo>
                        <a:pt x="52824" y="283669"/>
                        <a:pt x="26620" y="268279"/>
                        <a:pt x="26620" y="216703"/>
                      </a:cubicBezTo>
                      <a:lnTo>
                        <a:pt x="26620" y="111055"/>
                      </a:lnTo>
                      <a:lnTo>
                        <a:pt x="0" y="111055"/>
                      </a:lnTo>
                      <a:lnTo>
                        <a:pt x="0" y="56983"/>
                      </a:lnTo>
                      <a:lnTo>
                        <a:pt x="26620" y="56983"/>
                      </a:lnTo>
                      <a:lnTo>
                        <a:pt x="26620" y="0"/>
                      </a:lnTo>
                      <a:lnTo>
                        <a:pt x="89842" y="0"/>
                      </a:lnTo>
                      <a:lnTo>
                        <a:pt x="89842" y="56983"/>
                      </a:lnTo>
                      <a:lnTo>
                        <a:pt x="142250" y="56983"/>
                      </a:lnTo>
                      <a:lnTo>
                        <a:pt x="142250" y="111055"/>
                      </a:lnTo>
                      <a:lnTo>
                        <a:pt x="89842" y="111055"/>
                      </a:lnTo>
                      <a:lnTo>
                        <a:pt x="89842" y="206305"/>
                      </a:lnTo>
                      <a:cubicBezTo>
                        <a:pt x="89842" y="220862"/>
                        <a:pt x="96081" y="227933"/>
                        <a:pt x="110223" y="227933"/>
                      </a:cubicBezTo>
                      <a:cubicBezTo>
                        <a:pt x="121869" y="227933"/>
                        <a:pt x="132268" y="225022"/>
                        <a:pt x="141418" y="220031"/>
                      </a:cubicBezTo>
                      <a:lnTo>
                        <a:pt x="141418" y="270775"/>
                      </a:lnTo>
                      <a:cubicBezTo>
                        <a:pt x="128108" y="278678"/>
                        <a:pt x="112719" y="283669"/>
                        <a:pt x="91506" y="283669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0" name="Google Shape;1328;p83"/>
                <p:cNvSpPr/>
                <p:nvPr/>
              </p:nvSpPr>
              <p:spPr>
                <a:xfrm>
                  <a:off x="9933480" y="5420160"/>
                  <a:ext cx="215280" cy="228600"/>
                </a:xfrm>
                <a:custGeom>
                  <a:avLst/>
                  <a:gdLst>
                    <a:gd name="textAreaLeft" fmla="*/ 0 w 215280"/>
                    <a:gd name="textAreaRight" fmla="*/ 218880 w 21528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18782" h="232092">
                      <a:moveTo>
                        <a:pt x="217951" y="137675"/>
                      </a:moveTo>
                      <a:lnTo>
                        <a:pt x="62806" y="137675"/>
                      </a:lnTo>
                      <a:cubicBezTo>
                        <a:pt x="69045" y="166375"/>
                        <a:pt x="89010" y="181348"/>
                        <a:pt x="117294" y="181348"/>
                      </a:cubicBezTo>
                      <a:cubicBezTo>
                        <a:pt x="138507" y="181348"/>
                        <a:pt x="153897" y="174693"/>
                        <a:pt x="171366" y="158472"/>
                      </a:cubicBezTo>
                      <a:lnTo>
                        <a:pt x="207552" y="190499"/>
                      </a:lnTo>
                      <a:cubicBezTo>
                        <a:pt x="186756" y="216287"/>
                        <a:pt x="156808" y="232093"/>
                        <a:pt x="116462" y="232093"/>
                      </a:cubicBezTo>
                      <a:cubicBezTo>
                        <a:pt x="49496" y="232093"/>
                        <a:pt x="0" y="185092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5337" y="0"/>
                        <a:pt x="110223" y="0"/>
                      </a:cubicBezTo>
                      <a:cubicBezTo>
                        <a:pt x="184676" y="0"/>
                        <a:pt x="218783" y="57815"/>
                        <a:pt x="218783" y="121038"/>
                      </a:cubicBezTo>
                      <a:lnTo>
                        <a:pt x="218783" y="121869"/>
                      </a:lnTo>
                      <a:cubicBezTo>
                        <a:pt x="218783" y="128109"/>
                        <a:pt x="218367" y="131852"/>
                        <a:pt x="217951" y="137675"/>
                      </a:cubicBezTo>
                      <a:close/>
                      <a:moveTo>
                        <a:pt x="110223" y="50744"/>
                      </a:moveTo>
                      <a:cubicBezTo>
                        <a:pt x="84019" y="50744"/>
                        <a:pt x="66966" y="69461"/>
                        <a:pt x="61975" y="98161"/>
                      </a:cubicBezTo>
                      <a:lnTo>
                        <a:pt x="157224" y="98161"/>
                      </a:lnTo>
                      <a:cubicBezTo>
                        <a:pt x="153481" y="69877"/>
                        <a:pt x="136843" y="50744"/>
                        <a:pt x="110223" y="50744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1" name="Google Shape;1329;p83"/>
                <p:cNvSpPr/>
                <p:nvPr/>
              </p:nvSpPr>
              <p:spPr>
                <a:xfrm>
                  <a:off x="10188360" y="5420160"/>
                  <a:ext cx="203400" cy="228600"/>
                </a:xfrm>
                <a:custGeom>
                  <a:avLst/>
                  <a:gdLst>
                    <a:gd name="textAreaLeft" fmla="*/ 0 w 203400"/>
                    <a:gd name="textAreaRight" fmla="*/ 207000 w 2034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07136" h="232092">
                      <a:moveTo>
                        <a:pt x="116046" y="232093"/>
                      </a:moveTo>
                      <a:cubicBezTo>
                        <a:pt x="49081" y="232093"/>
                        <a:pt x="0" y="180517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2408"/>
                        <a:pt x="48665" y="0"/>
                        <a:pt x="116878" y="0"/>
                      </a:cubicBezTo>
                      <a:cubicBezTo>
                        <a:pt x="158888" y="0"/>
                        <a:pt x="185092" y="14142"/>
                        <a:pt x="205889" y="37434"/>
                      </a:cubicBezTo>
                      <a:lnTo>
                        <a:pt x="167207" y="79028"/>
                      </a:lnTo>
                      <a:cubicBezTo>
                        <a:pt x="153065" y="64054"/>
                        <a:pt x="138923" y="54488"/>
                        <a:pt x="116462" y="54488"/>
                      </a:cubicBezTo>
                      <a:cubicBezTo>
                        <a:pt x="84851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50153"/>
                        <a:pt x="84435" y="177605"/>
                        <a:pt x="118958" y="177605"/>
                      </a:cubicBezTo>
                      <a:cubicBezTo>
                        <a:pt x="140171" y="177605"/>
                        <a:pt x="154728" y="168454"/>
                        <a:pt x="170118" y="153897"/>
                      </a:cubicBezTo>
                      <a:lnTo>
                        <a:pt x="207136" y="191331"/>
                      </a:lnTo>
                      <a:cubicBezTo>
                        <a:pt x="185508" y="215039"/>
                        <a:pt x="160552" y="232093"/>
                        <a:pt x="116046" y="232093"/>
                      </a:cubicBez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2" name="Google Shape;1330;p83"/>
                <p:cNvSpPr/>
                <p:nvPr/>
              </p:nvSpPr>
              <p:spPr>
                <a:xfrm>
                  <a:off x="10436760" y="5420160"/>
                  <a:ext cx="200520" cy="223560"/>
                </a:xfrm>
                <a:custGeom>
                  <a:avLst/>
                  <a:gdLst>
                    <a:gd name="textAreaLeft" fmla="*/ 0 w 200520"/>
                    <a:gd name="textAreaRight" fmla="*/ 204120 w 200520"/>
                    <a:gd name="textAreaTop" fmla="*/ 0 h 223560"/>
                    <a:gd name="textAreaBottom" fmla="*/ 227160 h 223560"/>
                  </a:gdLst>
                  <a:ahLst/>
                  <a:cxnLst/>
                  <a:rect l="textAreaLeft" t="textAreaTop" r="textAreaRight" b="textAreaBottom"/>
                  <a:pathLst>
                    <a:path w="204224" h="227101">
                      <a:moveTo>
                        <a:pt x="141002" y="227102"/>
                      </a:moveTo>
                      <a:lnTo>
                        <a:pt x="141002" y="102736"/>
                      </a:lnTo>
                      <a:cubicBezTo>
                        <a:pt x="141002" y="72789"/>
                        <a:pt x="126861" y="57399"/>
                        <a:pt x="102736" y="57399"/>
                      </a:cubicBezTo>
                      <a:cubicBezTo>
                        <a:pt x="78612" y="57399"/>
                        <a:pt x="63222" y="72789"/>
                        <a:pt x="63222" y="102736"/>
                      </a:cubicBezTo>
                      <a:lnTo>
                        <a:pt x="63222" y="227102"/>
                      </a:lnTo>
                      <a:lnTo>
                        <a:pt x="0" y="227102"/>
                      </a:lnTo>
                      <a:lnTo>
                        <a:pt x="0" y="4159"/>
                      </a:lnTo>
                      <a:lnTo>
                        <a:pt x="63222" y="4159"/>
                      </a:lnTo>
                      <a:lnTo>
                        <a:pt x="63222" y="35771"/>
                      </a:lnTo>
                      <a:cubicBezTo>
                        <a:pt x="77780" y="17053"/>
                        <a:pt x="96497" y="0"/>
                        <a:pt x="128524" y="0"/>
                      </a:cubicBezTo>
                      <a:cubicBezTo>
                        <a:pt x="176357" y="0"/>
                        <a:pt x="204225" y="31611"/>
                        <a:pt x="204225" y="82771"/>
                      </a:cubicBezTo>
                      <a:lnTo>
                        <a:pt x="204225" y="227102"/>
                      </a:lnTo>
                      <a:lnTo>
                        <a:pt x="141002" y="227102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3" name="Google Shape;1331;p83"/>
                <p:cNvSpPr/>
                <p:nvPr/>
              </p:nvSpPr>
              <p:spPr>
                <a:xfrm>
                  <a:off x="10685160" y="5420160"/>
                  <a:ext cx="237600" cy="228600"/>
                </a:xfrm>
                <a:custGeom>
                  <a:avLst/>
                  <a:gdLst>
                    <a:gd name="textAreaLeft" fmla="*/ 0 w 237600"/>
                    <a:gd name="textAreaRight" fmla="*/ 241200 w 2376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5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964" name="Google Shape;1332;p83"/>
              <p:cNvGrpSpPr/>
              <p:nvPr/>
            </p:nvGrpSpPr>
            <p:grpSpPr>
              <a:xfrm>
                <a:off x="10162800" y="5727600"/>
                <a:ext cx="993600" cy="367560"/>
                <a:chOff x="10162800" y="5727600"/>
                <a:chExt cx="993600" cy="367560"/>
              </a:xfrm>
            </p:grpSpPr>
            <p:sp>
              <p:nvSpPr>
                <p:cNvPr id="965" name="Google Shape;1333;p83"/>
                <p:cNvSpPr/>
                <p:nvPr/>
              </p:nvSpPr>
              <p:spPr>
                <a:xfrm>
                  <a:off x="10162800" y="5727600"/>
                  <a:ext cx="59760" cy="299880"/>
                </a:xfrm>
                <a:custGeom>
                  <a:avLst/>
                  <a:gdLst>
                    <a:gd name="textAreaLeft" fmla="*/ 0 w 59760"/>
                    <a:gd name="textAreaRight" fmla="*/ 63360 w 59760"/>
                    <a:gd name="textAreaTop" fmla="*/ 0 h 299880"/>
                    <a:gd name="textAreaBottom" fmla="*/ 303480 h 299880"/>
                  </a:gdLst>
                  <a:ahLst/>
                  <a:cxnLst/>
                  <a:rect l="textAreaLeft" t="textAreaTop" r="textAreaRight" b="textAreaBottom"/>
                  <a:pathLst>
                    <a:path w="63222" h="303633">
                      <a:moveTo>
                        <a:pt x="0" y="303634"/>
                      </a:moveTo>
                      <a:lnTo>
                        <a:pt x="0" y="0"/>
                      </a:lnTo>
                      <a:lnTo>
                        <a:pt x="63222" y="0"/>
                      </a:lnTo>
                      <a:lnTo>
                        <a:pt x="63222" y="303634"/>
                      </a:lnTo>
                      <a:lnTo>
                        <a:pt x="0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6" name="Google Shape;1334;p83"/>
                <p:cNvSpPr/>
                <p:nvPr/>
              </p:nvSpPr>
              <p:spPr>
                <a:xfrm>
                  <a:off x="10274760" y="5804280"/>
                  <a:ext cx="237600" cy="228600"/>
                </a:xfrm>
                <a:custGeom>
                  <a:avLst/>
                  <a:gdLst>
                    <a:gd name="textAreaLeft" fmla="*/ 0 w 237600"/>
                    <a:gd name="textAreaRight" fmla="*/ 241200 w 237600"/>
                    <a:gd name="textAreaTop" fmla="*/ 0 h 228600"/>
                    <a:gd name="textAreaBottom" fmla="*/ 232200 h 228600"/>
                  </a:gdLst>
                  <a:ahLst/>
                  <a:cxnLst/>
                  <a:rect l="textAreaLeft" t="textAreaTop" r="textAreaRight" b="textAreaBottom"/>
                  <a:pathLst>
                    <a:path w="241243" h="232092">
                      <a:moveTo>
                        <a:pt x="120206" y="232093"/>
                      </a:moveTo>
                      <a:cubicBezTo>
                        <a:pt x="51160" y="232093"/>
                        <a:pt x="0" y="180933"/>
                        <a:pt x="0" y="116878"/>
                      </a:cubicBezTo>
                      <a:lnTo>
                        <a:pt x="0" y="116046"/>
                      </a:lnTo>
                      <a:cubicBezTo>
                        <a:pt x="0" y="51992"/>
                        <a:pt x="51576" y="0"/>
                        <a:pt x="121038" y="0"/>
                      </a:cubicBezTo>
                      <a:cubicBezTo>
                        <a:pt x="190499" y="0"/>
                        <a:pt x="241243" y="51160"/>
                        <a:pt x="241243" y="115214"/>
                      </a:cubicBezTo>
                      <a:lnTo>
                        <a:pt x="241243" y="116046"/>
                      </a:lnTo>
                      <a:cubicBezTo>
                        <a:pt x="241243" y="180101"/>
                        <a:pt x="189667" y="232093"/>
                        <a:pt x="120206" y="232093"/>
                      </a:cubicBezTo>
                      <a:close/>
                      <a:moveTo>
                        <a:pt x="178853" y="116046"/>
                      </a:moveTo>
                      <a:cubicBezTo>
                        <a:pt x="178853" y="83187"/>
                        <a:pt x="155144" y="54488"/>
                        <a:pt x="120206" y="54488"/>
                      </a:cubicBezTo>
                      <a:cubicBezTo>
                        <a:pt x="85267" y="54488"/>
                        <a:pt x="62390" y="82356"/>
                        <a:pt x="62390" y="115214"/>
                      </a:cubicBezTo>
                      <a:lnTo>
                        <a:pt x="62390" y="116046"/>
                      </a:lnTo>
                      <a:cubicBezTo>
                        <a:pt x="62390" y="148905"/>
                        <a:pt x="86099" y="177605"/>
                        <a:pt x="121038" y="177605"/>
                      </a:cubicBezTo>
                      <a:cubicBezTo>
                        <a:pt x="155976" y="177605"/>
                        <a:pt x="178853" y="149737"/>
                        <a:pt x="178853" y="116878"/>
                      </a:cubicBezTo>
                      <a:lnTo>
                        <a:pt x="178853" y="116046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7" name="Google Shape;1335;p83"/>
                <p:cNvSpPr/>
                <p:nvPr/>
              </p:nvSpPr>
              <p:spPr>
                <a:xfrm>
                  <a:off x="10551960" y="5804280"/>
                  <a:ext cx="230400" cy="290880"/>
                </a:xfrm>
                <a:custGeom>
                  <a:avLst/>
                  <a:gdLst>
                    <a:gd name="textAreaLeft" fmla="*/ 0 w 230400"/>
                    <a:gd name="textAreaRight" fmla="*/ 234000 w 230400"/>
                    <a:gd name="textAreaTop" fmla="*/ 0 h 290880"/>
                    <a:gd name="textAreaBottom" fmla="*/ 294480 h 290880"/>
                  </a:gdLst>
                  <a:ahLst/>
                  <a:cxnLst/>
                  <a:rect l="textAreaLeft" t="textAreaTop" r="textAreaRight" b="textAreaBottom"/>
                  <a:pathLst>
                    <a:path w="234172" h="294483">
                      <a:moveTo>
                        <a:pt x="109807" y="294483"/>
                      </a:moveTo>
                      <a:cubicBezTo>
                        <a:pt x="73621" y="294483"/>
                        <a:pt x="39514" y="286165"/>
                        <a:pt x="11230" y="271191"/>
                      </a:cubicBezTo>
                      <a:lnTo>
                        <a:pt x="32859" y="223774"/>
                      </a:lnTo>
                      <a:cubicBezTo>
                        <a:pt x="55735" y="236668"/>
                        <a:pt x="78612" y="244155"/>
                        <a:pt x="108144" y="244155"/>
                      </a:cubicBezTo>
                      <a:cubicBezTo>
                        <a:pt x="151401" y="244155"/>
                        <a:pt x="171782" y="223358"/>
                        <a:pt x="171782" y="183428"/>
                      </a:cubicBezTo>
                      <a:lnTo>
                        <a:pt x="171782" y="172614"/>
                      </a:lnTo>
                      <a:cubicBezTo>
                        <a:pt x="153065" y="195074"/>
                        <a:pt x="132684" y="208800"/>
                        <a:pt x="98993" y="208800"/>
                      </a:cubicBezTo>
                      <a:cubicBezTo>
                        <a:pt x="47001" y="208800"/>
                        <a:pt x="0" y="170950"/>
                        <a:pt x="0" y="104816"/>
                      </a:cubicBezTo>
                      <a:lnTo>
                        <a:pt x="0" y="103984"/>
                      </a:lnTo>
                      <a:cubicBezTo>
                        <a:pt x="0" y="37434"/>
                        <a:pt x="47833" y="0"/>
                        <a:pt x="98993" y="0"/>
                      </a:cubicBezTo>
                      <a:cubicBezTo>
                        <a:pt x="133516" y="0"/>
                        <a:pt x="153897" y="14558"/>
                        <a:pt x="170950" y="33275"/>
                      </a:cubicBezTo>
                      <a:lnTo>
                        <a:pt x="170950" y="4159"/>
                      </a:lnTo>
                      <a:lnTo>
                        <a:pt x="234172" y="4159"/>
                      </a:lnTo>
                      <a:lnTo>
                        <a:pt x="234172" y="176773"/>
                      </a:lnTo>
                      <a:cubicBezTo>
                        <a:pt x="234172" y="260792"/>
                        <a:pt x="192579" y="294483"/>
                        <a:pt x="109807" y="294483"/>
                      </a:cubicBezTo>
                      <a:close/>
                      <a:moveTo>
                        <a:pt x="171782" y="103984"/>
                      </a:moveTo>
                      <a:cubicBezTo>
                        <a:pt x="171782" y="73621"/>
                        <a:pt x="148073" y="52408"/>
                        <a:pt x="117294" y="52408"/>
                      </a:cubicBezTo>
                      <a:cubicBezTo>
                        <a:pt x="86515" y="52408"/>
                        <a:pt x="63222" y="73621"/>
                        <a:pt x="63222" y="103984"/>
                      </a:cubicBezTo>
                      <a:lnTo>
                        <a:pt x="63222" y="104816"/>
                      </a:lnTo>
                      <a:cubicBezTo>
                        <a:pt x="63222" y="135595"/>
                        <a:pt x="86515" y="156392"/>
                        <a:pt x="117294" y="156392"/>
                      </a:cubicBezTo>
                      <a:cubicBezTo>
                        <a:pt x="148073" y="156392"/>
                        <a:pt x="171782" y="135179"/>
                        <a:pt x="171782" y="104816"/>
                      </a:cubicBezTo>
                      <a:lnTo>
                        <a:pt x="171782" y="10398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8" name="Google Shape;1336;p83"/>
                <p:cNvSpPr/>
                <p:nvPr/>
              </p:nvSpPr>
              <p:spPr>
                <a:xfrm>
                  <a:off x="10843920" y="5727600"/>
                  <a:ext cx="63000" cy="29988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299880"/>
                    <a:gd name="textAreaBottom" fmla="*/ 303480 h 299880"/>
                  </a:gdLst>
                  <a:ahLst/>
                  <a:cxnLst/>
                  <a:rect l="textAreaLeft" t="textAreaTop" r="textAreaRight" b="textAreaBottom"/>
                  <a:pathLst>
                    <a:path w="66549" h="303633">
                      <a:moveTo>
                        <a:pt x="0" y="56151"/>
                      </a:moveTo>
                      <a:lnTo>
                        <a:pt x="0" y="0"/>
                      </a:lnTo>
                      <a:lnTo>
                        <a:pt x="66550" y="0"/>
                      </a:lnTo>
                      <a:lnTo>
                        <a:pt x="66550" y="56151"/>
                      </a:lnTo>
                      <a:lnTo>
                        <a:pt x="0" y="56151"/>
                      </a:lnTo>
                      <a:close/>
                      <a:moveTo>
                        <a:pt x="1664" y="303634"/>
                      </a:moveTo>
                      <a:lnTo>
                        <a:pt x="1664" y="80692"/>
                      </a:lnTo>
                      <a:lnTo>
                        <a:pt x="64886" y="80692"/>
                      </a:lnTo>
                      <a:lnTo>
                        <a:pt x="64886" y="303634"/>
                      </a:lnTo>
                      <a:lnTo>
                        <a:pt x="1664" y="303634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969" name="Google Shape;1337;p83"/>
                <p:cNvSpPr/>
                <p:nvPr/>
              </p:nvSpPr>
              <p:spPr>
                <a:xfrm>
                  <a:off x="10954800" y="5806080"/>
                  <a:ext cx="201600" cy="226080"/>
                </a:xfrm>
                <a:custGeom>
                  <a:avLst/>
                  <a:gdLst>
                    <a:gd name="textAreaLeft" fmla="*/ 0 w 201600"/>
                    <a:gd name="textAreaRight" fmla="*/ 205200 w 201600"/>
                    <a:gd name="textAreaTop" fmla="*/ 0 h 226080"/>
                    <a:gd name="textAreaBottom" fmla="*/ 229680 h 226080"/>
                  </a:gdLst>
                  <a:ahLst/>
                  <a:cxnLst/>
                  <a:rect l="textAreaLeft" t="textAreaTop" r="textAreaRight" b="textAreaBottom"/>
                  <a:pathLst>
                    <a:path w="205056" h="229597">
                      <a:moveTo>
                        <a:pt x="143914" y="225438"/>
                      </a:moveTo>
                      <a:lnTo>
                        <a:pt x="143914" y="201313"/>
                      </a:lnTo>
                      <a:cubicBezTo>
                        <a:pt x="128525" y="218367"/>
                        <a:pt x="107312" y="229597"/>
                        <a:pt x="76532" y="229597"/>
                      </a:cubicBezTo>
                      <a:cubicBezTo>
                        <a:pt x="34523" y="229597"/>
                        <a:pt x="0" y="205473"/>
                        <a:pt x="0" y="161383"/>
                      </a:cubicBezTo>
                      <a:lnTo>
                        <a:pt x="0" y="160552"/>
                      </a:lnTo>
                      <a:cubicBezTo>
                        <a:pt x="0" y="111887"/>
                        <a:pt x="37018" y="89426"/>
                        <a:pt x="89842" y="89426"/>
                      </a:cubicBezTo>
                      <a:cubicBezTo>
                        <a:pt x="112303" y="89426"/>
                        <a:pt x="128525" y="93170"/>
                        <a:pt x="144330" y="98577"/>
                      </a:cubicBezTo>
                      <a:lnTo>
                        <a:pt x="144330" y="94834"/>
                      </a:lnTo>
                      <a:cubicBezTo>
                        <a:pt x="144330" y="68630"/>
                        <a:pt x="128109" y="54072"/>
                        <a:pt x="96497" y="54072"/>
                      </a:cubicBezTo>
                      <a:cubicBezTo>
                        <a:pt x="72373" y="54072"/>
                        <a:pt x="55320" y="58647"/>
                        <a:pt x="34939" y="66134"/>
                      </a:cubicBezTo>
                      <a:lnTo>
                        <a:pt x="19133" y="17885"/>
                      </a:lnTo>
                      <a:cubicBezTo>
                        <a:pt x="43673" y="7071"/>
                        <a:pt x="67798" y="0"/>
                        <a:pt x="105648" y="0"/>
                      </a:cubicBezTo>
                      <a:cubicBezTo>
                        <a:pt x="174693" y="0"/>
                        <a:pt x="205057" y="35771"/>
                        <a:pt x="205057" y="96081"/>
                      </a:cubicBezTo>
                      <a:lnTo>
                        <a:pt x="205057" y="225438"/>
                      </a:lnTo>
                      <a:lnTo>
                        <a:pt x="143914" y="225438"/>
                      </a:lnTo>
                      <a:close/>
                      <a:moveTo>
                        <a:pt x="145162" y="135595"/>
                      </a:moveTo>
                      <a:cubicBezTo>
                        <a:pt x="134348" y="130604"/>
                        <a:pt x="120206" y="127277"/>
                        <a:pt x="104816" y="127277"/>
                      </a:cubicBezTo>
                      <a:cubicBezTo>
                        <a:pt x="77780" y="127277"/>
                        <a:pt x="61143" y="138091"/>
                        <a:pt x="61143" y="158056"/>
                      </a:cubicBezTo>
                      <a:lnTo>
                        <a:pt x="61143" y="158888"/>
                      </a:lnTo>
                      <a:cubicBezTo>
                        <a:pt x="61143" y="175941"/>
                        <a:pt x="75285" y="185924"/>
                        <a:pt x="95665" y="185924"/>
                      </a:cubicBezTo>
                      <a:cubicBezTo>
                        <a:pt x="125197" y="185924"/>
                        <a:pt x="145162" y="169702"/>
                        <a:pt x="145162" y="146826"/>
                      </a:cubicBezTo>
                      <a:lnTo>
                        <a:pt x="145162" y="135595"/>
                      </a:lnTo>
                      <a:close/>
                    </a:path>
                  </a:pathLst>
                </a:custGeom>
                <a:solidFill>
                  <a:srgbClr val="6deaab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 algn="r"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970" name="Google Shape;1338;p83"/>
            <p:cNvGrpSpPr/>
            <p:nvPr/>
          </p:nvGrpSpPr>
          <p:grpSpPr>
            <a:xfrm>
              <a:off x="9844560" y="5104080"/>
              <a:ext cx="576360" cy="141480"/>
              <a:chOff x="9844560" y="5104080"/>
              <a:chExt cx="576360" cy="141480"/>
            </a:xfrm>
          </p:grpSpPr>
          <p:sp>
            <p:nvSpPr>
              <p:cNvPr id="971" name="Google Shape;1339;p83"/>
              <p:cNvSpPr/>
              <p:nvPr/>
            </p:nvSpPr>
            <p:spPr>
              <a:xfrm>
                <a:off x="10333800" y="5109840"/>
                <a:ext cx="87120" cy="135000"/>
              </a:xfrm>
              <a:custGeom>
                <a:avLst/>
                <a:gdLst>
                  <a:gd name="textAreaLeft" fmla="*/ 0 w 87120"/>
                  <a:gd name="textAreaRight" fmla="*/ 90720 w 87120"/>
                  <a:gd name="textAreaTop" fmla="*/ 0 h 135000"/>
                  <a:gd name="textAreaBottom" fmla="*/ 138600 h 135000"/>
                </a:gdLst>
                <a:ahLst/>
                <a:cxnLst/>
                <a:rect l="textAreaLeft" t="textAreaTop" r="textAreaRight" b="textAreaBottom"/>
                <a:pathLst>
                  <a:path w="90882" h="138714">
                    <a:moveTo>
                      <a:pt x="90882" y="111014"/>
                    </a:moveTo>
                    <a:cubicBezTo>
                      <a:pt x="90217" y="111014"/>
                      <a:pt x="89551" y="111014"/>
                      <a:pt x="88886" y="111014"/>
                    </a:cubicBezTo>
                    <a:cubicBezTo>
                      <a:pt x="61517" y="111014"/>
                      <a:pt x="41677" y="93503"/>
                      <a:pt x="41677" y="69337"/>
                    </a:cubicBezTo>
                    <a:lnTo>
                      <a:pt x="41677" y="68796"/>
                    </a:lnTo>
                    <a:cubicBezTo>
                      <a:pt x="41677" y="45711"/>
                      <a:pt x="61559" y="27618"/>
                      <a:pt x="86931" y="27618"/>
                    </a:cubicBezTo>
                    <a:cubicBezTo>
                      <a:pt x="88303" y="27618"/>
                      <a:pt x="89593" y="27660"/>
                      <a:pt x="90882" y="27743"/>
                    </a:cubicBezTo>
                    <a:lnTo>
                      <a:pt x="90882" y="42"/>
                    </a:lnTo>
                    <a:cubicBezTo>
                      <a:pt x="89718" y="0"/>
                      <a:pt x="88511" y="0"/>
                      <a:pt x="87263" y="0"/>
                    </a:cubicBezTo>
                    <a:cubicBezTo>
                      <a:pt x="37559" y="0"/>
                      <a:pt x="0" y="29781"/>
                      <a:pt x="0" y="69378"/>
                    </a:cubicBezTo>
                    <a:lnTo>
                      <a:pt x="0" y="69877"/>
                    </a:lnTo>
                    <a:cubicBezTo>
                      <a:pt x="0" y="108476"/>
                      <a:pt x="38058" y="138715"/>
                      <a:pt x="86598" y="138715"/>
                    </a:cubicBezTo>
                    <a:cubicBezTo>
                      <a:pt x="88095" y="138715"/>
                      <a:pt x="89426" y="138715"/>
                      <a:pt x="90841" y="138632"/>
                    </a:cubicBezTo>
                    <a:lnTo>
                      <a:pt x="90841" y="11097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2" name="Google Shape;1340;p83"/>
              <p:cNvSpPr/>
              <p:nvPr/>
            </p:nvSpPr>
            <p:spPr>
              <a:xfrm>
                <a:off x="9844560" y="5104080"/>
                <a:ext cx="127440" cy="141480"/>
              </a:xfrm>
              <a:custGeom>
                <a:avLst/>
                <a:gdLst>
                  <a:gd name="textAreaLeft" fmla="*/ 0 w 127440"/>
                  <a:gd name="textAreaRight" fmla="*/ 131040 w 127440"/>
                  <a:gd name="textAreaTop" fmla="*/ 0 h 141480"/>
                  <a:gd name="textAreaBottom" fmla="*/ 145080 h 141480"/>
                </a:gdLst>
                <a:ahLst/>
                <a:cxnLst/>
                <a:rect l="textAreaLeft" t="textAreaTop" r="textAreaRight" b="textAreaBottom"/>
                <a:pathLst>
                  <a:path w="131186" h="145161">
                    <a:moveTo>
                      <a:pt x="77364" y="58647"/>
                    </a:moveTo>
                    <a:cubicBezTo>
                      <a:pt x="48041" y="52408"/>
                      <a:pt x="43881" y="49372"/>
                      <a:pt x="43881" y="40096"/>
                    </a:cubicBezTo>
                    <a:lnTo>
                      <a:pt x="43881" y="39680"/>
                    </a:lnTo>
                    <a:cubicBezTo>
                      <a:pt x="43881" y="32859"/>
                      <a:pt x="51410" y="27410"/>
                      <a:pt x="65718" y="27410"/>
                    </a:cubicBezTo>
                    <a:cubicBezTo>
                      <a:pt x="72997" y="27410"/>
                      <a:pt x="82522" y="29407"/>
                      <a:pt x="89218" y="31861"/>
                    </a:cubicBezTo>
                    <a:lnTo>
                      <a:pt x="89218" y="2329"/>
                    </a:lnTo>
                    <a:cubicBezTo>
                      <a:pt x="83021" y="1248"/>
                      <a:pt x="73454" y="0"/>
                      <a:pt x="66217" y="0"/>
                    </a:cubicBezTo>
                    <a:cubicBezTo>
                      <a:pt x="31528" y="0"/>
                      <a:pt x="6821" y="16929"/>
                      <a:pt x="6821" y="42550"/>
                    </a:cubicBezTo>
                    <a:lnTo>
                      <a:pt x="6821" y="42925"/>
                    </a:lnTo>
                    <a:cubicBezTo>
                      <a:pt x="6821" y="70959"/>
                      <a:pt x="28866" y="78778"/>
                      <a:pt x="63056" y="86057"/>
                    </a:cubicBezTo>
                    <a:cubicBezTo>
                      <a:pt x="91423" y="92130"/>
                      <a:pt x="94085" y="96123"/>
                      <a:pt x="94085" y="104026"/>
                    </a:cubicBezTo>
                    <a:lnTo>
                      <a:pt x="94085" y="104442"/>
                    </a:lnTo>
                    <a:cubicBezTo>
                      <a:pt x="94085" y="112719"/>
                      <a:pt x="84851" y="117752"/>
                      <a:pt x="69586" y="117752"/>
                    </a:cubicBezTo>
                    <a:cubicBezTo>
                      <a:pt x="50204" y="117752"/>
                      <a:pt x="37351" y="111097"/>
                      <a:pt x="22086" y="100615"/>
                    </a:cubicBezTo>
                    <a:lnTo>
                      <a:pt x="0" y="122577"/>
                    </a:lnTo>
                    <a:cubicBezTo>
                      <a:pt x="20381" y="137675"/>
                      <a:pt x="43174" y="145162"/>
                      <a:pt x="68879" y="145162"/>
                    </a:cubicBezTo>
                    <a:cubicBezTo>
                      <a:pt x="105482" y="145162"/>
                      <a:pt x="131186" y="129440"/>
                      <a:pt x="131186" y="101405"/>
                    </a:cubicBezTo>
                    <a:lnTo>
                      <a:pt x="131186" y="100989"/>
                    </a:lnTo>
                    <a:cubicBezTo>
                      <a:pt x="131186" y="76408"/>
                      <a:pt x="111762" y="66092"/>
                      <a:pt x="77364" y="58647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3" name="Google Shape;1341;p83"/>
              <p:cNvSpPr/>
              <p:nvPr/>
            </p:nvSpPr>
            <p:spPr>
              <a:xfrm>
                <a:off x="9970920" y="5124240"/>
                <a:ext cx="123840" cy="117000"/>
              </a:xfrm>
              <a:custGeom>
                <a:avLst/>
                <a:gdLst>
                  <a:gd name="textAreaLeft" fmla="*/ 0 w 123840"/>
                  <a:gd name="textAreaRight" fmla="*/ 127440 w 123840"/>
                  <a:gd name="textAreaTop" fmla="*/ 0 h 117000"/>
                  <a:gd name="textAreaBottom" fmla="*/ 120600 h 117000"/>
                </a:gdLst>
                <a:ahLst/>
                <a:cxnLst/>
                <a:rect l="textAreaLeft" t="textAreaTop" r="textAreaRight" b="textAreaBottom"/>
                <a:pathLst>
                  <a:path w="127526" h="120455">
                    <a:moveTo>
                      <a:pt x="36353" y="50994"/>
                    </a:moveTo>
                    <a:cubicBezTo>
                      <a:pt x="39264" y="36103"/>
                      <a:pt x="49288" y="26370"/>
                      <a:pt x="64678" y="26370"/>
                    </a:cubicBezTo>
                    <a:cubicBezTo>
                      <a:pt x="80068" y="26370"/>
                      <a:pt x="90050" y="36311"/>
                      <a:pt x="92255" y="50994"/>
                    </a:cubicBezTo>
                    <a:lnTo>
                      <a:pt x="36353" y="50994"/>
                    </a:lnTo>
                    <a:close/>
                    <a:moveTo>
                      <a:pt x="64678" y="42"/>
                    </a:moveTo>
                    <a:cubicBezTo>
                      <a:pt x="26578" y="42"/>
                      <a:pt x="0" y="27244"/>
                      <a:pt x="0" y="60269"/>
                    </a:cubicBezTo>
                    <a:lnTo>
                      <a:pt x="0" y="60685"/>
                    </a:lnTo>
                    <a:cubicBezTo>
                      <a:pt x="0" y="96081"/>
                      <a:pt x="29032" y="120455"/>
                      <a:pt x="68338" y="120455"/>
                    </a:cubicBezTo>
                    <a:cubicBezTo>
                      <a:pt x="69461" y="120455"/>
                      <a:pt x="73122" y="120289"/>
                      <a:pt x="74245" y="120289"/>
                    </a:cubicBezTo>
                    <a:lnTo>
                      <a:pt x="74245" y="93919"/>
                    </a:lnTo>
                    <a:cubicBezTo>
                      <a:pt x="73330" y="93919"/>
                      <a:pt x="69794" y="94127"/>
                      <a:pt x="68796" y="94127"/>
                    </a:cubicBezTo>
                    <a:cubicBezTo>
                      <a:pt x="52200" y="94127"/>
                      <a:pt x="40512" y="86390"/>
                      <a:pt x="36810" y="71458"/>
                    </a:cubicBezTo>
                    <a:lnTo>
                      <a:pt x="127069" y="71458"/>
                    </a:lnTo>
                    <a:cubicBezTo>
                      <a:pt x="127277" y="68422"/>
                      <a:pt x="127526" y="66467"/>
                      <a:pt x="127526" y="63222"/>
                    </a:cubicBezTo>
                    <a:lnTo>
                      <a:pt x="127526" y="62806"/>
                    </a:lnTo>
                    <a:cubicBezTo>
                      <a:pt x="127526" y="29989"/>
                      <a:pt x="108310" y="0"/>
                      <a:pt x="64637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4" name="Google Shape;1342;p83"/>
              <p:cNvSpPr/>
              <p:nvPr/>
            </p:nvSpPr>
            <p:spPr>
              <a:xfrm>
                <a:off x="10096920" y="5125680"/>
                <a:ext cx="115560" cy="113400"/>
              </a:xfrm>
              <a:custGeom>
                <a:avLst/>
                <a:gdLst>
                  <a:gd name="textAreaLeft" fmla="*/ 0 w 115560"/>
                  <a:gd name="textAreaRight" fmla="*/ 119160 w 115560"/>
                  <a:gd name="textAreaTop" fmla="*/ 0 h 113400"/>
                  <a:gd name="textAreaBottom" fmla="*/ 117000 h 113400"/>
                </a:gdLst>
                <a:ahLst/>
                <a:cxnLst/>
                <a:rect l="textAreaLeft" t="textAreaTop" r="textAreaRight" b="textAreaBottom"/>
                <a:pathLst>
                  <a:path w="119290" h="117003">
                    <a:moveTo>
                      <a:pt x="119291" y="55736"/>
                    </a:moveTo>
                    <a:cubicBezTo>
                      <a:pt x="119291" y="24457"/>
                      <a:pt x="100158" y="0"/>
                      <a:pt x="59687" y="0"/>
                    </a:cubicBezTo>
                    <a:cubicBezTo>
                      <a:pt x="19216" y="0"/>
                      <a:pt x="0" y="24415"/>
                      <a:pt x="0" y="55736"/>
                    </a:cubicBezTo>
                    <a:lnTo>
                      <a:pt x="0" y="117003"/>
                    </a:lnTo>
                    <a:lnTo>
                      <a:pt x="37517" y="117003"/>
                    </a:lnTo>
                    <a:lnTo>
                      <a:pt x="37517" y="53489"/>
                    </a:lnTo>
                    <a:cubicBezTo>
                      <a:pt x="38183" y="41926"/>
                      <a:pt x="42758" y="28242"/>
                      <a:pt x="59687" y="28242"/>
                    </a:cubicBezTo>
                    <a:cubicBezTo>
                      <a:pt x="76616" y="28242"/>
                      <a:pt x="81482" y="41926"/>
                      <a:pt x="82147" y="53489"/>
                    </a:cubicBezTo>
                    <a:lnTo>
                      <a:pt x="82147" y="117003"/>
                    </a:lnTo>
                    <a:lnTo>
                      <a:pt x="119291" y="117003"/>
                    </a:lnTo>
                    <a:lnTo>
                      <a:pt x="119291" y="55736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5" name="Google Shape;1343;p83"/>
              <p:cNvSpPr/>
              <p:nvPr/>
            </p:nvSpPr>
            <p:spPr>
              <a:xfrm>
                <a:off x="10215360" y="5124960"/>
                <a:ext cx="116640" cy="115560"/>
              </a:xfrm>
              <a:custGeom>
                <a:avLst/>
                <a:gdLst>
                  <a:gd name="textAreaLeft" fmla="*/ 0 w 116640"/>
                  <a:gd name="textAreaRight" fmla="*/ 120240 w 116640"/>
                  <a:gd name="textAreaTop" fmla="*/ 0 h 115560"/>
                  <a:gd name="textAreaBottom" fmla="*/ 119160 h 115560"/>
                </a:gdLst>
                <a:ahLst/>
                <a:cxnLst/>
                <a:rect l="textAreaLeft" t="textAreaTop" r="textAreaRight" b="textAreaBottom"/>
                <a:pathLst>
                  <a:path w="120330" h="119165">
                    <a:moveTo>
                      <a:pt x="62016" y="0"/>
                    </a:moveTo>
                    <a:cubicBezTo>
                      <a:pt x="60352" y="0"/>
                      <a:pt x="54696" y="0"/>
                      <a:pt x="53157" y="83"/>
                    </a:cubicBezTo>
                    <a:lnTo>
                      <a:pt x="53157" y="28076"/>
                    </a:lnTo>
                    <a:cubicBezTo>
                      <a:pt x="60394" y="28159"/>
                      <a:pt x="70293" y="29365"/>
                      <a:pt x="74702" y="31694"/>
                    </a:cubicBezTo>
                    <a:cubicBezTo>
                      <a:pt x="81191" y="35105"/>
                      <a:pt x="84560" y="40845"/>
                      <a:pt x="84685" y="48623"/>
                    </a:cubicBezTo>
                    <a:cubicBezTo>
                      <a:pt x="75825" y="47583"/>
                      <a:pt x="65843" y="46876"/>
                      <a:pt x="57150" y="46668"/>
                    </a:cubicBezTo>
                    <a:cubicBezTo>
                      <a:pt x="21753" y="45753"/>
                      <a:pt x="4201" y="57482"/>
                      <a:pt x="707" y="76200"/>
                    </a:cubicBezTo>
                    <a:cubicBezTo>
                      <a:pt x="624" y="76532"/>
                      <a:pt x="582" y="76907"/>
                      <a:pt x="499" y="77281"/>
                    </a:cubicBezTo>
                    <a:cubicBezTo>
                      <a:pt x="499" y="77406"/>
                      <a:pt x="499" y="77531"/>
                      <a:pt x="458" y="77655"/>
                    </a:cubicBezTo>
                    <a:cubicBezTo>
                      <a:pt x="166" y="79444"/>
                      <a:pt x="0" y="81316"/>
                      <a:pt x="0" y="83312"/>
                    </a:cubicBezTo>
                    <a:lnTo>
                      <a:pt x="0" y="83728"/>
                    </a:lnTo>
                    <a:cubicBezTo>
                      <a:pt x="0" y="106646"/>
                      <a:pt x="20256" y="119166"/>
                      <a:pt x="44880" y="119166"/>
                    </a:cubicBezTo>
                    <a:cubicBezTo>
                      <a:pt x="62973" y="119166"/>
                      <a:pt x="75409" y="113301"/>
                      <a:pt x="84435" y="104483"/>
                    </a:cubicBezTo>
                    <a:lnTo>
                      <a:pt x="84435" y="117835"/>
                    </a:lnTo>
                    <a:lnTo>
                      <a:pt x="120330" y="117835"/>
                    </a:lnTo>
                    <a:lnTo>
                      <a:pt x="120330" y="49912"/>
                    </a:lnTo>
                    <a:cubicBezTo>
                      <a:pt x="120330" y="18592"/>
                      <a:pt x="102528" y="83"/>
                      <a:pt x="62016" y="83"/>
                    </a:cubicBezTo>
                    <a:moveTo>
                      <a:pt x="84809" y="76574"/>
                    </a:moveTo>
                    <a:cubicBezTo>
                      <a:pt x="81607" y="93503"/>
                      <a:pt x="64137" y="95998"/>
                      <a:pt x="60144" y="96248"/>
                    </a:cubicBezTo>
                    <a:cubicBezTo>
                      <a:pt x="31902" y="97745"/>
                      <a:pt x="30904" y="78446"/>
                      <a:pt x="40387" y="72539"/>
                    </a:cubicBezTo>
                    <a:cubicBezTo>
                      <a:pt x="53157" y="64637"/>
                      <a:pt x="84893" y="69087"/>
                      <a:pt x="84893" y="69087"/>
                    </a:cubicBezTo>
                    <a:cubicBezTo>
                      <a:pt x="84893" y="70210"/>
                      <a:pt x="85184" y="73122"/>
                      <a:pt x="84768" y="7657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976" name="Google Shape;1344;p83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084c8b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Google Shape;1345;p83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8" name="Google Shape;1346;p83" descr=""/>
          <p:cNvPicPr/>
          <p:nvPr/>
        </p:nvPicPr>
        <p:blipFill>
          <a:blip r:embed="rId2"/>
          <a:stretch/>
        </p:blipFill>
        <p:spPr>
          <a:xfrm>
            <a:off x="9719280" y="1364760"/>
            <a:ext cx="925560" cy="4845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79" name="Google Shape;1347;p83"/>
          <p:cNvGrpSpPr/>
          <p:nvPr/>
        </p:nvGrpSpPr>
        <p:grpSpPr>
          <a:xfrm>
            <a:off x="401040" y="198360"/>
            <a:ext cx="6898680" cy="1621440"/>
            <a:chOff x="401040" y="198360"/>
            <a:chExt cx="6898680" cy="1621440"/>
          </a:xfrm>
        </p:grpSpPr>
        <p:sp>
          <p:nvSpPr>
            <p:cNvPr id="980" name="Google Shape;1348;p83"/>
            <p:cNvSpPr/>
            <p:nvPr/>
          </p:nvSpPr>
          <p:spPr>
            <a:xfrm>
              <a:off x="690480" y="275760"/>
              <a:ext cx="321012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_ADMINISTRAÇÃO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REDES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1" name="Google Shape;1349;p83"/>
            <p:cNvSpPr/>
            <p:nvPr/>
          </p:nvSpPr>
          <p:spPr>
            <a:xfrm>
              <a:off x="2085480" y="838080"/>
              <a:ext cx="521424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_CISCO CCNA V7.0</a:t>
              </a:r>
              <a:endParaRPr b="0" lang="pt-BR" sz="1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982" name="Google Shape;1350;p83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983" name="Google Shape;1351;p83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4" name="Google Shape;1352;p83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em-vindo_Geral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31;p48"/>
          <p:cNvSpPr/>
          <p:nvPr/>
        </p:nvSpPr>
        <p:spPr>
          <a:xfrm>
            <a:off x="-187920" y="-628560"/>
            <a:ext cx="343080" cy="7806960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6" name="Google Shape;32;p48" descr=""/>
          <p:cNvPicPr/>
          <p:nvPr/>
        </p:nvPicPr>
        <p:blipFill>
          <a:blip r:embed="rId2"/>
          <a:stretch/>
        </p:blipFill>
        <p:spPr>
          <a:xfrm>
            <a:off x="9843120" y="2676960"/>
            <a:ext cx="2397600" cy="421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7" name="Google Shape;33;p48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Google Shape;34;p48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9" name="Google Shape;35;p48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Google Shape;36;p48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Google Shape;37;p48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Google Shape;38;p48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Google Shape;39;p48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Google Shape;40;p48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Google Shape;41;p48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Google Shape;42;p48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97" name="Google Shape;43;p48"/>
          <p:cNvGrpSpPr/>
          <p:nvPr/>
        </p:nvGrpSpPr>
        <p:grpSpPr>
          <a:xfrm>
            <a:off x="10113480" y="597240"/>
            <a:ext cx="605880" cy="149040"/>
            <a:chOff x="10113480" y="597240"/>
            <a:chExt cx="605880" cy="149040"/>
          </a:xfrm>
        </p:grpSpPr>
        <p:sp>
          <p:nvSpPr>
            <p:cNvPr id="998" name="Google Shape;44;p48"/>
            <p:cNvSpPr/>
            <p:nvPr/>
          </p:nvSpPr>
          <p:spPr>
            <a:xfrm>
              <a:off x="10627560" y="603360"/>
              <a:ext cx="91800" cy="142200"/>
            </a:xfrm>
            <a:custGeom>
              <a:avLst/>
              <a:gdLst>
                <a:gd name="textAreaLeft" fmla="*/ 0 w 91800"/>
                <a:gd name="textAreaRight" fmla="*/ 95400 w 91800"/>
                <a:gd name="textAreaTop" fmla="*/ 0 h 142200"/>
                <a:gd name="textAreaBottom" fmla="*/ 145800 h 1422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9" name="Google Shape;45;p48"/>
            <p:cNvSpPr/>
            <p:nvPr/>
          </p:nvSpPr>
          <p:spPr>
            <a:xfrm>
              <a:off x="10113480" y="597240"/>
              <a:ext cx="134280" cy="149040"/>
            </a:xfrm>
            <a:custGeom>
              <a:avLst/>
              <a:gdLst>
                <a:gd name="textAreaLeft" fmla="*/ 0 w 134280"/>
                <a:gd name="textAreaRight" fmla="*/ 137880 w 134280"/>
                <a:gd name="textAreaTop" fmla="*/ 0 h 149040"/>
                <a:gd name="textAreaBottom" fmla="*/ 152640 h 1490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0" name="Google Shape;46;p48"/>
            <p:cNvSpPr/>
            <p:nvPr/>
          </p:nvSpPr>
          <p:spPr>
            <a:xfrm>
              <a:off x="10246320" y="618480"/>
              <a:ext cx="130680" cy="123120"/>
            </a:xfrm>
            <a:custGeom>
              <a:avLst/>
              <a:gdLst>
                <a:gd name="textAreaLeft" fmla="*/ 0 w 130680"/>
                <a:gd name="textAreaRight" fmla="*/ 134280 w 130680"/>
                <a:gd name="textAreaTop" fmla="*/ 0 h 123120"/>
                <a:gd name="textAreaBottom" fmla="*/ 126720 h 1231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1" name="Google Shape;47;p48"/>
            <p:cNvSpPr/>
            <p:nvPr/>
          </p:nvSpPr>
          <p:spPr>
            <a:xfrm>
              <a:off x="10378800" y="619920"/>
              <a:ext cx="122040" cy="119520"/>
            </a:xfrm>
            <a:custGeom>
              <a:avLst/>
              <a:gdLst>
                <a:gd name="textAreaLeft" fmla="*/ 0 w 122040"/>
                <a:gd name="textAreaRight" fmla="*/ 125640 w 122040"/>
                <a:gd name="textAreaTop" fmla="*/ 0 h 119520"/>
                <a:gd name="textAreaBottom" fmla="*/ 123120 h 1195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2" name="Google Shape;48;p48"/>
            <p:cNvSpPr/>
            <p:nvPr/>
          </p:nvSpPr>
          <p:spPr>
            <a:xfrm>
              <a:off x="10503000" y="619200"/>
              <a:ext cx="123120" cy="121680"/>
            </a:xfrm>
            <a:custGeom>
              <a:avLst/>
              <a:gdLst>
                <a:gd name="textAreaLeft" fmla="*/ 0 w 123120"/>
                <a:gd name="textAreaRight" fmla="*/ 126720 w 123120"/>
                <a:gd name="textAreaTop" fmla="*/ 0 h 121680"/>
                <a:gd name="textAreaBottom" fmla="*/ 125280 h 1216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03" name="Google Shape;49;p48"/>
          <p:cNvGrpSpPr/>
          <p:nvPr/>
        </p:nvGrpSpPr>
        <p:grpSpPr>
          <a:xfrm>
            <a:off x="10033920" y="603360"/>
            <a:ext cx="1465920" cy="1041840"/>
            <a:chOff x="10033920" y="603360"/>
            <a:chExt cx="1465920" cy="1041840"/>
          </a:xfrm>
        </p:grpSpPr>
        <p:grpSp>
          <p:nvGrpSpPr>
            <p:cNvPr id="1004" name="Google Shape;50;p48"/>
            <p:cNvGrpSpPr/>
            <p:nvPr/>
          </p:nvGrpSpPr>
          <p:grpSpPr>
            <a:xfrm>
              <a:off x="10033920" y="880200"/>
              <a:ext cx="1465920" cy="765000"/>
              <a:chOff x="10033920" y="880200"/>
              <a:chExt cx="1465920" cy="765000"/>
            </a:xfrm>
          </p:grpSpPr>
          <p:grpSp>
            <p:nvGrpSpPr>
              <p:cNvPr id="1005" name="Google Shape;51;p48"/>
              <p:cNvGrpSpPr/>
              <p:nvPr/>
            </p:nvGrpSpPr>
            <p:grpSpPr>
              <a:xfrm>
                <a:off x="10033920" y="880200"/>
                <a:ext cx="1220040" cy="295920"/>
                <a:chOff x="10033920" y="880200"/>
                <a:chExt cx="1220040" cy="295920"/>
              </a:xfrm>
            </p:grpSpPr>
            <p:sp>
              <p:nvSpPr>
                <p:cNvPr id="1006" name="Google Shape;52;p48"/>
                <p:cNvSpPr/>
                <p:nvPr/>
              </p:nvSpPr>
              <p:spPr>
                <a:xfrm>
                  <a:off x="10033920" y="880200"/>
                  <a:ext cx="145800" cy="294480"/>
                </a:xfrm>
                <a:custGeom>
                  <a:avLst/>
                  <a:gdLst>
                    <a:gd name="textAreaLeft" fmla="*/ 0 w 145800"/>
                    <a:gd name="textAreaRight" fmla="*/ 149400 w 145800"/>
                    <a:gd name="textAreaTop" fmla="*/ 0 h 294480"/>
                    <a:gd name="textAreaBottom" fmla="*/ 298080 h 294480"/>
                  </a:gdLst>
                  <a:ahLst/>
                  <a:cxnLst/>
                  <a:rect l="textAreaLeft" t="textAreaTop" r="textAreaRight" b="textAreaBottom"/>
                  <a:pathLst>
                    <a:path w="149489" h="298105">
                      <a:moveTo>
                        <a:pt x="96163" y="298106"/>
                      </a:moveTo>
                      <a:cubicBezTo>
                        <a:pt x="55512" y="298106"/>
                        <a:pt x="27975" y="281933"/>
                        <a:pt x="27975" y="227732"/>
                      </a:cubicBezTo>
                      <a:lnTo>
                        <a:pt x="27975" y="116707"/>
                      </a:lnTo>
                      <a:lnTo>
                        <a:pt x="0" y="116707"/>
                      </a:lnTo>
                      <a:lnTo>
                        <a:pt x="0" y="59883"/>
                      </a:lnTo>
                      <a:lnTo>
                        <a:pt x="27975" y="59883"/>
                      </a:lnTo>
                      <a:lnTo>
                        <a:pt x="27975" y="0"/>
                      </a:lnTo>
                      <a:lnTo>
                        <a:pt x="94415" y="0"/>
                      </a:lnTo>
                      <a:lnTo>
                        <a:pt x="94415" y="59883"/>
                      </a:lnTo>
                      <a:lnTo>
                        <a:pt x="149490" y="59883"/>
                      </a:lnTo>
                      <a:lnTo>
                        <a:pt x="149490" y="116707"/>
                      </a:lnTo>
                      <a:lnTo>
                        <a:pt x="94415" y="116707"/>
                      </a:lnTo>
                      <a:lnTo>
                        <a:pt x="94415" y="216804"/>
                      </a:lnTo>
                      <a:cubicBezTo>
                        <a:pt x="94415" y="232103"/>
                        <a:pt x="100971" y="239534"/>
                        <a:pt x="115833" y="239534"/>
                      </a:cubicBezTo>
                      <a:cubicBezTo>
                        <a:pt x="128072" y="239534"/>
                        <a:pt x="138999" y="236474"/>
                        <a:pt x="148616" y="231229"/>
                      </a:cubicBezTo>
                      <a:lnTo>
                        <a:pt x="148616" y="284555"/>
                      </a:lnTo>
                      <a:cubicBezTo>
                        <a:pt x="134628" y="292860"/>
                        <a:pt x="118455" y="298106"/>
                        <a:pt x="96163" y="298106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7" name="Google Shape;53;p48"/>
                <p:cNvSpPr/>
                <p:nvPr/>
              </p:nvSpPr>
              <p:spPr>
                <a:xfrm>
                  <a:off x="10214280" y="935640"/>
                  <a:ext cx="226440" cy="240480"/>
                </a:xfrm>
                <a:custGeom>
                  <a:avLst/>
                  <a:gdLst>
                    <a:gd name="textAreaLeft" fmla="*/ 0 w 226440"/>
                    <a:gd name="textAreaRight" fmla="*/ 230040 w 2264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29917" h="243904">
                      <a:moveTo>
                        <a:pt x="229043" y="144682"/>
                      </a:moveTo>
                      <a:lnTo>
                        <a:pt x="66003" y="144682"/>
                      </a:lnTo>
                      <a:cubicBezTo>
                        <a:pt x="72559" y="174842"/>
                        <a:pt x="93540" y="190578"/>
                        <a:pt x="123264" y="190578"/>
                      </a:cubicBezTo>
                      <a:cubicBezTo>
                        <a:pt x="145556" y="190578"/>
                        <a:pt x="161729" y="183584"/>
                        <a:pt x="180087" y="166537"/>
                      </a:cubicBezTo>
                      <a:lnTo>
                        <a:pt x="218115" y="200194"/>
                      </a:lnTo>
                      <a:cubicBezTo>
                        <a:pt x="196260" y="227295"/>
                        <a:pt x="164789" y="243905"/>
                        <a:pt x="122389" y="243905"/>
                      </a:cubicBezTo>
                      <a:cubicBezTo>
                        <a:pt x="52016" y="243905"/>
                        <a:pt x="0" y="194512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47644" y="0"/>
                        <a:pt x="115833" y="0"/>
                      </a:cubicBezTo>
                      <a:cubicBezTo>
                        <a:pt x="194075" y="0"/>
                        <a:pt x="229917" y="60758"/>
                        <a:pt x="229917" y="127198"/>
                      </a:cubicBezTo>
                      <a:lnTo>
                        <a:pt x="229917" y="128072"/>
                      </a:lnTo>
                      <a:cubicBezTo>
                        <a:pt x="229917" y="134628"/>
                        <a:pt x="229480" y="138562"/>
                        <a:pt x="229043" y="144682"/>
                      </a:cubicBezTo>
                      <a:close/>
                      <a:moveTo>
                        <a:pt x="115833" y="53327"/>
                      </a:moveTo>
                      <a:cubicBezTo>
                        <a:pt x="88295" y="53327"/>
                        <a:pt x="70374" y="72997"/>
                        <a:pt x="65129" y="103157"/>
                      </a:cubicBezTo>
                      <a:lnTo>
                        <a:pt x="165226" y="103157"/>
                      </a:lnTo>
                      <a:cubicBezTo>
                        <a:pt x="161292" y="73434"/>
                        <a:pt x="143808" y="53327"/>
                        <a:pt x="115833" y="5332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8" name="Google Shape;54;p48"/>
                <p:cNvSpPr/>
                <p:nvPr/>
              </p:nvSpPr>
              <p:spPr>
                <a:xfrm>
                  <a:off x="10482120" y="935640"/>
                  <a:ext cx="214200" cy="240480"/>
                </a:xfrm>
                <a:custGeom>
                  <a:avLst/>
                  <a:gdLst>
                    <a:gd name="textAreaLeft" fmla="*/ 0 w 214200"/>
                    <a:gd name="textAreaRight" fmla="*/ 217800 w 214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17678" h="243904">
                      <a:moveTo>
                        <a:pt x="121952" y="243905"/>
                      </a:moveTo>
                      <a:cubicBezTo>
                        <a:pt x="51578" y="243905"/>
                        <a:pt x="0" y="189704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5075"/>
                        <a:pt x="51141" y="0"/>
                        <a:pt x="122827" y="0"/>
                      </a:cubicBezTo>
                      <a:cubicBezTo>
                        <a:pt x="166974" y="0"/>
                        <a:pt x="194512" y="14862"/>
                        <a:pt x="216367" y="39339"/>
                      </a:cubicBezTo>
                      <a:lnTo>
                        <a:pt x="175716" y="83050"/>
                      </a:lnTo>
                      <a:cubicBezTo>
                        <a:pt x="160855" y="67314"/>
                        <a:pt x="145993" y="57261"/>
                        <a:pt x="122389" y="57261"/>
                      </a:cubicBezTo>
                      <a:cubicBezTo>
                        <a:pt x="89169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7795"/>
                        <a:pt x="88732" y="186644"/>
                        <a:pt x="125012" y="186644"/>
                      </a:cubicBezTo>
                      <a:cubicBezTo>
                        <a:pt x="147304" y="186644"/>
                        <a:pt x="162603" y="177028"/>
                        <a:pt x="178776" y="161729"/>
                      </a:cubicBezTo>
                      <a:lnTo>
                        <a:pt x="217678" y="201068"/>
                      </a:lnTo>
                      <a:cubicBezTo>
                        <a:pt x="194949" y="225983"/>
                        <a:pt x="168723" y="243905"/>
                        <a:pt x="121952" y="24390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09" name="Google Shape;55;p48"/>
                <p:cNvSpPr/>
                <p:nvPr/>
              </p:nvSpPr>
              <p:spPr>
                <a:xfrm>
                  <a:off x="10743120" y="935640"/>
                  <a:ext cx="210960" cy="235080"/>
                </a:xfrm>
                <a:custGeom>
                  <a:avLst/>
                  <a:gdLst>
                    <a:gd name="textAreaLeft" fmla="*/ 0 w 210960"/>
                    <a:gd name="textAreaRight" fmla="*/ 214560 w 210960"/>
                    <a:gd name="textAreaTop" fmla="*/ 0 h 235080"/>
                    <a:gd name="textAreaBottom" fmla="*/ 238680 h 235080"/>
                  </a:gdLst>
                  <a:ahLst/>
                  <a:cxnLst/>
                  <a:rect l="textAreaLeft" t="textAreaTop" r="textAreaRight" b="textAreaBottom"/>
                  <a:pathLst>
                    <a:path w="214618" h="238659">
                      <a:moveTo>
                        <a:pt x="148179" y="238659"/>
                      </a:moveTo>
                      <a:lnTo>
                        <a:pt x="148179" y="107965"/>
                      </a:lnTo>
                      <a:cubicBezTo>
                        <a:pt x="148179" y="76493"/>
                        <a:pt x="133317" y="60320"/>
                        <a:pt x="107965" y="60320"/>
                      </a:cubicBezTo>
                      <a:cubicBezTo>
                        <a:pt x="82613" y="60320"/>
                        <a:pt x="66440" y="76493"/>
                        <a:pt x="66440" y="107965"/>
                      </a:cubicBezTo>
                      <a:lnTo>
                        <a:pt x="66440" y="238659"/>
                      </a:lnTo>
                      <a:lnTo>
                        <a:pt x="0" y="238659"/>
                      </a:lnTo>
                      <a:lnTo>
                        <a:pt x="0" y="4371"/>
                      </a:lnTo>
                      <a:lnTo>
                        <a:pt x="66440" y="4371"/>
                      </a:lnTo>
                      <a:lnTo>
                        <a:pt x="66440" y="37591"/>
                      </a:lnTo>
                      <a:cubicBezTo>
                        <a:pt x="81739" y="17921"/>
                        <a:pt x="101408" y="0"/>
                        <a:pt x="135065" y="0"/>
                      </a:cubicBezTo>
                      <a:cubicBezTo>
                        <a:pt x="185333" y="0"/>
                        <a:pt x="214619" y="33220"/>
                        <a:pt x="214619" y="86984"/>
                      </a:cubicBezTo>
                      <a:lnTo>
                        <a:pt x="214619" y="238659"/>
                      </a:lnTo>
                      <a:lnTo>
                        <a:pt x="148179" y="238659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0" name="Google Shape;56;p48"/>
                <p:cNvSpPr/>
                <p:nvPr/>
              </p:nvSpPr>
              <p:spPr>
                <a:xfrm>
                  <a:off x="11004120" y="935640"/>
                  <a:ext cx="249840" cy="240480"/>
                </a:xfrm>
                <a:custGeom>
                  <a:avLst/>
                  <a:gdLst>
                    <a:gd name="textAreaLeft" fmla="*/ 0 w 249840"/>
                    <a:gd name="textAreaRight" fmla="*/ 253440 w 2498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011" name="Google Shape;57;p48"/>
              <p:cNvGrpSpPr/>
              <p:nvPr/>
            </p:nvGrpSpPr>
            <p:grpSpPr>
              <a:xfrm>
                <a:off x="10455480" y="1258560"/>
                <a:ext cx="1044360" cy="386640"/>
                <a:chOff x="10455480" y="1258560"/>
                <a:chExt cx="1044360" cy="386640"/>
              </a:xfrm>
            </p:grpSpPr>
            <p:sp>
              <p:nvSpPr>
                <p:cNvPr id="1012" name="Google Shape;58;p48"/>
                <p:cNvSpPr/>
                <p:nvPr/>
              </p:nvSpPr>
              <p:spPr>
                <a:xfrm>
                  <a:off x="10455480" y="1258920"/>
                  <a:ext cx="63000" cy="31536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315360"/>
                    <a:gd name="textAreaBottom" fmla="*/ 318960 h 315360"/>
                  </a:gdLst>
                  <a:ahLst/>
                  <a:cxnLst/>
                  <a:rect l="textAreaLeft" t="textAreaTop" r="textAreaRight" b="textAreaBottom"/>
                  <a:pathLst>
                    <a:path w="66439" h="319086">
                      <a:moveTo>
                        <a:pt x="0" y="319087"/>
                      </a:moveTo>
                      <a:lnTo>
                        <a:pt x="0" y="0"/>
                      </a:lnTo>
                      <a:lnTo>
                        <a:pt x="66440" y="0"/>
                      </a:lnTo>
                      <a:lnTo>
                        <a:pt x="66440" y="319087"/>
                      </a:lnTo>
                      <a:lnTo>
                        <a:pt x="0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3" name="Google Shape;59;p48"/>
                <p:cNvSpPr/>
                <p:nvPr/>
              </p:nvSpPr>
              <p:spPr>
                <a:xfrm>
                  <a:off x="10572840" y="1339200"/>
                  <a:ext cx="249840" cy="240480"/>
                </a:xfrm>
                <a:custGeom>
                  <a:avLst/>
                  <a:gdLst>
                    <a:gd name="textAreaLeft" fmla="*/ 0 w 249840"/>
                    <a:gd name="textAreaRight" fmla="*/ 253440 w 2498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520" h="243904">
                      <a:moveTo>
                        <a:pt x="126323" y="243905"/>
                      </a:moveTo>
                      <a:cubicBezTo>
                        <a:pt x="53764" y="243905"/>
                        <a:pt x="0" y="190141"/>
                        <a:pt x="0" y="122827"/>
                      </a:cubicBezTo>
                      <a:lnTo>
                        <a:pt x="0" y="121952"/>
                      </a:lnTo>
                      <a:cubicBezTo>
                        <a:pt x="0" y="54638"/>
                        <a:pt x="54201" y="0"/>
                        <a:pt x="127198" y="0"/>
                      </a:cubicBezTo>
                      <a:cubicBezTo>
                        <a:pt x="200194" y="0"/>
                        <a:pt x="253521" y="53764"/>
                        <a:pt x="253521" y="121078"/>
                      </a:cubicBezTo>
                      <a:lnTo>
                        <a:pt x="253521" y="121952"/>
                      </a:lnTo>
                      <a:cubicBezTo>
                        <a:pt x="253521" y="189266"/>
                        <a:pt x="199320" y="243905"/>
                        <a:pt x="126323" y="243905"/>
                      </a:cubicBezTo>
                      <a:close/>
                      <a:moveTo>
                        <a:pt x="187955" y="121952"/>
                      </a:moveTo>
                      <a:cubicBezTo>
                        <a:pt x="187955" y="87421"/>
                        <a:pt x="163040" y="57261"/>
                        <a:pt x="126323" y="57261"/>
                      </a:cubicBezTo>
                      <a:cubicBezTo>
                        <a:pt x="89607" y="57261"/>
                        <a:pt x="65566" y="86547"/>
                        <a:pt x="65566" y="121078"/>
                      </a:cubicBezTo>
                      <a:lnTo>
                        <a:pt x="65566" y="121952"/>
                      </a:lnTo>
                      <a:cubicBezTo>
                        <a:pt x="65566" y="156484"/>
                        <a:pt x="90481" y="186644"/>
                        <a:pt x="127198" y="186644"/>
                      </a:cubicBezTo>
                      <a:cubicBezTo>
                        <a:pt x="163914" y="186644"/>
                        <a:pt x="187955" y="157358"/>
                        <a:pt x="187955" y="122827"/>
                      </a:cubicBezTo>
                      <a:lnTo>
                        <a:pt x="187955" y="121952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4" name="Google Shape;60;p48"/>
                <p:cNvSpPr/>
                <p:nvPr/>
              </p:nvSpPr>
              <p:spPr>
                <a:xfrm>
                  <a:off x="10864080" y="1339200"/>
                  <a:ext cx="242640" cy="306000"/>
                </a:xfrm>
                <a:custGeom>
                  <a:avLst/>
                  <a:gdLst>
                    <a:gd name="textAreaLeft" fmla="*/ 0 w 242640"/>
                    <a:gd name="textAreaRight" fmla="*/ 246240 w 242640"/>
                    <a:gd name="textAreaTop" fmla="*/ 0 h 306000"/>
                    <a:gd name="textAreaBottom" fmla="*/ 309600 h 306000"/>
                  </a:gdLst>
                  <a:ahLst/>
                  <a:cxnLst/>
                  <a:rect l="textAreaLeft" t="textAreaTop" r="textAreaRight" b="textAreaBottom"/>
                  <a:pathLst>
                    <a:path w="246090" h="309470">
                      <a:moveTo>
                        <a:pt x="115396" y="309470"/>
                      </a:moveTo>
                      <a:cubicBezTo>
                        <a:pt x="77368" y="309470"/>
                        <a:pt x="41525" y="300728"/>
                        <a:pt x="11802" y="284992"/>
                      </a:cubicBezTo>
                      <a:lnTo>
                        <a:pt x="34531" y="235163"/>
                      </a:lnTo>
                      <a:cubicBezTo>
                        <a:pt x="58572" y="248713"/>
                        <a:pt x="82613" y="256581"/>
                        <a:pt x="113647" y="256581"/>
                      </a:cubicBezTo>
                      <a:cubicBezTo>
                        <a:pt x="159106" y="256581"/>
                        <a:pt x="180524" y="234725"/>
                        <a:pt x="180524" y="192763"/>
                      </a:cubicBezTo>
                      <a:lnTo>
                        <a:pt x="180524" y="181399"/>
                      </a:lnTo>
                      <a:cubicBezTo>
                        <a:pt x="160855" y="205002"/>
                        <a:pt x="139436" y="219427"/>
                        <a:pt x="104031" y="219427"/>
                      </a:cubicBezTo>
                      <a:cubicBezTo>
                        <a:pt x="49393" y="219427"/>
                        <a:pt x="0" y="179650"/>
                        <a:pt x="0" y="110150"/>
                      </a:cubicBezTo>
                      <a:lnTo>
                        <a:pt x="0" y="109276"/>
                      </a:lnTo>
                      <a:cubicBezTo>
                        <a:pt x="0" y="39339"/>
                        <a:pt x="50267" y="0"/>
                        <a:pt x="104031" y="0"/>
                      </a:cubicBezTo>
                      <a:cubicBezTo>
                        <a:pt x="140311" y="0"/>
                        <a:pt x="161729" y="15299"/>
                        <a:pt x="179650" y="34968"/>
                      </a:cubicBezTo>
                      <a:lnTo>
                        <a:pt x="179650" y="4371"/>
                      </a:lnTo>
                      <a:lnTo>
                        <a:pt x="246090" y="4371"/>
                      </a:lnTo>
                      <a:lnTo>
                        <a:pt x="246090" y="185770"/>
                      </a:lnTo>
                      <a:cubicBezTo>
                        <a:pt x="246090" y="274065"/>
                        <a:pt x="202380" y="309470"/>
                        <a:pt x="115396" y="309470"/>
                      </a:cubicBezTo>
                      <a:close/>
                      <a:moveTo>
                        <a:pt x="180524" y="109276"/>
                      </a:moveTo>
                      <a:cubicBezTo>
                        <a:pt x="180524" y="77368"/>
                        <a:pt x="155609" y="55075"/>
                        <a:pt x="123264" y="55075"/>
                      </a:cubicBezTo>
                      <a:cubicBezTo>
                        <a:pt x="90918" y="55075"/>
                        <a:pt x="66440" y="77368"/>
                        <a:pt x="66440" y="109276"/>
                      </a:cubicBezTo>
                      <a:lnTo>
                        <a:pt x="66440" y="110150"/>
                      </a:lnTo>
                      <a:cubicBezTo>
                        <a:pt x="66440" y="142496"/>
                        <a:pt x="90918" y="164352"/>
                        <a:pt x="123264" y="164352"/>
                      </a:cubicBezTo>
                      <a:cubicBezTo>
                        <a:pt x="155609" y="164352"/>
                        <a:pt x="180524" y="142059"/>
                        <a:pt x="180524" y="110150"/>
                      </a:cubicBezTo>
                      <a:lnTo>
                        <a:pt x="180524" y="10927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5" name="Google Shape;61;p48"/>
                <p:cNvSpPr/>
                <p:nvPr/>
              </p:nvSpPr>
              <p:spPr>
                <a:xfrm>
                  <a:off x="11170800" y="1258560"/>
                  <a:ext cx="66240" cy="315360"/>
                </a:xfrm>
                <a:custGeom>
                  <a:avLst/>
                  <a:gdLst>
                    <a:gd name="textAreaLeft" fmla="*/ 0 w 66240"/>
                    <a:gd name="textAreaRight" fmla="*/ 69840 w 66240"/>
                    <a:gd name="textAreaTop" fmla="*/ 0 h 315360"/>
                    <a:gd name="textAreaBottom" fmla="*/ 318960 h 315360"/>
                  </a:gdLst>
                  <a:ahLst/>
                  <a:cxnLst/>
                  <a:rect l="textAreaLeft" t="textAreaTop" r="textAreaRight" b="textAreaBottom"/>
                  <a:pathLst>
                    <a:path w="69936" h="319086">
                      <a:moveTo>
                        <a:pt x="0" y="59009"/>
                      </a:moveTo>
                      <a:lnTo>
                        <a:pt x="0" y="0"/>
                      </a:lnTo>
                      <a:lnTo>
                        <a:pt x="69937" y="0"/>
                      </a:lnTo>
                      <a:lnTo>
                        <a:pt x="69937" y="59009"/>
                      </a:lnTo>
                      <a:lnTo>
                        <a:pt x="0" y="59009"/>
                      </a:lnTo>
                      <a:close/>
                      <a:moveTo>
                        <a:pt x="1748" y="319087"/>
                      </a:moveTo>
                      <a:lnTo>
                        <a:pt x="1748" y="84798"/>
                      </a:lnTo>
                      <a:lnTo>
                        <a:pt x="68188" y="84798"/>
                      </a:lnTo>
                      <a:lnTo>
                        <a:pt x="68188" y="319087"/>
                      </a:lnTo>
                      <a:lnTo>
                        <a:pt x="1748" y="31908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016" name="Google Shape;62;p48"/>
                <p:cNvSpPr/>
                <p:nvPr/>
              </p:nvSpPr>
              <p:spPr>
                <a:xfrm>
                  <a:off x="11287800" y="1341000"/>
                  <a:ext cx="212040" cy="237600"/>
                </a:xfrm>
                <a:custGeom>
                  <a:avLst/>
                  <a:gdLst>
                    <a:gd name="textAreaLeft" fmla="*/ 0 w 212040"/>
                    <a:gd name="textAreaRight" fmla="*/ 215640 w 212040"/>
                    <a:gd name="textAreaTop" fmla="*/ 0 h 237600"/>
                    <a:gd name="textAreaBottom" fmla="*/ 241200 h 237600"/>
                  </a:gdLst>
                  <a:ahLst/>
                  <a:cxnLst/>
                  <a:rect l="textAreaLeft" t="textAreaTop" r="textAreaRight" b="textAreaBottom"/>
                  <a:pathLst>
                    <a:path w="215492" h="241281">
                      <a:moveTo>
                        <a:pt x="151238" y="236911"/>
                      </a:moveTo>
                      <a:lnTo>
                        <a:pt x="151238" y="211559"/>
                      </a:lnTo>
                      <a:cubicBezTo>
                        <a:pt x="135066" y="229480"/>
                        <a:pt x="112773" y="241282"/>
                        <a:pt x="80427" y="241282"/>
                      </a:cubicBezTo>
                      <a:cubicBezTo>
                        <a:pt x="36280" y="241282"/>
                        <a:pt x="0" y="215930"/>
                        <a:pt x="0" y="169597"/>
                      </a:cubicBezTo>
                      <a:lnTo>
                        <a:pt x="0" y="168723"/>
                      </a:lnTo>
                      <a:cubicBezTo>
                        <a:pt x="0" y="117581"/>
                        <a:pt x="38902" y="93978"/>
                        <a:pt x="94415" y="93978"/>
                      </a:cubicBezTo>
                      <a:cubicBezTo>
                        <a:pt x="118018" y="93978"/>
                        <a:pt x="135066" y="97912"/>
                        <a:pt x="151676" y="103594"/>
                      </a:cubicBezTo>
                      <a:lnTo>
                        <a:pt x="151676" y="99660"/>
                      </a:lnTo>
                      <a:cubicBezTo>
                        <a:pt x="151676" y="72122"/>
                        <a:pt x="134628" y="56824"/>
                        <a:pt x="101408" y="56824"/>
                      </a:cubicBezTo>
                      <a:cubicBezTo>
                        <a:pt x="76056" y="56824"/>
                        <a:pt x="58135" y="61632"/>
                        <a:pt x="36717" y="69500"/>
                      </a:cubicBezTo>
                      <a:lnTo>
                        <a:pt x="20107" y="18795"/>
                      </a:lnTo>
                      <a:cubicBezTo>
                        <a:pt x="45896" y="7431"/>
                        <a:pt x="71248" y="0"/>
                        <a:pt x="111025" y="0"/>
                      </a:cubicBezTo>
                      <a:cubicBezTo>
                        <a:pt x="183584" y="0"/>
                        <a:pt x="215493" y="37591"/>
                        <a:pt x="215493" y="100971"/>
                      </a:cubicBezTo>
                      <a:lnTo>
                        <a:pt x="215493" y="236911"/>
                      </a:lnTo>
                      <a:lnTo>
                        <a:pt x="151238" y="236911"/>
                      </a:lnTo>
                      <a:close/>
                      <a:moveTo>
                        <a:pt x="152550" y="142496"/>
                      </a:moveTo>
                      <a:cubicBezTo>
                        <a:pt x="141185" y="137251"/>
                        <a:pt x="126323" y="133754"/>
                        <a:pt x="110151" y="133754"/>
                      </a:cubicBezTo>
                      <a:cubicBezTo>
                        <a:pt x="81739" y="133754"/>
                        <a:pt x="64254" y="145119"/>
                        <a:pt x="64254" y="166100"/>
                      </a:cubicBezTo>
                      <a:lnTo>
                        <a:pt x="64254" y="166974"/>
                      </a:lnTo>
                      <a:cubicBezTo>
                        <a:pt x="64254" y="184895"/>
                        <a:pt x="79116" y="195386"/>
                        <a:pt x="100534" y="195386"/>
                      </a:cubicBezTo>
                      <a:cubicBezTo>
                        <a:pt x="131569" y="195386"/>
                        <a:pt x="152550" y="178339"/>
                        <a:pt x="152550" y="154298"/>
                      </a:cubicBezTo>
                      <a:lnTo>
                        <a:pt x="152550" y="142496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017" name="Google Shape;63;p48"/>
            <p:cNvGrpSpPr/>
            <p:nvPr/>
          </p:nvGrpSpPr>
          <p:grpSpPr>
            <a:xfrm>
              <a:off x="10120680" y="603360"/>
              <a:ext cx="605880" cy="149040"/>
              <a:chOff x="10120680" y="603360"/>
              <a:chExt cx="605880" cy="149040"/>
            </a:xfrm>
          </p:grpSpPr>
          <p:sp>
            <p:nvSpPr>
              <p:cNvPr id="1018" name="Google Shape;64;p48"/>
              <p:cNvSpPr/>
              <p:nvPr/>
            </p:nvSpPr>
            <p:spPr>
              <a:xfrm>
                <a:off x="10634760" y="60948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95507" h="145774">
                    <a:moveTo>
                      <a:pt x="95507" y="116663"/>
                    </a:moveTo>
                    <a:cubicBezTo>
                      <a:pt x="94808" y="116663"/>
                      <a:pt x="94109" y="116663"/>
                      <a:pt x="93409" y="116663"/>
                    </a:cubicBezTo>
                    <a:cubicBezTo>
                      <a:pt x="64648" y="116663"/>
                      <a:pt x="43798" y="98261"/>
                      <a:pt x="43798" y="72865"/>
                    </a:cubicBezTo>
                    <a:lnTo>
                      <a:pt x="43798" y="72297"/>
                    </a:lnTo>
                    <a:cubicBezTo>
                      <a:pt x="43798" y="48038"/>
                      <a:pt x="64692" y="29024"/>
                      <a:pt x="91355" y="29024"/>
                    </a:cubicBezTo>
                    <a:cubicBezTo>
                      <a:pt x="92797" y="29024"/>
                      <a:pt x="94152" y="29067"/>
                      <a:pt x="95507" y="29155"/>
                    </a:cubicBezTo>
                    <a:lnTo>
                      <a:pt x="95507" y="44"/>
                    </a:lnTo>
                    <a:cubicBezTo>
                      <a:pt x="94284" y="0"/>
                      <a:pt x="93016" y="0"/>
                      <a:pt x="91705" y="0"/>
                    </a:cubicBezTo>
                    <a:cubicBezTo>
                      <a:pt x="39471" y="0"/>
                      <a:pt x="0" y="31297"/>
                      <a:pt x="0" y="72909"/>
                    </a:cubicBezTo>
                    <a:lnTo>
                      <a:pt x="0" y="73434"/>
                    </a:lnTo>
                    <a:cubicBezTo>
                      <a:pt x="0" y="113997"/>
                      <a:pt x="39995" y="145775"/>
                      <a:pt x="91005" y="145775"/>
                    </a:cubicBezTo>
                    <a:cubicBezTo>
                      <a:pt x="92579" y="145775"/>
                      <a:pt x="93978" y="145775"/>
                      <a:pt x="95464" y="145687"/>
                    </a:cubicBezTo>
                    <a:lnTo>
                      <a:pt x="95464" y="11662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9" name="Google Shape;65;p48"/>
              <p:cNvSpPr/>
              <p:nvPr/>
            </p:nvSpPr>
            <p:spPr>
              <a:xfrm>
                <a:off x="10120680" y="60336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37862" h="152549">
                    <a:moveTo>
                      <a:pt x="81302" y="61632"/>
                    </a:moveTo>
                    <a:cubicBezTo>
                      <a:pt x="50486" y="55075"/>
                      <a:pt x="46115" y="51884"/>
                      <a:pt x="46115" y="42137"/>
                    </a:cubicBezTo>
                    <a:lnTo>
                      <a:pt x="46115" y="41700"/>
                    </a:lnTo>
                    <a:cubicBezTo>
                      <a:pt x="46115" y="34531"/>
                      <a:pt x="54026" y="28805"/>
                      <a:pt x="69063" y="28805"/>
                    </a:cubicBezTo>
                    <a:cubicBezTo>
                      <a:pt x="76712" y="28805"/>
                      <a:pt x="86722" y="30903"/>
                      <a:pt x="93759" y="33482"/>
                    </a:cubicBezTo>
                    <a:lnTo>
                      <a:pt x="93759" y="2448"/>
                    </a:lnTo>
                    <a:cubicBezTo>
                      <a:pt x="87246" y="1311"/>
                      <a:pt x="77193" y="0"/>
                      <a:pt x="69587" y="0"/>
                    </a:cubicBezTo>
                    <a:cubicBezTo>
                      <a:pt x="33133" y="0"/>
                      <a:pt x="7169" y="17790"/>
                      <a:pt x="7169" y="44716"/>
                    </a:cubicBezTo>
                    <a:lnTo>
                      <a:pt x="7169" y="45109"/>
                    </a:lnTo>
                    <a:cubicBezTo>
                      <a:pt x="7169" y="74570"/>
                      <a:pt x="30335" y="82788"/>
                      <a:pt x="66265" y="90437"/>
                    </a:cubicBezTo>
                    <a:cubicBezTo>
                      <a:pt x="96076" y="96819"/>
                      <a:pt x="98873" y="101015"/>
                      <a:pt x="98873" y="109320"/>
                    </a:cubicBezTo>
                    <a:lnTo>
                      <a:pt x="98873" y="109757"/>
                    </a:lnTo>
                    <a:cubicBezTo>
                      <a:pt x="98873" y="118455"/>
                      <a:pt x="89169" y="123744"/>
                      <a:pt x="73128" y="123744"/>
                    </a:cubicBezTo>
                    <a:cubicBezTo>
                      <a:pt x="52759" y="123744"/>
                      <a:pt x="39252" y="116751"/>
                      <a:pt x="23210" y="105736"/>
                    </a:cubicBezTo>
                    <a:lnTo>
                      <a:pt x="0" y="128815"/>
                    </a:lnTo>
                    <a:cubicBezTo>
                      <a:pt x="21418" y="144682"/>
                      <a:pt x="45372" y="152550"/>
                      <a:pt x="72385" y="152550"/>
                    </a:cubicBezTo>
                    <a:cubicBezTo>
                      <a:pt x="110850" y="152550"/>
                      <a:pt x="137863" y="136027"/>
                      <a:pt x="137863" y="106566"/>
                    </a:cubicBezTo>
                    <a:lnTo>
                      <a:pt x="137863" y="106129"/>
                    </a:lnTo>
                    <a:cubicBezTo>
                      <a:pt x="137863" y="80296"/>
                      <a:pt x="117450" y="69456"/>
                      <a:pt x="81302" y="6163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0" name="Google Shape;66;p48"/>
              <p:cNvSpPr/>
              <p:nvPr/>
            </p:nvSpPr>
            <p:spPr>
              <a:xfrm>
                <a:off x="10253880" y="624600"/>
                <a:ext cx="130320" cy="123120"/>
              </a:xfrm>
              <a:custGeom>
                <a:avLst/>
                <a:gdLst>
                  <a:gd name="textAreaLeft" fmla="*/ 0 w 130320"/>
                  <a:gd name="textAreaRight" fmla="*/ 133920 w 13032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34016" h="126585">
                    <a:moveTo>
                      <a:pt x="38203" y="53589"/>
                    </a:moveTo>
                    <a:cubicBezTo>
                      <a:pt x="41263" y="37941"/>
                      <a:pt x="51797" y="27712"/>
                      <a:pt x="67970" y="27712"/>
                    </a:cubicBezTo>
                    <a:cubicBezTo>
                      <a:pt x="84143" y="27712"/>
                      <a:pt x="94633" y="38159"/>
                      <a:pt x="96950" y="53589"/>
                    </a:cubicBezTo>
                    <a:lnTo>
                      <a:pt x="38203" y="53589"/>
                    </a:lnTo>
                    <a:close/>
                    <a:moveTo>
                      <a:pt x="67970" y="44"/>
                    </a:moveTo>
                    <a:cubicBezTo>
                      <a:pt x="27931" y="44"/>
                      <a:pt x="0" y="28630"/>
                      <a:pt x="0" y="63337"/>
                    </a:cubicBezTo>
                    <a:lnTo>
                      <a:pt x="0" y="63774"/>
                    </a:lnTo>
                    <a:cubicBezTo>
                      <a:pt x="0" y="100971"/>
                      <a:pt x="30510" y="126586"/>
                      <a:pt x="71816" y="126586"/>
                    </a:cubicBezTo>
                    <a:cubicBezTo>
                      <a:pt x="72997" y="126586"/>
                      <a:pt x="76843" y="126411"/>
                      <a:pt x="78023" y="126411"/>
                    </a:cubicBezTo>
                    <a:lnTo>
                      <a:pt x="78023" y="98698"/>
                    </a:lnTo>
                    <a:cubicBezTo>
                      <a:pt x="77062" y="98698"/>
                      <a:pt x="73346" y="98917"/>
                      <a:pt x="72297" y="98917"/>
                    </a:cubicBezTo>
                    <a:cubicBezTo>
                      <a:pt x="54857" y="98917"/>
                      <a:pt x="42574" y="90787"/>
                      <a:pt x="38684" y="75095"/>
                    </a:cubicBezTo>
                    <a:lnTo>
                      <a:pt x="133536" y="75095"/>
                    </a:lnTo>
                    <a:cubicBezTo>
                      <a:pt x="133754" y="71904"/>
                      <a:pt x="134016" y="69849"/>
                      <a:pt x="134016" y="66440"/>
                    </a:cubicBezTo>
                    <a:lnTo>
                      <a:pt x="134016" y="66003"/>
                    </a:lnTo>
                    <a:cubicBezTo>
                      <a:pt x="134016" y="31515"/>
                      <a:pt x="113822" y="0"/>
                      <a:pt x="67926" y="0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1" name="Google Shape;67;p48"/>
              <p:cNvSpPr/>
              <p:nvPr/>
            </p:nvSpPr>
            <p:spPr>
              <a:xfrm>
                <a:off x="10386000" y="626040"/>
                <a:ext cx="121680" cy="119520"/>
              </a:xfrm>
              <a:custGeom>
                <a:avLst/>
                <a:gdLst>
                  <a:gd name="textAreaLeft" fmla="*/ 0 w 121680"/>
                  <a:gd name="textAreaRight" fmla="*/ 125280 w 12168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25361" h="122957">
                    <a:moveTo>
                      <a:pt x="125362" y="58572"/>
                    </a:moveTo>
                    <a:cubicBezTo>
                      <a:pt x="125362" y="25702"/>
                      <a:pt x="105255" y="0"/>
                      <a:pt x="62725" y="0"/>
                    </a:cubicBezTo>
                    <a:cubicBezTo>
                      <a:pt x="20194" y="0"/>
                      <a:pt x="0" y="25658"/>
                      <a:pt x="0" y="58572"/>
                    </a:cubicBezTo>
                    <a:lnTo>
                      <a:pt x="0" y="122958"/>
                    </a:lnTo>
                    <a:lnTo>
                      <a:pt x="39427" y="122958"/>
                    </a:lnTo>
                    <a:lnTo>
                      <a:pt x="39427" y="56212"/>
                    </a:lnTo>
                    <a:cubicBezTo>
                      <a:pt x="40126" y="44060"/>
                      <a:pt x="44934" y="29679"/>
                      <a:pt x="62725" y="29679"/>
                    </a:cubicBezTo>
                    <a:cubicBezTo>
                      <a:pt x="80515" y="29679"/>
                      <a:pt x="85629" y="44060"/>
                      <a:pt x="86328" y="56212"/>
                    </a:cubicBezTo>
                    <a:lnTo>
                      <a:pt x="86328" y="122958"/>
                    </a:lnTo>
                    <a:lnTo>
                      <a:pt x="125362" y="122958"/>
                    </a:lnTo>
                    <a:lnTo>
                      <a:pt x="125362" y="5857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2" name="Google Shape;68;p48"/>
              <p:cNvSpPr/>
              <p:nvPr/>
            </p:nvSpPr>
            <p:spPr>
              <a:xfrm>
                <a:off x="10510560" y="625320"/>
                <a:ext cx="122760" cy="121680"/>
              </a:xfrm>
              <a:custGeom>
                <a:avLst/>
                <a:gdLst>
                  <a:gd name="textAreaLeft" fmla="*/ 0 w 122760"/>
                  <a:gd name="textAreaRight" fmla="*/ 126360 w 12276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26454" h="125230">
                    <a:moveTo>
                      <a:pt x="65172" y="0"/>
                    </a:moveTo>
                    <a:cubicBezTo>
                      <a:pt x="63424" y="0"/>
                      <a:pt x="57479" y="0"/>
                      <a:pt x="55862" y="87"/>
                    </a:cubicBezTo>
                    <a:lnTo>
                      <a:pt x="55862" y="29505"/>
                    </a:lnTo>
                    <a:cubicBezTo>
                      <a:pt x="63468" y="29592"/>
                      <a:pt x="73871" y="30860"/>
                      <a:pt x="78504" y="33307"/>
                    </a:cubicBezTo>
                    <a:cubicBezTo>
                      <a:pt x="85323" y="36892"/>
                      <a:pt x="88863" y="42924"/>
                      <a:pt x="88995" y="51098"/>
                    </a:cubicBezTo>
                    <a:cubicBezTo>
                      <a:pt x="79684" y="50005"/>
                      <a:pt x="69194" y="49262"/>
                      <a:pt x="60058" y="49043"/>
                    </a:cubicBezTo>
                    <a:cubicBezTo>
                      <a:pt x="22861" y="48082"/>
                      <a:pt x="4415" y="60408"/>
                      <a:pt x="743" y="80078"/>
                    </a:cubicBezTo>
                    <a:cubicBezTo>
                      <a:pt x="656" y="80427"/>
                      <a:pt x="612" y="80821"/>
                      <a:pt x="525" y="81214"/>
                    </a:cubicBezTo>
                    <a:cubicBezTo>
                      <a:pt x="525" y="81345"/>
                      <a:pt x="525" y="81476"/>
                      <a:pt x="481" y="81608"/>
                    </a:cubicBezTo>
                    <a:cubicBezTo>
                      <a:pt x="175" y="83487"/>
                      <a:pt x="0" y="85454"/>
                      <a:pt x="0" y="87552"/>
                    </a:cubicBezTo>
                    <a:lnTo>
                      <a:pt x="0" y="87989"/>
                    </a:lnTo>
                    <a:cubicBezTo>
                      <a:pt x="0" y="112074"/>
                      <a:pt x="21287" y="125231"/>
                      <a:pt x="47164" y="125231"/>
                    </a:cubicBezTo>
                    <a:cubicBezTo>
                      <a:pt x="66178" y="125231"/>
                      <a:pt x="79247" y="119067"/>
                      <a:pt x="88732" y="109801"/>
                    </a:cubicBezTo>
                    <a:lnTo>
                      <a:pt x="88732" y="123832"/>
                    </a:lnTo>
                    <a:lnTo>
                      <a:pt x="126454" y="123832"/>
                    </a:lnTo>
                    <a:lnTo>
                      <a:pt x="126454" y="52453"/>
                    </a:lnTo>
                    <a:cubicBezTo>
                      <a:pt x="126454" y="19539"/>
                      <a:pt x="107746" y="87"/>
                      <a:pt x="65172" y="87"/>
                    </a:cubicBezTo>
                    <a:moveTo>
                      <a:pt x="89126" y="80471"/>
                    </a:moveTo>
                    <a:cubicBezTo>
                      <a:pt x="85760" y="98261"/>
                      <a:pt x="67402" y="100884"/>
                      <a:pt x="63205" y="101146"/>
                    </a:cubicBezTo>
                    <a:cubicBezTo>
                      <a:pt x="33526" y="102720"/>
                      <a:pt x="32477" y="82438"/>
                      <a:pt x="42443" y="76231"/>
                    </a:cubicBezTo>
                    <a:cubicBezTo>
                      <a:pt x="55862" y="67926"/>
                      <a:pt x="89213" y="72603"/>
                      <a:pt x="89213" y="72603"/>
                    </a:cubicBezTo>
                    <a:cubicBezTo>
                      <a:pt x="89213" y="73783"/>
                      <a:pt x="89519" y="76843"/>
                      <a:pt x="89082" y="8047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7920" cy="1018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6" name="Google Shape;728;p70" descr=""/>
          <p:cNvPicPr/>
          <p:nvPr/>
        </p:nvPicPr>
        <p:blipFill>
          <a:blip r:embed="rId3"/>
          <a:stretch/>
        </p:blipFill>
        <p:spPr>
          <a:xfrm flipH="1">
            <a:off x="505080" y="1314000"/>
            <a:ext cx="6077520" cy="47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7" name="Google Shape;729;p7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8" name="Google Shape;730;p7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9" name="Google Shape;731;p7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0" name="Google Shape;732;p7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1" name="Google Shape;733;p7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Google Shape;734;p7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Google Shape;735;p7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Google Shape;736;p7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5" name="Google Shape;737;p7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Google Shape;738;p7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IA-Azure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548;p87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623889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Google Shape;1549;p87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1" name="Google Shape;1550;p87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2" name="Google Shape;1551;p87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Google Shape;1552;p87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Google Shape;1553;p87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Google Shape;1554;p87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Google Shape;1555;p87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Google Shape;1556;p87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Google Shape;1557;p87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9" name="Google Shape;1558;p87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50" name="Google Shape;1559;p87"/>
          <p:cNvGrpSpPr/>
          <p:nvPr/>
        </p:nvGrpSpPr>
        <p:grpSpPr>
          <a:xfrm>
            <a:off x="755280" y="2845440"/>
            <a:ext cx="689760" cy="689400"/>
            <a:chOff x="755280" y="2845440"/>
            <a:chExt cx="689760" cy="689400"/>
          </a:xfrm>
        </p:grpSpPr>
        <p:sp>
          <p:nvSpPr>
            <p:cNvPr id="1051" name="Google Shape;1560;p87"/>
            <p:cNvSpPr/>
            <p:nvPr/>
          </p:nvSpPr>
          <p:spPr>
            <a:xfrm>
              <a:off x="755280" y="31917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2" name="Google Shape;1561;p87"/>
            <p:cNvSpPr/>
            <p:nvPr/>
          </p:nvSpPr>
          <p:spPr>
            <a:xfrm>
              <a:off x="1101960" y="284544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3" name="Google Shape;1562;p87"/>
          <p:cNvGrpSpPr/>
          <p:nvPr/>
        </p:nvGrpSpPr>
        <p:grpSpPr>
          <a:xfrm>
            <a:off x="6717960" y="5098320"/>
            <a:ext cx="689760" cy="689760"/>
            <a:chOff x="6717960" y="5098320"/>
            <a:chExt cx="689760" cy="689760"/>
          </a:xfrm>
        </p:grpSpPr>
        <p:sp>
          <p:nvSpPr>
            <p:cNvPr id="1054" name="Google Shape;1563;p87"/>
            <p:cNvSpPr/>
            <p:nvPr/>
          </p:nvSpPr>
          <p:spPr>
            <a:xfrm>
              <a:off x="6717960" y="5445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5" name="Google Shape;1564;p87"/>
            <p:cNvSpPr/>
            <p:nvPr/>
          </p:nvSpPr>
          <p:spPr>
            <a:xfrm>
              <a:off x="7064640" y="5098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56" name="Google Shape;1565;p87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1057" name="Google Shape;1566;p87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8" name="Google Shape;1567;p87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9" name="Google Shape;1568;p87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0" name="Google Shape;1569;p87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1" name="Google Shape;1570;p87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2" name="Google Shape;1571;p87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623889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63" name="Google Shape;1572;p87"/>
          <p:cNvGrpSpPr/>
          <p:nvPr/>
        </p:nvGrpSpPr>
        <p:grpSpPr>
          <a:xfrm>
            <a:off x="1684080" y="792720"/>
            <a:ext cx="1366560" cy="1092600"/>
            <a:chOff x="1684080" y="792720"/>
            <a:chExt cx="1366560" cy="1092600"/>
          </a:xfrm>
        </p:grpSpPr>
        <p:sp>
          <p:nvSpPr>
            <p:cNvPr id="1064" name="Google Shape;1573;p87"/>
            <p:cNvSpPr/>
            <p:nvPr/>
          </p:nvSpPr>
          <p:spPr>
            <a:xfrm>
              <a:off x="2232000" y="7927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5" name="Google Shape;1574;p87"/>
            <p:cNvSpPr/>
            <p:nvPr/>
          </p:nvSpPr>
          <p:spPr>
            <a:xfrm>
              <a:off x="195804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6" name="Google Shape;1575;p87"/>
            <p:cNvSpPr/>
            <p:nvPr/>
          </p:nvSpPr>
          <p:spPr>
            <a:xfrm>
              <a:off x="16840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7" name="Google Shape;1576;p87"/>
            <p:cNvSpPr/>
            <p:nvPr/>
          </p:nvSpPr>
          <p:spPr>
            <a:xfrm>
              <a:off x="16840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8" name="Google Shape;1577;p87"/>
            <p:cNvSpPr/>
            <p:nvPr/>
          </p:nvSpPr>
          <p:spPr>
            <a:xfrm>
              <a:off x="195804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9" name="Google Shape;1578;p87"/>
            <p:cNvSpPr/>
            <p:nvPr/>
          </p:nvSpPr>
          <p:spPr>
            <a:xfrm>
              <a:off x="223200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0" name="Google Shape;1579;p87"/>
            <p:cNvSpPr/>
            <p:nvPr/>
          </p:nvSpPr>
          <p:spPr>
            <a:xfrm>
              <a:off x="250632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1" name="Google Shape;1580;p87"/>
            <p:cNvSpPr/>
            <p:nvPr/>
          </p:nvSpPr>
          <p:spPr>
            <a:xfrm>
              <a:off x="27802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2" name="Google Shape;1581;p87"/>
            <p:cNvSpPr/>
            <p:nvPr/>
          </p:nvSpPr>
          <p:spPr>
            <a:xfrm>
              <a:off x="27802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3" name="Google Shape;1582;p87"/>
            <p:cNvSpPr/>
            <p:nvPr/>
          </p:nvSpPr>
          <p:spPr>
            <a:xfrm>
              <a:off x="250632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74" name="Google Shape;1583;p87"/>
          <p:cNvGrpSpPr/>
          <p:nvPr/>
        </p:nvGrpSpPr>
        <p:grpSpPr>
          <a:xfrm>
            <a:off x="9798120" y="5367240"/>
            <a:ext cx="1394640" cy="727920"/>
            <a:chOff x="9798120" y="5367240"/>
            <a:chExt cx="1394640" cy="727920"/>
          </a:xfrm>
        </p:grpSpPr>
        <p:grpSp>
          <p:nvGrpSpPr>
            <p:cNvPr id="1075" name="Google Shape;1584;p87"/>
            <p:cNvGrpSpPr/>
            <p:nvPr/>
          </p:nvGrpSpPr>
          <p:grpSpPr>
            <a:xfrm>
              <a:off x="9798120" y="5367240"/>
              <a:ext cx="1161000" cy="281520"/>
              <a:chOff x="9798120" y="5367240"/>
              <a:chExt cx="1161000" cy="281520"/>
            </a:xfrm>
          </p:grpSpPr>
          <p:sp>
            <p:nvSpPr>
              <p:cNvPr id="1076" name="Google Shape;1585;p87"/>
              <p:cNvSpPr/>
              <p:nvPr/>
            </p:nvSpPr>
            <p:spPr>
              <a:xfrm>
                <a:off x="979812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7" name="Google Shape;1586;p87"/>
              <p:cNvSpPr/>
              <p:nvPr/>
            </p:nvSpPr>
            <p:spPr>
              <a:xfrm>
                <a:off x="996984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8" name="Google Shape;1587;p87"/>
              <p:cNvSpPr/>
              <p:nvPr/>
            </p:nvSpPr>
            <p:spPr>
              <a:xfrm>
                <a:off x="1022472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9" name="Google Shape;1588;p87"/>
              <p:cNvSpPr/>
              <p:nvPr/>
            </p:nvSpPr>
            <p:spPr>
              <a:xfrm>
                <a:off x="1047312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0" name="Google Shape;1589;p87"/>
              <p:cNvSpPr/>
              <p:nvPr/>
            </p:nvSpPr>
            <p:spPr>
              <a:xfrm>
                <a:off x="1072152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1" name="Google Shape;1590;p87"/>
            <p:cNvGrpSpPr/>
            <p:nvPr/>
          </p:nvGrpSpPr>
          <p:grpSpPr>
            <a:xfrm>
              <a:off x="10199160" y="5727600"/>
              <a:ext cx="993600" cy="367560"/>
              <a:chOff x="10199160" y="5727600"/>
              <a:chExt cx="993600" cy="367560"/>
            </a:xfrm>
          </p:grpSpPr>
          <p:sp>
            <p:nvSpPr>
              <p:cNvPr id="1082" name="Google Shape;1591;p87"/>
              <p:cNvSpPr/>
              <p:nvPr/>
            </p:nvSpPr>
            <p:spPr>
              <a:xfrm>
                <a:off x="1019916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3" name="Google Shape;1592;p87"/>
              <p:cNvSpPr/>
              <p:nvPr/>
            </p:nvSpPr>
            <p:spPr>
              <a:xfrm>
                <a:off x="1031112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4" name="Google Shape;1593;p87"/>
              <p:cNvSpPr/>
              <p:nvPr/>
            </p:nvSpPr>
            <p:spPr>
              <a:xfrm>
                <a:off x="1058832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5" name="Google Shape;1594;p87"/>
              <p:cNvSpPr/>
              <p:nvPr/>
            </p:nvSpPr>
            <p:spPr>
              <a:xfrm>
                <a:off x="1088028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6" name="Google Shape;1595;p87"/>
              <p:cNvSpPr/>
              <p:nvPr/>
            </p:nvSpPr>
            <p:spPr>
              <a:xfrm>
                <a:off x="1099116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087" name="Google Shape;1596;p87"/>
          <p:cNvGrpSpPr/>
          <p:nvPr/>
        </p:nvGrpSpPr>
        <p:grpSpPr>
          <a:xfrm>
            <a:off x="9880920" y="5104080"/>
            <a:ext cx="576000" cy="141480"/>
            <a:chOff x="9880920" y="5104080"/>
            <a:chExt cx="576000" cy="141480"/>
          </a:xfrm>
        </p:grpSpPr>
        <p:sp>
          <p:nvSpPr>
            <p:cNvPr id="1088" name="Google Shape;1597;p87"/>
            <p:cNvSpPr/>
            <p:nvPr/>
          </p:nvSpPr>
          <p:spPr>
            <a:xfrm>
              <a:off x="10369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9" name="Google Shape;1598;p87"/>
            <p:cNvSpPr/>
            <p:nvPr/>
          </p:nvSpPr>
          <p:spPr>
            <a:xfrm>
              <a:off x="988092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0" name="Google Shape;1599;p87"/>
            <p:cNvSpPr/>
            <p:nvPr/>
          </p:nvSpPr>
          <p:spPr>
            <a:xfrm>
              <a:off x="1000728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1" name="Google Shape;1600;p87"/>
            <p:cNvSpPr/>
            <p:nvPr/>
          </p:nvSpPr>
          <p:spPr>
            <a:xfrm>
              <a:off x="1013328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2" name="Google Shape;1601;p87"/>
            <p:cNvSpPr/>
            <p:nvPr/>
          </p:nvSpPr>
          <p:spPr>
            <a:xfrm>
              <a:off x="1025172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093" name="Google Shape;1602;p87"/>
          <p:cNvGrpSpPr/>
          <p:nvPr/>
        </p:nvGrpSpPr>
        <p:grpSpPr>
          <a:xfrm>
            <a:off x="401040" y="198360"/>
            <a:ext cx="7671600" cy="1621440"/>
            <a:chOff x="401040" y="198360"/>
            <a:chExt cx="7671600" cy="1621440"/>
          </a:xfrm>
        </p:grpSpPr>
        <p:sp>
          <p:nvSpPr>
            <p:cNvPr id="1094" name="Google Shape;1603;p87"/>
            <p:cNvSpPr/>
            <p:nvPr/>
          </p:nvSpPr>
          <p:spPr>
            <a:xfrm>
              <a:off x="690480" y="275760"/>
              <a:ext cx="377532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_INTELIGÊNCIA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ARTIFICIAL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5" name="Google Shape;1604;p87"/>
            <p:cNvSpPr/>
            <p:nvPr/>
          </p:nvSpPr>
          <p:spPr>
            <a:xfrm>
              <a:off x="2858400" y="821880"/>
              <a:ext cx="521424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_COM MICROSOFT AZURE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096" name="Google Shape;1605;p87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1097" name="Google Shape;1606;p87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8" name="Google Shape;1607;p87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099" name="Google Shape;1608;p87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00" name="Google Shape;1609;p87"/>
          <p:cNvGrpSpPr/>
          <p:nvPr/>
        </p:nvGrpSpPr>
        <p:grpSpPr>
          <a:xfrm>
            <a:off x="8925840" y="1445400"/>
            <a:ext cx="2593440" cy="376200"/>
            <a:chOff x="8925840" y="1445400"/>
            <a:chExt cx="2593440" cy="376200"/>
          </a:xfrm>
        </p:grpSpPr>
        <p:sp>
          <p:nvSpPr>
            <p:cNvPr id="1101" name="Google Shape;1610;p87"/>
            <p:cNvSpPr/>
            <p:nvPr/>
          </p:nvSpPr>
          <p:spPr>
            <a:xfrm>
              <a:off x="8925840" y="144540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2" name="Google Shape;1611;p87"/>
            <p:cNvSpPr/>
            <p:nvPr/>
          </p:nvSpPr>
          <p:spPr>
            <a:xfrm>
              <a:off x="9124560" y="144540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3" name="Google Shape;1612;p87"/>
            <p:cNvSpPr/>
            <p:nvPr/>
          </p:nvSpPr>
          <p:spPr>
            <a:xfrm>
              <a:off x="8925840" y="164412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4" name="Google Shape;1613;p87"/>
            <p:cNvSpPr/>
            <p:nvPr/>
          </p:nvSpPr>
          <p:spPr>
            <a:xfrm>
              <a:off x="9124560" y="1644120"/>
              <a:ext cx="177480" cy="177480"/>
            </a:xfrm>
            <a:custGeom>
              <a:avLst/>
              <a:gdLst>
                <a:gd name="textAreaLeft" fmla="*/ 0 w 177480"/>
                <a:gd name="textAreaRight" fmla="*/ 181080 w 177480"/>
                <a:gd name="textAreaTop" fmla="*/ 0 h 177480"/>
                <a:gd name="textAreaBottom" fmla="*/ 181080 h 177480"/>
              </a:gdLst>
              <a:ahLst/>
              <a:cxnLst/>
              <a:rect l="textAreaLeft" t="textAreaTop" r="textAreaRight" b="textAreaBottom"/>
              <a:pathLst>
                <a:path w="267137" h="267137">
                  <a:moveTo>
                    <a:pt x="0" y="0"/>
                  </a:moveTo>
                  <a:lnTo>
                    <a:pt x="267137" y="0"/>
                  </a:lnTo>
                  <a:lnTo>
                    <a:pt x="267137" y="267137"/>
                  </a:lnTo>
                  <a:lnTo>
                    <a:pt x="0" y="267137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05" name="Google Shape;1614;p87" descr=""/>
            <p:cNvPicPr/>
            <p:nvPr/>
          </p:nvPicPr>
          <p:blipFill>
            <a:blip r:embed="rId2"/>
            <a:stretch/>
          </p:blipFill>
          <p:spPr>
            <a:xfrm>
              <a:off x="9412200" y="1525320"/>
              <a:ext cx="2107080" cy="22248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ower 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6" name="Google Shape;1616;p88"/>
          <p:cNvGrpSpPr/>
          <p:nvPr/>
        </p:nvGrpSpPr>
        <p:grpSpPr>
          <a:xfrm>
            <a:off x="729720" y="3084840"/>
            <a:ext cx="5705640" cy="2418480"/>
            <a:chOff x="729720" y="3084840"/>
            <a:chExt cx="5705640" cy="2418480"/>
          </a:xfrm>
        </p:grpSpPr>
        <p:sp>
          <p:nvSpPr>
            <p:cNvPr id="1107" name="Google Shape;1617;p88"/>
            <p:cNvSpPr/>
            <p:nvPr/>
          </p:nvSpPr>
          <p:spPr>
            <a:xfrm>
              <a:off x="1363680" y="3959280"/>
              <a:ext cx="50716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_POWER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PLATFORM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8" name="Google Shape;1618;p88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09" name="Google Shape;1619;p88"/>
          <p:cNvGrpSpPr/>
          <p:nvPr/>
        </p:nvGrpSpPr>
        <p:grpSpPr>
          <a:xfrm>
            <a:off x="755280" y="2794320"/>
            <a:ext cx="689760" cy="689760"/>
            <a:chOff x="755280" y="2794320"/>
            <a:chExt cx="689760" cy="689760"/>
          </a:xfrm>
        </p:grpSpPr>
        <p:sp>
          <p:nvSpPr>
            <p:cNvPr id="1110" name="Google Shape;1620;p88"/>
            <p:cNvSpPr/>
            <p:nvPr/>
          </p:nvSpPr>
          <p:spPr>
            <a:xfrm>
              <a:off x="755280" y="3141000"/>
              <a:ext cx="343080" cy="3430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1" name="Google Shape;1621;p88"/>
            <p:cNvSpPr/>
            <p:nvPr/>
          </p:nvSpPr>
          <p:spPr>
            <a:xfrm>
              <a:off x="1101960" y="2794320"/>
              <a:ext cx="343080" cy="3430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12" name="Google Shape;1622;p88"/>
          <p:cNvGrpSpPr/>
          <p:nvPr/>
        </p:nvGrpSpPr>
        <p:grpSpPr>
          <a:xfrm>
            <a:off x="5847480" y="5352120"/>
            <a:ext cx="689760" cy="689760"/>
            <a:chOff x="5847480" y="5352120"/>
            <a:chExt cx="689760" cy="689760"/>
          </a:xfrm>
        </p:grpSpPr>
        <p:sp>
          <p:nvSpPr>
            <p:cNvPr id="1113" name="Google Shape;1623;p88"/>
            <p:cNvSpPr/>
            <p:nvPr/>
          </p:nvSpPr>
          <p:spPr>
            <a:xfrm>
              <a:off x="5847480" y="5698800"/>
              <a:ext cx="343080" cy="3430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4" name="Google Shape;1624;p88"/>
            <p:cNvSpPr/>
            <p:nvPr/>
          </p:nvSpPr>
          <p:spPr>
            <a:xfrm>
              <a:off x="6194160" y="5352120"/>
              <a:ext cx="343080" cy="343080"/>
            </a:xfrm>
            <a:prstGeom prst="rect">
              <a:avLst/>
            </a:pr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115" name="Google Shape;1625;p88" descr=""/>
          <p:cNvPicPr/>
          <p:nvPr/>
        </p:nvPicPr>
        <p:blipFill>
          <a:blip r:embed="rId2"/>
          <a:stretch/>
        </p:blipFill>
        <p:spPr>
          <a:xfrm>
            <a:off x="10186920" y="3980880"/>
            <a:ext cx="1344240" cy="144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6" name="Google Shape;1626;p88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7" name="Google Shape;1627;p88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8" name="Google Shape;1628;p88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9" name="Google Shape;1629;p88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0" name="Google Shape;1630;p88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Google Shape;1631;p88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Google Shape;1632;p88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Google Shape;1633;p88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Google Shape;1634;p88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Google Shape;1635;p88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126" name="Google Shape;1636;p88"/>
          <p:cNvGrpSpPr/>
          <p:nvPr/>
        </p:nvGrpSpPr>
        <p:grpSpPr>
          <a:xfrm>
            <a:off x="747000" y="880560"/>
            <a:ext cx="460440" cy="482760"/>
            <a:chOff x="747000" y="880560"/>
            <a:chExt cx="460440" cy="482760"/>
          </a:xfrm>
        </p:grpSpPr>
        <p:sp>
          <p:nvSpPr>
            <p:cNvPr id="1127" name="Google Shape;1637;p88"/>
            <p:cNvSpPr/>
            <p:nvPr/>
          </p:nvSpPr>
          <p:spPr>
            <a:xfrm>
              <a:off x="747000" y="1177920"/>
              <a:ext cx="185760" cy="185400"/>
            </a:xfrm>
            <a:custGeom>
              <a:avLst/>
              <a:gdLst>
                <a:gd name="textAreaLeft" fmla="*/ 0 w 185760"/>
                <a:gd name="textAreaRight" fmla="*/ 189360 w 185760"/>
                <a:gd name="textAreaTop" fmla="*/ 0 h 185400"/>
                <a:gd name="textAreaBottom" fmla="*/ 189000 h 185400"/>
              </a:gdLst>
              <a:ahLst/>
              <a:cxnLst/>
              <a:rect l="textAreaLeft" t="textAreaTop" r="textAreaRight" b="textAreaBottom"/>
              <a:pathLst>
                <a:path w="131152" h="130746">
                  <a:moveTo>
                    <a:pt x="25760" y="0"/>
                  </a:moveTo>
                  <a:lnTo>
                    <a:pt x="131153" y="0"/>
                  </a:lnTo>
                  <a:lnTo>
                    <a:pt x="69410" y="123485"/>
                  </a:lnTo>
                  <a:cubicBezTo>
                    <a:pt x="64553" y="133167"/>
                    <a:pt x="50731" y="133167"/>
                    <a:pt x="45906" y="123485"/>
                  </a:cubicBezTo>
                  <a:lnTo>
                    <a:pt x="2745" y="37228"/>
                  </a:lnTo>
                  <a:cubicBezTo>
                    <a:pt x="-5796" y="20114"/>
                    <a:pt x="6624" y="0"/>
                    <a:pt x="25760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159455"/>
                </a:gs>
                <a:gs pos="50000">
                  <a:srgbClr val="2aa87f"/>
                </a:gs>
                <a:gs pos="100000">
                  <a:srgbClr val="3fbda9"/>
                </a:gs>
              </a:gsLst>
              <a:lin ang="4512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8" name="Google Shape;1638;p88"/>
            <p:cNvSpPr/>
            <p:nvPr/>
          </p:nvSpPr>
          <p:spPr>
            <a:xfrm>
              <a:off x="852480" y="880560"/>
              <a:ext cx="354960" cy="272520"/>
            </a:xfrm>
            <a:custGeom>
              <a:avLst/>
              <a:gdLst>
                <a:gd name="textAreaLeft" fmla="*/ 0 w 354960"/>
                <a:gd name="textAreaRight" fmla="*/ 358560 w 354960"/>
                <a:gd name="textAreaTop" fmla="*/ 0 h 272520"/>
                <a:gd name="textAreaBottom" fmla="*/ 276120 h 272520"/>
              </a:gdLst>
              <a:ahLst/>
              <a:cxnLst/>
              <a:rect l="textAreaLeft" t="textAreaTop" r="textAreaRight" b="textAreaBottom"/>
              <a:pathLst>
                <a:path w="248294" h="191161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5075" y="174503"/>
                  </a:lnTo>
                  <a:cubicBezTo>
                    <a:pt x="194944" y="174797"/>
                    <a:pt x="194781" y="175090"/>
                    <a:pt x="194618" y="175416"/>
                  </a:cubicBezTo>
                  <a:lnTo>
                    <a:pt x="186729" y="191161"/>
                  </a:lnTo>
                  <a:lnTo>
                    <a:pt x="195042" y="174503"/>
                  </a:lnTo>
                  <a:cubicBezTo>
                    <a:pt x="212515" y="138057"/>
                    <a:pt x="185947" y="95581"/>
                    <a:pt x="145296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23a794"/>
                </a:gs>
                <a:gs pos="57000">
                  <a:srgbClr val="007a84"/>
                </a:gs>
                <a:gs pos="100000">
                  <a:srgbClr val="005158"/>
                </a:gs>
              </a:gsLst>
              <a:lin ang="1434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9" name="Google Shape;1639;p88"/>
            <p:cNvSpPr/>
            <p:nvPr/>
          </p:nvSpPr>
          <p:spPr>
            <a:xfrm>
              <a:off x="852480" y="880560"/>
              <a:ext cx="354960" cy="261720"/>
            </a:xfrm>
            <a:custGeom>
              <a:avLst/>
              <a:gdLst>
                <a:gd name="textAreaLeft" fmla="*/ 0 w 354960"/>
                <a:gd name="textAreaRight" fmla="*/ 358560 w 354960"/>
                <a:gd name="textAreaTop" fmla="*/ 0 h 261720"/>
                <a:gd name="textAreaBottom" fmla="*/ 265320 h 261720"/>
              </a:gdLst>
              <a:ahLst/>
              <a:cxnLst/>
              <a:rect l="textAreaLeft" t="textAreaTop" r="textAreaRight" b="textAreaBottom"/>
              <a:pathLst>
                <a:path w="248294" h="183793">
                  <a:moveTo>
                    <a:pt x="47825" y="0"/>
                  </a:moveTo>
                  <a:lnTo>
                    <a:pt x="193086" y="0"/>
                  </a:lnTo>
                  <a:cubicBezTo>
                    <a:pt x="234063" y="0"/>
                    <a:pt x="260729" y="43129"/>
                    <a:pt x="242409" y="79803"/>
                  </a:cubicBezTo>
                  <a:lnTo>
                    <a:pt x="194977" y="174699"/>
                  </a:lnTo>
                  <a:cubicBezTo>
                    <a:pt x="194879" y="174927"/>
                    <a:pt x="194749" y="175155"/>
                    <a:pt x="194651" y="175383"/>
                  </a:cubicBezTo>
                  <a:lnTo>
                    <a:pt x="190446" y="183794"/>
                  </a:lnTo>
                  <a:lnTo>
                    <a:pt x="194977" y="174699"/>
                  </a:lnTo>
                  <a:cubicBezTo>
                    <a:pt x="212646" y="138188"/>
                    <a:pt x="186077" y="95581"/>
                    <a:pt x="145329" y="95581"/>
                  </a:cubicBezTo>
                  <a:lnTo>
                    <a:pt x="13172" y="95581"/>
                  </a:lnTo>
                  <a:cubicBezTo>
                    <a:pt x="3392" y="95581"/>
                    <a:pt x="-2965" y="85312"/>
                    <a:pt x="1404" y="76543"/>
                  </a:cubicBezTo>
                  <a:lnTo>
                    <a:pt x="36056" y="7270"/>
                  </a:lnTo>
                  <a:cubicBezTo>
                    <a:pt x="38273" y="2804"/>
                    <a:pt x="42837" y="0"/>
                    <a:pt x="47825" y="0"/>
                  </a:cubicBezTo>
                  <a:close/>
                </a:path>
              </a:pathLst>
            </a:custGeom>
            <a:gradFill rotWithShape="0">
              <a:gsLst>
                <a:gs pos="0">
                  <a:srgbClr val="004a8b"/>
                </a:gs>
                <a:gs pos="41000">
                  <a:srgbClr val="105da8">
                    <a:alpha val="50000"/>
                  </a:srgbClr>
                </a:gs>
                <a:gs pos="100000">
                  <a:srgbClr val="2170c6">
                    <a:alpha val="0"/>
                  </a:srgbClr>
                </a:gs>
              </a:gsLst>
              <a:lin ang="1494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0" name="Google Shape;1640;p88"/>
            <p:cNvSpPr/>
            <p:nvPr/>
          </p:nvSpPr>
          <p:spPr>
            <a:xfrm>
              <a:off x="750960" y="988920"/>
              <a:ext cx="452880" cy="208440"/>
            </a:xfrm>
            <a:custGeom>
              <a:avLst/>
              <a:gdLst>
                <a:gd name="textAreaLeft" fmla="*/ 0 w 452880"/>
                <a:gd name="textAreaRight" fmla="*/ 456480 w 452880"/>
                <a:gd name="textAreaTop" fmla="*/ 0 h 208440"/>
                <a:gd name="textAreaBottom" fmla="*/ 212040 h 2084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1" name="Google Shape;1641;p88"/>
            <p:cNvSpPr/>
            <p:nvPr/>
          </p:nvSpPr>
          <p:spPr>
            <a:xfrm>
              <a:off x="750960" y="997200"/>
              <a:ext cx="452880" cy="208440"/>
            </a:xfrm>
            <a:custGeom>
              <a:avLst/>
              <a:gdLst>
                <a:gd name="textAreaLeft" fmla="*/ 0 w 452880"/>
                <a:gd name="textAreaRight" fmla="*/ 456480 w 452880"/>
                <a:gd name="textAreaTop" fmla="*/ 0 h 208440"/>
                <a:gd name="textAreaBottom" fmla="*/ 212040 h 2084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2" name="Google Shape;1642;p88"/>
            <p:cNvSpPr/>
            <p:nvPr/>
          </p:nvSpPr>
          <p:spPr>
            <a:xfrm>
              <a:off x="750960" y="986760"/>
              <a:ext cx="452880" cy="208440"/>
            </a:xfrm>
            <a:custGeom>
              <a:avLst/>
              <a:gdLst>
                <a:gd name="textAreaLeft" fmla="*/ 0 w 452880"/>
                <a:gd name="textAreaRight" fmla="*/ 456480 w 452880"/>
                <a:gd name="textAreaTop" fmla="*/ 0 h 208440"/>
                <a:gd name="textAreaBottom" fmla="*/ 212040 h 208440"/>
              </a:gdLst>
              <a:ahLst/>
              <a:cxnLst/>
              <a:rect l="textAreaLeft" t="textAreaTop" r="textAreaRight" b="textAreaBottom"/>
              <a:pathLst>
                <a:path w="316015" h="146859">
                  <a:moveTo>
                    <a:pt x="215773" y="132320"/>
                  </a:moveTo>
                  <a:lnTo>
                    <a:pt x="23504" y="132320"/>
                  </a:lnTo>
                  <a:cubicBezTo>
                    <a:pt x="13561" y="132320"/>
                    <a:pt x="4433" y="137960"/>
                    <a:pt x="0" y="146859"/>
                  </a:cubicBezTo>
                  <a:lnTo>
                    <a:pt x="47790" y="51311"/>
                  </a:lnTo>
                  <a:cubicBezTo>
                    <a:pt x="52256" y="42411"/>
                    <a:pt x="61351" y="36772"/>
                    <a:pt x="71294" y="36772"/>
                  </a:cubicBezTo>
                  <a:lnTo>
                    <a:pt x="263531" y="36772"/>
                  </a:lnTo>
                  <a:cubicBezTo>
                    <a:pt x="284395" y="36772"/>
                    <a:pt x="303465" y="25004"/>
                    <a:pt x="312821" y="6357"/>
                  </a:cubicBezTo>
                  <a:lnTo>
                    <a:pt x="316016" y="0"/>
                  </a:lnTo>
                  <a:lnTo>
                    <a:pt x="265096" y="101840"/>
                  </a:lnTo>
                  <a:cubicBezTo>
                    <a:pt x="255773" y="120519"/>
                    <a:pt x="236669" y="132320"/>
                    <a:pt x="215773" y="132320"/>
                  </a:cubicBezTo>
                  <a:close/>
                </a:path>
              </a:pathLst>
            </a:custGeom>
            <a:gradFill rotWithShape="0">
              <a:gsLst>
                <a:gs pos="0">
                  <a:srgbClr val="7fd9a2"/>
                </a:gs>
                <a:gs pos="20000">
                  <a:srgbClr val="47bf79"/>
                </a:gs>
                <a:gs pos="71000">
                  <a:srgbClr val="009280"/>
                </a:gs>
                <a:gs pos="100000">
                  <a:srgbClr val="007a84"/>
                </a:gs>
              </a:gsLst>
              <a:lin ang="1578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3" name="Google Shape;1643;p88"/>
            <p:cNvSpPr/>
            <p:nvPr/>
          </p:nvSpPr>
          <p:spPr>
            <a:xfrm>
              <a:off x="750960" y="997560"/>
              <a:ext cx="447480" cy="198000"/>
            </a:xfrm>
            <a:custGeom>
              <a:avLst/>
              <a:gdLst>
                <a:gd name="textAreaLeft" fmla="*/ 0 w 447480"/>
                <a:gd name="textAreaRight" fmla="*/ 451080 w 447480"/>
                <a:gd name="textAreaTop" fmla="*/ 0 h 198000"/>
                <a:gd name="textAreaBottom" fmla="*/ 201600 h 198000"/>
              </a:gdLst>
              <a:ahLst/>
              <a:cxnLst/>
              <a:rect l="textAreaLeft" t="textAreaTop" r="textAreaRight" b="textAreaBottom"/>
              <a:pathLst>
                <a:path w="312201" h="139491">
                  <a:moveTo>
                    <a:pt x="215513" y="124952"/>
                  </a:moveTo>
                  <a:lnTo>
                    <a:pt x="23504" y="124952"/>
                  </a:lnTo>
                  <a:cubicBezTo>
                    <a:pt x="13529" y="124952"/>
                    <a:pt x="4433" y="130592"/>
                    <a:pt x="0" y="139492"/>
                  </a:cubicBezTo>
                  <a:lnTo>
                    <a:pt x="47790" y="43944"/>
                  </a:lnTo>
                  <a:cubicBezTo>
                    <a:pt x="52256" y="35044"/>
                    <a:pt x="61351" y="29404"/>
                    <a:pt x="71294" y="29404"/>
                  </a:cubicBezTo>
                  <a:lnTo>
                    <a:pt x="264411" y="29404"/>
                  </a:lnTo>
                  <a:cubicBezTo>
                    <a:pt x="284623" y="29404"/>
                    <a:pt x="303074" y="18027"/>
                    <a:pt x="312202" y="0"/>
                  </a:cubicBezTo>
                  <a:lnTo>
                    <a:pt x="264835" y="94537"/>
                  </a:lnTo>
                  <a:cubicBezTo>
                    <a:pt x="255479" y="113184"/>
                    <a:pt x="236409" y="124985"/>
                    <a:pt x="215545" y="124985"/>
                  </a:cubicBezTo>
                  <a:close/>
                </a:path>
              </a:pathLst>
            </a:custGeom>
            <a:gradFill rotWithShape="0">
              <a:gsLst>
                <a:gs pos="0">
                  <a:srgbClr val="a8e47c">
                    <a:alpha val="85000"/>
                  </a:srgbClr>
                </a:gs>
                <a:gs pos="37000">
                  <a:srgbClr val="87d152">
                    <a:alpha val="20000"/>
                  </a:srgbClr>
                </a:gs>
                <a:gs pos="100000">
                  <a:srgbClr val="58be5a">
                    <a:alpha val="0"/>
                  </a:srgbClr>
                </a:gs>
              </a:gsLst>
              <a:lin ang="159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34" name="Google Shape;1644;p88"/>
          <p:cNvGrpSpPr/>
          <p:nvPr/>
        </p:nvGrpSpPr>
        <p:grpSpPr>
          <a:xfrm>
            <a:off x="10124640" y="1269360"/>
            <a:ext cx="1466640" cy="765360"/>
            <a:chOff x="10124640" y="1269360"/>
            <a:chExt cx="1466640" cy="765360"/>
          </a:xfrm>
        </p:grpSpPr>
        <p:grpSp>
          <p:nvGrpSpPr>
            <p:cNvPr id="1135" name="Google Shape;1645;p88"/>
            <p:cNvGrpSpPr/>
            <p:nvPr/>
          </p:nvGrpSpPr>
          <p:grpSpPr>
            <a:xfrm>
              <a:off x="10124640" y="1269360"/>
              <a:ext cx="1221120" cy="296280"/>
              <a:chOff x="10124640" y="1269360"/>
              <a:chExt cx="1221120" cy="296280"/>
            </a:xfrm>
          </p:grpSpPr>
          <p:sp>
            <p:nvSpPr>
              <p:cNvPr id="1136" name="Google Shape;1646;p88"/>
              <p:cNvSpPr/>
              <p:nvPr/>
            </p:nvSpPr>
            <p:spPr>
              <a:xfrm>
                <a:off x="10124640" y="1269360"/>
                <a:ext cx="146160" cy="294840"/>
              </a:xfrm>
              <a:custGeom>
                <a:avLst/>
                <a:gdLst>
                  <a:gd name="textAreaLeft" fmla="*/ 0 w 146160"/>
                  <a:gd name="textAreaRight" fmla="*/ 149760 w 146160"/>
                  <a:gd name="textAreaTop" fmla="*/ 0 h 294840"/>
                  <a:gd name="textAreaBottom" fmla="*/ 298440 h 2948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7" name="Google Shape;1647;p88"/>
              <p:cNvSpPr/>
              <p:nvPr/>
            </p:nvSpPr>
            <p:spPr>
              <a:xfrm>
                <a:off x="10305360" y="1324800"/>
                <a:ext cx="226440" cy="240480"/>
              </a:xfrm>
              <a:custGeom>
                <a:avLst/>
                <a:gdLst>
                  <a:gd name="textAreaLeft" fmla="*/ 0 w 226440"/>
                  <a:gd name="textAreaRight" fmla="*/ 230040 w 22644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8" name="Google Shape;1648;p88"/>
              <p:cNvSpPr/>
              <p:nvPr/>
            </p:nvSpPr>
            <p:spPr>
              <a:xfrm>
                <a:off x="10573560" y="1325160"/>
                <a:ext cx="214200" cy="240480"/>
              </a:xfrm>
              <a:custGeom>
                <a:avLst/>
                <a:gdLst>
                  <a:gd name="textAreaLeft" fmla="*/ 0 w 214200"/>
                  <a:gd name="textAreaRight" fmla="*/ 217800 w 214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9" name="Google Shape;1649;p88"/>
              <p:cNvSpPr/>
              <p:nvPr/>
            </p:nvSpPr>
            <p:spPr>
              <a:xfrm>
                <a:off x="10834560" y="1325160"/>
                <a:ext cx="211320" cy="235080"/>
              </a:xfrm>
              <a:custGeom>
                <a:avLst/>
                <a:gdLst>
                  <a:gd name="textAreaLeft" fmla="*/ 0 w 211320"/>
                  <a:gd name="textAreaRight" fmla="*/ 214920 w 211320"/>
                  <a:gd name="textAreaTop" fmla="*/ 0 h 235080"/>
                  <a:gd name="textAreaBottom" fmla="*/ 238680 h 2350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0" name="Google Shape;1650;p88"/>
              <p:cNvSpPr/>
              <p:nvPr/>
            </p:nvSpPr>
            <p:spPr>
              <a:xfrm>
                <a:off x="11095560" y="132516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41" name="Google Shape;1651;p88"/>
            <p:cNvGrpSpPr/>
            <p:nvPr/>
          </p:nvGrpSpPr>
          <p:grpSpPr>
            <a:xfrm>
              <a:off x="10546560" y="1648080"/>
              <a:ext cx="1044720" cy="386640"/>
              <a:chOff x="10546560" y="1648080"/>
              <a:chExt cx="1044720" cy="386640"/>
            </a:xfrm>
          </p:grpSpPr>
          <p:sp>
            <p:nvSpPr>
              <p:cNvPr id="1142" name="Google Shape;1652;p88"/>
              <p:cNvSpPr/>
              <p:nvPr/>
            </p:nvSpPr>
            <p:spPr>
              <a:xfrm>
                <a:off x="10546560" y="1648080"/>
                <a:ext cx="63000" cy="31572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3" name="Google Shape;1653;p88"/>
              <p:cNvSpPr/>
              <p:nvPr/>
            </p:nvSpPr>
            <p:spPr>
              <a:xfrm>
                <a:off x="10664280" y="172872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4" name="Google Shape;1654;p88"/>
              <p:cNvSpPr/>
              <p:nvPr/>
            </p:nvSpPr>
            <p:spPr>
              <a:xfrm>
                <a:off x="10955160" y="1728720"/>
                <a:ext cx="242640" cy="306000"/>
              </a:xfrm>
              <a:custGeom>
                <a:avLst/>
                <a:gdLst>
                  <a:gd name="textAreaLeft" fmla="*/ 0 w 242640"/>
                  <a:gd name="textAreaRight" fmla="*/ 246240 w 242640"/>
                  <a:gd name="textAreaTop" fmla="*/ 0 h 306000"/>
                  <a:gd name="textAreaBottom" fmla="*/ 309600 h 3060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5" name="Google Shape;1655;p88"/>
              <p:cNvSpPr/>
              <p:nvPr/>
            </p:nvSpPr>
            <p:spPr>
              <a:xfrm>
                <a:off x="11262240" y="1648440"/>
                <a:ext cx="66600" cy="315720"/>
              </a:xfrm>
              <a:custGeom>
                <a:avLst/>
                <a:gdLst>
                  <a:gd name="textAreaLeft" fmla="*/ 0 w 66600"/>
                  <a:gd name="textAreaRight" fmla="*/ 70200 w 666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6" name="Google Shape;1656;p88"/>
              <p:cNvSpPr/>
              <p:nvPr/>
            </p:nvSpPr>
            <p:spPr>
              <a:xfrm>
                <a:off x="11379240" y="1730520"/>
                <a:ext cx="212040" cy="237960"/>
              </a:xfrm>
              <a:custGeom>
                <a:avLst/>
                <a:gdLst>
                  <a:gd name="textAreaLeft" fmla="*/ 0 w 212040"/>
                  <a:gd name="textAreaRight" fmla="*/ 215640 w 212040"/>
                  <a:gd name="textAreaTop" fmla="*/ 0 h 237960"/>
                  <a:gd name="textAreaBottom" fmla="*/ 241560 h 2379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47" name="Google Shape;1657;p88"/>
          <p:cNvGrpSpPr/>
          <p:nvPr/>
        </p:nvGrpSpPr>
        <p:grpSpPr>
          <a:xfrm>
            <a:off x="10113480" y="597240"/>
            <a:ext cx="1267200" cy="570960"/>
            <a:chOff x="10113480" y="597240"/>
            <a:chExt cx="1267200" cy="570960"/>
          </a:xfrm>
        </p:grpSpPr>
        <p:grpSp>
          <p:nvGrpSpPr>
            <p:cNvPr id="1148" name="Google Shape;1658;p88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1149" name="Google Shape;1659;p88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0" name="Google Shape;1660;p88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1" name="Google Shape;1661;p88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2" name="Google Shape;1662;p88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3" name="Google Shape;1663;p88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4" name="Google Shape;1664;p88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5" name="Google Shape;1665;p88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6" name="Google Shape;1666;p88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7" name="Google Shape;1667;p88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8" name="Google Shape;1668;p88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9" name="Google Shape;1669;p88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0" name="Google Shape;1670;p88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1" name="Google Shape;1671;p88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2" name="Google Shape;1672;p88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3" name="Google Shape;1673;p88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4" name="Google Shape;1674;p88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5" name="Google Shape;1675;p88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6" name="Google Shape;1676;p88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7" name="Google Shape;1677;p88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8" name="Google Shape;1678;p88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9" name="Google Shape;1679;p88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0" name="Google Shape;1680;p88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1" name="Google Shape;1681;p88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172" name="Google Shape;1682;p88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1173" name="Google Shape;1683;p88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4" name="Google Shape;1684;p88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5" name="Google Shape;1685;p88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6" name="Google Shape;1686;p88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7" name="Google Shape;1687;p88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178" name="Google Shape;1688;p88"/>
          <p:cNvGrpSpPr/>
          <p:nvPr/>
        </p:nvGrpSpPr>
        <p:grpSpPr>
          <a:xfrm>
            <a:off x="1275480" y="995040"/>
            <a:ext cx="1189800" cy="208800"/>
            <a:chOff x="1275480" y="995040"/>
            <a:chExt cx="1189800" cy="208800"/>
          </a:xfrm>
        </p:grpSpPr>
        <p:sp>
          <p:nvSpPr>
            <p:cNvPr id="1179" name="Google Shape;1689;p88"/>
            <p:cNvSpPr/>
            <p:nvPr/>
          </p:nvSpPr>
          <p:spPr>
            <a:xfrm>
              <a:off x="1275480" y="1010160"/>
              <a:ext cx="205560" cy="190440"/>
            </a:xfrm>
            <a:custGeom>
              <a:avLst/>
              <a:gdLst>
                <a:gd name="textAreaLeft" fmla="*/ 0 w 205560"/>
                <a:gd name="textAreaRight" fmla="*/ 209160 w 205560"/>
                <a:gd name="textAreaTop" fmla="*/ 0 h 190440"/>
                <a:gd name="textAreaBottom" fmla="*/ 194040 h 190440"/>
              </a:gdLst>
              <a:ahLst/>
              <a:cxnLst/>
              <a:rect l="textAreaLeft" t="textAreaTop" r="textAreaRight" b="textAreaBottom"/>
              <a:pathLst>
                <a:path w="209156" h="194045">
                  <a:moveTo>
                    <a:pt x="113638" y="125028"/>
                  </a:moveTo>
                  <a:cubicBezTo>
                    <a:pt x="112473" y="128102"/>
                    <a:pt x="111147" y="131693"/>
                    <a:pt x="109723" y="135835"/>
                  </a:cubicBezTo>
                  <a:cubicBezTo>
                    <a:pt x="108267" y="139977"/>
                    <a:pt x="106746" y="144669"/>
                    <a:pt x="105128" y="149911"/>
                  </a:cubicBezTo>
                  <a:lnTo>
                    <a:pt x="104319" y="149911"/>
                  </a:lnTo>
                  <a:cubicBezTo>
                    <a:pt x="103607" y="146384"/>
                    <a:pt x="102572" y="142598"/>
                    <a:pt x="101278" y="138553"/>
                  </a:cubicBezTo>
                  <a:cubicBezTo>
                    <a:pt x="99983" y="134509"/>
                    <a:pt x="98333" y="130108"/>
                    <a:pt x="96327" y="125416"/>
                  </a:cubicBezTo>
                  <a:lnTo>
                    <a:pt x="46530" y="0"/>
                  </a:lnTo>
                  <a:lnTo>
                    <a:pt x="0" y="0"/>
                  </a:lnTo>
                  <a:lnTo>
                    <a:pt x="0" y="194013"/>
                  </a:lnTo>
                  <a:lnTo>
                    <a:pt x="30448" y="194013"/>
                  </a:lnTo>
                  <a:lnTo>
                    <a:pt x="30448" y="74971"/>
                  </a:lnTo>
                  <a:cubicBezTo>
                    <a:pt x="30448" y="67044"/>
                    <a:pt x="30319" y="59408"/>
                    <a:pt x="30124" y="52095"/>
                  </a:cubicBezTo>
                  <a:cubicBezTo>
                    <a:pt x="29930" y="44782"/>
                    <a:pt x="29510" y="37761"/>
                    <a:pt x="28960" y="30998"/>
                  </a:cubicBezTo>
                  <a:lnTo>
                    <a:pt x="29898" y="30998"/>
                  </a:lnTo>
                  <a:cubicBezTo>
                    <a:pt x="30966" y="36855"/>
                    <a:pt x="32034" y="41741"/>
                    <a:pt x="33069" y="45624"/>
                  </a:cubicBezTo>
                  <a:cubicBezTo>
                    <a:pt x="34104" y="49506"/>
                    <a:pt x="34978" y="52419"/>
                    <a:pt x="35722" y="54425"/>
                  </a:cubicBezTo>
                  <a:lnTo>
                    <a:pt x="92282" y="194046"/>
                  </a:lnTo>
                  <a:lnTo>
                    <a:pt x="115288" y="194046"/>
                  </a:lnTo>
                  <a:lnTo>
                    <a:pt x="171557" y="53357"/>
                  </a:lnTo>
                  <a:cubicBezTo>
                    <a:pt x="172463" y="51092"/>
                    <a:pt x="173369" y="48115"/>
                    <a:pt x="174340" y="44426"/>
                  </a:cubicBezTo>
                  <a:cubicBezTo>
                    <a:pt x="175278" y="40738"/>
                    <a:pt x="176314" y="36272"/>
                    <a:pt x="177382" y="31030"/>
                  </a:cubicBezTo>
                  <a:lnTo>
                    <a:pt x="178320" y="31030"/>
                  </a:lnTo>
                  <a:cubicBezTo>
                    <a:pt x="177770" y="38505"/>
                    <a:pt x="177349" y="45624"/>
                    <a:pt x="177026" y="52321"/>
                  </a:cubicBezTo>
                  <a:cubicBezTo>
                    <a:pt x="176702" y="59052"/>
                    <a:pt x="176540" y="65200"/>
                    <a:pt x="176540" y="70797"/>
                  </a:cubicBezTo>
                  <a:lnTo>
                    <a:pt x="176540" y="194046"/>
                  </a:lnTo>
                  <a:lnTo>
                    <a:pt x="209156" y="194046"/>
                  </a:lnTo>
                  <a:lnTo>
                    <a:pt x="209156" y="0"/>
                  </a:lnTo>
                  <a:lnTo>
                    <a:pt x="163986" y="0"/>
                  </a:lnTo>
                  <a:lnTo>
                    <a:pt x="113671" y="124996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0" name="Google Shape;1690;p88"/>
            <p:cNvSpPr/>
            <p:nvPr/>
          </p:nvSpPr>
          <p:spPr>
            <a:xfrm>
              <a:off x="1527480" y="1062360"/>
              <a:ext cx="28440" cy="138240"/>
            </a:xfrm>
            <a:custGeom>
              <a:avLst/>
              <a:gdLst>
                <a:gd name="textAreaLeft" fmla="*/ 0 w 28440"/>
                <a:gd name="textAreaRight" fmla="*/ 32040 w 28440"/>
                <a:gd name="textAreaTop" fmla="*/ 0 h 138240"/>
                <a:gd name="textAreaBottom" fmla="*/ 141840 h 138240"/>
              </a:gdLst>
              <a:ahLst/>
              <a:cxnLst/>
              <a:rect l="textAreaLeft" t="textAreaTop" r="textAreaRight" b="textAreaBottom"/>
              <a:pathLst>
                <a:path w="32195" h="141918">
                  <a:moveTo>
                    <a:pt x="0" y="0"/>
                  </a:moveTo>
                  <a:lnTo>
                    <a:pt x="32195" y="0"/>
                  </a:lnTo>
                  <a:lnTo>
                    <a:pt x="32195" y="141918"/>
                  </a:lnTo>
                  <a:lnTo>
                    <a:pt x="0" y="14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1" name="Google Shape;1691;p88"/>
            <p:cNvSpPr/>
            <p:nvPr/>
          </p:nvSpPr>
          <p:spPr>
            <a:xfrm>
              <a:off x="1523520" y="998640"/>
              <a:ext cx="37080" cy="34920"/>
            </a:xfrm>
            <a:custGeom>
              <a:avLst/>
              <a:gdLst>
                <a:gd name="textAreaLeft" fmla="*/ 0 w 37080"/>
                <a:gd name="textAreaRight" fmla="*/ 40680 w 37080"/>
                <a:gd name="textAreaTop" fmla="*/ 0 h 34920"/>
                <a:gd name="textAreaBottom" fmla="*/ 38520 h 34920"/>
              </a:gdLst>
              <a:ahLst/>
              <a:cxnLst/>
              <a:rect l="textAreaLeft" t="textAreaTop" r="textAreaRight" b="textAreaBottom"/>
              <a:pathLst>
                <a:path w="40737" h="38537">
                  <a:moveTo>
                    <a:pt x="20320" y="0"/>
                  </a:moveTo>
                  <a:cubicBezTo>
                    <a:pt x="14464" y="0"/>
                    <a:pt x="9610" y="1812"/>
                    <a:pt x="5760" y="5404"/>
                  </a:cubicBezTo>
                  <a:cubicBezTo>
                    <a:pt x="1941" y="9028"/>
                    <a:pt x="0" y="13655"/>
                    <a:pt x="0" y="19350"/>
                  </a:cubicBezTo>
                  <a:cubicBezTo>
                    <a:pt x="0" y="25044"/>
                    <a:pt x="1909" y="29316"/>
                    <a:pt x="5760" y="33004"/>
                  </a:cubicBezTo>
                  <a:cubicBezTo>
                    <a:pt x="9578" y="36693"/>
                    <a:pt x="14431" y="38537"/>
                    <a:pt x="20320" y="38537"/>
                  </a:cubicBezTo>
                  <a:cubicBezTo>
                    <a:pt x="26209" y="38537"/>
                    <a:pt x="31063" y="36725"/>
                    <a:pt x="34913" y="33069"/>
                  </a:cubicBezTo>
                  <a:cubicBezTo>
                    <a:pt x="38764" y="29413"/>
                    <a:pt x="40738" y="24850"/>
                    <a:pt x="40738" y="19350"/>
                  </a:cubicBezTo>
                  <a:cubicBezTo>
                    <a:pt x="40738" y="13849"/>
                    <a:pt x="38796" y="9028"/>
                    <a:pt x="34913" y="5404"/>
                  </a:cubicBezTo>
                  <a:cubicBezTo>
                    <a:pt x="31030" y="1812"/>
                    <a:pt x="26177" y="0"/>
                    <a:pt x="2032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19080" bIns="1908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2" name="Google Shape;1692;p88"/>
            <p:cNvSpPr/>
            <p:nvPr/>
          </p:nvSpPr>
          <p:spPr>
            <a:xfrm>
              <a:off x="1592280" y="1058760"/>
              <a:ext cx="113400" cy="145080"/>
            </a:xfrm>
            <a:custGeom>
              <a:avLst/>
              <a:gdLst>
                <a:gd name="textAreaLeft" fmla="*/ 0 w 113400"/>
                <a:gd name="textAreaRight" fmla="*/ 117000 w 11340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17035" h="148680">
                  <a:moveTo>
                    <a:pt x="75748" y="25562"/>
                  </a:moveTo>
                  <a:cubicBezTo>
                    <a:pt x="80990" y="25562"/>
                    <a:pt x="85876" y="26177"/>
                    <a:pt x="90438" y="27374"/>
                  </a:cubicBezTo>
                  <a:cubicBezTo>
                    <a:pt x="95000" y="28571"/>
                    <a:pt x="99628" y="30545"/>
                    <a:pt x="104319" y="33263"/>
                  </a:cubicBezTo>
                  <a:lnTo>
                    <a:pt x="117036" y="10807"/>
                  </a:lnTo>
                  <a:cubicBezTo>
                    <a:pt x="110370" y="7021"/>
                    <a:pt x="103737" y="4271"/>
                    <a:pt x="97136" y="2556"/>
                  </a:cubicBezTo>
                  <a:cubicBezTo>
                    <a:pt x="90568" y="841"/>
                    <a:pt x="83287" y="0"/>
                    <a:pt x="75360" y="0"/>
                  </a:cubicBezTo>
                  <a:cubicBezTo>
                    <a:pt x="52354" y="0"/>
                    <a:pt x="34040" y="7021"/>
                    <a:pt x="20417" y="21032"/>
                  </a:cubicBezTo>
                  <a:cubicBezTo>
                    <a:pt x="6795" y="35043"/>
                    <a:pt x="0" y="53939"/>
                    <a:pt x="0" y="77657"/>
                  </a:cubicBezTo>
                  <a:cubicBezTo>
                    <a:pt x="0" y="99401"/>
                    <a:pt x="6504" y="116680"/>
                    <a:pt x="19544" y="129461"/>
                  </a:cubicBezTo>
                  <a:cubicBezTo>
                    <a:pt x="32584" y="142274"/>
                    <a:pt x="49992" y="148681"/>
                    <a:pt x="71833" y="148681"/>
                  </a:cubicBezTo>
                  <a:cubicBezTo>
                    <a:pt x="80052" y="148681"/>
                    <a:pt x="87688" y="147678"/>
                    <a:pt x="94774" y="145704"/>
                  </a:cubicBezTo>
                  <a:cubicBezTo>
                    <a:pt x="101860" y="143730"/>
                    <a:pt x="108914" y="140527"/>
                    <a:pt x="115936" y="136094"/>
                  </a:cubicBezTo>
                  <a:lnTo>
                    <a:pt x="102669" y="114188"/>
                  </a:lnTo>
                  <a:cubicBezTo>
                    <a:pt x="97718" y="117424"/>
                    <a:pt x="92800" y="119721"/>
                    <a:pt x="87979" y="121080"/>
                  </a:cubicBezTo>
                  <a:cubicBezTo>
                    <a:pt x="83158" y="122439"/>
                    <a:pt x="78757" y="123119"/>
                    <a:pt x="74777" y="123119"/>
                  </a:cubicBezTo>
                  <a:cubicBezTo>
                    <a:pt x="62611" y="123119"/>
                    <a:pt x="52580" y="118945"/>
                    <a:pt x="44685" y="110597"/>
                  </a:cubicBezTo>
                  <a:cubicBezTo>
                    <a:pt x="36790" y="102249"/>
                    <a:pt x="32842" y="90373"/>
                    <a:pt x="32842" y="74939"/>
                  </a:cubicBezTo>
                  <a:cubicBezTo>
                    <a:pt x="32842" y="59505"/>
                    <a:pt x="36564" y="47986"/>
                    <a:pt x="44006" y="39023"/>
                  </a:cubicBezTo>
                  <a:cubicBezTo>
                    <a:pt x="51448" y="30060"/>
                    <a:pt x="62029" y="25562"/>
                    <a:pt x="75716" y="2556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3" name="Google Shape;1693;p88"/>
            <p:cNvSpPr/>
            <p:nvPr/>
          </p:nvSpPr>
          <p:spPr>
            <a:xfrm>
              <a:off x="1734120" y="1059840"/>
              <a:ext cx="79560" cy="140760"/>
            </a:xfrm>
            <a:custGeom>
              <a:avLst/>
              <a:gdLst>
                <a:gd name="textAreaLeft" fmla="*/ 0 w 79560"/>
                <a:gd name="textAreaRight" fmla="*/ 83160 w 79560"/>
                <a:gd name="textAreaTop" fmla="*/ 0 h 140760"/>
                <a:gd name="textAreaBottom" fmla="*/ 144360 h 14076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6" y="162"/>
                    <a:pt x="72901" y="0"/>
                    <a:pt x="70474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4" name="Google Shape;1694;p88"/>
            <p:cNvSpPr/>
            <p:nvPr/>
          </p:nvSpPr>
          <p:spPr>
            <a:xfrm>
              <a:off x="1828800" y="1058760"/>
              <a:ext cx="142560" cy="145080"/>
            </a:xfrm>
            <a:custGeom>
              <a:avLst/>
              <a:gdLst>
                <a:gd name="textAreaLeft" fmla="*/ 0 w 142560"/>
                <a:gd name="textAreaRight" fmla="*/ 146160 w 14256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5" name="Google Shape;1695;p88"/>
            <p:cNvSpPr/>
            <p:nvPr/>
          </p:nvSpPr>
          <p:spPr>
            <a:xfrm>
              <a:off x="1992600" y="1058760"/>
              <a:ext cx="102600" cy="145080"/>
            </a:xfrm>
            <a:custGeom>
              <a:avLst/>
              <a:gdLst>
                <a:gd name="textAreaLeft" fmla="*/ 0 w 102600"/>
                <a:gd name="textAreaRight" fmla="*/ 106200 w 10260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06293" h="148648">
                  <a:moveTo>
                    <a:pt x="61640" y="59667"/>
                  </a:moveTo>
                  <a:cubicBezTo>
                    <a:pt x="51448" y="57240"/>
                    <a:pt x="44297" y="54716"/>
                    <a:pt x="40188" y="52160"/>
                  </a:cubicBezTo>
                  <a:cubicBezTo>
                    <a:pt x="36078" y="49603"/>
                    <a:pt x="34040" y="45721"/>
                    <a:pt x="34040" y="40576"/>
                  </a:cubicBezTo>
                  <a:cubicBezTo>
                    <a:pt x="34040" y="35431"/>
                    <a:pt x="36175" y="31419"/>
                    <a:pt x="40479" y="28539"/>
                  </a:cubicBezTo>
                  <a:cubicBezTo>
                    <a:pt x="44750" y="25659"/>
                    <a:pt x="50736" y="24203"/>
                    <a:pt x="58405" y="24203"/>
                  </a:cubicBezTo>
                  <a:cubicBezTo>
                    <a:pt x="63711" y="24203"/>
                    <a:pt x="68888" y="25012"/>
                    <a:pt x="73904" y="26630"/>
                  </a:cubicBezTo>
                  <a:cubicBezTo>
                    <a:pt x="78919" y="28248"/>
                    <a:pt x="84420" y="30966"/>
                    <a:pt x="90470" y="34752"/>
                  </a:cubicBezTo>
                  <a:lnTo>
                    <a:pt x="103187" y="12716"/>
                  </a:lnTo>
                  <a:cubicBezTo>
                    <a:pt x="96424" y="8283"/>
                    <a:pt x="89435" y="5080"/>
                    <a:pt x="82219" y="3042"/>
                  </a:cubicBezTo>
                  <a:cubicBezTo>
                    <a:pt x="75004" y="1003"/>
                    <a:pt x="67432" y="0"/>
                    <a:pt x="59505" y="0"/>
                  </a:cubicBezTo>
                  <a:cubicBezTo>
                    <a:pt x="43456" y="0"/>
                    <a:pt x="30351" y="4077"/>
                    <a:pt x="20191" y="12231"/>
                  </a:cubicBezTo>
                  <a:cubicBezTo>
                    <a:pt x="10031" y="20385"/>
                    <a:pt x="4983" y="30933"/>
                    <a:pt x="4983" y="43812"/>
                  </a:cubicBezTo>
                  <a:cubicBezTo>
                    <a:pt x="4983" y="55007"/>
                    <a:pt x="8510" y="64002"/>
                    <a:pt x="15596" y="70862"/>
                  </a:cubicBezTo>
                  <a:cubicBezTo>
                    <a:pt x="22682" y="77722"/>
                    <a:pt x="35043" y="83223"/>
                    <a:pt x="52742" y="87364"/>
                  </a:cubicBezTo>
                  <a:cubicBezTo>
                    <a:pt x="61414" y="89435"/>
                    <a:pt x="67594" y="92024"/>
                    <a:pt x="71347" y="95065"/>
                  </a:cubicBezTo>
                  <a:cubicBezTo>
                    <a:pt x="75101" y="98139"/>
                    <a:pt x="76978" y="102022"/>
                    <a:pt x="76978" y="106714"/>
                  </a:cubicBezTo>
                  <a:cubicBezTo>
                    <a:pt x="76978" y="112570"/>
                    <a:pt x="74777" y="116939"/>
                    <a:pt x="70344" y="119851"/>
                  </a:cubicBezTo>
                  <a:cubicBezTo>
                    <a:pt x="65911" y="122731"/>
                    <a:pt x="59731" y="124187"/>
                    <a:pt x="51804" y="124187"/>
                  </a:cubicBezTo>
                  <a:cubicBezTo>
                    <a:pt x="44394" y="124187"/>
                    <a:pt x="37631" y="123022"/>
                    <a:pt x="31451" y="120660"/>
                  </a:cubicBezTo>
                  <a:cubicBezTo>
                    <a:pt x="25271" y="118330"/>
                    <a:pt x="19479" y="115256"/>
                    <a:pt x="14075" y="111470"/>
                  </a:cubicBezTo>
                  <a:lnTo>
                    <a:pt x="0" y="134185"/>
                  </a:lnTo>
                  <a:cubicBezTo>
                    <a:pt x="7669" y="138974"/>
                    <a:pt x="15693" y="142565"/>
                    <a:pt x="24074" y="144992"/>
                  </a:cubicBezTo>
                  <a:cubicBezTo>
                    <a:pt x="32454" y="147419"/>
                    <a:pt x="41288" y="148649"/>
                    <a:pt x="50574" y="148649"/>
                  </a:cubicBezTo>
                  <a:cubicBezTo>
                    <a:pt x="67626" y="148649"/>
                    <a:pt x="81184" y="144539"/>
                    <a:pt x="91215" y="136353"/>
                  </a:cubicBezTo>
                  <a:cubicBezTo>
                    <a:pt x="101278" y="128134"/>
                    <a:pt x="106293" y="117230"/>
                    <a:pt x="106293" y="103608"/>
                  </a:cubicBezTo>
                  <a:cubicBezTo>
                    <a:pt x="106293" y="91894"/>
                    <a:pt x="102701" y="82543"/>
                    <a:pt x="95551" y="75619"/>
                  </a:cubicBezTo>
                  <a:cubicBezTo>
                    <a:pt x="88367" y="68662"/>
                    <a:pt x="77075" y="63355"/>
                    <a:pt x="61673" y="59667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6" name="Google Shape;1696;p88"/>
            <p:cNvSpPr/>
            <p:nvPr/>
          </p:nvSpPr>
          <p:spPr>
            <a:xfrm>
              <a:off x="2117880" y="1058760"/>
              <a:ext cx="142560" cy="145080"/>
            </a:xfrm>
            <a:custGeom>
              <a:avLst/>
              <a:gdLst>
                <a:gd name="textAreaLeft" fmla="*/ 0 w 142560"/>
                <a:gd name="textAreaRight" fmla="*/ 146160 w 14256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7" name="Google Shape;1697;p88"/>
            <p:cNvSpPr/>
            <p:nvPr/>
          </p:nvSpPr>
          <p:spPr>
            <a:xfrm>
              <a:off x="2280960" y="995040"/>
              <a:ext cx="184320" cy="208800"/>
            </a:xfrm>
            <a:custGeom>
              <a:avLst/>
              <a:gdLst>
                <a:gd name="textAreaLeft" fmla="*/ 0 w 184320"/>
                <a:gd name="textAreaRight" fmla="*/ 187920 w 184320"/>
                <a:gd name="textAreaTop" fmla="*/ 0 h 208800"/>
                <a:gd name="textAreaBottom" fmla="*/ 212400 h 208800"/>
              </a:gdLst>
              <a:ahLst/>
              <a:cxnLst/>
              <a:rect l="textAreaLeft" t="textAreaTop" r="textAreaRight" b="textAreaBottom"/>
              <a:pathLst>
                <a:path w="187962" h="212262">
                  <a:moveTo>
                    <a:pt x="174825" y="186636"/>
                  </a:moveTo>
                  <a:cubicBezTo>
                    <a:pt x="172496" y="187218"/>
                    <a:pt x="170004" y="187510"/>
                    <a:pt x="167383" y="187510"/>
                  </a:cubicBezTo>
                  <a:cubicBezTo>
                    <a:pt x="162077" y="187510"/>
                    <a:pt x="158129" y="185989"/>
                    <a:pt x="155541" y="182915"/>
                  </a:cubicBezTo>
                  <a:cubicBezTo>
                    <a:pt x="152984" y="179841"/>
                    <a:pt x="151690" y="174793"/>
                    <a:pt x="151690" y="167772"/>
                  </a:cubicBezTo>
                  <a:lnTo>
                    <a:pt x="151690" y="92283"/>
                  </a:lnTo>
                  <a:lnTo>
                    <a:pt x="185633" y="92283"/>
                  </a:lnTo>
                  <a:lnTo>
                    <a:pt x="185633" y="67270"/>
                  </a:lnTo>
                  <a:lnTo>
                    <a:pt x="151690" y="67270"/>
                  </a:lnTo>
                  <a:lnTo>
                    <a:pt x="151690" y="25303"/>
                  </a:lnTo>
                  <a:lnTo>
                    <a:pt x="119495" y="35043"/>
                  </a:lnTo>
                  <a:lnTo>
                    <a:pt x="119495" y="67238"/>
                  </a:lnTo>
                  <a:lnTo>
                    <a:pt x="55848" y="67238"/>
                  </a:lnTo>
                  <a:lnTo>
                    <a:pt x="55848" y="47889"/>
                  </a:lnTo>
                  <a:cubicBezTo>
                    <a:pt x="55848" y="40770"/>
                    <a:pt x="57563" y="35302"/>
                    <a:pt x="60993" y="31451"/>
                  </a:cubicBezTo>
                  <a:cubicBezTo>
                    <a:pt x="64423" y="27633"/>
                    <a:pt x="69568" y="25692"/>
                    <a:pt x="76428" y="25692"/>
                  </a:cubicBezTo>
                  <a:cubicBezTo>
                    <a:pt x="78854" y="25692"/>
                    <a:pt x="81119" y="25886"/>
                    <a:pt x="83190" y="26306"/>
                  </a:cubicBezTo>
                  <a:cubicBezTo>
                    <a:pt x="85261" y="26695"/>
                    <a:pt x="87623" y="27471"/>
                    <a:pt x="90212" y="28539"/>
                  </a:cubicBezTo>
                  <a:lnTo>
                    <a:pt x="97654" y="3786"/>
                  </a:lnTo>
                  <a:cubicBezTo>
                    <a:pt x="93771" y="2524"/>
                    <a:pt x="90082" y="1585"/>
                    <a:pt x="86555" y="938"/>
                  </a:cubicBezTo>
                  <a:cubicBezTo>
                    <a:pt x="83028" y="324"/>
                    <a:pt x="78919" y="0"/>
                    <a:pt x="74260" y="0"/>
                  </a:cubicBezTo>
                  <a:cubicBezTo>
                    <a:pt x="59019" y="0"/>
                    <a:pt x="46788" y="4142"/>
                    <a:pt x="37599" y="12457"/>
                  </a:cubicBezTo>
                  <a:cubicBezTo>
                    <a:pt x="28410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119527" y="92250"/>
                  </a:lnTo>
                  <a:lnTo>
                    <a:pt x="119527" y="170587"/>
                  </a:lnTo>
                  <a:cubicBezTo>
                    <a:pt x="119527" y="184371"/>
                    <a:pt x="123054" y="194790"/>
                    <a:pt x="130140" y="201779"/>
                  </a:cubicBezTo>
                  <a:cubicBezTo>
                    <a:pt x="137227" y="208768"/>
                    <a:pt x="147387" y="212263"/>
                    <a:pt x="160653" y="212263"/>
                  </a:cubicBezTo>
                  <a:cubicBezTo>
                    <a:pt x="165798" y="212263"/>
                    <a:pt x="170619" y="211842"/>
                    <a:pt x="175117" y="211033"/>
                  </a:cubicBezTo>
                  <a:cubicBezTo>
                    <a:pt x="179614" y="210224"/>
                    <a:pt x="183918" y="208930"/>
                    <a:pt x="187963" y="207118"/>
                  </a:cubicBezTo>
                  <a:lnTo>
                    <a:pt x="181200" y="184241"/>
                  </a:lnTo>
                  <a:cubicBezTo>
                    <a:pt x="179323" y="185245"/>
                    <a:pt x="177188" y="186021"/>
                    <a:pt x="174858" y="186604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88" name="Google Shape;1698;p88"/>
          <p:cNvGrpSpPr/>
          <p:nvPr/>
        </p:nvGrpSpPr>
        <p:grpSpPr>
          <a:xfrm>
            <a:off x="2568960" y="995040"/>
            <a:ext cx="1913040" cy="208800"/>
            <a:chOff x="2568960" y="995040"/>
            <a:chExt cx="1913040" cy="208800"/>
          </a:xfrm>
        </p:grpSpPr>
        <p:sp>
          <p:nvSpPr>
            <p:cNvPr id="1189" name="Google Shape;1699;p88"/>
            <p:cNvSpPr/>
            <p:nvPr/>
          </p:nvSpPr>
          <p:spPr>
            <a:xfrm>
              <a:off x="2568960" y="1010160"/>
              <a:ext cx="126360" cy="190440"/>
            </a:xfrm>
            <a:custGeom>
              <a:avLst/>
              <a:gdLst>
                <a:gd name="textAreaLeft" fmla="*/ 0 w 126360"/>
                <a:gd name="textAreaRight" fmla="*/ 129960 w 126360"/>
                <a:gd name="textAreaTop" fmla="*/ 0 h 190440"/>
                <a:gd name="textAreaBottom" fmla="*/ 194040 h 19044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6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2" y="99725"/>
                  </a:lnTo>
                  <a:lnTo>
                    <a:pt x="32842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0" name="Google Shape;1700;p88"/>
            <p:cNvSpPr/>
            <p:nvPr/>
          </p:nvSpPr>
          <p:spPr>
            <a:xfrm>
              <a:off x="2707920" y="1058760"/>
              <a:ext cx="142560" cy="145080"/>
            </a:xfrm>
            <a:custGeom>
              <a:avLst/>
              <a:gdLst>
                <a:gd name="textAreaLeft" fmla="*/ 0 w 142560"/>
                <a:gd name="textAreaRight" fmla="*/ 146160 w 14256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1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1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0" y="25563"/>
                    <a:pt x="96327" y="29705"/>
                    <a:pt x="103057" y="37956"/>
                  </a:cubicBezTo>
                  <a:cubicBezTo>
                    <a:pt x="109788" y="46207"/>
                    <a:pt x="113120" y="58179"/>
                    <a:pt x="113120" y="73872"/>
                  </a:cubicBezTo>
                  <a:cubicBezTo>
                    <a:pt x="113120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1" name="Google Shape;1701;p88"/>
            <p:cNvSpPr/>
            <p:nvPr/>
          </p:nvSpPr>
          <p:spPr>
            <a:xfrm>
              <a:off x="2867040" y="1062360"/>
              <a:ext cx="205200" cy="138240"/>
            </a:xfrm>
            <a:custGeom>
              <a:avLst/>
              <a:gdLst>
                <a:gd name="textAreaLeft" fmla="*/ 0 w 205200"/>
                <a:gd name="textAreaRight" fmla="*/ 208800 w 205200"/>
                <a:gd name="textAreaTop" fmla="*/ 0 h 138240"/>
                <a:gd name="textAreaBottom" fmla="*/ 141840 h 138240"/>
              </a:gdLst>
              <a:ahLst/>
              <a:cxnLst/>
              <a:rect l="textAreaLeft" t="textAreaTop" r="textAreaRight" b="textAreaBottom"/>
              <a:pathLst>
                <a:path w="208735" h="141950">
                  <a:moveTo>
                    <a:pt x="154020" y="100501"/>
                  </a:moveTo>
                  <a:cubicBezTo>
                    <a:pt x="153373" y="103025"/>
                    <a:pt x="152887" y="105484"/>
                    <a:pt x="152531" y="107879"/>
                  </a:cubicBezTo>
                  <a:cubicBezTo>
                    <a:pt x="152175" y="110273"/>
                    <a:pt x="151884" y="112603"/>
                    <a:pt x="151723" y="114835"/>
                  </a:cubicBezTo>
                  <a:lnTo>
                    <a:pt x="150784" y="114835"/>
                  </a:lnTo>
                  <a:cubicBezTo>
                    <a:pt x="150428" y="111503"/>
                    <a:pt x="150072" y="108623"/>
                    <a:pt x="149716" y="106261"/>
                  </a:cubicBezTo>
                  <a:cubicBezTo>
                    <a:pt x="149360" y="103866"/>
                    <a:pt x="149004" y="101957"/>
                    <a:pt x="148649" y="100501"/>
                  </a:cubicBezTo>
                  <a:lnTo>
                    <a:pt x="122666" y="0"/>
                  </a:lnTo>
                  <a:lnTo>
                    <a:pt x="92638" y="0"/>
                  </a:lnTo>
                  <a:lnTo>
                    <a:pt x="63679" y="99984"/>
                  </a:lnTo>
                  <a:cubicBezTo>
                    <a:pt x="63032" y="102249"/>
                    <a:pt x="62514" y="104578"/>
                    <a:pt x="62061" y="107005"/>
                  </a:cubicBezTo>
                  <a:cubicBezTo>
                    <a:pt x="61608" y="109432"/>
                    <a:pt x="61284" y="111956"/>
                    <a:pt x="61123" y="114577"/>
                  </a:cubicBezTo>
                  <a:lnTo>
                    <a:pt x="60055" y="114577"/>
                  </a:lnTo>
                  <a:cubicBezTo>
                    <a:pt x="59861" y="111697"/>
                    <a:pt x="59634" y="109076"/>
                    <a:pt x="59311" y="106746"/>
                  </a:cubicBezTo>
                  <a:cubicBezTo>
                    <a:pt x="58987" y="104416"/>
                    <a:pt x="58599" y="102281"/>
                    <a:pt x="58146" y="100372"/>
                  </a:cubicBezTo>
                  <a:lnTo>
                    <a:pt x="33134" y="0"/>
                  </a:lnTo>
                  <a:lnTo>
                    <a:pt x="0" y="0"/>
                  </a:lnTo>
                  <a:lnTo>
                    <a:pt x="41676" y="141918"/>
                  </a:lnTo>
                  <a:lnTo>
                    <a:pt x="74551" y="141918"/>
                  </a:lnTo>
                  <a:lnTo>
                    <a:pt x="102022" y="48180"/>
                  </a:lnTo>
                  <a:cubicBezTo>
                    <a:pt x="102831" y="45753"/>
                    <a:pt x="103478" y="43391"/>
                    <a:pt x="103899" y="41094"/>
                  </a:cubicBezTo>
                  <a:cubicBezTo>
                    <a:pt x="104352" y="38796"/>
                    <a:pt x="104708" y="36208"/>
                    <a:pt x="104966" y="33328"/>
                  </a:cubicBezTo>
                  <a:lnTo>
                    <a:pt x="105516" y="33328"/>
                  </a:lnTo>
                  <a:cubicBezTo>
                    <a:pt x="105711" y="36111"/>
                    <a:pt x="105937" y="38699"/>
                    <a:pt x="106261" y="41029"/>
                  </a:cubicBezTo>
                  <a:cubicBezTo>
                    <a:pt x="106584" y="43391"/>
                    <a:pt x="107102" y="45882"/>
                    <a:pt x="107814" y="48600"/>
                  </a:cubicBezTo>
                  <a:lnTo>
                    <a:pt x="133376" y="141951"/>
                  </a:lnTo>
                  <a:lnTo>
                    <a:pt x="166930" y="141951"/>
                  </a:lnTo>
                  <a:lnTo>
                    <a:pt x="208736" y="32"/>
                  </a:lnTo>
                  <a:lnTo>
                    <a:pt x="178158" y="32"/>
                  </a:lnTo>
                  <a:lnTo>
                    <a:pt x="154085" y="100534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2" name="Google Shape;1702;p88"/>
            <p:cNvSpPr/>
            <p:nvPr/>
          </p:nvSpPr>
          <p:spPr>
            <a:xfrm>
              <a:off x="3089160" y="1058760"/>
              <a:ext cx="125640" cy="145080"/>
            </a:xfrm>
            <a:custGeom>
              <a:avLst/>
              <a:gdLst>
                <a:gd name="textAreaLeft" fmla="*/ 0 w 125640"/>
                <a:gd name="textAreaRight" fmla="*/ 129240 w 12564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29201" h="148680">
                  <a:moveTo>
                    <a:pt x="67918" y="0"/>
                  </a:moveTo>
                  <a:cubicBezTo>
                    <a:pt x="48083" y="0"/>
                    <a:pt x="31807" y="7021"/>
                    <a:pt x="19091" y="21032"/>
                  </a:cubicBezTo>
                  <a:cubicBezTo>
                    <a:pt x="6374" y="35043"/>
                    <a:pt x="0" y="53422"/>
                    <a:pt x="0" y="76169"/>
                  </a:cubicBezTo>
                  <a:cubicBezTo>
                    <a:pt x="97" y="99078"/>
                    <a:pt x="6277" y="116874"/>
                    <a:pt x="18541" y="129623"/>
                  </a:cubicBezTo>
                  <a:cubicBezTo>
                    <a:pt x="30804" y="142339"/>
                    <a:pt x="47953" y="148681"/>
                    <a:pt x="69956" y="148681"/>
                  </a:cubicBezTo>
                  <a:cubicBezTo>
                    <a:pt x="80861" y="148681"/>
                    <a:pt x="90891" y="147225"/>
                    <a:pt x="99984" y="144345"/>
                  </a:cubicBezTo>
                  <a:cubicBezTo>
                    <a:pt x="109076" y="141465"/>
                    <a:pt x="118103" y="136871"/>
                    <a:pt x="127034" y="130561"/>
                  </a:cubicBezTo>
                  <a:lnTo>
                    <a:pt x="112700" y="110402"/>
                  </a:lnTo>
                  <a:cubicBezTo>
                    <a:pt x="105937" y="115191"/>
                    <a:pt x="99142" y="118621"/>
                    <a:pt x="92347" y="120757"/>
                  </a:cubicBezTo>
                  <a:cubicBezTo>
                    <a:pt x="85520" y="122892"/>
                    <a:pt x="79566" y="123928"/>
                    <a:pt x="74421" y="123928"/>
                  </a:cubicBezTo>
                  <a:cubicBezTo>
                    <a:pt x="61349" y="123928"/>
                    <a:pt x="51221" y="120401"/>
                    <a:pt x="44038" y="113379"/>
                  </a:cubicBezTo>
                  <a:cubicBezTo>
                    <a:pt x="36855" y="106358"/>
                    <a:pt x="32972" y="96101"/>
                    <a:pt x="32325" y="82672"/>
                  </a:cubicBezTo>
                  <a:lnTo>
                    <a:pt x="129202" y="82672"/>
                  </a:lnTo>
                  <a:lnTo>
                    <a:pt x="129202" y="68727"/>
                  </a:lnTo>
                  <a:cubicBezTo>
                    <a:pt x="129202" y="46821"/>
                    <a:pt x="123766" y="29866"/>
                    <a:pt x="112894" y="17926"/>
                  </a:cubicBezTo>
                  <a:cubicBezTo>
                    <a:pt x="102022" y="5986"/>
                    <a:pt x="87041" y="0"/>
                    <a:pt x="67918" y="0"/>
                  </a:cubicBezTo>
                  <a:close/>
                  <a:moveTo>
                    <a:pt x="32487" y="60475"/>
                  </a:moveTo>
                  <a:cubicBezTo>
                    <a:pt x="33943" y="49215"/>
                    <a:pt x="37858" y="40220"/>
                    <a:pt x="44265" y="33554"/>
                  </a:cubicBezTo>
                  <a:cubicBezTo>
                    <a:pt x="50671" y="26889"/>
                    <a:pt x="58469" y="23556"/>
                    <a:pt x="67659" y="23556"/>
                  </a:cubicBezTo>
                  <a:cubicBezTo>
                    <a:pt x="77398" y="23556"/>
                    <a:pt x="84937" y="26662"/>
                    <a:pt x="90244" y="32875"/>
                  </a:cubicBezTo>
                  <a:cubicBezTo>
                    <a:pt x="95551" y="39087"/>
                    <a:pt x="98269" y="48309"/>
                    <a:pt x="98366" y="60475"/>
                  </a:cubicBezTo>
                  <a:lnTo>
                    <a:pt x="32487" y="6047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3" name="Google Shape;1703;p88"/>
            <p:cNvSpPr/>
            <p:nvPr/>
          </p:nvSpPr>
          <p:spPr>
            <a:xfrm>
              <a:off x="3247200" y="1059840"/>
              <a:ext cx="79560" cy="140760"/>
            </a:xfrm>
            <a:custGeom>
              <a:avLst/>
              <a:gdLst>
                <a:gd name="textAreaLeft" fmla="*/ 0 w 79560"/>
                <a:gd name="textAreaRight" fmla="*/ 83160 w 79560"/>
                <a:gd name="textAreaTop" fmla="*/ 0 h 140760"/>
                <a:gd name="textAreaBottom" fmla="*/ 144360 h 140760"/>
              </a:gdLst>
              <a:ahLst/>
              <a:cxnLst/>
              <a:rect l="textAreaLeft" t="textAreaTop" r="textAreaRight" b="textAreaBottom"/>
              <a:pathLst>
                <a:path w="83190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6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4" name="Google Shape;1704;p88"/>
            <p:cNvSpPr/>
            <p:nvPr/>
          </p:nvSpPr>
          <p:spPr>
            <a:xfrm>
              <a:off x="3427200" y="1010160"/>
              <a:ext cx="126360" cy="190440"/>
            </a:xfrm>
            <a:custGeom>
              <a:avLst/>
              <a:gdLst>
                <a:gd name="textAreaLeft" fmla="*/ 0 w 126360"/>
                <a:gd name="textAreaRight" fmla="*/ 129960 w 126360"/>
                <a:gd name="textAreaTop" fmla="*/ 0 h 190440"/>
                <a:gd name="textAreaBottom" fmla="*/ 194040 h 190440"/>
              </a:gdLst>
              <a:ahLst/>
              <a:cxnLst/>
              <a:rect l="textAreaLeft" t="textAreaTop" r="textAreaRight" b="textAreaBottom"/>
              <a:pathLst>
                <a:path w="130010" h="194013">
                  <a:moveTo>
                    <a:pt x="112279" y="15628"/>
                  </a:moveTo>
                  <a:cubicBezTo>
                    <a:pt x="100469" y="5209"/>
                    <a:pt x="83287" y="0"/>
                    <a:pt x="60734" y="0"/>
                  </a:cubicBezTo>
                  <a:lnTo>
                    <a:pt x="0" y="0"/>
                  </a:lnTo>
                  <a:lnTo>
                    <a:pt x="0" y="194013"/>
                  </a:lnTo>
                  <a:lnTo>
                    <a:pt x="32875" y="194013"/>
                  </a:lnTo>
                  <a:lnTo>
                    <a:pt x="32875" y="126516"/>
                  </a:lnTo>
                  <a:lnTo>
                    <a:pt x="56269" y="126516"/>
                  </a:lnTo>
                  <a:cubicBezTo>
                    <a:pt x="78822" y="126516"/>
                    <a:pt x="96748" y="120466"/>
                    <a:pt x="110047" y="108396"/>
                  </a:cubicBezTo>
                  <a:cubicBezTo>
                    <a:pt x="123345" y="96327"/>
                    <a:pt x="130011" y="80569"/>
                    <a:pt x="130011" y="61187"/>
                  </a:cubicBezTo>
                  <a:cubicBezTo>
                    <a:pt x="130011" y="41805"/>
                    <a:pt x="124090" y="26080"/>
                    <a:pt x="112279" y="15661"/>
                  </a:cubicBezTo>
                  <a:close/>
                  <a:moveTo>
                    <a:pt x="84678" y="90244"/>
                  </a:moveTo>
                  <a:cubicBezTo>
                    <a:pt x="77657" y="96554"/>
                    <a:pt x="67238" y="99725"/>
                    <a:pt x="53422" y="99725"/>
                  </a:cubicBezTo>
                  <a:lnTo>
                    <a:pt x="32843" y="99725"/>
                  </a:lnTo>
                  <a:lnTo>
                    <a:pt x="32843" y="26921"/>
                  </a:lnTo>
                  <a:lnTo>
                    <a:pt x="54910" y="26921"/>
                  </a:lnTo>
                  <a:cubicBezTo>
                    <a:pt x="68338" y="26921"/>
                    <a:pt x="78434" y="29866"/>
                    <a:pt x="85132" y="35787"/>
                  </a:cubicBezTo>
                  <a:cubicBezTo>
                    <a:pt x="91829" y="41708"/>
                    <a:pt x="95227" y="50639"/>
                    <a:pt x="95227" y="62643"/>
                  </a:cubicBezTo>
                  <a:cubicBezTo>
                    <a:pt x="95227" y="74648"/>
                    <a:pt x="91700" y="83934"/>
                    <a:pt x="84678" y="90244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5" name="Google Shape;1705;p88"/>
            <p:cNvSpPr/>
            <p:nvPr/>
          </p:nvSpPr>
          <p:spPr>
            <a:xfrm>
              <a:off x="3585240" y="999000"/>
              <a:ext cx="28440" cy="201600"/>
            </a:xfrm>
            <a:custGeom>
              <a:avLst/>
              <a:gdLst>
                <a:gd name="textAreaLeft" fmla="*/ 0 w 28440"/>
                <a:gd name="textAreaRight" fmla="*/ 32040 w 28440"/>
                <a:gd name="textAreaTop" fmla="*/ 0 h 201600"/>
                <a:gd name="textAreaBottom" fmla="*/ 205200 h 201600"/>
              </a:gdLst>
              <a:ahLst/>
              <a:cxnLst/>
              <a:rect l="textAreaLeft" t="textAreaTop" r="textAreaRight" b="textAreaBottom"/>
              <a:pathLst>
                <a:path w="32195" h="205079">
                  <a:moveTo>
                    <a:pt x="0" y="0"/>
                  </a:moveTo>
                  <a:lnTo>
                    <a:pt x="32195" y="0"/>
                  </a:lnTo>
                  <a:lnTo>
                    <a:pt x="32195" y="205079"/>
                  </a:lnTo>
                  <a:lnTo>
                    <a:pt x="0" y="20507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6" name="Google Shape;1706;p88"/>
            <p:cNvSpPr/>
            <p:nvPr/>
          </p:nvSpPr>
          <p:spPr>
            <a:xfrm>
              <a:off x="3646800" y="1058760"/>
              <a:ext cx="115560" cy="14508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19074" h="148713">
                  <a:moveTo>
                    <a:pt x="62967" y="0"/>
                  </a:moveTo>
                  <a:cubicBezTo>
                    <a:pt x="51966" y="0"/>
                    <a:pt x="41806" y="1585"/>
                    <a:pt x="32454" y="4724"/>
                  </a:cubicBezTo>
                  <a:cubicBezTo>
                    <a:pt x="23103" y="7863"/>
                    <a:pt x="14172" y="12749"/>
                    <a:pt x="5598" y="19350"/>
                  </a:cubicBezTo>
                  <a:lnTo>
                    <a:pt x="19382" y="38570"/>
                  </a:lnTo>
                  <a:cubicBezTo>
                    <a:pt x="25950" y="33619"/>
                    <a:pt x="32745" y="29898"/>
                    <a:pt x="39735" y="27406"/>
                  </a:cubicBezTo>
                  <a:cubicBezTo>
                    <a:pt x="46724" y="24915"/>
                    <a:pt x="53616" y="23685"/>
                    <a:pt x="60378" y="23685"/>
                  </a:cubicBezTo>
                  <a:cubicBezTo>
                    <a:pt x="68953" y="23685"/>
                    <a:pt x="75748" y="25886"/>
                    <a:pt x="80731" y="30319"/>
                  </a:cubicBezTo>
                  <a:cubicBezTo>
                    <a:pt x="85746" y="34752"/>
                    <a:pt x="88238" y="41741"/>
                    <a:pt x="88238" y="51286"/>
                  </a:cubicBezTo>
                  <a:lnTo>
                    <a:pt x="88238" y="54263"/>
                  </a:lnTo>
                  <a:lnTo>
                    <a:pt x="50477" y="59278"/>
                  </a:lnTo>
                  <a:cubicBezTo>
                    <a:pt x="33716" y="61705"/>
                    <a:pt x="21097" y="66947"/>
                    <a:pt x="12652" y="74971"/>
                  </a:cubicBezTo>
                  <a:cubicBezTo>
                    <a:pt x="4206" y="82996"/>
                    <a:pt x="0" y="93415"/>
                    <a:pt x="0" y="106228"/>
                  </a:cubicBezTo>
                  <a:cubicBezTo>
                    <a:pt x="0" y="119042"/>
                    <a:pt x="4206" y="129655"/>
                    <a:pt x="12587" y="137291"/>
                  </a:cubicBezTo>
                  <a:cubicBezTo>
                    <a:pt x="20968" y="144928"/>
                    <a:pt x="31710" y="148713"/>
                    <a:pt x="44782" y="148713"/>
                  </a:cubicBezTo>
                  <a:cubicBezTo>
                    <a:pt x="54069" y="148713"/>
                    <a:pt x="62287" y="146610"/>
                    <a:pt x="69471" y="142436"/>
                  </a:cubicBezTo>
                  <a:cubicBezTo>
                    <a:pt x="76654" y="138230"/>
                    <a:pt x="82608" y="132049"/>
                    <a:pt x="87397" y="123831"/>
                  </a:cubicBezTo>
                  <a:lnTo>
                    <a:pt x="87947" y="123831"/>
                  </a:lnTo>
                  <a:lnTo>
                    <a:pt x="87947" y="145348"/>
                  </a:lnTo>
                  <a:lnTo>
                    <a:pt x="119074" y="145348"/>
                  </a:lnTo>
                  <a:lnTo>
                    <a:pt x="119074" y="56463"/>
                  </a:lnTo>
                  <a:cubicBezTo>
                    <a:pt x="119074" y="37599"/>
                    <a:pt x="114415" y="23491"/>
                    <a:pt x="105128" y="14108"/>
                  </a:cubicBezTo>
                  <a:cubicBezTo>
                    <a:pt x="95842" y="4724"/>
                    <a:pt x="81766" y="32"/>
                    <a:pt x="62935" y="32"/>
                  </a:cubicBezTo>
                  <a:close/>
                  <a:moveTo>
                    <a:pt x="88270" y="87397"/>
                  </a:moveTo>
                  <a:cubicBezTo>
                    <a:pt x="88270" y="98204"/>
                    <a:pt x="85067" y="107102"/>
                    <a:pt x="78660" y="114059"/>
                  </a:cubicBezTo>
                  <a:cubicBezTo>
                    <a:pt x="72253" y="121016"/>
                    <a:pt x="63873" y="124478"/>
                    <a:pt x="53486" y="124478"/>
                  </a:cubicBezTo>
                  <a:cubicBezTo>
                    <a:pt x="46724" y="124478"/>
                    <a:pt x="41255" y="122536"/>
                    <a:pt x="37049" y="118654"/>
                  </a:cubicBezTo>
                  <a:cubicBezTo>
                    <a:pt x="32843" y="114771"/>
                    <a:pt x="30772" y="109464"/>
                    <a:pt x="30772" y="102702"/>
                  </a:cubicBezTo>
                  <a:cubicBezTo>
                    <a:pt x="30772" y="95939"/>
                    <a:pt x="33004" y="90471"/>
                    <a:pt x="37470" y="86879"/>
                  </a:cubicBezTo>
                  <a:cubicBezTo>
                    <a:pt x="41935" y="83287"/>
                    <a:pt x="48665" y="80828"/>
                    <a:pt x="57693" y="79566"/>
                  </a:cubicBezTo>
                  <a:lnTo>
                    <a:pt x="88270" y="75522"/>
                  </a:lnTo>
                  <a:lnTo>
                    <a:pt x="88270" y="87429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7" name="Google Shape;1707;p88"/>
            <p:cNvSpPr/>
            <p:nvPr/>
          </p:nvSpPr>
          <p:spPr>
            <a:xfrm>
              <a:off x="3788640" y="1020240"/>
              <a:ext cx="88560" cy="183240"/>
            </a:xfrm>
            <a:custGeom>
              <a:avLst/>
              <a:gdLst>
                <a:gd name="textAreaLeft" fmla="*/ 0 w 88560"/>
                <a:gd name="textAreaRight" fmla="*/ 92160 w 88560"/>
                <a:gd name="textAreaTop" fmla="*/ 0 h 183240"/>
                <a:gd name="textAreaBottom" fmla="*/ 186840 h 183240"/>
              </a:gdLst>
              <a:ahLst/>
              <a:cxnLst/>
              <a:rect l="textAreaLeft" t="textAreaTop" r="textAreaRight" b="textAreaBottom"/>
              <a:pathLst>
                <a:path w="92120" h="186959">
                  <a:moveTo>
                    <a:pt x="79016" y="161333"/>
                  </a:moveTo>
                  <a:cubicBezTo>
                    <a:pt x="76686" y="161915"/>
                    <a:pt x="74195" y="162206"/>
                    <a:pt x="71574" y="162206"/>
                  </a:cubicBezTo>
                  <a:cubicBezTo>
                    <a:pt x="66267" y="162206"/>
                    <a:pt x="62320" y="160685"/>
                    <a:pt x="59731" y="157612"/>
                  </a:cubicBezTo>
                  <a:cubicBezTo>
                    <a:pt x="57175" y="154538"/>
                    <a:pt x="55881" y="149490"/>
                    <a:pt x="55881" y="142468"/>
                  </a:cubicBezTo>
                  <a:lnTo>
                    <a:pt x="55881" y="66979"/>
                  </a:lnTo>
                  <a:lnTo>
                    <a:pt x="89823" y="66979"/>
                  </a:lnTo>
                  <a:lnTo>
                    <a:pt x="89823" y="41967"/>
                  </a:lnTo>
                  <a:lnTo>
                    <a:pt x="55881" y="41967"/>
                  </a:lnTo>
                  <a:lnTo>
                    <a:pt x="55881" y="0"/>
                  </a:lnTo>
                  <a:lnTo>
                    <a:pt x="23685" y="9739"/>
                  </a:lnTo>
                  <a:lnTo>
                    <a:pt x="23685" y="41935"/>
                  </a:lnTo>
                  <a:lnTo>
                    <a:pt x="0" y="41935"/>
                  </a:lnTo>
                  <a:lnTo>
                    <a:pt x="0" y="66947"/>
                  </a:lnTo>
                  <a:lnTo>
                    <a:pt x="23685" y="66947"/>
                  </a:lnTo>
                  <a:lnTo>
                    <a:pt x="23685" y="145283"/>
                  </a:lnTo>
                  <a:cubicBezTo>
                    <a:pt x="23685" y="159068"/>
                    <a:pt x="27212" y="169487"/>
                    <a:pt x="34299" y="176476"/>
                  </a:cubicBezTo>
                  <a:cubicBezTo>
                    <a:pt x="41385" y="183465"/>
                    <a:pt x="51545" y="186959"/>
                    <a:pt x="64811" y="186959"/>
                  </a:cubicBezTo>
                  <a:cubicBezTo>
                    <a:pt x="69956" y="186959"/>
                    <a:pt x="74777" y="186539"/>
                    <a:pt x="79275" y="185730"/>
                  </a:cubicBezTo>
                  <a:cubicBezTo>
                    <a:pt x="83773" y="184921"/>
                    <a:pt x="88076" y="183627"/>
                    <a:pt x="92121" y="181815"/>
                  </a:cubicBezTo>
                  <a:lnTo>
                    <a:pt x="85358" y="158938"/>
                  </a:lnTo>
                  <a:cubicBezTo>
                    <a:pt x="83481" y="159941"/>
                    <a:pt x="81346" y="160718"/>
                    <a:pt x="79016" y="16130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8" name="Google Shape;1708;p88"/>
            <p:cNvSpPr/>
            <p:nvPr/>
          </p:nvSpPr>
          <p:spPr>
            <a:xfrm>
              <a:off x="3891240" y="995040"/>
              <a:ext cx="93960" cy="205560"/>
            </a:xfrm>
            <a:custGeom>
              <a:avLst/>
              <a:gdLst>
                <a:gd name="textAreaLeft" fmla="*/ 0 w 93960"/>
                <a:gd name="textAreaRight" fmla="*/ 97560 w 93960"/>
                <a:gd name="textAreaTop" fmla="*/ 0 h 205560"/>
                <a:gd name="textAreaBottom" fmla="*/ 209160 h 205560"/>
              </a:gdLst>
              <a:ahLst/>
              <a:cxnLst/>
              <a:rect l="textAreaLeft" t="textAreaTop" r="textAreaRight" b="textAreaBottom"/>
              <a:pathLst>
                <a:path w="97686" h="209124">
                  <a:moveTo>
                    <a:pt x="74259" y="0"/>
                  </a:moveTo>
                  <a:cubicBezTo>
                    <a:pt x="59019" y="0"/>
                    <a:pt x="46788" y="4142"/>
                    <a:pt x="37599" y="12457"/>
                  </a:cubicBezTo>
                  <a:cubicBezTo>
                    <a:pt x="28409" y="20773"/>
                    <a:pt x="23815" y="32001"/>
                    <a:pt x="23815" y="46141"/>
                  </a:cubicBezTo>
                  <a:lnTo>
                    <a:pt x="23815" y="67238"/>
                  </a:lnTo>
                  <a:lnTo>
                    <a:pt x="0" y="67238"/>
                  </a:lnTo>
                  <a:lnTo>
                    <a:pt x="0" y="92250"/>
                  </a:lnTo>
                  <a:lnTo>
                    <a:pt x="23815" y="92250"/>
                  </a:lnTo>
                  <a:lnTo>
                    <a:pt x="23815" y="209124"/>
                  </a:lnTo>
                  <a:lnTo>
                    <a:pt x="55881" y="209124"/>
                  </a:lnTo>
                  <a:lnTo>
                    <a:pt x="55881" y="92250"/>
                  </a:lnTo>
                  <a:lnTo>
                    <a:pt x="88497" y="92250"/>
                  </a:lnTo>
                  <a:lnTo>
                    <a:pt x="88497" y="67238"/>
                  </a:lnTo>
                  <a:lnTo>
                    <a:pt x="55881" y="67238"/>
                  </a:lnTo>
                  <a:lnTo>
                    <a:pt x="55881" y="47889"/>
                  </a:lnTo>
                  <a:cubicBezTo>
                    <a:pt x="55881" y="40770"/>
                    <a:pt x="57596" y="35302"/>
                    <a:pt x="61025" y="31451"/>
                  </a:cubicBezTo>
                  <a:cubicBezTo>
                    <a:pt x="64455" y="27633"/>
                    <a:pt x="69600" y="25692"/>
                    <a:pt x="76460" y="25692"/>
                  </a:cubicBezTo>
                  <a:cubicBezTo>
                    <a:pt x="78887" y="25692"/>
                    <a:pt x="81151" y="25886"/>
                    <a:pt x="83222" y="26306"/>
                  </a:cubicBezTo>
                  <a:cubicBezTo>
                    <a:pt x="85293" y="26695"/>
                    <a:pt x="87655" y="27471"/>
                    <a:pt x="90244" y="28539"/>
                  </a:cubicBezTo>
                  <a:lnTo>
                    <a:pt x="97686" y="3786"/>
                  </a:lnTo>
                  <a:cubicBezTo>
                    <a:pt x="93803" y="2524"/>
                    <a:pt x="90114" y="1585"/>
                    <a:pt x="86587" y="938"/>
                  </a:cubicBezTo>
                  <a:cubicBezTo>
                    <a:pt x="83061" y="324"/>
                    <a:pt x="78951" y="0"/>
                    <a:pt x="74292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9" name="Google Shape;1709;p88"/>
            <p:cNvSpPr/>
            <p:nvPr/>
          </p:nvSpPr>
          <p:spPr>
            <a:xfrm>
              <a:off x="3992760" y="1058760"/>
              <a:ext cx="142560" cy="145080"/>
            </a:xfrm>
            <a:custGeom>
              <a:avLst/>
              <a:gdLst>
                <a:gd name="textAreaLeft" fmla="*/ 0 w 142560"/>
                <a:gd name="textAreaRight" fmla="*/ 146160 w 142560"/>
                <a:gd name="textAreaTop" fmla="*/ 0 h 145080"/>
                <a:gd name="textAreaBottom" fmla="*/ 148680 h 145080"/>
              </a:gdLst>
              <a:ahLst/>
              <a:cxnLst/>
              <a:rect l="textAreaLeft" t="textAreaTop" r="textAreaRight" b="textAreaBottom"/>
              <a:pathLst>
                <a:path w="145995" h="148682">
                  <a:moveTo>
                    <a:pt x="74939" y="1"/>
                  </a:moveTo>
                  <a:cubicBezTo>
                    <a:pt x="51836" y="1"/>
                    <a:pt x="33619" y="6667"/>
                    <a:pt x="20223" y="19965"/>
                  </a:cubicBezTo>
                  <a:cubicBezTo>
                    <a:pt x="6827" y="33264"/>
                    <a:pt x="97" y="51740"/>
                    <a:pt x="0" y="75361"/>
                  </a:cubicBezTo>
                  <a:cubicBezTo>
                    <a:pt x="0" y="97655"/>
                    <a:pt x="6504" y="115419"/>
                    <a:pt x="19479" y="128718"/>
                  </a:cubicBezTo>
                  <a:cubicBezTo>
                    <a:pt x="32454" y="142016"/>
                    <a:pt x="50089" y="148682"/>
                    <a:pt x="72383" y="148682"/>
                  </a:cubicBezTo>
                  <a:cubicBezTo>
                    <a:pt x="94677" y="148682"/>
                    <a:pt x="112829" y="141855"/>
                    <a:pt x="126096" y="128200"/>
                  </a:cubicBezTo>
                  <a:cubicBezTo>
                    <a:pt x="139362" y="114545"/>
                    <a:pt x="145995" y="96166"/>
                    <a:pt x="145995" y="73063"/>
                  </a:cubicBezTo>
                  <a:cubicBezTo>
                    <a:pt x="145995" y="49960"/>
                    <a:pt x="139718" y="32779"/>
                    <a:pt x="127131" y="19609"/>
                  </a:cubicBezTo>
                  <a:cubicBezTo>
                    <a:pt x="114544" y="6440"/>
                    <a:pt x="97168" y="-96"/>
                    <a:pt x="74972" y="1"/>
                  </a:cubicBezTo>
                  <a:close/>
                  <a:moveTo>
                    <a:pt x="103090" y="110468"/>
                  </a:moveTo>
                  <a:cubicBezTo>
                    <a:pt x="96424" y="118913"/>
                    <a:pt x="86685" y="123120"/>
                    <a:pt x="73871" y="123120"/>
                  </a:cubicBezTo>
                  <a:cubicBezTo>
                    <a:pt x="61058" y="123120"/>
                    <a:pt x="50801" y="118913"/>
                    <a:pt x="43650" y="110533"/>
                  </a:cubicBezTo>
                  <a:cubicBezTo>
                    <a:pt x="36499" y="102152"/>
                    <a:pt x="32907" y="90245"/>
                    <a:pt x="32907" y="74811"/>
                  </a:cubicBezTo>
                  <a:cubicBezTo>
                    <a:pt x="32907" y="59376"/>
                    <a:pt x="36531" y="47340"/>
                    <a:pt x="43812" y="38635"/>
                  </a:cubicBezTo>
                  <a:cubicBezTo>
                    <a:pt x="51060" y="29931"/>
                    <a:pt x="61058" y="25563"/>
                    <a:pt x="73774" y="25563"/>
                  </a:cubicBezTo>
                  <a:cubicBezTo>
                    <a:pt x="86491" y="25563"/>
                    <a:pt x="96327" y="29705"/>
                    <a:pt x="103058" y="37956"/>
                  </a:cubicBezTo>
                  <a:cubicBezTo>
                    <a:pt x="109788" y="46207"/>
                    <a:pt x="113121" y="58179"/>
                    <a:pt x="113121" y="73872"/>
                  </a:cubicBezTo>
                  <a:cubicBezTo>
                    <a:pt x="113121" y="89566"/>
                    <a:pt x="109788" y="102023"/>
                    <a:pt x="103122" y="110468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0" name="Google Shape;1710;p88"/>
            <p:cNvSpPr/>
            <p:nvPr/>
          </p:nvSpPr>
          <p:spPr>
            <a:xfrm>
              <a:off x="4169160" y="1059840"/>
              <a:ext cx="79560" cy="140760"/>
            </a:xfrm>
            <a:custGeom>
              <a:avLst/>
              <a:gdLst>
                <a:gd name="textAreaLeft" fmla="*/ 0 w 79560"/>
                <a:gd name="textAreaRight" fmla="*/ 83160 w 79560"/>
                <a:gd name="textAreaTop" fmla="*/ 0 h 140760"/>
                <a:gd name="textAreaBottom" fmla="*/ 144360 h 140760"/>
              </a:gdLst>
              <a:ahLst/>
              <a:cxnLst/>
              <a:rect l="textAreaLeft" t="textAreaTop" r="textAreaRight" b="textAreaBottom"/>
              <a:pathLst>
                <a:path w="83189" h="144377">
                  <a:moveTo>
                    <a:pt x="70506" y="32"/>
                  </a:moveTo>
                  <a:cubicBezTo>
                    <a:pt x="61673" y="32"/>
                    <a:pt x="54004" y="2524"/>
                    <a:pt x="47500" y="7539"/>
                  </a:cubicBezTo>
                  <a:cubicBezTo>
                    <a:pt x="40996" y="12555"/>
                    <a:pt x="36143" y="19964"/>
                    <a:pt x="32875" y="29801"/>
                  </a:cubicBezTo>
                  <a:lnTo>
                    <a:pt x="32325" y="29801"/>
                  </a:lnTo>
                  <a:lnTo>
                    <a:pt x="32325" y="2459"/>
                  </a:lnTo>
                  <a:lnTo>
                    <a:pt x="0" y="2459"/>
                  </a:lnTo>
                  <a:lnTo>
                    <a:pt x="0" y="144377"/>
                  </a:lnTo>
                  <a:lnTo>
                    <a:pt x="32325" y="144377"/>
                  </a:lnTo>
                  <a:lnTo>
                    <a:pt x="32325" y="74292"/>
                  </a:lnTo>
                  <a:cubicBezTo>
                    <a:pt x="32325" y="60508"/>
                    <a:pt x="35399" y="49345"/>
                    <a:pt x="41579" y="40802"/>
                  </a:cubicBezTo>
                  <a:cubicBezTo>
                    <a:pt x="47759" y="32292"/>
                    <a:pt x="56495" y="28021"/>
                    <a:pt x="67756" y="28021"/>
                  </a:cubicBezTo>
                  <a:cubicBezTo>
                    <a:pt x="70021" y="28021"/>
                    <a:pt x="71995" y="28151"/>
                    <a:pt x="73709" y="28442"/>
                  </a:cubicBezTo>
                  <a:cubicBezTo>
                    <a:pt x="75424" y="28733"/>
                    <a:pt x="77172" y="29089"/>
                    <a:pt x="78984" y="29510"/>
                  </a:cubicBezTo>
                  <a:lnTo>
                    <a:pt x="83190" y="1650"/>
                  </a:lnTo>
                  <a:cubicBezTo>
                    <a:pt x="81313" y="1100"/>
                    <a:pt x="79307" y="712"/>
                    <a:pt x="77236" y="421"/>
                  </a:cubicBezTo>
                  <a:cubicBezTo>
                    <a:pt x="75165" y="162"/>
                    <a:pt x="72900" y="0"/>
                    <a:pt x="70474" y="0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1" name="Google Shape;1711;p88"/>
            <p:cNvSpPr/>
            <p:nvPr/>
          </p:nvSpPr>
          <p:spPr>
            <a:xfrm>
              <a:off x="4273200" y="1058760"/>
              <a:ext cx="208800" cy="141840"/>
            </a:xfrm>
            <a:custGeom>
              <a:avLst/>
              <a:gdLst>
                <a:gd name="textAreaLeft" fmla="*/ 0 w 208800"/>
                <a:gd name="textAreaRight" fmla="*/ 212400 w 208800"/>
                <a:gd name="textAreaTop" fmla="*/ 0 h 141840"/>
                <a:gd name="textAreaBottom" fmla="*/ 145440 h 141840"/>
              </a:gdLst>
              <a:ahLst/>
              <a:cxnLst/>
              <a:rect l="textAreaLeft" t="textAreaTop" r="textAreaRight" b="textAreaBottom"/>
              <a:pathLst>
                <a:path w="212392" h="145283">
                  <a:moveTo>
                    <a:pt x="200711" y="14367"/>
                  </a:moveTo>
                  <a:cubicBezTo>
                    <a:pt x="192913" y="4821"/>
                    <a:pt x="181265" y="32"/>
                    <a:pt x="165733" y="32"/>
                  </a:cubicBezTo>
                  <a:cubicBezTo>
                    <a:pt x="155282" y="32"/>
                    <a:pt x="146092" y="2362"/>
                    <a:pt x="138197" y="6989"/>
                  </a:cubicBezTo>
                  <a:cubicBezTo>
                    <a:pt x="130302" y="11649"/>
                    <a:pt x="123701" y="18638"/>
                    <a:pt x="118395" y="28021"/>
                  </a:cubicBezTo>
                  <a:cubicBezTo>
                    <a:pt x="115224" y="19188"/>
                    <a:pt x="110111" y="12296"/>
                    <a:pt x="103025" y="7377"/>
                  </a:cubicBezTo>
                  <a:cubicBezTo>
                    <a:pt x="95939" y="2459"/>
                    <a:pt x="87526" y="0"/>
                    <a:pt x="77787" y="0"/>
                  </a:cubicBezTo>
                  <a:cubicBezTo>
                    <a:pt x="68047" y="0"/>
                    <a:pt x="59311" y="2265"/>
                    <a:pt x="51610" y="6763"/>
                  </a:cubicBezTo>
                  <a:cubicBezTo>
                    <a:pt x="43909" y="11260"/>
                    <a:pt x="37664" y="17570"/>
                    <a:pt x="32875" y="25692"/>
                  </a:cubicBezTo>
                  <a:lnTo>
                    <a:pt x="32325" y="25692"/>
                  </a:lnTo>
                  <a:lnTo>
                    <a:pt x="32325" y="3365"/>
                  </a:lnTo>
                  <a:lnTo>
                    <a:pt x="0" y="3365"/>
                  </a:lnTo>
                  <a:lnTo>
                    <a:pt x="0" y="145283"/>
                  </a:lnTo>
                  <a:lnTo>
                    <a:pt x="32325" y="145283"/>
                  </a:lnTo>
                  <a:lnTo>
                    <a:pt x="32325" y="65329"/>
                  </a:lnTo>
                  <a:cubicBezTo>
                    <a:pt x="32325" y="53325"/>
                    <a:pt x="35108" y="43714"/>
                    <a:pt x="40641" y="36434"/>
                  </a:cubicBezTo>
                  <a:cubicBezTo>
                    <a:pt x="46174" y="29186"/>
                    <a:pt x="53422" y="25530"/>
                    <a:pt x="62352" y="25530"/>
                  </a:cubicBezTo>
                  <a:cubicBezTo>
                    <a:pt x="71283" y="25530"/>
                    <a:pt x="78466" y="28571"/>
                    <a:pt x="83125" y="34654"/>
                  </a:cubicBezTo>
                  <a:cubicBezTo>
                    <a:pt x="87785" y="40738"/>
                    <a:pt x="90082" y="49862"/>
                    <a:pt x="90082" y="62061"/>
                  </a:cubicBezTo>
                  <a:lnTo>
                    <a:pt x="90082" y="145251"/>
                  </a:lnTo>
                  <a:lnTo>
                    <a:pt x="122278" y="145251"/>
                  </a:lnTo>
                  <a:lnTo>
                    <a:pt x="122278" y="65038"/>
                  </a:lnTo>
                  <a:cubicBezTo>
                    <a:pt x="122278" y="53939"/>
                    <a:pt x="125157" y="44588"/>
                    <a:pt x="130949" y="36952"/>
                  </a:cubicBezTo>
                  <a:cubicBezTo>
                    <a:pt x="136709" y="29316"/>
                    <a:pt x="143892" y="25530"/>
                    <a:pt x="152467" y="25530"/>
                  </a:cubicBezTo>
                  <a:cubicBezTo>
                    <a:pt x="162206" y="25530"/>
                    <a:pt x="169260" y="28604"/>
                    <a:pt x="173628" y="34719"/>
                  </a:cubicBezTo>
                  <a:cubicBezTo>
                    <a:pt x="177996" y="40867"/>
                    <a:pt x="180197" y="50607"/>
                    <a:pt x="180197" y="63938"/>
                  </a:cubicBezTo>
                  <a:lnTo>
                    <a:pt x="180197" y="145251"/>
                  </a:lnTo>
                  <a:lnTo>
                    <a:pt x="212392" y="145251"/>
                  </a:lnTo>
                  <a:lnTo>
                    <a:pt x="212392" y="57304"/>
                  </a:lnTo>
                  <a:cubicBezTo>
                    <a:pt x="212392" y="38181"/>
                    <a:pt x="208477" y="23847"/>
                    <a:pt x="200679" y="14302"/>
                  </a:cubicBez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ower-Platform">
    <p:bg>
      <p:bgPr>
        <a:solidFill>
          <a:srgbClr val="7973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713;p89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9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3" name="Google Shape;1714;p89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4" name="Google Shape;1715;p89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5" name="Google Shape;1716;p89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6" name="Google Shape;1717;p89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7" name="Google Shape;1718;p89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Google Shape;1719;p89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Google Shape;1720;p89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Google Shape;1721;p89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Google Shape;1722;p89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Google Shape;1723;p89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13" name="Google Shape;1724;p89"/>
          <p:cNvGrpSpPr/>
          <p:nvPr/>
        </p:nvGrpSpPr>
        <p:grpSpPr>
          <a:xfrm>
            <a:off x="8899560" y="1396080"/>
            <a:ext cx="2463840" cy="492840"/>
            <a:chOff x="8899560" y="1396080"/>
            <a:chExt cx="2463840" cy="492840"/>
          </a:xfrm>
        </p:grpSpPr>
        <p:grpSp>
          <p:nvGrpSpPr>
            <p:cNvPr id="1214" name="Google Shape;1725;p89"/>
            <p:cNvGrpSpPr/>
            <p:nvPr/>
          </p:nvGrpSpPr>
          <p:grpSpPr>
            <a:xfrm>
              <a:off x="8899560" y="1396080"/>
              <a:ext cx="470520" cy="492840"/>
              <a:chOff x="8899560" y="1396080"/>
              <a:chExt cx="470520" cy="492840"/>
            </a:xfrm>
          </p:grpSpPr>
          <p:sp>
            <p:nvSpPr>
              <p:cNvPr id="1215" name="Google Shape;1726;p89"/>
              <p:cNvSpPr/>
              <p:nvPr/>
            </p:nvSpPr>
            <p:spPr>
              <a:xfrm>
                <a:off x="8899560" y="1699560"/>
                <a:ext cx="189720" cy="189360"/>
              </a:xfrm>
              <a:custGeom>
                <a:avLst/>
                <a:gdLst>
                  <a:gd name="textAreaLeft" fmla="*/ 0 w 189720"/>
                  <a:gd name="textAreaRight" fmla="*/ 193320 w 189720"/>
                  <a:gd name="textAreaTop" fmla="*/ 0 h 189360"/>
                  <a:gd name="textAreaBottom" fmla="*/ 192960 h 189360"/>
                </a:gdLst>
                <a:ahLst/>
                <a:cxnLst/>
                <a:rect l="textAreaLeft" t="textAreaTop" r="textAreaRight" b="textAreaBottom"/>
                <a:pathLst>
                  <a:path w="131152" h="130746">
                    <a:moveTo>
                      <a:pt x="25760" y="0"/>
                    </a:moveTo>
                    <a:lnTo>
                      <a:pt x="131153" y="0"/>
                    </a:lnTo>
                    <a:lnTo>
                      <a:pt x="69410" y="123485"/>
                    </a:lnTo>
                    <a:cubicBezTo>
                      <a:pt x="64553" y="133167"/>
                      <a:pt x="50731" y="133167"/>
                      <a:pt x="45906" y="123485"/>
                    </a:cubicBezTo>
                    <a:lnTo>
                      <a:pt x="2745" y="37228"/>
                    </a:lnTo>
                    <a:cubicBezTo>
                      <a:pt x="-5796" y="20114"/>
                      <a:pt x="6624" y="0"/>
                      <a:pt x="25760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159455"/>
                  </a:gs>
                  <a:gs pos="50000">
                    <a:srgbClr val="2aa87f"/>
                  </a:gs>
                  <a:gs pos="100000">
                    <a:srgbClr val="3fbda9"/>
                  </a:gs>
                </a:gsLst>
                <a:lin ang="4512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6" name="Google Shape;1727;p89"/>
              <p:cNvSpPr/>
              <p:nvPr/>
            </p:nvSpPr>
            <p:spPr>
              <a:xfrm>
                <a:off x="9007560" y="1396080"/>
                <a:ext cx="362520" cy="278280"/>
              </a:xfrm>
              <a:custGeom>
                <a:avLst/>
                <a:gdLst>
                  <a:gd name="textAreaLeft" fmla="*/ 0 w 362520"/>
                  <a:gd name="textAreaRight" fmla="*/ 366120 w 362520"/>
                  <a:gd name="textAreaTop" fmla="*/ 0 h 278280"/>
                  <a:gd name="textAreaBottom" fmla="*/ 281880 h 278280"/>
                </a:gdLst>
                <a:ahLst/>
                <a:cxnLst/>
                <a:rect l="textAreaLeft" t="textAreaTop" r="textAreaRight" b="textAreaBottom"/>
                <a:pathLst>
                  <a:path w="248294" h="191161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5075" y="174503"/>
                    </a:lnTo>
                    <a:cubicBezTo>
                      <a:pt x="194944" y="174797"/>
                      <a:pt x="194781" y="175090"/>
                      <a:pt x="194618" y="175416"/>
                    </a:cubicBezTo>
                    <a:lnTo>
                      <a:pt x="186729" y="191161"/>
                    </a:lnTo>
                    <a:lnTo>
                      <a:pt x="195042" y="174503"/>
                    </a:lnTo>
                    <a:cubicBezTo>
                      <a:pt x="212515" y="138057"/>
                      <a:pt x="185947" y="95581"/>
                      <a:pt x="145296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23a794"/>
                  </a:gs>
                  <a:gs pos="57000">
                    <a:srgbClr val="007a84"/>
                  </a:gs>
                  <a:gs pos="100000">
                    <a:srgbClr val="005158"/>
                  </a:gs>
                </a:gsLst>
                <a:lin ang="1434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7" name="Google Shape;1728;p89"/>
              <p:cNvSpPr/>
              <p:nvPr/>
            </p:nvSpPr>
            <p:spPr>
              <a:xfrm>
                <a:off x="9007560" y="1396080"/>
                <a:ext cx="362520" cy="267480"/>
              </a:xfrm>
              <a:custGeom>
                <a:avLst/>
                <a:gdLst>
                  <a:gd name="textAreaLeft" fmla="*/ 0 w 362520"/>
                  <a:gd name="textAreaRight" fmla="*/ 366120 w 362520"/>
                  <a:gd name="textAreaTop" fmla="*/ 0 h 267480"/>
                  <a:gd name="textAreaBottom" fmla="*/ 271080 h 267480"/>
                </a:gdLst>
                <a:ahLst/>
                <a:cxnLst/>
                <a:rect l="textAreaLeft" t="textAreaTop" r="textAreaRight" b="textAreaBottom"/>
                <a:pathLst>
                  <a:path w="248294" h="183793">
                    <a:moveTo>
                      <a:pt x="47825" y="0"/>
                    </a:moveTo>
                    <a:lnTo>
                      <a:pt x="193086" y="0"/>
                    </a:lnTo>
                    <a:cubicBezTo>
                      <a:pt x="234063" y="0"/>
                      <a:pt x="260729" y="43129"/>
                      <a:pt x="242409" y="79803"/>
                    </a:cubicBezTo>
                    <a:lnTo>
                      <a:pt x="194977" y="174699"/>
                    </a:lnTo>
                    <a:cubicBezTo>
                      <a:pt x="194879" y="174927"/>
                      <a:pt x="194749" y="175155"/>
                      <a:pt x="194651" y="175383"/>
                    </a:cubicBezTo>
                    <a:lnTo>
                      <a:pt x="190446" y="183794"/>
                    </a:lnTo>
                    <a:lnTo>
                      <a:pt x="194977" y="174699"/>
                    </a:lnTo>
                    <a:cubicBezTo>
                      <a:pt x="212646" y="138188"/>
                      <a:pt x="186077" y="95581"/>
                      <a:pt x="145329" y="95581"/>
                    </a:cubicBezTo>
                    <a:lnTo>
                      <a:pt x="13172" y="95581"/>
                    </a:lnTo>
                    <a:cubicBezTo>
                      <a:pt x="3392" y="95581"/>
                      <a:pt x="-2965" y="85312"/>
                      <a:pt x="1404" y="76543"/>
                    </a:cubicBezTo>
                    <a:lnTo>
                      <a:pt x="36056" y="7270"/>
                    </a:lnTo>
                    <a:cubicBezTo>
                      <a:pt x="38273" y="2804"/>
                      <a:pt x="42837" y="0"/>
                      <a:pt x="47825" y="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004a8b"/>
                  </a:gs>
                  <a:gs pos="41000">
                    <a:srgbClr val="105da8">
                      <a:alpha val="50000"/>
                    </a:srgbClr>
                  </a:gs>
                  <a:gs pos="100000">
                    <a:srgbClr val="2170c6">
                      <a:alpha val="0"/>
                    </a:srgbClr>
                  </a:gs>
                </a:gsLst>
                <a:lin ang="1494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8" name="Google Shape;1729;p89"/>
              <p:cNvSpPr/>
              <p:nvPr/>
            </p:nvSpPr>
            <p:spPr>
              <a:xfrm>
                <a:off x="8903520" y="1506600"/>
                <a:ext cx="462240" cy="213120"/>
              </a:xfrm>
              <a:custGeom>
                <a:avLst/>
                <a:gdLst>
                  <a:gd name="textAreaLeft" fmla="*/ 0 w 462240"/>
                  <a:gd name="textAreaRight" fmla="*/ 465840 w 462240"/>
                  <a:gd name="textAreaTop" fmla="*/ 0 h 213120"/>
                  <a:gd name="textAreaBottom" fmla="*/ 216720 h 2131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9" name="Google Shape;1730;p89"/>
              <p:cNvSpPr/>
              <p:nvPr/>
            </p:nvSpPr>
            <p:spPr>
              <a:xfrm>
                <a:off x="8903520" y="1515240"/>
                <a:ext cx="462240" cy="213120"/>
              </a:xfrm>
              <a:custGeom>
                <a:avLst/>
                <a:gdLst>
                  <a:gd name="textAreaLeft" fmla="*/ 0 w 462240"/>
                  <a:gd name="textAreaRight" fmla="*/ 465840 w 462240"/>
                  <a:gd name="textAreaTop" fmla="*/ 0 h 213120"/>
                  <a:gd name="textAreaBottom" fmla="*/ 216720 h 2131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0" name="Google Shape;1731;p89"/>
              <p:cNvSpPr/>
              <p:nvPr/>
            </p:nvSpPr>
            <p:spPr>
              <a:xfrm>
                <a:off x="8903520" y="1504440"/>
                <a:ext cx="462240" cy="213120"/>
              </a:xfrm>
              <a:custGeom>
                <a:avLst/>
                <a:gdLst>
                  <a:gd name="textAreaLeft" fmla="*/ 0 w 462240"/>
                  <a:gd name="textAreaRight" fmla="*/ 465840 w 462240"/>
                  <a:gd name="textAreaTop" fmla="*/ 0 h 213120"/>
                  <a:gd name="textAreaBottom" fmla="*/ 216720 h 213120"/>
                </a:gdLst>
                <a:ahLst/>
                <a:cxnLst/>
                <a:rect l="textAreaLeft" t="textAreaTop" r="textAreaRight" b="textAreaBottom"/>
                <a:pathLst>
                  <a:path w="316015" h="146859">
                    <a:moveTo>
                      <a:pt x="215773" y="132320"/>
                    </a:moveTo>
                    <a:lnTo>
                      <a:pt x="23504" y="132320"/>
                    </a:lnTo>
                    <a:cubicBezTo>
                      <a:pt x="13561" y="132320"/>
                      <a:pt x="4433" y="137960"/>
                      <a:pt x="0" y="146859"/>
                    </a:cubicBezTo>
                    <a:lnTo>
                      <a:pt x="47790" y="51311"/>
                    </a:lnTo>
                    <a:cubicBezTo>
                      <a:pt x="52256" y="42411"/>
                      <a:pt x="61351" y="36772"/>
                      <a:pt x="71294" y="36772"/>
                    </a:cubicBezTo>
                    <a:lnTo>
                      <a:pt x="263531" y="36772"/>
                    </a:lnTo>
                    <a:cubicBezTo>
                      <a:pt x="284395" y="36772"/>
                      <a:pt x="303465" y="25004"/>
                      <a:pt x="312821" y="6357"/>
                    </a:cubicBezTo>
                    <a:lnTo>
                      <a:pt x="316016" y="0"/>
                    </a:lnTo>
                    <a:lnTo>
                      <a:pt x="265096" y="101840"/>
                    </a:lnTo>
                    <a:cubicBezTo>
                      <a:pt x="255773" y="120519"/>
                      <a:pt x="236669" y="132320"/>
                      <a:pt x="215773" y="132320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fd9a2"/>
                  </a:gs>
                  <a:gs pos="20000">
                    <a:srgbClr val="47bf79"/>
                  </a:gs>
                  <a:gs pos="71000">
                    <a:srgbClr val="009280"/>
                  </a:gs>
                  <a:gs pos="100000">
                    <a:srgbClr val="007a84"/>
                  </a:gs>
                </a:gsLst>
                <a:lin ang="1578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1" name="Google Shape;1732;p89"/>
              <p:cNvSpPr/>
              <p:nvPr/>
            </p:nvSpPr>
            <p:spPr>
              <a:xfrm>
                <a:off x="8903880" y="1515240"/>
                <a:ext cx="456840" cy="201960"/>
              </a:xfrm>
              <a:custGeom>
                <a:avLst/>
                <a:gdLst>
                  <a:gd name="textAreaLeft" fmla="*/ 0 w 456840"/>
                  <a:gd name="textAreaRight" fmla="*/ 460440 w 456840"/>
                  <a:gd name="textAreaTop" fmla="*/ 0 h 201960"/>
                  <a:gd name="textAreaBottom" fmla="*/ 205560 h 201960"/>
                </a:gdLst>
                <a:ahLst/>
                <a:cxnLst/>
                <a:rect l="textAreaLeft" t="textAreaTop" r="textAreaRight" b="textAreaBottom"/>
                <a:pathLst>
                  <a:path w="312201" h="139491">
                    <a:moveTo>
                      <a:pt x="215513" y="124952"/>
                    </a:moveTo>
                    <a:lnTo>
                      <a:pt x="23504" y="124952"/>
                    </a:lnTo>
                    <a:cubicBezTo>
                      <a:pt x="13529" y="124952"/>
                      <a:pt x="4433" y="130592"/>
                      <a:pt x="0" y="139492"/>
                    </a:cubicBezTo>
                    <a:lnTo>
                      <a:pt x="47790" y="43944"/>
                    </a:lnTo>
                    <a:cubicBezTo>
                      <a:pt x="52256" y="35044"/>
                      <a:pt x="61351" y="29404"/>
                      <a:pt x="71294" y="29404"/>
                    </a:cubicBezTo>
                    <a:lnTo>
                      <a:pt x="264411" y="29404"/>
                    </a:lnTo>
                    <a:cubicBezTo>
                      <a:pt x="284623" y="29404"/>
                      <a:pt x="303074" y="18027"/>
                      <a:pt x="312202" y="0"/>
                    </a:cubicBezTo>
                    <a:lnTo>
                      <a:pt x="264835" y="94537"/>
                    </a:lnTo>
                    <a:cubicBezTo>
                      <a:pt x="255479" y="113184"/>
                      <a:pt x="236409" y="124985"/>
                      <a:pt x="215545" y="124985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a8e47c">
                      <a:alpha val="85000"/>
                    </a:srgbClr>
                  </a:gs>
                  <a:gs pos="37000">
                    <a:srgbClr val="87d152">
                      <a:alpha val="20000"/>
                    </a:srgbClr>
                  </a:gs>
                  <a:gs pos="100000">
                    <a:srgbClr val="58be5a">
                      <a:alpha val="0"/>
                    </a:srgbClr>
                  </a:gs>
                </a:gsLst>
                <a:lin ang="159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22" name="Google Shape;1733;p89"/>
            <p:cNvGrpSpPr/>
            <p:nvPr/>
          </p:nvGrpSpPr>
          <p:grpSpPr>
            <a:xfrm>
              <a:off x="9447120" y="1396080"/>
              <a:ext cx="1189800" cy="208800"/>
              <a:chOff x="9447120" y="1396080"/>
              <a:chExt cx="1189800" cy="208800"/>
            </a:xfrm>
          </p:grpSpPr>
          <p:sp>
            <p:nvSpPr>
              <p:cNvPr id="1223" name="Google Shape;1734;p89"/>
              <p:cNvSpPr/>
              <p:nvPr/>
            </p:nvSpPr>
            <p:spPr>
              <a:xfrm>
                <a:off x="9447120" y="1411200"/>
                <a:ext cx="205560" cy="190440"/>
              </a:xfrm>
              <a:custGeom>
                <a:avLst/>
                <a:gdLst>
                  <a:gd name="textAreaLeft" fmla="*/ 0 w 205560"/>
                  <a:gd name="textAreaRight" fmla="*/ 209160 w 205560"/>
                  <a:gd name="textAreaTop" fmla="*/ 0 h 190440"/>
                  <a:gd name="textAreaBottom" fmla="*/ 194040 h 190440"/>
                </a:gdLst>
                <a:ahLst/>
                <a:cxnLst/>
                <a:rect l="textAreaLeft" t="textAreaTop" r="textAreaRight" b="textAreaBottom"/>
                <a:pathLst>
                  <a:path w="209156" h="194045">
                    <a:moveTo>
                      <a:pt x="113638" y="125028"/>
                    </a:moveTo>
                    <a:cubicBezTo>
                      <a:pt x="112473" y="128102"/>
                      <a:pt x="111147" y="131693"/>
                      <a:pt x="109723" y="135835"/>
                    </a:cubicBezTo>
                    <a:cubicBezTo>
                      <a:pt x="108267" y="139977"/>
                      <a:pt x="106746" y="144669"/>
                      <a:pt x="105128" y="149911"/>
                    </a:cubicBezTo>
                    <a:lnTo>
                      <a:pt x="104319" y="149911"/>
                    </a:lnTo>
                    <a:cubicBezTo>
                      <a:pt x="103607" y="146384"/>
                      <a:pt x="102572" y="142598"/>
                      <a:pt x="101278" y="138553"/>
                    </a:cubicBezTo>
                    <a:cubicBezTo>
                      <a:pt x="99983" y="134509"/>
                      <a:pt x="98333" y="130108"/>
                      <a:pt x="96327" y="125416"/>
                    </a:cubicBezTo>
                    <a:lnTo>
                      <a:pt x="46530" y="0"/>
                    </a:lnTo>
                    <a:lnTo>
                      <a:pt x="0" y="0"/>
                    </a:lnTo>
                    <a:lnTo>
                      <a:pt x="0" y="194013"/>
                    </a:lnTo>
                    <a:lnTo>
                      <a:pt x="30448" y="194013"/>
                    </a:lnTo>
                    <a:lnTo>
                      <a:pt x="30448" y="74971"/>
                    </a:lnTo>
                    <a:cubicBezTo>
                      <a:pt x="30448" y="67044"/>
                      <a:pt x="30319" y="59408"/>
                      <a:pt x="30124" y="52095"/>
                    </a:cubicBezTo>
                    <a:cubicBezTo>
                      <a:pt x="29930" y="44782"/>
                      <a:pt x="29510" y="37761"/>
                      <a:pt x="28960" y="30998"/>
                    </a:cubicBezTo>
                    <a:lnTo>
                      <a:pt x="29898" y="30998"/>
                    </a:lnTo>
                    <a:cubicBezTo>
                      <a:pt x="30966" y="36855"/>
                      <a:pt x="32034" y="41741"/>
                      <a:pt x="33069" y="45624"/>
                    </a:cubicBezTo>
                    <a:cubicBezTo>
                      <a:pt x="34104" y="49506"/>
                      <a:pt x="34978" y="52419"/>
                      <a:pt x="35722" y="54425"/>
                    </a:cubicBezTo>
                    <a:lnTo>
                      <a:pt x="92282" y="194046"/>
                    </a:lnTo>
                    <a:lnTo>
                      <a:pt x="115288" y="194046"/>
                    </a:lnTo>
                    <a:lnTo>
                      <a:pt x="171557" y="53357"/>
                    </a:lnTo>
                    <a:cubicBezTo>
                      <a:pt x="172463" y="51092"/>
                      <a:pt x="173369" y="48115"/>
                      <a:pt x="174340" y="44426"/>
                    </a:cubicBezTo>
                    <a:cubicBezTo>
                      <a:pt x="175278" y="40738"/>
                      <a:pt x="176314" y="36272"/>
                      <a:pt x="177382" y="31030"/>
                    </a:cubicBezTo>
                    <a:lnTo>
                      <a:pt x="178320" y="31030"/>
                    </a:lnTo>
                    <a:cubicBezTo>
                      <a:pt x="177770" y="38505"/>
                      <a:pt x="177349" y="45624"/>
                      <a:pt x="177026" y="52321"/>
                    </a:cubicBezTo>
                    <a:cubicBezTo>
                      <a:pt x="176702" y="59052"/>
                      <a:pt x="176540" y="65200"/>
                      <a:pt x="176540" y="70797"/>
                    </a:cubicBezTo>
                    <a:lnTo>
                      <a:pt x="176540" y="194046"/>
                    </a:lnTo>
                    <a:lnTo>
                      <a:pt x="209156" y="194046"/>
                    </a:lnTo>
                    <a:lnTo>
                      <a:pt x="209156" y="0"/>
                    </a:lnTo>
                    <a:lnTo>
                      <a:pt x="163986" y="0"/>
                    </a:lnTo>
                    <a:lnTo>
                      <a:pt x="113671" y="124996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4" name="Google Shape;1735;p89"/>
              <p:cNvSpPr/>
              <p:nvPr/>
            </p:nvSpPr>
            <p:spPr>
              <a:xfrm>
                <a:off x="9699120" y="1463400"/>
                <a:ext cx="28440" cy="138240"/>
              </a:xfrm>
              <a:custGeom>
                <a:avLst/>
                <a:gdLst>
                  <a:gd name="textAreaLeft" fmla="*/ 0 w 28440"/>
                  <a:gd name="textAreaRight" fmla="*/ 32040 w 28440"/>
                  <a:gd name="textAreaTop" fmla="*/ 0 h 138240"/>
                  <a:gd name="textAreaBottom" fmla="*/ 141840 h 138240"/>
                </a:gdLst>
                <a:ahLst/>
                <a:cxnLst/>
                <a:rect l="textAreaLeft" t="textAreaTop" r="textAreaRight" b="textAreaBottom"/>
                <a:pathLst>
                  <a:path w="32195" h="141918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141918"/>
                    </a:lnTo>
                    <a:lnTo>
                      <a:pt x="0" y="141918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5" name="Google Shape;1736;p89"/>
              <p:cNvSpPr/>
              <p:nvPr/>
            </p:nvSpPr>
            <p:spPr>
              <a:xfrm>
                <a:off x="9695160" y="1399680"/>
                <a:ext cx="37080" cy="34920"/>
              </a:xfrm>
              <a:custGeom>
                <a:avLst/>
                <a:gdLst>
                  <a:gd name="textAreaLeft" fmla="*/ 0 w 37080"/>
                  <a:gd name="textAreaRight" fmla="*/ 40680 w 37080"/>
                  <a:gd name="textAreaTop" fmla="*/ 0 h 34920"/>
                  <a:gd name="textAreaBottom" fmla="*/ 38520 h 34920"/>
                </a:gdLst>
                <a:ahLst/>
                <a:cxnLst/>
                <a:rect l="textAreaLeft" t="textAreaTop" r="textAreaRight" b="textAreaBottom"/>
                <a:pathLst>
                  <a:path w="40737" h="38537">
                    <a:moveTo>
                      <a:pt x="20320" y="0"/>
                    </a:moveTo>
                    <a:cubicBezTo>
                      <a:pt x="14464" y="0"/>
                      <a:pt x="9610" y="1812"/>
                      <a:pt x="5760" y="5404"/>
                    </a:cubicBezTo>
                    <a:cubicBezTo>
                      <a:pt x="1941" y="9028"/>
                      <a:pt x="0" y="13655"/>
                      <a:pt x="0" y="19350"/>
                    </a:cubicBezTo>
                    <a:cubicBezTo>
                      <a:pt x="0" y="25044"/>
                      <a:pt x="1909" y="29316"/>
                      <a:pt x="5760" y="33004"/>
                    </a:cubicBezTo>
                    <a:cubicBezTo>
                      <a:pt x="9578" y="36693"/>
                      <a:pt x="14431" y="38537"/>
                      <a:pt x="20320" y="38537"/>
                    </a:cubicBezTo>
                    <a:cubicBezTo>
                      <a:pt x="26209" y="38537"/>
                      <a:pt x="31063" y="36725"/>
                      <a:pt x="34913" y="33069"/>
                    </a:cubicBezTo>
                    <a:cubicBezTo>
                      <a:pt x="38764" y="29413"/>
                      <a:pt x="40738" y="24850"/>
                      <a:pt x="40738" y="19350"/>
                    </a:cubicBezTo>
                    <a:cubicBezTo>
                      <a:pt x="40738" y="13849"/>
                      <a:pt x="38796" y="9028"/>
                      <a:pt x="34913" y="5404"/>
                    </a:cubicBezTo>
                    <a:cubicBezTo>
                      <a:pt x="31030" y="1812"/>
                      <a:pt x="26177" y="0"/>
                      <a:pt x="203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19080" bIns="19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6" name="Google Shape;1737;p89"/>
              <p:cNvSpPr/>
              <p:nvPr/>
            </p:nvSpPr>
            <p:spPr>
              <a:xfrm>
                <a:off x="9763920" y="1459800"/>
                <a:ext cx="113400" cy="145080"/>
              </a:xfrm>
              <a:custGeom>
                <a:avLst/>
                <a:gdLst>
                  <a:gd name="textAreaLeft" fmla="*/ 0 w 113400"/>
                  <a:gd name="textAreaRight" fmla="*/ 117000 w 11340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17035" h="148680">
                    <a:moveTo>
                      <a:pt x="75748" y="25562"/>
                    </a:moveTo>
                    <a:cubicBezTo>
                      <a:pt x="80990" y="25562"/>
                      <a:pt x="85876" y="26177"/>
                      <a:pt x="90438" y="27374"/>
                    </a:cubicBezTo>
                    <a:cubicBezTo>
                      <a:pt x="95000" y="28571"/>
                      <a:pt x="99628" y="30545"/>
                      <a:pt x="104319" y="33263"/>
                    </a:cubicBezTo>
                    <a:lnTo>
                      <a:pt x="117036" y="10807"/>
                    </a:lnTo>
                    <a:cubicBezTo>
                      <a:pt x="110370" y="7021"/>
                      <a:pt x="103737" y="4271"/>
                      <a:pt x="97136" y="2556"/>
                    </a:cubicBezTo>
                    <a:cubicBezTo>
                      <a:pt x="90568" y="841"/>
                      <a:pt x="83287" y="0"/>
                      <a:pt x="75360" y="0"/>
                    </a:cubicBezTo>
                    <a:cubicBezTo>
                      <a:pt x="52354" y="0"/>
                      <a:pt x="34040" y="7021"/>
                      <a:pt x="20417" y="21032"/>
                    </a:cubicBezTo>
                    <a:cubicBezTo>
                      <a:pt x="6795" y="35043"/>
                      <a:pt x="0" y="53939"/>
                      <a:pt x="0" y="77657"/>
                    </a:cubicBezTo>
                    <a:cubicBezTo>
                      <a:pt x="0" y="99401"/>
                      <a:pt x="6504" y="116680"/>
                      <a:pt x="19544" y="129461"/>
                    </a:cubicBezTo>
                    <a:cubicBezTo>
                      <a:pt x="32584" y="142274"/>
                      <a:pt x="49992" y="148681"/>
                      <a:pt x="71833" y="148681"/>
                    </a:cubicBezTo>
                    <a:cubicBezTo>
                      <a:pt x="80052" y="148681"/>
                      <a:pt x="87688" y="147678"/>
                      <a:pt x="94774" y="145704"/>
                    </a:cubicBezTo>
                    <a:cubicBezTo>
                      <a:pt x="101860" y="143730"/>
                      <a:pt x="108914" y="140527"/>
                      <a:pt x="115936" y="136094"/>
                    </a:cubicBezTo>
                    <a:lnTo>
                      <a:pt x="102669" y="114188"/>
                    </a:lnTo>
                    <a:cubicBezTo>
                      <a:pt x="97718" y="117424"/>
                      <a:pt x="92800" y="119721"/>
                      <a:pt x="87979" y="121080"/>
                    </a:cubicBezTo>
                    <a:cubicBezTo>
                      <a:pt x="83158" y="122439"/>
                      <a:pt x="78757" y="123119"/>
                      <a:pt x="74777" y="123119"/>
                    </a:cubicBezTo>
                    <a:cubicBezTo>
                      <a:pt x="62611" y="123119"/>
                      <a:pt x="52580" y="118945"/>
                      <a:pt x="44685" y="110597"/>
                    </a:cubicBezTo>
                    <a:cubicBezTo>
                      <a:pt x="36790" y="102249"/>
                      <a:pt x="32842" y="90373"/>
                      <a:pt x="32842" y="74939"/>
                    </a:cubicBezTo>
                    <a:cubicBezTo>
                      <a:pt x="32842" y="59505"/>
                      <a:pt x="36564" y="47986"/>
                      <a:pt x="44006" y="39023"/>
                    </a:cubicBezTo>
                    <a:cubicBezTo>
                      <a:pt x="51448" y="30060"/>
                      <a:pt x="62029" y="25562"/>
                      <a:pt x="75716" y="2556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7" name="Google Shape;1738;p89"/>
              <p:cNvSpPr/>
              <p:nvPr/>
            </p:nvSpPr>
            <p:spPr>
              <a:xfrm>
                <a:off x="9905760" y="1460880"/>
                <a:ext cx="79560" cy="140760"/>
              </a:xfrm>
              <a:custGeom>
                <a:avLst/>
                <a:gdLst>
                  <a:gd name="textAreaLeft" fmla="*/ 0 w 79560"/>
                  <a:gd name="textAreaRight" fmla="*/ 83160 w 79560"/>
                  <a:gd name="textAreaTop" fmla="*/ 0 h 140760"/>
                  <a:gd name="textAreaBottom" fmla="*/ 144360 h 14076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6" y="162"/>
                      <a:pt x="72901" y="0"/>
                      <a:pt x="704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8" name="Google Shape;1739;p89"/>
              <p:cNvSpPr/>
              <p:nvPr/>
            </p:nvSpPr>
            <p:spPr>
              <a:xfrm>
                <a:off x="10000800" y="1459800"/>
                <a:ext cx="142560" cy="145080"/>
              </a:xfrm>
              <a:custGeom>
                <a:avLst/>
                <a:gdLst>
                  <a:gd name="textAreaLeft" fmla="*/ 0 w 142560"/>
                  <a:gd name="textAreaRight" fmla="*/ 146160 w 14256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9" name="Google Shape;1740;p89"/>
              <p:cNvSpPr/>
              <p:nvPr/>
            </p:nvSpPr>
            <p:spPr>
              <a:xfrm>
                <a:off x="10164600" y="1459800"/>
                <a:ext cx="102600" cy="145080"/>
              </a:xfrm>
              <a:custGeom>
                <a:avLst/>
                <a:gdLst>
                  <a:gd name="textAreaLeft" fmla="*/ 0 w 102600"/>
                  <a:gd name="textAreaRight" fmla="*/ 106200 w 10260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06293" h="148648">
                    <a:moveTo>
                      <a:pt x="61640" y="59667"/>
                    </a:moveTo>
                    <a:cubicBezTo>
                      <a:pt x="51448" y="57240"/>
                      <a:pt x="44297" y="54716"/>
                      <a:pt x="40188" y="52160"/>
                    </a:cubicBezTo>
                    <a:cubicBezTo>
                      <a:pt x="36078" y="49603"/>
                      <a:pt x="34040" y="45721"/>
                      <a:pt x="34040" y="40576"/>
                    </a:cubicBezTo>
                    <a:cubicBezTo>
                      <a:pt x="34040" y="35431"/>
                      <a:pt x="36175" y="31419"/>
                      <a:pt x="40479" y="28539"/>
                    </a:cubicBezTo>
                    <a:cubicBezTo>
                      <a:pt x="44750" y="25659"/>
                      <a:pt x="50736" y="24203"/>
                      <a:pt x="58405" y="24203"/>
                    </a:cubicBezTo>
                    <a:cubicBezTo>
                      <a:pt x="63711" y="24203"/>
                      <a:pt x="68888" y="25012"/>
                      <a:pt x="73904" y="26630"/>
                    </a:cubicBezTo>
                    <a:cubicBezTo>
                      <a:pt x="78919" y="28248"/>
                      <a:pt x="84420" y="30966"/>
                      <a:pt x="90470" y="34752"/>
                    </a:cubicBezTo>
                    <a:lnTo>
                      <a:pt x="103187" y="12716"/>
                    </a:lnTo>
                    <a:cubicBezTo>
                      <a:pt x="96424" y="8283"/>
                      <a:pt x="89435" y="5080"/>
                      <a:pt x="82219" y="3042"/>
                    </a:cubicBezTo>
                    <a:cubicBezTo>
                      <a:pt x="75004" y="1003"/>
                      <a:pt x="67432" y="0"/>
                      <a:pt x="59505" y="0"/>
                    </a:cubicBezTo>
                    <a:cubicBezTo>
                      <a:pt x="43456" y="0"/>
                      <a:pt x="30351" y="4077"/>
                      <a:pt x="20191" y="12231"/>
                    </a:cubicBezTo>
                    <a:cubicBezTo>
                      <a:pt x="10031" y="20385"/>
                      <a:pt x="4983" y="30933"/>
                      <a:pt x="4983" y="43812"/>
                    </a:cubicBezTo>
                    <a:cubicBezTo>
                      <a:pt x="4983" y="55007"/>
                      <a:pt x="8510" y="64002"/>
                      <a:pt x="15596" y="70862"/>
                    </a:cubicBezTo>
                    <a:cubicBezTo>
                      <a:pt x="22682" y="77722"/>
                      <a:pt x="35043" y="83223"/>
                      <a:pt x="52742" y="87364"/>
                    </a:cubicBezTo>
                    <a:cubicBezTo>
                      <a:pt x="61414" y="89435"/>
                      <a:pt x="67594" y="92024"/>
                      <a:pt x="71347" y="95065"/>
                    </a:cubicBezTo>
                    <a:cubicBezTo>
                      <a:pt x="75101" y="98139"/>
                      <a:pt x="76978" y="102022"/>
                      <a:pt x="76978" y="106714"/>
                    </a:cubicBezTo>
                    <a:cubicBezTo>
                      <a:pt x="76978" y="112570"/>
                      <a:pt x="74777" y="116939"/>
                      <a:pt x="70344" y="119851"/>
                    </a:cubicBezTo>
                    <a:cubicBezTo>
                      <a:pt x="65911" y="122731"/>
                      <a:pt x="59731" y="124187"/>
                      <a:pt x="51804" y="124187"/>
                    </a:cubicBezTo>
                    <a:cubicBezTo>
                      <a:pt x="44394" y="124187"/>
                      <a:pt x="37631" y="123022"/>
                      <a:pt x="31451" y="120660"/>
                    </a:cubicBezTo>
                    <a:cubicBezTo>
                      <a:pt x="25271" y="118330"/>
                      <a:pt x="19479" y="115256"/>
                      <a:pt x="14075" y="111470"/>
                    </a:cubicBezTo>
                    <a:lnTo>
                      <a:pt x="0" y="134185"/>
                    </a:lnTo>
                    <a:cubicBezTo>
                      <a:pt x="7669" y="138974"/>
                      <a:pt x="15693" y="142565"/>
                      <a:pt x="24074" y="144992"/>
                    </a:cubicBezTo>
                    <a:cubicBezTo>
                      <a:pt x="32454" y="147419"/>
                      <a:pt x="41288" y="148649"/>
                      <a:pt x="50574" y="148649"/>
                    </a:cubicBezTo>
                    <a:cubicBezTo>
                      <a:pt x="67626" y="148649"/>
                      <a:pt x="81184" y="144539"/>
                      <a:pt x="91215" y="136353"/>
                    </a:cubicBezTo>
                    <a:cubicBezTo>
                      <a:pt x="101278" y="128134"/>
                      <a:pt x="106293" y="117230"/>
                      <a:pt x="106293" y="103608"/>
                    </a:cubicBezTo>
                    <a:cubicBezTo>
                      <a:pt x="106293" y="91894"/>
                      <a:pt x="102701" y="82543"/>
                      <a:pt x="95551" y="75619"/>
                    </a:cubicBezTo>
                    <a:cubicBezTo>
                      <a:pt x="88367" y="68662"/>
                      <a:pt x="77075" y="63355"/>
                      <a:pt x="61673" y="59667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0" name="Google Shape;1741;p89"/>
              <p:cNvSpPr/>
              <p:nvPr/>
            </p:nvSpPr>
            <p:spPr>
              <a:xfrm>
                <a:off x="10289520" y="1459800"/>
                <a:ext cx="142560" cy="145080"/>
              </a:xfrm>
              <a:custGeom>
                <a:avLst/>
                <a:gdLst>
                  <a:gd name="textAreaLeft" fmla="*/ 0 w 142560"/>
                  <a:gd name="textAreaRight" fmla="*/ 146160 w 14256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1" name="Google Shape;1742;p89"/>
              <p:cNvSpPr/>
              <p:nvPr/>
            </p:nvSpPr>
            <p:spPr>
              <a:xfrm>
                <a:off x="10452600" y="1396080"/>
                <a:ext cx="184320" cy="208800"/>
              </a:xfrm>
              <a:custGeom>
                <a:avLst/>
                <a:gdLst>
                  <a:gd name="textAreaLeft" fmla="*/ 0 w 184320"/>
                  <a:gd name="textAreaRight" fmla="*/ 187920 w 184320"/>
                  <a:gd name="textAreaTop" fmla="*/ 0 h 208800"/>
                  <a:gd name="textAreaBottom" fmla="*/ 212400 h 208800"/>
                </a:gdLst>
                <a:ahLst/>
                <a:cxnLst/>
                <a:rect l="textAreaLeft" t="textAreaTop" r="textAreaRight" b="textAreaBottom"/>
                <a:pathLst>
                  <a:path w="187962" h="212262">
                    <a:moveTo>
                      <a:pt x="174825" y="186636"/>
                    </a:moveTo>
                    <a:cubicBezTo>
                      <a:pt x="172496" y="187218"/>
                      <a:pt x="170004" y="187510"/>
                      <a:pt x="167383" y="187510"/>
                    </a:cubicBezTo>
                    <a:cubicBezTo>
                      <a:pt x="162077" y="187510"/>
                      <a:pt x="158129" y="185989"/>
                      <a:pt x="155541" y="182915"/>
                    </a:cubicBezTo>
                    <a:cubicBezTo>
                      <a:pt x="152984" y="179841"/>
                      <a:pt x="151690" y="174793"/>
                      <a:pt x="151690" y="167772"/>
                    </a:cubicBezTo>
                    <a:lnTo>
                      <a:pt x="151690" y="92283"/>
                    </a:lnTo>
                    <a:lnTo>
                      <a:pt x="185633" y="92283"/>
                    </a:lnTo>
                    <a:lnTo>
                      <a:pt x="185633" y="67270"/>
                    </a:lnTo>
                    <a:lnTo>
                      <a:pt x="151690" y="67270"/>
                    </a:lnTo>
                    <a:lnTo>
                      <a:pt x="151690" y="25303"/>
                    </a:lnTo>
                    <a:lnTo>
                      <a:pt x="119495" y="35043"/>
                    </a:lnTo>
                    <a:lnTo>
                      <a:pt x="119495" y="67238"/>
                    </a:lnTo>
                    <a:lnTo>
                      <a:pt x="55848" y="67238"/>
                    </a:lnTo>
                    <a:lnTo>
                      <a:pt x="55848" y="47889"/>
                    </a:lnTo>
                    <a:cubicBezTo>
                      <a:pt x="55848" y="40770"/>
                      <a:pt x="57563" y="35302"/>
                      <a:pt x="60993" y="31451"/>
                    </a:cubicBezTo>
                    <a:cubicBezTo>
                      <a:pt x="64423" y="27633"/>
                      <a:pt x="69568" y="25692"/>
                      <a:pt x="76428" y="25692"/>
                    </a:cubicBezTo>
                    <a:cubicBezTo>
                      <a:pt x="78854" y="25692"/>
                      <a:pt x="81119" y="25886"/>
                      <a:pt x="83190" y="26306"/>
                    </a:cubicBezTo>
                    <a:cubicBezTo>
                      <a:pt x="85261" y="26695"/>
                      <a:pt x="87623" y="27471"/>
                      <a:pt x="90212" y="28539"/>
                    </a:cubicBezTo>
                    <a:lnTo>
                      <a:pt x="97654" y="3786"/>
                    </a:lnTo>
                    <a:cubicBezTo>
                      <a:pt x="93771" y="2524"/>
                      <a:pt x="90082" y="1585"/>
                      <a:pt x="86555" y="938"/>
                    </a:cubicBezTo>
                    <a:cubicBezTo>
                      <a:pt x="83028" y="324"/>
                      <a:pt x="78919" y="0"/>
                      <a:pt x="74260" y="0"/>
                    </a:cubicBez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10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119527" y="92250"/>
                    </a:lnTo>
                    <a:lnTo>
                      <a:pt x="119527" y="170587"/>
                    </a:lnTo>
                    <a:cubicBezTo>
                      <a:pt x="119527" y="184371"/>
                      <a:pt x="123054" y="194790"/>
                      <a:pt x="130140" y="201779"/>
                    </a:cubicBezTo>
                    <a:cubicBezTo>
                      <a:pt x="137227" y="208768"/>
                      <a:pt x="147387" y="212263"/>
                      <a:pt x="160653" y="212263"/>
                    </a:cubicBezTo>
                    <a:cubicBezTo>
                      <a:pt x="165798" y="212263"/>
                      <a:pt x="170619" y="211842"/>
                      <a:pt x="175117" y="211033"/>
                    </a:cubicBezTo>
                    <a:cubicBezTo>
                      <a:pt x="179614" y="210224"/>
                      <a:pt x="183918" y="208930"/>
                      <a:pt x="187963" y="207118"/>
                    </a:cubicBezTo>
                    <a:lnTo>
                      <a:pt x="181200" y="184241"/>
                    </a:lnTo>
                    <a:cubicBezTo>
                      <a:pt x="179323" y="185245"/>
                      <a:pt x="177188" y="186021"/>
                      <a:pt x="174858" y="186604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32" name="Google Shape;1743;p89"/>
            <p:cNvGrpSpPr/>
            <p:nvPr/>
          </p:nvGrpSpPr>
          <p:grpSpPr>
            <a:xfrm>
              <a:off x="9450360" y="1679760"/>
              <a:ext cx="1913040" cy="208800"/>
              <a:chOff x="9450360" y="1679760"/>
              <a:chExt cx="1913040" cy="208800"/>
            </a:xfrm>
          </p:grpSpPr>
          <p:sp>
            <p:nvSpPr>
              <p:cNvPr id="1233" name="Google Shape;1744;p89"/>
              <p:cNvSpPr/>
              <p:nvPr/>
            </p:nvSpPr>
            <p:spPr>
              <a:xfrm>
                <a:off x="9450360" y="1694880"/>
                <a:ext cx="126360" cy="190440"/>
              </a:xfrm>
              <a:custGeom>
                <a:avLst/>
                <a:gdLst>
                  <a:gd name="textAreaLeft" fmla="*/ 0 w 126360"/>
                  <a:gd name="textAreaRight" fmla="*/ 129960 w 126360"/>
                  <a:gd name="textAreaTop" fmla="*/ 0 h 190440"/>
                  <a:gd name="textAreaBottom" fmla="*/ 194040 h 19044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6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2" y="99725"/>
                    </a:lnTo>
                    <a:lnTo>
                      <a:pt x="32842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4" name="Google Shape;1745;p89"/>
              <p:cNvSpPr/>
              <p:nvPr/>
            </p:nvSpPr>
            <p:spPr>
              <a:xfrm>
                <a:off x="9589320" y="1743480"/>
                <a:ext cx="142560" cy="145080"/>
              </a:xfrm>
              <a:custGeom>
                <a:avLst/>
                <a:gdLst>
                  <a:gd name="textAreaLeft" fmla="*/ 0 w 142560"/>
                  <a:gd name="textAreaRight" fmla="*/ 146160 w 14256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1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1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0" y="25563"/>
                      <a:pt x="96327" y="29705"/>
                      <a:pt x="103057" y="37956"/>
                    </a:cubicBezTo>
                    <a:cubicBezTo>
                      <a:pt x="109788" y="46207"/>
                      <a:pt x="113120" y="58179"/>
                      <a:pt x="113120" y="73872"/>
                    </a:cubicBezTo>
                    <a:cubicBezTo>
                      <a:pt x="113120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5" name="Google Shape;1746;p89"/>
              <p:cNvSpPr/>
              <p:nvPr/>
            </p:nvSpPr>
            <p:spPr>
              <a:xfrm>
                <a:off x="9748440" y="1747080"/>
                <a:ext cx="205200" cy="138240"/>
              </a:xfrm>
              <a:custGeom>
                <a:avLst/>
                <a:gdLst>
                  <a:gd name="textAreaLeft" fmla="*/ 0 w 205200"/>
                  <a:gd name="textAreaRight" fmla="*/ 208800 w 205200"/>
                  <a:gd name="textAreaTop" fmla="*/ 0 h 138240"/>
                  <a:gd name="textAreaBottom" fmla="*/ 141840 h 138240"/>
                </a:gdLst>
                <a:ahLst/>
                <a:cxnLst/>
                <a:rect l="textAreaLeft" t="textAreaTop" r="textAreaRight" b="textAreaBottom"/>
                <a:pathLst>
                  <a:path w="208735" h="141950">
                    <a:moveTo>
                      <a:pt x="154020" y="100501"/>
                    </a:moveTo>
                    <a:cubicBezTo>
                      <a:pt x="153373" y="103025"/>
                      <a:pt x="152887" y="105484"/>
                      <a:pt x="152531" y="107879"/>
                    </a:cubicBezTo>
                    <a:cubicBezTo>
                      <a:pt x="152175" y="110273"/>
                      <a:pt x="151884" y="112603"/>
                      <a:pt x="151723" y="114835"/>
                    </a:cubicBezTo>
                    <a:lnTo>
                      <a:pt x="150784" y="114835"/>
                    </a:lnTo>
                    <a:cubicBezTo>
                      <a:pt x="150428" y="111503"/>
                      <a:pt x="150072" y="108623"/>
                      <a:pt x="149716" y="106261"/>
                    </a:cubicBezTo>
                    <a:cubicBezTo>
                      <a:pt x="149360" y="103866"/>
                      <a:pt x="149004" y="101957"/>
                      <a:pt x="148649" y="100501"/>
                    </a:cubicBezTo>
                    <a:lnTo>
                      <a:pt x="122666" y="0"/>
                    </a:lnTo>
                    <a:lnTo>
                      <a:pt x="92638" y="0"/>
                    </a:lnTo>
                    <a:lnTo>
                      <a:pt x="63679" y="99984"/>
                    </a:lnTo>
                    <a:cubicBezTo>
                      <a:pt x="63032" y="102249"/>
                      <a:pt x="62514" y="104578"/>
                      <a:pt x="62061" y="107005"/>
                    </a:cubicBezTo>
                    <a:cubicBezTo>
                      <a:pt x="61608" y="109432"/>
                      <a:pt x="61284" y="111956"/>
                      <a:pt x="61123" y="114577"/>
                    </a:cubicBezTo>
                    <a:lnTo>
                      <a:pt x="60055" y="114577"/>
                    </a:lnTo>
                    <a:cubicBezTo>
                      <a:pt x="59861" y="111697"/>
                      <a:pt x="59634" y="109076"/>
                      <a:pt x="59311" y="106746"/>
                    </a:cubicBezTo>
                    <a:cubicBezTo>
                      <a:pt x="58987" y="104416"/>
                      <a:pt x="58599" y="102281"/>
                      <a:pt x="58146" y="100372"/>
                    </a:cubicBezTo>
                    <a:lnTo>
                      <a:pt x="33134" y="0"/>
                    </a:lnTo>
                    <a:lnTo>
                      <a:pt x="0" y="0"/>
                    </a:lnTo>
                    <a:lnTo>
                      <a:pt x="41676" y="141918"/>
                    </a:lnTo>
                    <a:lnTo>
                      <a:pt x="74551" y="141918"/>
                    </a:lnTo>
                    <a:lnTo>
                      <a:pt x="102022" y="48180"/>
                    </a:lnTo>
                    <a:cubicBezTo>
                      <a:pt x="102831" y="45753"/>
                      <a:pt x="103478" y="43391"/>
                      <a:pt x="103899" y="41094"/>
                    </a:cubicBezTo>
                    <a:cubicBezTo>
                      <a:pt x="104352" y="38796"/>
                      <a:pt x="104708" y="36208"/>
                      <a:pt x="104966" y="33328"/>
                    </a:cubicBezTo>
                    <a:lnTo>
                      <a:pt x="105516" y="33328"/>
                    </a:lnTo>
                    <a:cubicBezTo>
                      <a:pt x="105711" y="36111"/>
                      <a:pt x="105937" y="38699"/>
                      <a:pt x="106261" y="41029"/>
                    </a:cubicBezTo>
                    <a:cubicBezTo>
                      <a:pt x="106584" y="43391"/>
                      <a:pt x="107102" y="45882"/>
                      <a:pt x="107814" y="48600"/>
                    </a:cubicBezTo>
                    <a:lnTo>
                      <a:pt x="133376" y="141951"/>
                    </a:lnTo>
                    <a:lnTo>
                      <a:pt x="166930" y="141951"/>
                    </a:lnTo>
                    <a:lnTo>
                      <a:pt x="208736" y="32"/>
                    </a:lnTo>
                    <a:lnTo>
                      <a:pt x="178158" y="32"/>
                    </a:lnTo>
                    <a:lnTo>
                      <a:pt x="154085" y="100534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6" name="Google Shape;1747;p89"/>
              <p:cNvSpPr/>
              <p:nvPr/>
            </p:nvSpPr>
            <p:spPr>
              <a:xfrm>
                <a:off x="9970560" y="1743480"/>
                <a:ext cx="125640" cy="145080"/>
              </a:xfrm>
              <a:custGeom>
                <a:avLst/>
                <a:gdLst>
                  <a:gd name="textAreaLeft" fmla="*/ 0 w 125640"/>
                  <a:gd name="textAreaRight" fmla="*/ 129240 w 12564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29201" h="148680">
                    <a:moveTo>
                      <a:pt x="67918" y="0"/>
                    </a:moveTo>
                    <a:cubicBezTo>
                      <a:pt x="48083" y="0"/>
                      <a:pt x="31807" y="7021"/>
                      <a:pt x="19091" y="21032"/>
                    </a:cubicBezTo>
                    <a:cubicBezTo>
                      <a:pt x="6374" y="35043"/>
                      <a:pt x="0" y="53422"/>
                      <a:pt x="0" y="76169"/>
                    </a:cubicBezTo>
                    <a:cubicBezTo>
                      <a:pt x="97" y="99078"/>
                      <a:pt x="6277" y="116874"/>
                      <a:pt x="18541" y="129623"/>
                    </a:cubicBezTo>
                    <a:cubicBezTo>
                      <a:pt x="30804" y="142339"/>
                      <a:pt x="47953" y="148681"/>
                      <a:pt x="69956" y="148681"/>
                    </a:cubicBezTo>
                    <a:cubicBezTo>
                      <a:pt x="80861" y="148681"/>
                      <a:pt x="90891" y="147225"/>
                      <a:pt x="99984" y="144345"/>
                    </a:cubicBezTo>
                    <a:cubicBezTo>
                      <a:pt x="109076" y="141465"/>
                      <a:pt x="118103" y="136871"/>
                      <a:pt x="127034" y="130561"/>
                    </a:cubicBezTo>
                    <a:lnTo>
                      <a:pt x="112700" y="110402"/>
                    </a:lnTo>
                    <a:cubicBezTo>
                      <a:pt x="105937" y="115191"/>
                      <a:pt x="99142" y="118621"/>
                      <a:pt x="92347" y="120757"/>
                    </a:cubicBezTo>
                    <a:cubicBezTo>
                      <a:pt x="85520" y="122892"/>
                      <a:pt x="79566" y="123928"/>
                      <a:pt x="74421" y="123928"/>
                    </a:cubicBezTo>
                    <a:cubicBezTo>
                      <a:pt x="61349" y="123928"/>
                      <a:pt x="51221" y="120401"/>
                      <a:pt x="44038" y="113379"/>
                    </a:cubicBezTo>
                    <a:cubicBezTo>
                      <a:pt x="36855" y="106358"/>
                      <a:pt x="32972" y="96101"/>
                      <a:pt x="32325" y="82672"/>
                    </a:cubicBezTo>
                    <a:lnTo>
                      <a:pt x="129202" y="82672"/>
                    </a:lnTo>
                    <a:lnTo>
                      <a:pt x="129202" y="68727"/>
                    </a:lnTo>
                    <a:cubicBezTo>
                      <a:pt x="129202" y="46821"/>
                      <a:pt x="123766" y="29866"/>
                      <a:pt x="112894" y="17926"/>
                    </a:cubicBezTo>
                    <a:cubicBezTo>
                      <a:pt x="102022" y="5986"/>
                      <a:pt x="87041" y="0"/>
                      <a:pt x="67918" y="0"/>
                    </a:cubicBezTo>
                    <a:close/>
                    <a:moveTo>
                      <a:pt x="32487" y="60475"/>
                    </a:moveTo>
                    <a:cubicBezTo>
                      <a:pt x="33943" y="49215"/>
                      <a:pt x="37858" y="40220"/>
                      <a:pt x="44265" y="33554"/>
                    </a:cubicBezTo>
                    <a:cubicBezTo>
                      <a:pt x="50671" y="26889"/>
                      <a:pt x="58469" y="23556"/>
                      <a:pt x="67659" y="23556"/>
                    </a:cubicBezTo>
                    <a:cubicBezTo>
                      <a:pt x="77398" y="23556"/>
                      <a:pt x="84937" y="26662"/>
                      <a:pt x="90244" y="32875"/>
                    </a:cubicBezTo>
                    <a:cubicBezTo>
                      <a:pt x="95551" y="39087"/>
                      <a:pt x="98269" y="48309"/>
                      <a:pt x="98366" y="60475"/>
                    </a:cubicBezTo>
                    <a:lnTo>
                      <a:pt x="32487" y="60475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7" name="Google Shape;1748;p89"/>
              <p:cNvSpPr/>
              <p:nvPr/>
            </p:nvSpPr>
            <p:spPr>
              <a:xfrm>
                <a:off x="10128600" y="1744560"/>
                <a:ext cx="79560" cy="140760"/>
              </a:xfrm>
              <a:custGeom>
                <a:avLst/>
                <a:gdLst>
                  <a:gd name="textAreaLeft" fmla="*/ 0 w 79560"/>
                  <a:gd name="textAreaRight" fmla="*/ 83160 w 79560"/>
                  <a:gd name="textAreaTop" fmla="*/ 0 h 140760"/>
                  <a:gd name="textAreaBottom" fmla="*/ 144360 h 140760"/>
                </a:gdLst>
                <a:ahLst/>
                <a:cxnLst/>
                <a:rect l="textAreaLeft" t="textAreaTop" r="textAreaRight" b="textAreaBottom"/>
                <a:pathLst>
                  <a:path w="83190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6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8" name="Google Shape;1749;p89"/>
              <p:cNvSpPr/>
              <p:nvPr/>
            </p:nvSpPr>
            <p:spPr>
              <a:xfrm>
                <a:off x="10308600" y="1694880"/>
                <a:ext cx="126360" cy="190440"/>
              </a:xfrm>
              <a:custGeom>
                <a:avLst/>
                <a:gdLst>
                  <a:gd name="textAreaLeft" fmla="*/ 0 w 126360"/>
                  <a:gd name="textAreaRight" fmla="*/ 129960 w 126360"/>
                  <a:gd name="textAreaTop" fmla="*/ 0 h 190440"/>
                  <a:gd name="textAreaBottom" fmla="*/ 194040 h 190440"/>
                </a:gdLst>
                <a:ahLst/>
                <a:cxnLst/>
                <a:rect l="textAreaLeft" t="textAreaTop" r="textAreaRight" b="textAreaBottom"/>
                <a:pathLst>
                  <a:path w="130010" h="194013">
                    <a:moveTo>
                      <a:pt x="112279" y="15628"/>
                    </a:moveTo>
                    <a:cubicBezTo>
                      <a:pt x="100469" y="5209"/>
                      <a:pt x="83287" y="0"/>
                      <a:pt x="60734" y="0"/>
                    </a:cubicBezTo>
                    <a:lnTo>
                      <a:pt x="0" y="0"/>
                    </a:lnTo>
                    <a:lnTo>
                      <a:pt x="0" y="194013"/>
                    </a:lnTo>
                    <a:lnTo>
                      <a:pt x="32875" y="194013"/>
                    </a:lnTo>
                    <a:lnTo>
                      <a:pt x="32875" y="126516"/>
                    </a:lnTo>
                    <a:lnTo>
                      <a:pt x="56269" y="126516"/>
                    </a:lnTo>
                    <a:cubicBezTo>
                      <a:pt x="78822" y="126516"/>
                      <a:pt x="96748" y="120466"/>
                      <a:pt x="110047" y="108396"/>
                    </a:cubicBezTo>
                    <a:cubicBezTo>
                      <a:pt x="123345" y="96327"/>
                      <a:pt x="130011" y="80569"/>
                      <a:pt x="130011" y="61187"/>
                    </a:cubicBezTo>
                    <a:cubicBezTo>
                      <a:pt x="130011" y="41805"/>
                      <a:pt x="124090" y="26080"/>
                      <a:pt x="112279" y="15661"/>
                    </a:cubicBezTo>
                    <a:close/>
                    <a:moveTo>
                      <a:pt x="84678" y="90244"/>
                    </a:moveTo>
                    <a:cubicBezTo>
                      <a:pt x="77657" y="96554"/>
                      <a:pt x="67238" y="99725"/>
                      <a:pt x="53422" y="99725"/>
                    </a:cubicBezTo>
                    <a:lnTo>
                      <a:pt x="32843" y="99725"/>
                    </a:lnTo>
                    <a:lnTo>
                      <a:pt x="32843" y="26921"/>
                    </a:lnTo>
                    <a:lnTo>
                      <a:pt x="54910" y="26921"/>
                    </a:lnTo>
                    <a:cubicBezTo>
                      <a:pt x="68338" y="26921"/>
                      <a:pt x="78434" y="29866"/>
                      <a:pt x="85132" y="35787"/>
                    </a:cubicBezTo>
                    <a:cubicBezTo>
                      <a:pt x="91829" y="41708"/>
                      <a:pt x="95227" y="50639"/>
                      <a:pt x="95227" y="62643"/>
                    </a:cubicBezTo>
                    <a:cubicBezTo>
                      <a:pt x="95227" y="74648"/>
                      <a:pt x="91700" y="83934"/>
                      <a:pt x="84678" y="90244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9" name="Google Shape;1750;p89"/>
              <p:cNvSpPr/>
              <p:nvPr/>
            </p:nvSpPr>
            <p:spPr>
              <a:xfrm>
                <a:off x="10466640" y="1683720"/>
                <a:ext cx="28440" cy="201600"/>
              </a:xfrm>
              <a:custGeom>
                <a:avLst/>
                <a:gdLst>
                  <a:gd name="textAreaLeft" fmla="*/ 0 w 28440"/>
                  <a:gd name="textAreaRight" fmla="*/ 32040 w 28440"/>
                  <a:gd name="textAreaTop" fmla="*/ 0 h 201600"/>
                  <a:gd name="textAreaBottom" fmla="*/ 205200 h 201600"/>
                </a:gdLst>
                <a:ahLst/>
                <a:cxnLst/>
                <a:rect l="textAreaLeft" t="textAreaTop" r="textAreaRight" b="textAreaBottom"/>
                <a:pathLst>
                  <a:path w="32195" h="205079">
                    <a:moveTo>
                      <a:pt x="0" y="0"/>
                    </a:moveTo>
                    <a:lnTo>
                      <a:pt x="32195" y="0"/>
                    </a:lnTo>
                    <a:lnTo>
                      <a:pt x="32195" y="205079"/>
                    </a:lnTo>
                    <a:lnTo>
                      <a:pt x="0" y="20507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0" name="Google Shape;1751;p89"/>
              <p:cNvSpPr/>
              <p:nvPr/>
            </p:nvSpPr>
            <p:spPr>
              <a:xfrm>
                <a:off x="10528200" y="1743480"/>
                <a:ext cx="115560" cy="145080"/>
              </a:xfrm>
              <a:custGeom>
                <a:avLst/>
                <a:gdLst>
                  <a:gd name="textAreaLeft" fmla="*/ 0 w 115560"/>
                  <a:gd name="textAreaRight" fmla="*/ 119160 w 11556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19074" h="148713">
                    <a:moveTo>
                      <a:pt x="62967" y="0"/>
                    </a:moveTo>
                    <a:cubicBezTo>
                      <a:pt x="51966" y="0"/>
                      <a:pt x="41806" y="1585"/>
                      <a:pt x="32454" y="4724"/>
                    </a:cubicBezTo>
                    <a:cubicBezTo>
                      <a:pt x="23103" y="7863"/>
                      <a:pt x="14172" y="12749"/>
                      <a:pt x="5598" y="19350"/>
                    </a:cubicBezTo>
                    <a:lnTo>
                      <a:pt x="19382" y="38570"/>
                    </a:lnTo>
                    <a:cubicBezTo>
                      <a:pt x="25950" y="33619"/>
                      <a:pt x="32745" y="29898"/>
                      <a:pt x="39735" y="27406"/>
                    </a:cubicBezTo>
                    <a:cubicBezTo>
                      <a:pt x="46724" y="24915"/>
                      <a:pt x="53616" y="23685"/>
                      <a:pt x="60378" y="23685"/>
                    </a:cubicBezTo>
                    <a:cubicBezTo>
                      <a:pt x="68953" y="23685"/>
                      <a:pt x="75748" y="25886"/>
                      <a:pt x="80731" y="30319"/>
                    </a:cubicBezTo>
                    <a:cubicBezTo>
                      <a:pt x="85746" y="34752"/>
                      <a:pt x="88238" y="41741"/>
                      <a:pt x="88238" y="51286"/>
                    </a:cubicBezTo>
                    <a:lnTo>
                      <a:pt x="88238" y="54263"/>
                    </a:lnTo>
                    <a:lnTo>
                      <a:pt x="50477" y="59278"/>
                    </a:lnTo>
                    <a:cubicBezTo>
                      <a:pt x="33716" y="61705"/>
                      <a:pt x="21097" y="66947"/>
                      <a:pt x="12652" y="74971"/>
                    </a:cubicBezTo>
                    <a:cubicBezTo>
                      <a:pt x="4206" y="82996"/>
                      <a:pt x="0" y="93415"/>
                      <a:pt x="0" y="106228"/>
                    </a:cubicBezTo>
                    <a:cubicBezTo>
                      <a:pt x="0" y="119042"/>
                      <a:pt x="4206" y="129655"/>
                      <a:pt x="12587" y="137291"/>
                    </a:cubicBezTo>
                    <a:cubicBezTo>
                      <a:pt x="20968" y="144928"/>
                      <a:pt x="31710" y="148713"/>
                      <a:pt x="44782" y="148713"/>
                    </a:cubicBezTo>
                    <a:cubicBezTo>
                      <a:pt x="54069" y="148713"/>
                      <a:pt x="62287" y="146610"/>
                      <a:pt x="69471" y="142436"/>
                    </a:cubicBezTo>
                    <a:cubicBezTo>
                      <a:pt x="76654" y="138230"/>
                      <a:pt x="82608" y="132049"/>
                      <a:pt x="87397" y="123831"/>
                    </a:cubicBezTo>
                    <a:lnTo>
                      <a:pt x="87947" y="123831"/>
                    </a:lnTo>
                    <a:lnTo>
                      <a:pt x="87947" y="145348"/>
                    </a:lnTo>
                    <a:lnTo>
                      <a:pt x="119074" y="145348"/>
                    </a:lnTo>
                    <a:lnTo>
                      <a:pt x="119074" y="56463"/>
                    </a:lnTo>
                    <a:cubicBezTo>
                      <a:pt x="119074" y="37599"/>
                      <a:pt x="114415" y="23491"/>
                      <a:pt x="105128" y="14108"/>
                    </a:cubicBezTo>
                    <a:cubicBezTo>
                      <a:pt x="95842" y="4724"/>
                      <a:pt x="81766" y="32"/>
                      <a:pt x="62935" y="32"/>
                    </a:cubicBezTo>
                    <a:close/>
                    <a:moveTo>
                      <a:pt x="88270" y="87397"/>
                    </a:moveTo>
                    <a:cubicBezTo>
                      <a:pt x="88270" y="98204"/>
                      <a:pt x="85067" y="107102"/>
                      <a:pt x="78660" y="114059"/>
                    </a:cubicBezTo>
                    <a:cubicBezTo>
                      <a:pt x="72253" y="121016"/>
                      <a:pt x="63873" y="124478"/>
                      <a:pt x="53486" y="124478"/>
                    </a:cubicBezTo>
                    <a:cubicBezTo>
                      <a:pt x="46724" y="124478"/>
                      <a:pt x="41255" y="122536"/>
                      <a:pt x="37049" y="118654"/>
                    </a:cubicBezTo>
                    <a:cubicBezTo>
                      <a:pt x="32843" y="114771"/>
                      <a:pt x="30772" y="109464"/>
                      <a:pt x="30772" y="102702"/>
                    </a:cubicBezTo>
                    <a:cubicBezTo>
                      <a:pt x="30772" y="95939"/>
                      <a:pt x="33004" y="90471"/>
                      <a:pt x="37470" y="86879"/>
                    </a:cubicBezTo>
                    <a:cubicBezTo>
                      <a:pt x="41935" y="83287"/>
                      <a:pt x="48665" y="80828"/>
                      <a:pt x="57693" y="79566"/>
                    </a:cubicBezTo>
                    <a:lnTo>
                      <a:pt x="88270" y="75522"/>
                    </a:lnTo>
                    <a:lnTo>
                      <a:pt x="88270" y="87429"/>
                    </a:ln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1" name="Google Shape;1752;p89"/>
              <p:cNvSpPr/>
              <p:nvPr/>
            </p:nvSpPr>
            <p:spPr>
              <a:xfrm>
                <a:off x="10670040" y="1704960"/>
                <a:ext cx="88560" cy="183240"/>
              </a:xfrm>
              <a:custGeom>
                <a:avLst/>
                <a:gdLst>
                  <a:gd name="textAreaLeft" fmla="*/ 0 w 88560"/>
                  <a:gd name="textAreaRight" fmla="*/ 92160 w 88560"/>
                  <a:gd name="textAreaTop" fmla="*/ 0 h 183240"/>
                  <a:gd name="textAreaBottom" fmla="*/ 186840 h 183240"/>
                </a:gdLst>
                <a:ahLst/>
                <a:cxnLst/>
                <a:rect l="textAreaLeft" t="textAreaTop" r="textAreaRight" b="textAreaBottom"/>
                <a:pathLst>
                  <a:path w="92120" h="186959">
                    <a:moveTo>
                      <a:pt x="79016" y="161333"/>
                    </a:moveTo>
                    <a:cubicBezTo>
                      <a:pt x="76686" y="161915"/>
                      <a:pt x="74195" y="162206"/>
                      <a:pt x="71574" y="162206"/>
                    </a:cubicBezTo>
                    <a:cubicBezTo>
                      <a:pt x="66267" y="162206"/>
                      <a:pt x="62320" y="160685"/>
                      <a:pt x="59731" y="157612"/>
                    </a:cubicBezTo>
                    <a:cubicBezTo>
                      <a:pt x="57175" y="154538"/>
                      <a:pt x="55881" y="149490"/>
                      <a:pt x="55881" y="142468"/>
                    </a:cubicBezTo>
                    <a:lnTo>
                      <a:pt x="55881" y="66979"/>
                    </a:lnTo>
                    <a:lnTo>
                      <a:pt x="89823" y="66979"/>
                    </a:lnTo>
                    <a:lnTo>
                      <a:pt x="89823" y="41967"/>
                    </a:lnTo>
                    <a:lnTo>
                      <a:pt x="55881" y="41967"/>
                    </a:lnTo>
                    <a:lnTo>
                      <a:pt x="55881" y="0"/>
                    </a:lnTo>
                    <a:lnTo>
                      <a:pt x="23685" y="9739"/>
                    </a:lnTo>
                    <a:lnTo>
                      <a:pt x="23685" y="41935"/>
                    </a:lnTo>
                    <a:lnTo>
                      <a:pt x="0" y="41935"/>
                    </a:lnTo>
                    <a:lnTo>
                      <a:pt x="0" y="66947"/>
                    </a:lnTo>
                    <a:lnTo>
                      <a:pt x="23685" y="66947"/>
                    </a:lnTo>
                    <a:lnTo>
                      <a:pt x="23685" y="145283"/>
                    </a:lnTo>
                    <a:cubicBezTo>
                      <a:pt x="23685" y="159068"/>
                      <a:pt x="27212" y="169487"/>
                      <a:pt x="34299" y="176476"/>
                    </a:cubicBezTo>
                    <a:cubicBezTo>
                      <a:pt x="41385" y="183465"/>
                      <a:pt x="51545" y="186959"/>
                      <a:pt x="64811" y="186959"/>
                    </a:cubicBezTo>
                    <a:cubicBezTo>
                      <a:pt x="69956" y="186959"/>
                      <a:pt x="74777" y="186539"/>
                      <a:pt x="79275" y="185730"/>
                    </a:cubicBezTo>
                    <a:cubicBezTo>
                      <a:pt x="83773" y="184921"/>
                      <a:pt x="88076" y="183627"/>
                      <a:pt x="92121" y="181815"/>
                    </a:cubicBezTo>
                    <a:lnTo>
                      <a:pt x="85358" y="158938"/>
                    </a:lnTo>
                    <a:cubicBezTo>
                      <a:pt x="83481" y="159941"/>
                      <a:pt x="81346" y="160718"/>
                      <a:pt x="79016" y="16130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2" name="Google Shape;1753;p89"/>
              <p:cNvSpPr/>
              <p:nvPr/>
            </p:nvSpPr>
            <p:spPr>
              <a:xfrm>
                <a:off x="10772640" y="1679760"/>
                <a:ext cx="93960" cy="205560"/>
              </a:xfrm>
              <a:custGeom>
                <a:avLst/>
                <a:gdLst>
                  <a:gd name="textAreaLeft" fmla="*/ 0 w 93960"/>
                  <a:gd name="textAreaRight" fmla="*/ 97560 w 93960"/>
                  <a:gd name="textAreaTop" fmla="*/ 0 h 205560"/>
                  <a:gd name="textAreaBottom" fmla="*/ 209160 h 205560"/>
                </a:gdLst>
                <a:ahLst/>
                <a:cxnLst/>
                <a:rect l="textAreaLeft" t="textAreaTop" r="textAreaRight" b="textAreaBottom"/>
                <a:pathLst>
                  <a:path w="97686" h="209124">
                    <a:moveTo>
                      <a:pt x="74259" y="0"/>
                    </a:moveTo>
                    <a:cubicBezTo>
                      <a:pt x="59019" y="0"/>
                      <a:pt x="46788" y="4142"/>
                      <a:pt x="37599" y="12457"/>
                    </a:cubicBezTo>
                    <a:cubicBezTo>
                      <a:pt x="28409" y="20773"/>
                      <a:pt x="23815" y="32001"/>
                      <a:pt x="23815" y="46141"/>
                    </a:cubicBezTo>
                    <a:lnTo>
                      <a:pt x="23815" y="67238"/>
                    </a:lnTo>
                    <a:lnTo>
                      <a:pt x="0" y="67238"/>
                    </a:lnTo>
                    <a:lnTo>
                      <a:pt x="0" y="92250"/>
                    </a:lnTo>
                    <a:lnTo>
                      <a:pt x="23815" y="92250"/>
                    </a:lnTo>
                    <a:lnTo>
                      <a:pt x="23815" y="209124"/>
                    </a:lnTo>
                    <a:lnTo>
                      <a:pt x="55881" y="209124"/>
                    </a:lnTo>
                    <a:lnTo>
                      <a:pt x="55881" y="92250"/>
                    </a:lnTo>
                    <a:lnTo>
                      <a:pt x="88497" y="92250"/>
                    </a:lnTo>
                    <a:lnTo>
                      <a:pt x="88497" y="67238"/>
                    </a:lnTo>
                    <a:lnTo>
                      <a:pt x="55881" y="67238"/>
                    </a:lnTo>
                    <a:lnTo>
                      <a:pt x="55881" y="47889"/>
                    </a:lnTo>
                    <a:cubicBezTo>
                      <a:pt x="55881" y="40770"/>
                      <a:pt x="57596" y="35302"/>
                      <a:pt x="61025" y="31451"/>
                    </a:cubicBezTo>
                    <a:cubicBezTo>
                      <a:pt x="64455" y="27633"/>
                      <a:pt x="69600" y="25692"/>
                      <a:pt x="76460" y="25692"/>
                    </a:cubicBezTo>
                    <a:cubicBezTo>
                      <a:pt x="78887" y="25692"/>
                      <a:pt x="81151" y="25886"/>
                      <a:pt x="83222" y="26306"/>
                    </a:cubicBezTo>
                    <a:cubicBezTo>
                      <a:pt x="85293" y="26695"/>
                      <a:pt x="87655" y="27471"/>
                      <a:pt x="90244" y="28539"/>
                    </a:cubicBezTo>
                    <a:lnTo>
                      <a:pt x="97686" y="3786"/>
                    </a:lnTo>
                    <a:cubicBezTo>
                      <a:pt x="93803" y="2524"/>
                      <a:pt x="90114" y="1585"/>
                      <a:pt x="86587" y="938"/>
                    </a:cubicBezTo>
                    <a:cubicBezTo>
                      <a:pt x="83061" y="324"/>
                      <a:pt x="78951" y="0"/>
                      <a:pt x="74292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3" name="Google Shape;1754;p89"/>
              <p:cNvSpPr/>
              <p:nvPr/>
            </p:nvSpPr>
            <p:spPr>
              <a:xfrm>
                <a:off x="10874160" y="1743480"/>
                <a:ext cx="142560" cy="145080"/>
              </a:xfrm>
              <a:custGeom>
                <a:avLst/>
                <a:gdLst>
                  <a:gd name="textAreaLeft" fmla="*/ 0 w 142560"/>
                  <a:gd name="textAreaRight" fmla="*/ 146160 w 142560"/>
                  <a:gd name="textAreaTop" fmla="*/ 0 h 145080"/>
                  <a:gd name="textAreaBottom" fmla="*/ 148680 h 145080"/>
                </a:gdLst>
                <a:ahLst/>
                <a:cxnLst/>
                <a:rect l="textAreaLeft" t="textAreaTop" r="textAreaRight" b="textAreaBottom"/>
                <a:pathLst>
                  <a:path w="145995" h="148682">
                    <a:moveTo>
                      <a:pt x="74939" y="1"/>
                    </a:moveTo>
                    <a:cubicBezTo>
                      <a:pt x="51836" y="1"/>
                      <a:pt x="33619" y="6667"/>
                      <a:pt x="20223" y="19965"/>
                    </a:cubicBezTo>
                    <a:cubicBezTo>
                      <a:pt x="6827" y="33264"/>
                      <a:pt x="97" y="51740"/>
                      <a:pt x="0" y="75361"/>
                    </a:cubicBezTo>
                    <a:cubicBezTo>
                      <a:pt x="0" y="97655"/>
                      <a:pt x="6504" y="115419"/>
                      <a:pt x="19479" y="128718"/>
                    </a:cubicBezTo>
                    <a:cubicBezTo>
                      <a:pt x="32454" y="142016"/>
                      <a:pt x="50089" y="148682"/>
                      <a:pt x="72383" y="148682"/>
                    </a:cubicBezTo>
                    <a:cubicBezTo>
                      <a:pt x="94677" y="148682"/>
                      <a:pt x="112829" y="141855"/>
                      <a:pt x="126096" y="128200"/>
                    </a:cubicBezTo>
                    <a:cubicBezTo>
                      <a:pt x="139362" y="114545"/>
                      <a:pt x="145995" y="96166"/>
                      <a:pt x="145995" y="73063"/>
                    </a:cubicBezTo>
                    <a:cubicBezTo>
                      <a:pt x="145995" y="49960"/>
                      <a:pt x="139718" y="32779"/>
                      <a:pt x="127131" y="19609"/>
                    </a:cubicBezTo>
                    <a:cubicBezTo>
                      <a:pt x="114544" y="6440"/>
                      <a:pt x="97168" y="-96"/>
                      <a:pt x="74972" y="1"/>
                    </a:cubicBezTo>
                    <a:close/>
                    <a:moveTo>
                      <a:pt x="103090" y="110468"/>
                    </a:moveTo>
                    <a:cubicBezTo>
                      <a:pt x="96424" y="118913"/>
                      <a:pt x="86685" y="123120"/>
                      <a:pt x="73871" y="123120"/>
                    </a:cubicBezTo>
                    <a:cubicBezTo>
                      <a:pt x="61058" y="123120"/>
                      <a:pt x="50801" y="118913"/>
                      <a:pt x="43650" y="110533"/>
                    </a:cubicBezTo>
                    <a:cubicBezTo>
                      <a:pt x="36499" y="102152"/>
                      <a:pt x="32907" y="90245"/>
                      <a:pt x="32907" y="74811"/>
                    </a:cubicBezTo>
                    <a:cubicBezTo>
                      <a:pt x="32907" y="59376"/>
                      <a:pt x="36531" y="47340"/>
                      <a:pt x="43812" y="38635"/>
                    </a:cubicBezTo>
                    <a:cubicBezTo>
                      <a:pt x="51060" y="29931"/>
                      <a:pt x="61058" y="25563"/>
                      <a:pt x="73774" y="25563"/>
                    </a:cubicBezTo>
                    <a:cubicBezTo>
                      <a:pt x="86491" y="25563"/>
                      <a:pt x="96327" y="29705"/>
                      <a:pt x="103058" y="37956"/>
                    </a:cubicBezTo>
                    <a:cubicBezTo>
                      <a:pt x="109788" y="46207"/>
                      <a:pt x="113121" y="58179"/>
                      <a:pt x="113121" y="73872"/>
                    </a:cubicBezTo>
                    <a:cubicBezTo>
                      <a:pt x="113121" y="89566"/>
                      <a:pt x="109788" y="102023"/>
                      <a:pt x="103122" y="110468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4" name="Google Shape;1755;p89"/>
              <p:cNvSpPr/>
              <p:nvPr/>
            </p:nvSpPr>
            <p:spPr>
              <a:xfrm>
                <a:off x="11050920" y="1744560"/>
                <a:ext cx="79560" cy="140760"/>
              </a:xfrm>
              <a:custGeom>
                <a:avLst/>
                <a:gdLst>
                  <a:gd name="textAreaLeft" fmla="*/ 0 w 79560"/>
                  <a:gd name="textAreaRight" fmla="*/ 83160 w 79560"/>
                  <a:gd name="textAreaTop" fmla="*/ 0 h 140760"/>
                  <a:gd name="textAreaBottom" fmla="*/ 144360 h 140760"/>
                </a:gdLst>
                <a:ahLst/>
                <a:cxnLst/>
                <a:rect l="textAreaLeft" t="textAreaTop" r="textAreaRight" b="textAreaBottom"/>
                <a:pathLst>
                  <a:path w="83189" h="144377">
                    <a:moveTo>
                      <a:pt x="70506" y="32"/>
                    </a:moveTo>
                    <a:cubicBezTo>
                      <a:pt x="61673" y="32"/>
                      <a:pt x="54004" y="2524"/>
                      <a:pt x="47500" y="7539"/>
                    </a:cubicBezTo>
                    <a:cubicBezTo>
                      <a:pt x="40996" y="12555"/>
                      <a:pt x="36143" y="19964"/>
                      <a:pt x="32875" y="29801"/>
                    </a:cubicBezTo>
                    <a:lnTo>
                      <a:pt x="32325" y="29801"/>
                    </a:lnTo>
                    <a:lnTo>
                      <a:pt x="32325" y="2459"/>
                    </a:lnTo>
                    <a:lnTo>
                      <a:pt x="0" y="2459"/>
                    </a:lnTo>
                    <a:lnTo>
                      <a:pt x="0" y="144377"/>
                    </a:lnTo>
                    <a:lnTo>
                      <a:pt x="32325" y="144377"/>
                    </a:lnTo>
                    <a:lnTo>
                      <a:pt x="32325" y="74292"/>
                    </a:lnTo>
                    <a:cubicBezTo>
                      <a:pt x="32325" y="60508"/>
                      <a:pt x="35399" y="49345"/>
                      <a:pt x="41579" y="40802"/>
                    </a:cubicBezTo>
                    <a:cubicBezTo>
                      <a:pt x="47759" y="32292"/>
                      <a:pt x="56495" y="28021"/>
                      <a:pt x="67756" y="28021"/>
                    </a:cubicBezTo>
                    <a:cubicBezTo>
                      <a:pt x="70021" y="28021"/>
                      <a:pt x="71995" y="28151"/>
                      <a:pt x="73709" y="28442"/>
                    </a:cubicBezTo>
                    <a:cubicBezTo>
                      <a:pt x="75424" y="28733"/>
                      <a:pt x="77172" y="29089"/>
                      <a:pt x="78984" y="29510"/>
                    </a:cubicBezTo>
                    <a:lnTo>
                      <a:pt x="83190" y="1650"/>
                    </a:lnTo>
                    <a:cubicBezTo>
                      <a:pt x="81313" y="1100"/>
                      <a:pt x="79307" y="712"/>
                      <a:pt x="77236" y="421"/>
                    </a:cubicBezTo>
                    <a:cubicBezTo>
                      <a:pt x="75165" y="162"/>
                      <a:pt x="72900" y="0"/>
                      <a:pt x="70474" y="0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5" name="Google Shape;1756;p89"/>
              <p:cNvSpPr/>
              <p:nvPr/>
            </p:nvSpPr>
            <p:spPr>
              <a:xfrm>
                <a:off x="11154600" y="1743480"/>
                <a:ext cx="208800" cy="141840"/>
              </a:xfrm>
              <a:custGeom>
                <a:avLst/>
                <a:gdLst>
                  <a:gd name="textAreaLeft" fmla="*/ 0 w 208800"/>
                  <a:gd name="textAreaRight" fmla="*/ 212400 w 208800"/>
                  <a:gd name="textAreaTop" fmla="*/ 0 h 141840"/>
                  <a:gd name="textAreaBottom" fmla="*/ 145440 h 141840"/>
                </a:gdLst>
                <a:ahLst/>
                <a:cxnLst/>
                <a:rect l="textAreaLeft" t="textAreaTop" r="textAreaRight" b="textAreaBottom"/>
                <a:pathLst>
                  <a:path w="212392" h="145283">
                    <a:moveTo>
                      <a:pt x="200711" y="14367"/>
                    </a:moveTo>
                    <a:cubicBezTo>
                      <a:pt x="192913" y="4821"/>
                      <a:pt x="181265" y="32"/>
                      <a:pt x="165733" y="32"/>
                    </a:cubicBezTo>
                    <a:cubicBezTo>
                      <a:pt x="155282" y="32"/>
                      <a:pt x="146092" y="2362"/>
                      <a:pt x="138197" y="6989"/>
                    </a:cubicBezTo>
                    <a:cubicBezTo>
                      <a:pt x="130302" y="11649"/>
                      <a:pt x="123701" y="18638"/>
                      <a:pt x="118395" y="28021"/>
                    </a:cubicBezTo>
                    <a:cubicBezTo>
                      <a:pt x="115224" y="19188"/>
                      <a:pt x="110111" y="12296"/>
                      <a:pt x="103025" y="7377"/>
                    </a:cubicBezTo>
                    <a:cubicBezTo>
                      <a:pt x="95939" y="2459"/>
                      <a:pt x="87526" y="0"/>
                      <a:pt x="77787" y="0"/>
                    </a:cubicBezTo>
                    <a:cubicBezTo>
                      <a:pt x="68047" y="0"/>
                      <a:pt x="59311" y="2265"/>
                      <a:pt x="51610" y="6763"/>
                    </a:cubicBezTo>
                    <a:cubicBezTo>
                      <a:pt x="43909" y="11260"/>
                      <a:pt x="37664" y="17570"/>
                      <a:pt x="32875" y="25692"/>
                    </a:cubicBezTo>
                    <a:lnTo>
                      <a:pt x="32325" y="25692"/>
                    </a:lnTo>
                    <a:lnTo>
                      <a:pt x="32325" y="3365"/>
                    </a:lnTo>
                    <a:lnTo>
                      <a:pt x="0" y="3365"/>
                    </a:lnTo>
                    <a:lnTo>
                      <a:pt x="0" y="145283"/>
                    </a:lnTo>
                    <a:lnTo>
                      <a:pt x="32325" y="145283"/>
                    </a:lnTo>
                    <a:lnTo>
                      <a:pt x="32325" y="65329"/>
                    </a:lnTo>
                    <a:cubicBezTo>
                      <a:pt x="32325" y="53325"/>
                      <a:pt x="35108" y="43714"/>
                      <a:pt x="40641" y="36434"/>
                    </a:cubicBezTo>
                    <a:cubicBezTo>
                      <a:pt x="46174" y="29186"/>
                      <a:pt x="53422" y="25530"/>
                      <a:pt x="62352" y="25530"/>
                    </a:cubicBezTo>
                    <a:cubicBezTo>
                      <a:pt x="71283" y="25530"/>
                      <a:pt x="78466" y="28571"/>
                      <a:pt x="83125" y="34654"/>
                    </a:cubicBezTo>
                    <a:cubicBezTo>
                      <a:pt x="87785" y="40738"/>
                      <a:pt x="90082" y="49862"/>
                      <a:pt x="90082" y="62061"/>
                    </a:cubicBezTo>
                    <a:lnTo>
                      <a:pt x="90082" y="145251"/>
                    </a:lnTo>
                    <a:lnTo>
                      <a:pt x="122278" y="145251"/>
                    </a:lnTo>
                    <a:lnTo>
                      <a:pt x="122278" y="65038"/>
                    </a:lnTo>
                    <a:cubicBezTo>
                      <a:pt x="122278" y="53939"/>
                      <a:pt x="125157" y="44588"/>
                      <a:pt x="130949" y="36952"/>
                    </a:cubicBezTo>
                    <a:cubicBezTo>
                      <a:pt x="136709" y="29316"/>
                      <a:pt x="143892" y="25530"/>
                      <a:pt x="152467" y="25530"/>
                    </a:cubicBezTo>
                    <a:cubicBezTo>
                      <a:pt x="162206" y="25530"/>
                      <a:pt x="169260" y="28604"/>
                      <a:pt x="173628" y="34719"/>
                    </a:cubicBezTo>
                    <a:cubicBezTo>
                      <a:pt x="177996" y="40867"/>
                      <a:pt x="180197" y="50607"/>
                      <a:pt x="180197" y="63938"/>
                    </a:cubicBezTo>
                    <a:lnTo>
                      <a:pt x="180197" y="145251"/>
                    </a:lnTo>
                    <a:lnTo>
                      <a:pt x="212392" y="145251"/>
                    </a:lnTo>
                    <a:lnTo>
                      <a:pt x="212392" y="57304"/>
                    </a:lnTo>
                    <a:cubicBezTo>
                      <a:pt x="212392" y="38181"/>
                      <a:pt x="208477" y="23847"/>
                      <a:pt x="200679" y="14302"/>
                    </a:cubicBezTo>
                    <a:close/>
                  </a:path>
                </a:pathLst>
              </a:custGeom>
              <a:solidFill>
                <a:srgbClr val="72e9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46" name="Google Shape;1757;p89"/>
          <p:cNvGrpSpPr/>
          <p:nvPr/>
        </p:nvGrpSpPr>
        <p:grpSpPr>
          <a:xfrm>
            <a:off x="1684080" y="792720"/>
            <a:ext cx="1366560" cy="1092600"/>
            <a:chOff x="1684080" y="792720"/>
            <a:chExt cx="1366560" cy="1092600"/>
          </a:xfrm>
        </p:grpSpPr>
        <p:sp>
          <p:nvSpPr>
            <p:cNvPr id="1247" name="Google Shape;1758;p89"/>
            <p:cNvSpPr/>
            <p:nvPr/>
          </p:nvSpPr>
          <p:spPr>
            <a:xfrm>
              <a:off x="2232000" y="7927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8" name="Google Shape;1759;p89"/>
            <p:cNvSpPr/>
            <p:nvPr/>
          </p:nvSpPr>
          <p:spPr>
            <a:xfrm>
              <a:off x="195804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9" name="Google Shape;1760;p89"/>
            <p:cNvSpPr/>
            <p:nvPr/>
          </p:nvSpPr>
          <p:spPr>
            <a:xfrm>
              <a:off x="16840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0" name="Google Shape;1761;p89"/>
            <p:cNvSpPr/>
            <p:nvPr/>
          </p:nvSpPr>
          <p:spPr>
            <a:xfrm>
              <a:off x="16840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1" name="Google Shape;1762;p89"/>
            <p:cNvSpPr/>
            <p:nvPr/>
          </p:nvSpPr>
          <p:spPr>
            <a:xfrm>
              <a:off x="195804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2" name="Google Shape;1763;p89"/>
            <p:cNvSpPr/>
            <p:nvPr/>
          </p:nvSpPr>
          <p:spPr>
            <a:xfrm>
              <a:off x="223200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3" name="Google Shape;1764;p89"/>
            <p:cNvSpPr/>
            <p:nvPr/>
          </p:nvSpPr>
          <p:spPr>
            <a:xfrm>
              <a:off x="250632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4" name="Google Shape;1765;p89"/>
            <p:cNvSpPr/>
            <p:nvPr/>
          </p:nvSpPr>
          <p:spPr>
            <a:xfrm>
              <a:off x="27802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5" name="Google Shape;1766;p89"/>
            <p:cNvSpPr/>
            <p:nvPr/>
          </p:nvSpPr>
          <p:spPr>
            <a:xfrm>
              <a:off x="27802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6" name="Google Shape;1767;p89"/>
            <p:cNvSpPr/>
            <p:nvPr/>
          </p:nvSpPr>
          <p:spPr>
            <a:xfrm>
              <a:off x="250632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7" name="Google Shape;1768;p89"/>
          <p:cNvGrpSpPr/>
          <p:nvPr/>
        </p:nvGrpSpPr>
        <p:grpSpPr>
          <a:xfrm>
            <a:off x="9798120" y="5367240"/>
            <a:ext cx="1394640" cy="727920"/>
            <a:chOff x="9798120" y="5367240"/>
            <a:chExt cx="1394640" cy="727920"/>
          </a:xfrm>
        </p:grpSpPr>
        <p:grpSp>
          <p:nvGrpSpPr>
            <p:cNvPr id="1258" name="Google Shape;1769;p89"/>
            <p:cNvGrpSpPr/>
            <p:nvPr/>
          </p:nvGrpSpPr>
          <p:grpSpPr>
            <a:xfrm>
              <a:off x="9798120" y="5367240"/>
              <a:ext cx="1161000" cy="281520"/>
              <a:chOff x="9798120" y="5367240"/>
              <a:chExt cx="1161000" cy="281520"/>
            </a:xfrm>
          </p:grpSpPr>
          <p:sp>
            <p:nvSpPr>
              <p:cNvPr id="1259" name="Google Shape;1770;p89"/>
              <p:cNvSpPr/>
              <p:nvPr/>
            </p:nvSpPr>
            <p:spPr>
              <a:xfrm>
                <a:off x="979812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0" name="Google Shape;1771;p89"/>
              <p:cNvSpPr/>
              <p:nvPr/>
            </p:nvSpPr>
            <p:spPr>
              <a:xfrm>
                <a:off x="996984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1" name="Google Shape;1772;p89"/>
              <p:cNvSpPr/>
              <p:nvPr/>
            </p:nvSpPr>
            <p:spPr>
              <a:xfrm>
                <a:off x="1022472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2" name="Google Shape;1773;p89"/>
              <p:cNvSpPr/>
              <p:nvPr/>
            </p:nvSpPr>
            <p:spPr>
              <a:xfrm>
                <a:off x="1047312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3" name="Google Shape;1774;p89"/>
              <p:cNvSpPr/>
              <p:nvPr/>
            </p:nvSpPr>
            <p:spPr>
              <a:xfrm>
                <a:off x="1072152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264" name="Google Shape;1775;p89"/>
            <p:cNvGrpSpPr/>
            <p:nvPr/>
          </p:nvGrpSpPr>
          <p:grpSpPr>
            <a:xfrm>
              <a:off x="10199160" y="5727600"/>
              <a:ext cx="993600" cy="367560"/>
              <a:chOff x="10199160" y="5727600"/>
              <a:chExt cx="993600" cy="367560"/>
            </a:xfrm>
          </p:grpSpPr>
          <p:sp>
            <p:nvSpPr>
              <p:cNvPr id="1265" name="Google Shape;1776;p89"/>
              <p:cNvSpPr/>
              <p:nvPr/>
            </p:nvSpPr>
            <p:spPr>
              <a:xfrm>
                <a:off x="1019916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6" name="Google Shape;1777;p89"/>
              <p:cNvSpPr/>
              <p:nvPr/>
            </p:nvSpPr>
            <p:spPr>
              <a:xfrm>
                <a:off x="1031112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7" name="Google Shape;1778;p89"/>
              <p:cNvSpPr/>
              <p:nvPr/>
            </p:nvSpPr>
            <p:spPr>
              <a:xfrm>
                <a:off x="1058832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8" name="Google Shape;1779;p89"/>
              <p:cNvSpPr/>
              <p:nvPr/>
            </p:nvSpPr>
            <p:spPr>
              <a:xfrm>
                <a:off x="1088028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9" name="Google Shape;1780;p89"/>
              <p:cNvSpPr/>
              <p:nvPr/>
            </p:nvSpPr>
            <p:spPr>
              <a:xfrm>
                <a:off x="1099116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270" name="Google Shape;1781;p89"/>
          <p:cNvGrpSpPr/>
          <p:nvPr/>
        </p:nvGrpSpPr>
        <p:grpSpPr>
          <a:xfrm>
            <a:off x="9880920" y="5104080"/>
            <a:ext cx="576000" cy="141480"/>
            <a:chOff x="9880920" y="5104080"/>
            <a:chExt cx="576000" cy="141480"/>
          </a:xfrm>
        </p:grpSpPr>
        <p:sp>
          <p:nvSpPr>
            <p:cNvPr id="1271" name="Google Shape;1782;p89"/>
            <p:cNvSpPr/>
            <p:nvPr/>
          </p:nvSpPr>
          <p:spPr>
            <a:xfrm>
              <a:off x="10369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2" name="Google Shape;1783;p89"/>
            <p:cNvSpPr/>
            <p:nvPr/>
          </p:nvSpPr>
          <p:spPr>
            <a:xfrm>
              <a:off x="988092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3" name="Google Shape;1784;p89"/>
            <p:cNvSpPr/>
            <p:nvPr/>
          </p:nvSpPr>
          <p:spPr>
            <a:xfrm>
              <a:off x="1000728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4" name="Google Shape;1785;p89"/>
            <p:cNvSpPr/>
            <p:nvPr/>
          </p:nvSpPr>
          <p:spPr>
            <a:xfrm>
              <a:off x="1013328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5" name="Google Shape;1786;p89"/>
            <p:cNvSpPr/>
            <p:nvPr/>
          </p:nvSpPr>
          <p:spPr>
            <a:xfrm>
              <a:off x="1025172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76" name="Google Shape;1787;p89"/>
          <p:cNvSpPr/>
          <p:nvPr/>
        </p:nvSpPr>
        <p:spPr>
          <a:xfrm>
            <a:off x="690480" y="275760"/>
            <a:ext cx="3775320" cy="15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_POWER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PLATFORM</a:t>
            </a:r>
            <a:endParaRPr b="0" lang="pt-BR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77" name="Google Shape;1788;p89"/>
          <p:cNvGrpSpPr/>
          <p:nvPr/>
        </p:nvGrpSpPr>
        <p:grpSpPr>
          <a:xfrm>
            <a:off x="401040" y="198360"/>
            <a:ext cx="689760" cy="689760"/>
            <a:chOff x="401040" y="198360"/>
            <a:chExt cx="689760" cy="689760"/>
          </a:xfrm>
        </p:grpSpPr>
        <p:sp>
          <p:nvSpPr>
            <p:cNvPr id="1278" name="Google Shape;1789;p89"/>
            <p:cNvSpPr/>
            <p:nvPr/>
          </p:nvSpPr>
          <p:spPr>
            <a:xfrm>
              <a:off x="401040" y="545040"/>
              <a:ext cx="343080" cy="34308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9" name="Google Shape;1790;p89"/>
            <p:cNvSpPr/>
            <p:nvPr/>
          </p:nvSpPr>
          <p:spPr>
            <a:xfrm>
              <a:off x="747720" y="198360"/>
              <a:ext cx="343080" cy="343080"/>
            </a:xfrm>
            <a:prstGeom prst="rect">
              <a:avLst/>
            </a:prstGeom>
            <a:solidFill>
              <a:srgbClr val="acb8ca">
                <a:alpha val="17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0" name="Google Shape;1791;p89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281" name="Google Shape;1792;p89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1282" name="Google Shape;1793;p89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3" name="Google Shape;1794;p89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4" name="Google Shape;1795;p89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5" name="Google Shape;1796;p89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6" name="Google Shape;1797;p89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7" name="Google Shape;1798;p89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1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 nos conhec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8" name="Google Shape;82;p50" descr=""/>
          <p:cNvPicPr/>
          <p:nvPr/>
        </p:nvPicPr>
        <p:blipFill>
          <a:blip r:embed="rId2"/>
          <a:stretch/>
        </p:blipFill>
        <p:spPr>
          <a:xfrm>
            <a:off x="0" y="0"/>
            <a:ext cx="12188520" cy="685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9" name="Google Shape;83;p5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0" name="Google Shape;84;p5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1" name="Google Shape;85;p5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2" name="Google Shape;86;p5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3" name="Google Shape;87;p5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Google Shape;88;p5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Google Shape;89;p5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Google Shape;90;p5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Google Shape;91;p5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Google Shape;92;p5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99" name="Google Shape;93;p50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0" name="Google Shape;94;p50"/>
          <p:cNvSpPr/>
          <p:nvPr/>
        </p:nvSpPr>
        <p:spPr>
          <a:xfrm>
            <a:off x="9651960" y="2103120"/>
            <a:ext cx="2284920" cy="47311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V</a:t>
            </a: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01" name="Google Shape;95;p50" descr=""/>
          <p:cNvPicPr/>
          <p:nvPr/>
        </p:nvPicPr>
        <p:blipFill>
          <a:blip r:embed="rId4"/>
          <a:stretch/>
        </p:blipFill>
        <p:spPr>
          <a:xfrm>
            <a:off x="6178320" y="1251720"/>
            <a:ext cx="5337720" cy="473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2" name="Google Shape;96;p50"/>
          <p:cNvSpPr/>
          <p:nvPr/>
        </p:nvSpPr>
        <p:spPr>
          <a:xfrm>
            <a:off x="6783120" y="2185200"/>
            <a:ext cx="4548960" cy="15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VAMOS NOS</a:t>
            </a:r>
            <a:br>
              <a:rPr sz="4800"/>
            </a:br>
            <a:r>
              <a:rPr b="0" lang="pt-BR" sz="48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CONHECER?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mos_começa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304;p57"/>
          <p:cNvSpPr/>
          <p:nvPr/>
        </p:nvSpPr>
        <p:spPr>
          <a:xfrm>
            <a:off x="-183240" y="-89640"/>
            <a:ext cx="2743560" cy="7060320"/>
          </a:xfrm>
          <a:custGeom>
            <a:avLst/>
            <a:gdLst>
              <a:gd name="textAreaLeft" fmla="*/ 0 w 2743560"/>
              <a:gd name="textAreaRight" fmla="*/ 2747160 w 2743560"/>
              <a:gd name="textAreaTop" fmla="*/ 0 h 7060320"/>
              <a:gd name="textAreaBottom" fmla="*/ 7063920 h 706032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6" name="Google Shape;305;p57"/>
          <p:cNvSpPr/>
          <p:nvPr/>
        </p:nvSpPr>
        <p:spPr>
          <a:xfrm>
            <a:off x="-183240" y="2396160"/>
            <a:ext cx="2743560" cy="4574880"/>
          </a:xfrm>
          <a:custGeom>
            <a:avLst/>
            <a:gdLst>
              <a:gd name="textAreaLeft" fmla="*/ 0 w 2743560"/>
              <a:gd name="textAreaRight" fmla="*/ 2747160 w 2743560"/>
              <a:gd name="textAreaTop" fmla="*/ 0 h 4574880"/>
              <a:gd name="textAreaBottom" fmla="*/ 4578480 h 4574880"/>
            </a:gdLst>
            <a:ahLst/>
            <a:cxnLst/>
            <a:rect l="textAreaLeft" t="textAreaTop" r="textAreaRight" b="textAreaBottom"/>
            <a:pathLst>
              <a:path w="2747136" h="4578560">
                <a:moveTo>
                  <a:pt x="0" y="0"/>
                </a:moveTo>
                <a:lnTo>
                  <a:pt x="2747137" y="0"/>
                </a:lnTo>
                <a:lnTo>
                  <a:pt x="2747137" y="4578561"/>
                </a:lnTo>
                <a:lnTo>
                  <a:pt x="0" y="4578561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7" name="Google Shape;306;p57"/>
          <p:cNvSpPr/>
          <p:nvPr/>
        </p:nvSpPr>
        <p:spPr>
          <a:xfrm>
            <a:off x="88920" y="-102960"/>
            <a:ext cx="9535680" cy="7060320"/>
          </a:xfrm>
          <a:custGeom>
            <a:avLst/>
            <a:gdLst>
              <a:gd name="textAreaLeft" fmla="*/ 0 w 9535680"/>
              <a:gd name="textAreaRight" fmla="*/ 9539280 w 9535680"/>
              <a:gd name="textAreaTop" fmla="*/ 0 h 7060320"/>
              <a:gd name="textAreaBottom" fmla="*/ 7063920 h 7060320"/>
            </a:gdLst>
            <a:ahLst/>
            <a:cxnLst/>
            <a:rect l="textAreaLeft" t="textAreaTop" r="textAreaRight" b="textAreaBottom"/>
            <a:pathLst>
              <a:path w="9378396" h="7064064">
                <a:moveTo>
                  <a:pt x="0" y="0"/>
                </a:moveTo>
                <a:lnTo>
                  <a:pt x="9378397" y="0"/>
                </a:lnTo>
                <a:lnTo>
                  <a:pt x="937839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8" name="Google Shape;307;p57"/>
          <p:cNvSpPr/>
          <p:nvPr/>
        </p:nvSpPr>
        <p:spPr>
          <a:xfrm rot="10800000">
            <a:off x="9631440" y="-85680"/>
            <a:ext cx="2743560" cy="7060320"/>
          </a:xfrm>
          <a:custGeom>
            <a:avLst/>
            <a:gdLst>
              <a:gd name="textAreaLeft" fmla="*/ 0 w 2743560"/>
              <a:gd name="textAreaRight" fmla="*/ 2747160 w 2743560"/>
              <a:gd name="textAreaTop" fmla="*/ 0 h 7060320"/>
              <a:gd name="textAreaBottom" fmla="*/ 7063920 h 7060320"/>
            </a:gdLst>
            <a:ahLst/>
            <a:cxnLst/>
            <a:rect l="textAreaLeft" t="textAreaTop" r="textAreaRight" b="textAreaBottom"/>
            <a:pathLst>
              <a:path w="2747136" h="7064064">
                <a:moveTo>
                  <a:pt x="0" y="0"/>
                </a:moveTo>
                <a:lnTo>
                  <a:pt x="2747137" y="0"/>
                </a:lnTo>
                <a:lnTo>
                  <a:pt x="2747137" y="7064065"/>
                </a:lnTo>
                <a:lnTo>
                  <a:pt x="0" y="706406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9" name="Google Shape;308;p57"/>
          <p:cNvSpPr/>
          <p:nvPr/>
        </p:nvSpPr>
        <p:spPr>
          <a:xfrm rot="10800000">
            <a:off x="9631440" y="-86040"/>
            <a:ext cx="2743560" cy="4574520"/>
          </a:xfrm>
          <a:custGeom>
            <a:avLst/>
            <a:gdLst>
              <a:gd name="textAreaLeft" fmla="*/ 0 w 2743560"/>
              <a:gd name="textAreaRight" fmla="*/ 2747160 w 2743560"/>
              <a:gd name="textAreaTop" fmla="*/ 0 h 4574520"/>
              <a:gd name="textAreaBottom" fmla="*/ 4578120 h 4574520"/>
            </a:gdLst>
            <a:ahLst/>
            <a:cxnLst/>
            <a:rect l="textAreaLeft" t="textAreaTop" r="textAreaRight" b="textAreaBottom"/>
            <a:pathLst>
              <a:path w="2747136" h="4578102">
                <a:moveTo>
                  <a:pt x="0" y="0"/>
                </a:moveTo>
                <a:lnTo>
                  <a:pt x="2747137" y="0"/>
                </a:lnTo>
                <a:lnTo>
                  <a:pt x="2747137" y="4578103"/>
                </a:lnTo>
                <a:lnTo>
                  <a:pt x="0" y="4578103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0" name="Google Shape;309;p57"/>
          <p:cNvSpPr/>
          <p:nvPr/>
        </p:nvSpPr>
        <p:spPr>
          <a:xfrm>
            <a:off x="8813880" y="1191240"/>
            <a:ext cx="1762560" cy="1762560"/>
          </a:xfrm>
          <a:custGeom>
            <a:avLst/>
            <a:gdLst>
              <a:gd name="textAreaLeft" fmla="*/ 0 w 1762560"/>
              <a:gd name="textAreaRight" fmla="*/ 1766160 w 1762560"/>
              <a:gd name="textAreaTop" fmla="*/ 0 h 1762560"/>
              <a:gd name="textAreaBottom" fmla="*/ 1766160 h 1762560"/>
            </a:gdLst>
            <a:ahLst/>
            <a:cxnLst/>
            <a:rect l="textAreaLeft" t="textAreaTop" r="textAreaRight" b="textAreaBottom"/>
            <a:pathLst>
              <a:path w="1766016" h="1766016">
                <a:moveTo>
                  <a:pt x="0" y="0"/>
                </a:moveTo>
                <a:lnTo>
                  <a:pt x="1766016" y="0"/>
                </a:lnTo>
                <a:lnTo>
                  <a:pt x="1766016" y="1766016"/>
                </a:lnTo>
                <a:lnTo>
                  <a:pt x="0" y="1766016"/>
                </a:lnTo>
                <a:close/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Google Shape;310;p57"/>
          <p:cNvSpPr/>
          <p:nvPr/>
        </p:nvSpPr>
        <p:spPr>
          <a:xfrm>
            <a:off x="10736280" y="-116280"/>
            <a:ext cx="1258920" cy="7060320"/>
          </a:xfrm>
          <a:custGeom>
            <a:avLst/>
            <a:gdLst>
              <a:gd name="textAreaLeft" fmla="*/ 0 w 1258920"/>
              <a:gd name="textAreaRight" fmla="*/ 1262520 w 1258920"/>
              <a:gd name="textAreaTop" fmla="*/ 0 h 7060320"/>
              <a:gd name="textAreaBottom" fmla="*/ 7063920 h 7060320"/>
            </a:gdLst>
            <a:ahLst/>
            <a:cxnLst/>
            <a:rect l="textAreaLeft" t="textAreaTop" r="textAreaRight" b="textAreaBottom"/>
            <a:pathLst>
              <a:path w="1262571" h="7064064">
                <a:moveTo>
                  <a:pt x="0" y="0"/>
                </a:moveTo>
                <a:lnTo>
                  <a:pt x="0" y="523264"/>
                </a:lnTo>
                <a:lnTo>
                  <a:pt x="420836" y="523264"/>
                </a:lnTo>
                <a:lnTo>
                  <a:pt x="420836" y="1177344"/>
                </a:lnTo>
                <a:lnTo>
                  <a:pt x="931869" y="1177344"/>
                </a:lnTo>
                <a:lnTo>
                  <a:pt x="931869" y="2190253"/>
                </a:lnTo>
                <a:lnTo>
                  <a:pt x="1262571" y="2190253"/>
                </a:lnTo>
                <a:lnTo>
                  <a:pt x="1262571" y="6693856"/>
                </a:lnTo>
                <a:lnTo>
                  <a:pt x="931869" y="6693856"/>
                </a:lnTo>
                <a:lnTo>
                  <a:pt x="931869" y="7064065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Google Shape;311;p57"/>
          <p:cNvSpPr/>
          <p:nvPr/>
        </p:nvSpPr>
        <p:spPr>
          <a:xfrm>
            <a:off x="7870680" y="-89640"/>
            <a:ext cx="3127320" cy="7033680"/>
          </a:xfrm>
          <a:custGeom>
            <a:avLst/>
            <a:gdLst>
              <a:gd name="textAreaLeft" fmla="*/ 0 w 3127320"/>
              <a:gd name="textAreaRight" fmla="*/ 3130920 w 3127320"/>
              <a:gd name="textAreaTop" fmla="*/ 0 h 7033680"/>
              <a:gd name="textAreaBottom" fmla="*/ 7037280 h 7033680"/>
            </a:gdLst>
            <a:ahLst/>
            <a:cxnLst/>
            <a:rect l="textAreaLeft" t="textAreaTop" r="textAreaRight" b="textAreaBottom"/>
            <a:pathLst>
              <a:path w="3130820" h="7037443">
                <a:moveTo>
                  <a:pt x="3130820" y="7037444"/>
                </a:moveTo>
                <a:lnTo>
                  <a:pt x="3130820" y="6652191"/>
                </a:lnTo>
                <a:lnTo>
                  <a:pt x="2709069" y="6652191"/>
                </a:lnTo>
                <a:lnTo>
                  <a:pt x="2709069" y="3666250"/>
                </a:lnTo>
                <a:lnTo>
                  <a:pt x="0" y="3666250"/>
                </a:lnTo>
                <a:lnTo>
                  <a:pt x="0" y="2163632"/>
                </a:lnTo>
                <a:lnTo>
                  <a:pt x="561070" y="2163632"/>
                </a:lnTo>
                <a:lnTo>
                  <a:pt x="561070" y="0"/>
                </a:lnTo>
              </a:path>
            </a:pathLst>
          </a:custGeom>
          <a:noFill/>
          <a:ln w="196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Google Shape;312;p57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4" name="Google Shape;313;p57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5" name="Google Shape;314;p57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6" name="Google Shape;315;p57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7" name="Google Shape;316;p57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Google Shape;317;p57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Google Shape;318;p57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Google Shape;319;p57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Google Shape;320;p57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Google Shape;321;p57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Cibersegurança">
    <p:bg>
      <p:bgPr>
        <a:solidFill>
          <a:srgbClr val="084c8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5" name="Google Shape;1105;p80"/>
          <p:cNvGrpSpPr/>
          <p:nvPr/>
        </p:nvGrpSpPr>
        <p:grpSpPr>
          <a:xfrm>
            <a:off x="729720" y="3084840"/>
            <a:ext cx="7815600" cy="2413440"/>
            <a:chOff x="729720" y="3084840"/>
            <a:chExt cx="7815600" cy="2413440"/>
          </a:xfrm>
        </p:grpSpPr>
        <p:sp>
          <p:nvSpPr>
            <p:cNvPr id="1326" name="Google Shape;1106;p80"/>
            <p:cNvSpPr/>
            <p:nvPr/>
          </p:nvSpPr>
          <p:spPr>
            <a:xfrm>
              <a:off x="1363680" y="3640680"/>
              <a:ext cx="718164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DE CIBER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SEGURANÇA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7" name="Google Shape;1107;p80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28" name="Google Shape;1108;p80"/>
          <p:cNvGrpSpPr/>
          <p:nvPr/>
        </p:nvGrpSpPr>
        <p:grpSpPr>
          <a:xfrm>
            <a:off x="755280" y="2794320"/>
            <a:ext cx="689760" cy="689760"/>
            <a:chOff x="755280" y="2794320"/>
            <a:chExt cx="689760" cy="689760"/>
          </a:xfrm>
        </p:grpSpPr>
        <p:sp>
          <p:nvSpPr>
            <p:cNvPr id="1329" name="Google Shape;1109;p80"/>
            <p:cNvSpPr/>
            <p:nvPr/>
          </p:nvSpPr>
          <p:spPr>
            <a:xfrm>
              <a:off x="755280" y="3141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0" name="Google Shape;1110;p80"/>
            <p:cNvSpPr/>
            <p:nvPr/>
          </p:nvSpPr>
          <p:spPr>
            <a:xfrm>
              <a:off x="1101960" y="2794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31" name="Google Shape;1111;p80"/>
          <p:cNvGrpSpPr/>
          <p:nvPr/>
        </p:nvGrpSpPr>
        <p:grpSpPr>
          <a:xfrm>
            <a:off x="6174360" y="5188680"/>
            <a:ext cx="689760" cy="689760"/>
            <a:chOff x="6174360" y="5188680"/>
            <a:chExt cx="689760" cy="689760"/>
          </a:xfrm>
        </p:grpSpPr>
        <p:sp>
          <p:nvSpPr>
            <p:cNvPr id="1332" name="Google Shape;1112;p80"/>
            <p:cNvSpPr/>
            <p:nvPr/>
          </p:nvSpPr>
          <p:spPr>
            <a:xfrm>
              <a:off x="6174360" y="55353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3" name="Google Shape;1113;p80"/>
            <p:cNvSpPr/>
            <p:nvPr/>
          </p:nvSpPr>
          <p:spPr>
            <a:xfrm>
              <a:off x="6521040" y="518868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4" name="Google Shape;1114;p8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5" name="Google Shape;1115;p8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6" name="Google Shape;1116;p8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7" name="Google Shape;1117;p8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8" name="Google Shape;1118;p8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Google Shape;1119;p8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0" name="Google Shape;1120;p8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1" name="Google Shape;1121;p8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Google Shape;1122;p8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Google Shape;1123;p8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4" name="Google Shape;1124;p80" descr=""/>
          <p:cNvPicPr/>
          <p:nvPr/>
        </p:nvPicPr>
        <p:blipFill>
          <a:blip r:embed="rId2"/>
          <a:stretch/>
        </p:blipFill>
        <p:spPr>
          <a:xfrm>
            <a:off x="10052280" y="3793680"/>
            <a:ext cx="1637640" cy="16376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45" name="Google Shape;1125;p80"/>
          <p:cNvGrpSpPr/>
          <p:nvPr/>
        </p:nvGrpSpPr>
        <p:grpSpPr>
          <a:xfrm>
            <a:off x="10124640" y="1269360"/>
            <a:ext cx="1466640" cy="765360"/>
            <a:chOff x="10124640" y="1269360"/>
            <a:chExt cx="1466640" cy="765360"/>
          </a:xfrm>
        </p:grpSpPr>
        <p:grpSp>
          <p:nvGrpSpPr>
            <p:cNvPr id="1346" name="Google Shape;1126;p80"/>
            <p:cNvGrpSpPr/>
            <p:nvPr/>
          </p:nvGrpSpPr>
          <p:grpSpPr>
            <a:xfrm>
              <a:off x="10124640" y="1269360"/>
              <a:ext cx="1221120" cy="296280"/>
              <a:chOff x="10124640" y="1269360"/>
              <a:chExt cx="1221120" cy="296280"/>
            </a:xfrm>
          </p:grpSpPr>
          <p:sp>
            <p:nvSpPr>
              <p:cNvPr id="1347" name="Google Shape;1127;p80"/>
              <p:cNvSpPr/>
              <p:nvPr/>
            </p:nvSpPr>
            <p:spPr>
              <a:xfrm>
                <a:off x="10124640" y="1269360"/>
                <a:ext cx="146160" cy="294840"/>
              </a:xfrm>
              <a:custGeom>
                <a:avLst/>
                <a:gdLst>
                  <a:gd name="textAreaLeft" fmla="*/ 0 w 146160"/>
                  <a:gd name="textAreaRight" fmla="*/ 149760 w 146160"/>
                  <a:gd name="textAreaTop" fmla="*/ 0 h 294840"/>
                  <a:gd name="textAreaBottom" fmla="*/ 298440 h 2948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8" name="Google Shape;1128;p80"/>
              <p:cNvSpPr/>
              <p:nvPr/>
            </p:nvSpPr>
            <p:spPr>
              <a:xfrm>
                <a:off x="10305360" y="1324800"/>
                <a:ext cx="226440" cy="240480"/>
              </a:xfrm>
              <a:custGeom>
                <a:avLst/>
                <a:gdLst>
                  <a:gd name="textAreaLeft" fmla="*/ 0 w 226440"/>
                  <a:gd name="textAreaRight" fmla="*/ 230040 w 22644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9" name="Google Shape;1129;p80"/>
              <p:cNvSpPr/>
              <p:nvPr/>
            </p:nvSpPr>
            <p:spPr>
              <a:xfrm>
                <a:off x="10573560" y="1325160"/>
                <a:ext cx="214200" cy="240480"/>
              </a:xfrm>
              <a:custGeom>
                <a:avLst/>
                <a:gdLst>
                  <a:gd name="textAreaLeft" fmla="*/ 0 w 214200"/>
                  <a:gd name="textAreaRight" fmla="*/ 217800 w 214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0" name="Google Shape;1130;p80"/>
              <p:cNvSpPr/>
              <p:nvPr/>
            </p:nvSpPr>
            <p:spPr>
              <a:xfrm>
                <a:off x="10834560" y="1325160"/>
                <a:ext cx="211320" cy="235080"/>
              </a:xfrm>
              <a:custGeom>
                <a:avLst/>
                <a:gdLst>
                  <a:gd name="textAreaLeft" fmla="*/ 0 w 211320"/>
                  <a:gd name="textAreaRight" fmla="*/ 214920 w 211320"/>
                  <a:gd name="textAreaTop" fmla="*/ 0 h 235080"/>
                  <a:gd name="textAreaBottom" fmla="*/ 238680 h 2350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1" name="Google Shape;1131;p80"/>
              <p:cNvSpPr/>
              <p:nvPr/>
            </p:nvSpPr>
            <p:spPr>
              <a:xfrm>
                <a:off x="11095560" y="132516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52" name="Google Shape;1132;p80"/>
            <p:cNvGrpSpPr/>
            <p:nvPr/>
          </p:nvGrpSpPr>
          <p:grpSpPr>
            <a:xfrm>
              <a:off x="10546560" y="1648080"/>
              <a:ext cx="1044720" cy="386640"/>
              <a:chOff x="10546560" y="1648080"/>
              <a:chExt cx="1044720" cy="386640"/>
            </a:xfrm>
          </p:grpSpPr>
          <p:sp>
            <p:nvSpPr>
              <p:cNvPr id="1353" name="Google Shape;1133;p80"/>
              <p:cNvSpPr/>
              <p:nvPr/>
            </p:nvSpPr>
            <p:spPr>
              <a:xfrm>
                <a:off x="10546560" y="1648080"/>
                <a:ext cx="63000" cy="31572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4" name="Google Shape;1134;p80"/>
              <p:cNvSpPr/>
              <p:nvPr/>
            </p:nvSpPr>
            <p:spPr>
              <a:xfrm>
                <a:off x="10664280" y="172872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5" name="Google Shape;1135;p80"/>
              <p:cNvSpPr/>
              <p:nvPr/>
            </p:nvSpPr>
            <p:spPr>
              <a:xfrm>
                <a:off x="10955160" y="1728720"/>
                <a:ext cx="242640" cy="306000"/>
              </a:xfrm>
              <a:custGeom>
                <a:avLst/>
                <a:gdLst>
                  <a:gd name="textAreaLeft" fmla="*/ 0 w 242640"/>
                  <a:gd name="textAreaRight" fmla="*/ 246240 w 242640"/>
                  <a:gd name="textAreaTop" fmla="*/ 0 h 306000"/>
                  <a:gd name="textAreaBottom" fmla="*/ 309600 h 3060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6" name="Google Shape;1136;p80"/>
              <p:cNvSpPr/>
              <p:nvPr/>
            </p:nvSpPr>
            <p:spPr>
              <a:xfrm>
                <a:off x="11262240" y="1648440"/>
                <a:ext cx="66600" cy="315720"/>
              </a:xfrm>
              <a:custGeom>
                <a:avLst/>
                <a:gdLst>
                  <a:gd name="textAreaLeft" fmla="*/ 0 w 66600"/>
                  <a:gd name="textAreaRight" fmla="*/ 70200 w 666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7" name="Google Shape;1137;p80"/>
              <p:cNvSpPr/>
              <p:nvPr/>
            </p:nvSpPr>
            <p:spPr>
              <a:xfrm>
                <a:off x="11379240" y="1730520"/>
                <a:ext cx="212040" cy="237960"/>
              </a:xfrm>
              <a:custGeom>
                <a:avLst/>
                <a:gdLst>
                  <a:gd name="textAreaLeft" fmla="*/ 0 w 212040"/>
                  <a:gd name="textAreaRight" fmla="*/ 215640 w 212040"/>
                  <a:gd name="textAreaTop" fmla="*/ 0 h 237960"/>
                  <a:gd name="textAreaBottom" fmla="*/ 241560 h 2379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358" name="Google Shape;1138;p80"/>
          <p:cNvGrpSpPr/>
          <p:nvPr/>
        </p:nvGrpSpPr>
        <p:grpSpPr>
          <a:xfrm>
            <a:off x="10207440" y="873000"/>
            <a:ext cx="1173240" cy="295200"/>
            <a:chOff x="10207440" y="873000"/>
            <a:chExt cx="1173240" cy="295200"/>
          </a:xfrm>
        </p:grpSpPr>
        <p:sp>
          <p:nvSpPr>
            <p:cNvPr id="1359" name="Google Shape;1139;p80"/>
            <p:cNvSpPr/>
            <p:nvPr/>
          </p:nvSpPr>
          <p:spPr>
            <a:xfrm>
              <a:off x="10207440" y="878040"/>
              <a:ext cx="78120" cy="100440"/>
            </a:xfrm>
            <a:custGeom>
              <a:avLst/>
              <a:gdLst>
                <a:gd name="textAreaLeft" fmla="*/ 0 w 78120"/>
                <a:gd name="textAreaRight" fmla="*/ 81720 w 78120"/>
                <a:gd name="textAreaTop" fmla="*/ 0 h 100440"/>
                <a:gd name="textAreaBottom" fmla="*/ 104040 h 1004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0" name="Google Shape;1140;p80"/>
            <p:cNvSpPr/>
            <p:nvPr/>
          </p:nvSpPr>
          <p:spPr>
            <a:xfrm>
              <a:off x="1028556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1" name="Google Shape;1141;p80"/>
            <p:cNvSpPr/>
            <p:nvPr/>
          </p:nvSpPr>
          <p:spPr>
            <a:xfrm>
              <a:off x="10381680" y="87372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2" name="Google Shape;1142;p80"/>
            <p:cNvSpPr/>
            <p:nvPr/>
          </p:nvSpPr>
          <p:spPr>
            <a:xfrm>
              <a:off x="1047924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3" name="Google Shape;1143;p80"/>
            <p:cNvSpPr/>
            <p:nvPr/>
          </p:nvSpPr>
          <p:spPr>
            <a:xfrm>
              <a:off x="1056456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4" name="Google Shape;1144;p80"/>
            <p:cNvSpPr/>
            <p:nvPr/>
          </p:nvSpPr>
          <p:spPr>
            <a:xfrm>
              <a:off x="1068372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5" name="Google Shape;1145;p80"/>
            <p:cNvSpPr/>
            <p:nvPr/>
          </p:nvSpPr>
          <p:spPr>
            <a:xfrm>
              <a:off x="1076940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6" name="Google Shape;1146;p80"/>
            <p:cNvSpPr/>
            <p:nvPr/>
          </p:nvSpPr>
          <p:spPr>
            <a:xfrm>
              <a:off x="10888200" y="873000"/>
              <a:ext cx="42840" cy="105480"/>
            </a:xfrm>
            <a:custGeom>
              <a:avLst/>
              <a:gdLst>
                <a:gd name="textAreaLeft" fmla="*/ 0 w 42840"/>
                <a:gd name="textAreaRight" fmla="*/ 46440 w 42840"/>
                <a:gd name="textAreaTop" fmla="*/ 0 h 105480"/>
                <a:gd name="textAreaBottom" fmla="*/ 109080 h 1054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7" name="Google Shape;1147;p80"/>
            <p:cNvSpPr/>
            <p:nvPr/>
          </p:nvSpPr>
          <p:spPr>
            <a:xfrm>
              <a:off x="1094292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8" name="Google Shape;1148;p80"/>
            <p:cNvSpPr/>
            <p:nvPr/>
          </p:nvSpPr>
          <p:spPr>
            <a:xfrm>
              <a:off x="11043720" y="90396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9" name="Google Shape;1149;p80"/>
            <p:cNvSpPr/>
            <p:nvPr/>
          </p:nvSpPr>
          <p:spPr>
            <a:xfrm>
              <a:off x="11103840" y="903600"/>
              <a:ext cx="112680" cy="74880"/>
            </a:xfrm>
            <a:custGeom>
              <a:avLst/>
              <a:gdLst>
                <a:gd name="textAreaLeft" fmla="*/ 0 w 112680"/>
                <a:gd name="textAreaRight" fmla="*/ 116280 w 11268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0" name="Google Shape;1150;p80"/>
            <p:cNvSpPr/>
            <p:nvPr/>
          </p:nvSpPr>
          <p:spPr>
            <a:xfrm>
              <a:off x="1123956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1" name="Google Shape;1151;p80"/>
            <p:cNvSpPr/>
            <p:nvPr/>
          </p:nvSpPr>
          <p:spPr>
            <a:xfrm>
              <a:off x="1132488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2" name="Google Shape;1152;p80"/>
            <p:cNvSpPr/>
            <p:nvPr/>
          </p:nvSpPr>
          <p:spPr>
            <a:xfrm>
              <a:off x="1020816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3" name="Google Shape;1153;p80"/>
            <p:cNvSpPr/>
            <p:nvPr/>
          </p:nvSpPr>
          <p:spPr>
            <a:xfrm>
              <a:off x="103068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4" name="Google Shape;1154;p80"/>
            <p:cNvSpPr/>
            <p:nvPr/>
          </p:nvSpPr>
          <p:spPr>
            <a:xfrm>
              <a:off x="10438200" y="107028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5" name="Google Shape;1155;p80"/>
            <p:cNvSpPr/>
            <p:nvPr/>
          </p:nvSpPr>
          <p:spPr>
            <a:xfrm>
              <a:off x="10530360" y="1069560"/>
              <a:ext cx="74160" cy="9864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98640"/>
                <a:gd name="textAreaBottom" fmla="*/ 102240 h 986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6" name="Google Shape;1156;p80"/>
            <p:cNvSpPr/>
            <p:nvPr/>
          </p:nvSpPr>
          <p:spPr>
            <a:xfrm>
              <a:off x="1062900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7" name="Google Shape;1157;p80"/>
            <p:cNvSpPr/>
            <p:nvPr/>
          </p:nvSpPr>
          <p:spPr>
            <a:xfrm>
              <a:off x="106812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8" name="Google Shape;1158;p80"/>
            <p:cNvSpPr/>
            <p:nvPr/>
          </p:nvSpPr>
          <p:spPr>
            <a:xfrm>
              <a:off x="10774080" y="1069560"/>
              <a:ext cx="63720" cy="7488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9" name="Google Shape;1159;p80"/>
            <p:cNvSpPr/>
            <p:nvPr/>
          </p:nvSpPr>
          <p:spPr>
            <a:xfrm>
              <a:off x="1086084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0" name="Google Shape;1160;p80"/>
            <p:cNvSpPr/>
            <p:nvPr/>
          </p:nvSpPr>
          <p:spPr>
            <a:xfrm>
              <a:off x="1095948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1" name="Google Shape;1161;p80"/>
            <p:cNvSpPr/>
            <p:nvPr/>
          </p:nvSpPr>
          <p:spPr>
            <a:xfrm>
              <a:off x="1105236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2" name="Google Shape;1162;p80"/>
          <p:cNvGrpSpPr/>
          <p:nvPr/>
        </p:nvGrpSpPr>
        <p:grpSpPr>
          <a:xfrm>
            <a:off x="10113480" y="597240"/>
            <a:ext cx="605880" cy="149040"/>
            <a:chOff x="10113480" y="597240"/>
            <a:chExt cx="605880" cy="149040"/>
          </a:xfrm>
        </p:grpSpPr>
        <p:sp>
          <p:nvSpPr>
            <p:cNvPr id="1383" name="Google Shape;1163;p80"/>
            <p:cNvSpPr/>
            <p:nvPr/>
          </p:nvSpPr>
          <p:spPr>
            <a:xfrm>
              <a:off x="10627560" y="603360"/>
              <a:ext cx="91800" cy="142200"/>
            </a:xfrm>
            <a:custGeom>
              <a:avLst/>
              <a:gdLst>
                <a:gd name="textAreaLeft" fmla="*/ 0 w 91800"/>
                <a:gd name="textAreaRight" fmla="*/ 95400 w 91800"/>
                <a:gd name="textAreaTop" fmla="*/ 0 h 142200"/>
                <a:gd name="textAreaBottom" fmla="*/ 145800 h 1422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4" name="Google Shape;1164;p80"/>
            <p:cNvSpPr/>
            <p:nvPr/>
          </p:nvSpPr>
          <p:spPr>
            <a:xfrm>
              <a:off x="10113480" y="597240"/>
              <a:ext cx="134280" cy="149040"/>
            </a:xfrm>
            <a:custGeom>
              <a:avLst/>
              <a:gdLst>
                <a:gd name="textAreaLeft" fmla="*/ 0 w 134280"/>
                <a:gd name="textAreaRight" fmla="*/ 137880 w 134280"/>
                <a:gd name="textAreaTop" fmla="*/ 0 h 149040"/>
                <a:gd name="textAreaBottom" fmla="*/ 152640 h 1490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5" name="Google Shape;1165;p80"/>
            <p:cNvSpPr/>
            <p:nvPr/>
          </p:nvSpPr>
          <p:spPr>
            <a:xfrm>
              <a:off x="10246320" y="618480"/>
              <a:ext cx="130680" cy="123120"/>
            </a:xfrm>
            <a:custGeom>
              <a:avLst/>
              <a:gdLst>
                <a:gd name="textAreaLeft" fmla="*/ 0 w 130680"/>
                <a:gd name="textAreaRight" fmla="*/ 134280 w 130680"/>
                <a:gd name="textAreaTop" fmla="*/ 0 h 123120"/>
                <a:gd name="textAreaBottom" fmla="*/ 126720 h 1231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6" name="Google Shape;1166;p80"/>
            <p:cNvSpPr/>
            <p:nvPr/>
          </p:nvSpPr>
          <p:spPr>
            <a:xfrm>
              <a:off x="10378800" y="619920"/>
              <a:ext cx="122040" cy="119520"/>
            </a:xfrm>
            <a:custGeom>
              <a:avLst/>
              <a:gdLst>
                <a:gd name="textAreaLeft" fmla="*/ 0 w 122040"/>
                <a:gd name="textAreaRight" fmla="*/ 125640 w 122040"/>
                <a:gd name="textAreaTop" fmla="*/ 0 h 119520"/>
                <a:gd name="textAreaBottom" fmla="*/ 123120 h 1195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7" name="Google Shape;1167;p80"/>
            <p:cNvSpPr/>
            <p:nvPr/>
          </p:nvSpPr>
          <p:spPr>
            <a:xfrm>
              <a:off x="10503000" y="619200"/>
              <a:ext cx="123120" cy="121680"/>
            </a:xfrm>
            <a:custGeom>
              <a:avLst/>
              <a:gdLst>
                <a:gd name="textAreaLeft" fmla="*/ 0 w 123120"/>
                <a:gd name="textAreaRight" fmla="*/ 126720 w 123120"/>
                <a:gd name="textAreaTop" fmla="*/ 0 h 121680"/>
                <a:gd name="textAreaBottom" fmla="*/ 125280 h 1216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388" name="Google Shape;1168;p80" descr=""/>
          <p:cNvPicPr/>
          <p:nvPr/>
        </p:nvPicPr>
        <p:blipFill>
          <a:blip r:embed="rId3"/>
          <a:stretch/>
        </p:blipFill>
        <p:spPr>
          <a:xfrm>
            <a:off x="755280" y="593640"/>
            <a:ext cx="925560" cy="48456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Prog 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9" name="Google Shape;1800;p90"/>
          <p:cNvGrpSpPr/>
          <p:nvPr/>
        </p:nvGrpSpPr>
        <p:grpSpPr>
          <a:xfrm>
            <a:off x="729720" y="3084840"/>
            <a:ext cx="7365960" cy="2428920"/>
            <a:chOff x="729720" y="3084840"/>
            <a:chExt cx="7365960" cy="2428920"/>
          </a:xfrm>
        </p:grpSpPr>
        <p:sp>
          <p:nvSpPr>
            <p:cNvPr id="1390" name="Google Shape;1801;p90"/>
            <p:cNvSpPr/>
            <p:nvPr/>
          </p:nvSpPr>
          <p:spPr>
            <a:xfrm>
              <a:off x="1363680" y="3969720"/>
              <a:ext cx="673200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br>
                <a:rPr sz="5500"/>
              </a:br>
              <a:r>
                <a:rPr b="1" lang="pt-BR" sz="55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1" name="Google Shape;1802;p90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a9a39e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2" name="Google Shape;1803;p90"/>
          <p:cNvGrpSpPr/>
          <p:nvPr/>
        </p:nvGrpSpPr>
        <p:grpSpPr>
          <a:xfrm>
            <a:off x="755280" y="2794320"/>
            <a:ext cx="689760" cy="689760"/>
            <a:chOff x="755280" y="2794320"/>
            <a:chExt cx="689760" cy="689760"/>
          </a:xfrm>
        </p:grpSpPr>
        <p:sp>
          <p:nvSpPr>
            <p:cNvPr id="1393" name="Google Shape;1804;p90"/>
            <p:cNvSpPr/>
            <p:nvPr/>
          </p:nvSpPr>
          <p:spPr>
            <a:xfrm>
              <a:off x="755280" y="3141000"/>
              <a:ext cx="343080" cy="3430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4" name="Google Shape;1805;p90"/>
            <p:cNvSpPr/>
            <p:nvPr/>
          </p:nvSpPr>
          <p:spPr>
            <a:xfrm>
              <a:off x="1101960" y="2794320"/>
              <a:ext cx="343080" cy="3430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95" name="Google Shape;1806;p90"/>
          <p:cNvGrpSpPr/>
          <p:nvPr/>
        </p:nvGrpSpPr>
        <p:grpSpPr>
          <a:xfrm>
            <a:off x="4262040" y="5098320"/>
            <a:ext cx="689760" cy="689760"/>
            <a:chOff x="4262040" y="5098320"/>
            <a:chExt cx="689760" cy="689760"/>
          </a:xfrm>
        </p:grpSpPr>
        <p:sp>
          <p:nvSpPr>
            <p:cNvPr id="1396" name="Google Shape;1807;p90"/>
            <p:cNvSpPr/>
            <p:nvPr/>
          </p:nvSpPr>
          <p:spPr>
            <a:xfrm>
              <a:off x="4262040" y="5445000"/>
              <a:ext cx="343080" cy="3430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7" name="Google Shape;1808;p90"/>
            <p:cNvSpPr/>
            <p:nvPr/>
          </p:nvSpPr>
          <p:spPr>
            <a:xfrm>
              <a:off x="4608720" y="5098320"/>
              <a:ext cx="343080" cy="343080"/>
            </a:xfrm>
            <a:prstGeom prst="rect">
              <a:avLst/>
            </a:pr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98" name="Google Shape;1809;p9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9" name="Google Shape;1810;p9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0" name="Google Shape;1811;p9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1" name="Google Shape;1812;p9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Google Shape;1813;p9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Google Shape;1814;p9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Google Shape;1815;p9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Google Shape;1816;p9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Google Shape;1817;p9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Google Shape;1818;p9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8" name="Google Shape;1819;p90" descr=""/>
          <p:cNvPicPr/>
          <p:nvPr/>
        </p:nvPicPr>
        <p:blipFill>
          <a:blip r:embed="rId2"/>
          <a:stretch/>
        </p:blipFill>
        <p:spPr>
          <a:xfrm>
            <a:off x="9993240" y="4061880"/>
            <a:ext cx="1625040" cy="11016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09" name="Google Shape;1820;p90"/>
          <p:cNvGrpSpPr/>
          <p:nvPr/>
        </p:nvGrpSpPr>
        <p:grpSpPr>
          <a:xfrm>
            <a:off x="10124640" y="1269360"/>
            <a:ext cx="1466640" cy="765360"/>
            <a:chOff x="10124640" y="1269360"/>
            <a:chExt cx="1466640" cy="765360"/>
          </a:xfrm>
        </p:grpSpPr>
        <p:grpSp>
          <p:nvGrpSpPr>
            <p:cNvPr id="1410" name="Google Shape;1821;p90"/>
            <p:cNvGrpSpPr/>
            <p:nvPr/>
          </p:nvGrpSpPr>
          <p:grpSpPr>
            <a:xfrm>
              <a:off x="10124640" y="1269360"/>
              <a:ext cx="1221120" cy="296280"/>
              <a:chOff x="10124640" y="1269360"/>
              <a:chExt cx="1221120" cy="296280"/>
            </a:xfrm>
          </p:grpSpPr>
          <p:sp>
            <p:nvSpPr>
              <p:cNvPr id="1411" name="Google Shape;1822;p90"/>
              <p:cNvSpPr/>
              <p:nvPr/>
            </p:nvSpPr>
            <p:spPr>
              <a:xfrm>
                <a:off x="10124640" y="1269360"/>
                <a:ext cx="146160" cy="294840"/>
              </a:xfrm>
              <a:custGeom>
                <a:avLst/>
                <a:gdLst>
                  <a:gd name="textAreaLeft" fmla="*/ 0 w 146160"/>
                  <a:gd name="textAreaRight" fmla="*/ 149760 w 146160"/>
                  <a:gd name="textAreaTop" fmla="*/ 0 h 294840"/>
                  <a:gd name="textAreaBottom" fmla="*/ 298440 h 2948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2" name="Google Shape;1823;p90"/>
              <p:cNvSpPr/>
              <p:nvPr/>
            </p:nvSpPr>
            <p:spPr>
              <a:xfrm>
                <a:off x="10305360" y="1324800"/>
                <a:ext cx="226440" cy="240480"/>
              </a:xfrm>
              <a:custGeom>
                <a:avLst/>
                <a:gdLst>
                  <a:gd name="textAreaLeft" fmla="*/ 0 w 226440"/>
                  <a:gd name="textAreaRight" fmla="*/ 230040 w 22644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3" name="Google Shape;1824;p90"/>
              <p:cNvSpPr/>
              <p:nvPr/>
            </p:nvSpPr>
            <p:spPr>
              <a:xfrm>
                <a:off x="10573560" y="1325160"/>
                <a:ext cx="214200" cy="240480"/>
              </a:xfrm>
              <a:custGeom>
                <a:avLst/>
                <a:gdLst>
                  <a:gd name="textAreaLeft" fmla="*/ 0 w 214200"/>
                  <a:gd name="textAreaRight" fmla="*/ 217800 w 214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4" name="Google Shape;1825;p90"/>
              <p:cNvSpPr/>
              <p:nvPr/>
            </p:nvSpPr>
            <p:spPr>
              <a:xfrm>
                <a:off x="10834560" y="1325160"/>
                <a:ext cx="211320" cy="235080"/>
              </a:xfrm>
              <a:custGeom>
                <a:avLst/>
                <a:gdLst>
                  <a:gd name="textAreaLeft" fmla="*/ 0 w 211320"/>
                  <a:gd name="textAreaRight" fmla="*/ 214920 w 211320"/>
                  <a:gd name="textAreaTop" fmla="*/ 0 h 235080"/>
                  <a:gd name="textAreaBottom" fmla="*/ 238680 h 2350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5" name="Google Shape;1826;p90"/>
              <p:cNvSpPr/>
              <p:nvPr/>
            </p:nvSpPr>
            <p:spPr>
              <a:xfrm>
                <a:off x="11095560" y="132516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16" name="Google Shape;1827;p90"/>
            <p:cNvGrpSpPr/>
            <p:nvPr/>
          </p:nvGrpSpPr>
          <p:grpSpPr>
            <a:xfrm>
              <a:off x="10546560" y="1648080"/>
              <a:ext cx="1044720" cy="386640"/>
              <a:chOff x="10546560" y="1648080"/>
              <a:chExt cx="1044720" cy="386640"/>
            </a:xfrm>
          </p:grpSpPr>
          <p:sp>
            <p:nvSpPr>
              <p:cNvPr id="1417" name="Google Shape;1828;p90"/>
              <p:cNvSpPr/>
              <p:nvPr/>
            </p:nvSpPr>
            <p:spPr>
              <a:xfrm>
                <a:off x="10546560" y="1648080"/>
                <a:ext cx="63000" cy="31572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8" name="Google Shape;1829;p90"/>
              <p:cNvSpPr/>
              <p:nvPr/>
            </p:nvSpPr>
            <p:spPr>
              <a:xfrm>
                <a:off x="10664280" y="172872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9" name="Google Shape;1830;p90"/>
              <p:cNvSpPr/>
              <p:nvPr/>
            </p:nvSpPr>
            <p:spPr>
              <a:xfrm>
                <a:off x="10955160" y="1728720"/>
                <a:ext cx="242640" cy="306000"/>
              </a:xfrm>
              <a:custGeom>
                <a:avLst/>
                <a:gdLst>
                  <a:gd name="textAreaLeft" fmla="*/ 0 w 242640"/>
                  <a:gd name="textAreaRight" fmla="*/ 246240 w 242640"/>
                  <a:gd name="textAreaTop" fmla="*/ 0 h 306000"/>
                  <a:gd name="textAreaBottom" fmla="*/ 309600 h 3060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0" name="Google Shape;1831;p90"/>
              <p:cNvSpPr/>
              <p:nvPr/>
            </p:nvSpPr>
            <p:spPr>
              <a:xfrm>
                <a:off x="11262240" y="1648440"/>
                <a:ext cx="66600" cy="315720"/>
              </a:xfrm>
              <a:custGeom>
                <a:avLst/>
                <a:gdLst>
                  <a:gd name="textAreaLeft" fmla="*/ 0 w 66600"/>
                  <a:gd name="textAreaRight" fmla="*/ 70200 w 666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1" name="Google Shape;1832;p90"/>
              <p:cNvSpPr/>
              <p:nvPr/>
            </p:nvSpPr>
            <p:spPr>
              <a:xfrm>
                <a:off x="11379240" y="1730520"/>
                <a:ext cx="212040" cy="237960"/>
              </a:xfrm>
              <a:custGeom>
                <a:avLst/>
                <a:gdLst>
                  <a:gd name="textAreaLeft" fmla="*/ 0 w 212040"/>
                  <a:gd name="textAreaRight" fmla="*/ 215640 w 212040"/>
                  <a:gd name="textAreaTop" fmla="*/ 0 h 237960"/>
                  <a:gd name="textAreaBottom" fmla="*/ 241560 h 2379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422" name="Google Shape;1833;p90"/>
          <p:cNvGrpSpPr/>
          <p:nvPr/>
        </p:nvGrpSpPr>
        <p:grpSpPr>
          <a:xfrm>
            <a:off x="10113480" y="597240"/>
            <a:ext cx="1267200" cy="570960"/>
            <a:chOff x="10113480" y="597240"/>
            <a:chExt cx="1267200" cy="570960"/>
          </a:xfrm>
        </p:grpSpPr>
        <p:grpSp>
          <p:nvGrpSpPr>
            <p:cNvPr id="1423" name="Google Shape;1834;p90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1424" name="Google Shape;1835;p90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5" name="Google Shape;1836;p90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6" name="Google Shape;1837;p90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7" name="Google Shape;1838;p90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8" name="Google Shape;1839;p90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9" name="Google Shape;1840;p90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0" name="Google Shape;1841;p90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1" name="Google Shape;1842;p90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2" name="Google Shape;1843;p90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3" name="Google Shape;1844;p90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4" name="Google Shape;1845;p90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5" name="Google Shape;1846;p90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6" name="Google Shape;1847;p90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7" name="Google Shape;1848;p90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8" name="Google Shape;1849;p90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9" name="Google Shape;1850;p90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0" name="Google Shape;1851;p90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1" name="Google Shape;1852;p90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2" name="Google Shape;1853;p90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3" name="Google Shape;1854;p90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4" name="Google Shape;1855;p90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5" name="Google Shape;1856;p90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6" name="Google Shape;1857;p90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47" name="Google Shape;1858;p90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1448" name="Google Shape;1859;p90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9" name="Google Shape;1860;p90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0" name="Google Shape;1861;p90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1" name="Google Shape;1862;p90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2" name="Google Shape;1863;p90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453" name="Google Shape;1864;p90" descr=""/>
          <p:cNvPicPr/>
          <p:nvPr/>
        </p:nvPicPr>
        <p:blipFill>
          <a:blip r:embed="rId3"/>
          <a:stretch/>
        </p:blipFill>
        <p:spPr>
          <a:xfrm>
            <a:off x="726480" y="612360"/>
            <a:ext cx="2140920" cy="5594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AWS">
    <p:bg>
      <p:bgPr>
        <a:solidFill>
          <a:srgbClr val="a9a3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988;p93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5" name="Google Shape;1989;p93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6" name="Google Shape;1990;p93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7" name="Google Shape;1991;p93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8" name="Google Shape;1992;p93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9" name="Google Shape;1993;p93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0" name="Google Shape;1994;p93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Google Shape;1995;p93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2" name="Google Shape;1996;p93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Google Shape;1997;p93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4" name="Google Shape;1998;p93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465" name="Google Shape;1999;p93"/>
          <p:cNvGrpSpPr/>
          <p:nvPr/>
        </p:nvGrpSpPr>
        <p:grpSpPr>
          <a:xfrm>
            <a:off x="-2185920" y="0"/>
            <a:ext cx="928800" cy="6854400"/>
            <a:chOff x="-2185920" y="0"/>
            <a:chExt cx="928800" cy="6854400"/>
          </a:xfrm>
        </p:grpSpPr>
        <p:sp>
          <p:nvSpPr>
            <p:cNvPr id="1466" name="Google Shape;2000;p93"/>
            <p:cNvSpPr/>
            <p:nvPr/>
          </p:nvSpPr>
          <p:spPr>
            <a:xfrm>
              <a:off x="-2185920" y="0"/>
              <a:ext cx="313920" cy="68544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7" name="Google Shape;2001;p93"/>
            <p:cNvSpPr/>
            <p:nvPr/>
          </p:nvSpPr>
          <p:spPr>
            <a:xfrm>
              <a:off x="-2185920" y="0"/>
              <a:ext cx="313920" cy="24854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8" name="Google Shape;2002;p93"/>
            <p:cNvSpPr/>
            <p:nvPr/>
          </p:nvSpPr>
          <p:spPr>
            <a:xfrm>
              <a:off x="-1881720" y="0"/>
              <a:ext cx="313920" cy="68544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9" name="Google Shape;2003;p93"/>
            <p:cNvSpPr/>
            <p:nvPr/>
          </p:nvSpPr>
          <p:spPr>
            <a:xfrm>
              <a:off x="-1881720" y="4368960"/>
              <a:ext cx="313920" cy="248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0" name="Google Shape;2004;p93"/>
            <p:cNvSpPr/>
            <p:nvPr/>
          </p:nvSpPr>
          <p:spPr>
            <a:xfrm>
              <a:off x="-1571040" y="0"/>
              <a:ext cx="313920" cy="68544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1" name="Google Shape;2005;p93"/>
            <p:cNvSpPr/>
            <p:nvPr/>
          </p:nvSpPr>
          <p:spPr>
            <a:xfrm>
              <a:off x="-1571040" y="0"/>
              <a:ext cx="313920" cy="24854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72" name="Google Shape;2006;p93"/>
          <p:cNvGrpSpPr/>
          <p:nvPr/>
        </p:nvGrpSpPr>
        <p:grpSpPr>
          <a:xfrm>
            <a:off x="1734120" y="843120"/>
            <a:ext cx="1366560" cy="1092600"/>
            <a:chOff x="1734120" y="843120"/>
            <a:chExt cx="1366560" cy="1092600"/>
          </a:xfrm>
        </p:grpSpPr>
        <p:sp>
          <p:nvSpPr>
            <p:cNvPr id="1473" name="Google Shape;2007;p93"/>
            <p:cNvSpPr/>
            <p:nvPr/>
          </p:nvSpPr>
          <p:spPr>
            <a:xfrm>
              <a:off x="2282400" y="8431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4" name="Google Shape;2008;p93"/>
            <p:cNvSpPr/>
            <p:nvPr/>
          </p:nvSpPr>
          <p:spPr>
            <a:xfrm>
              <a:off x="200808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5" name="Google Shape;2009;p93"/>
            <p:cNvSpPr/>
            <p:nvPr/>
          </p:nvSpPr>
          <p:spPr>
            <a:xfrm>
              <a:off x="17341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6" name="Google Shape;2010;p93"/>
            <p:cNvSpPr/>
            <p:nvPr/>
          </p:nvSpPr>
          <p:spPr>
            <a:xfrm>
              <a:off x="17341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7" name="Google Shape;2011;p93"/>
            <p:cNvSpPr/>
            <p:nvPr/>
          </p:nvSpPr>
          <p:spPr>
            <a:xfrm>
              <a:off x="200808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8" name="Google Shape;2012;p93"/>
            <p:cNvSpPr/>
            <p:nvPr/>
          </p:nvSpPr>
          <p:spPr>
            <a:xfrm>
              <a:off x="228240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9" name="Google Shape;2013;p93"/>
            <p:cNvSpPr/>
            <p:nvPr/>
          </p:nvSpPr>
          <p:spPr>
            <a:xfrm>
              <a:off x="255636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0" name="Google Shape;2014;p93"/>
            <p:cNvSpPr/>
            <p:nvPr/>
          </p:nvSpPr>
          <p:spPr>
            <a:xfrm>
              <a:off x="28303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1" name="Google Shape;2015;p93"/>
            <p:cNvSpPr/>
            <p:nvPr/>
          </p:nvSpPr>
          <p:spPr>
            <a:xfrm>
              <a:off x="28303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2" name="Google Shape;2016;p93"/>
            <p:cNvSpPr/>
            <p:nvPr/>
          </p:nvSpPr>
          <p:spPr>
            <a:xfrm>
              <a:off x="255636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483" name="Google Shape;2017;p93" descr=""/>
          <p:cNvPicPr/>
          <p:nvPr/>
        </p:nvPicPr>
        <p:blipFill>
          <a:blip r:embed="rId2"/>
          <a:stretch/>
        </p:blipFill>
        <p:spPr>
          <a:xfrm>
            <a:off x="9640800" y="1392840"/>
            <a:ext cx="1033200" cy="61380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84" name="Google Shape;2018;p93"/>
          <p:cNvGrpSpPr/>
          <p:nvPr/>
        </p:nvGrpSpPr>
        <p:grpSpPr>
          <a:xfrm>
            <a:off x="1684080" y="792720"/>
            <a:ext cx="1366560" cy="1092600"/>
            <a:chOff x="1684080" y="792720"/>
            <a:chExt cx="1366560" cy="1092600"/>
          </a:xfrm>
        </p:grpSpPr>
        <p:sp>
          <p:nvSpPr>
            <p:cNvPr id="1485" name="Google Shape;2019;p93"/>
            <p:cNvSpPr/>
            <p:nvPr/>
          </p:nvSpPr>
          <p:spPr>
            <a:xfrm>
              <a:off x="2232000" y="7927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6" name="Google Shape;2020;p93"/>
            <p:cNvSpPr/>
            <p:nvPr/>
          </p:nvSpPr>
          <p:spPr>
            <a:xfrm>
              <a:off x="195804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7" name="Google Shape;2021;p93"/>
            <p:cNvSpPr/>
            <p:nvPr/>
          </p:nvSpPr>
          <p:spPr>
            <a:xfrm>
              <a:off x="16840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8" name="Google Shape;2022;p93"/>
            <p:cNvSpPr/>
            <p:nvPr/>
          </p:nvSpPr>
          <p:spPr>
            <a:xfrm>
              <a:off x="16840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9" name="Google Shape;2023;p93"/>
            <p:cNvSpPr/>
            <p:nvPr/>
          </p:nvSpPr>
          <p:spPr>
            <a:xfrm>
              <a:off x="195804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0" name="Google Shape;2024;p93"/>
            <p:cNvSpPr/>
            <p:nvPr/>
          </p:nvSpPr>
          <p:spPr>
            <a:xfrm>
              <a:off x="223200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1" name="Google Shape;2025;p93"/>
            <p:cNvSpPr/>
            <p:nvPr/>
          </p:nvSpPr>
          <p:spPr>
            <a:xfrm>
              <a:off x="250632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2" name="Google Shape;2026;p93"/>
            <p:cNvSpPr/>
            <p:nvPr/>
          </p:nvSpPr>
          <p:spPr>
            <a:xfrm>
              <a:off x="27802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3" name="Google Shape;2027;p93"/>
            <p:cNvSpPr/>
            <p:nvPr/>
          </p:nvSpPr>
          <p:spPr>
            <a:xfrm>
              <a:off x="27802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4" name="Google Shape;2028;p93"/>
            <p:cNvSpPr/>
            <p:nvPr/>
          </p:nvSpPr>
          <p:spPr>
            <a:xfrm>
              <a:off x="250632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95" name="Google Shape;2029;p93"/>
          <p:cNvSpPr/>
          <p:nvPr/>
        </p:nvSpPr>
        <p:spPr>
          <a:xfrm>
            <a:off x="690480" y="275760"/>
            <a:ext cx="3775320" cy="15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__AWS</a:t>
            </a:r>
            <a:br>
              <a:rPr sz="2100"/>
            </a:br>
            <a:r>
              <a:rPr b="1" lang="pt-BR" sz="2100" strike="noStrike" u="none">
                <a:solidFill>
                  <a:srgbClr val="382e35"/>
                </a:solidFill>
                <a:effectLst/>
                <a:uFillTx/>
                <a:latin typeface="Arial"/>
                <a:ea typeface="Arial"/>
              </a:rPr>
              <a:t>re/Start</a:t>
            </a:r>
            <a:endParaRPr b="0" lang="pt-B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6" name="Google Shape;2030;p93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292454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497" name="Google Shape;2031;p93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1498" name="Google Shape;2032;p93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9" name="Google Shape;2033;p93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0" name="Google Shape;2034;p93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1" name="Google Shape;2035;p93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2" name="Google Shape;2036;p93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3" name="Google Shape;2037;p93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4" name="Google Shape;2038;p93"/>
          <p:cNvGrpSpPr/>
          <p:nvPr/>
        </p:nvGrpSpPr>
        <p:grpSpPr>
          <a:xfrm>
            <a:off x="401040" y="198360"/>
            <a:ext cx="689760" cy="689760"/>
            <a:chOff x="401040" y="198360"/>
            <a:chExt cx="689760" cy="689760"/>
          </a:xfrm>
        </p:grpSpPr>
        <p:sp>
          <p:nvSpPr>
            <p:cNvPr id="1505" name="Google Shape;2039;p93"/>
            <p:cNvSpPr/>
            <p:nvPr/>
          </p:nvSpPr>
          <p:spPr>
            <a:xfrm>
              <a:off x="401040" y="545040"/>
              <a:ext cx="343080" cy="34308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6" name="Google Shape;2040;p93"/>
            <p:cNvSpPr/>
            <p:nvPr/>
          </p:nvSpPr>
          <p:spPr>
            <a:xfrm>
              <a:off x="747720" y="198360"/>
              <a:ext cx="343080" cy="343080"/>
            </a:xfrm>
            <a:prstGeom prst="rect">
              <a:avLst/>
            </a:prstGeom>
            <a:solidFill>
              <a:srgbClr val="292454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07" name="Google Shape;2041;p93"/>
          <p:cNvGrpSpPr/>
          <p:nvPr/>
        </p:nvGrpSpPr>
        <p:grpSpPr>
          <a:xfrm>
            <a:off x="9798120" y="5367240"/>
            <a:ext cx="1394640" cy="727920"/>
            <a:chOff x="9798120" y="5367240"/>
            <a:chExt cx="1394640" cy="727920"/>
          </a:xfrm>
        </p:grpSpPr>
        <p:grpSp>
          <p:nvGrpSpPr>
            <p:cNvPr id="1508" name="Google Shape;2042;p93"/>
            <p:cNvGrpSpPr/>
            <p:nvPr/>
          </p:nvGrpSpPr>
          <p:grpSpPr>
            <a:xfrm>
              <a:off x="9798120" y="5367240"/>
              <a:ext cx="1161000" cy="281520"/>
              <a:chOff x="9798120" y="5367240"/>
              <a:chExt cx="1161000" cy="281520"/>
            </a:xfrm>
          </p:grpSpPr>
          <p:sp>
            <p:nvSpPr>
              <p:cNvPr id="1509" name="Google Shape;2043;p93"/>
              <p:cNvSpPr/>
              <p:nvPr/>
            </p:nvSpPr>
            <p:spPr>
              <a:xfrm>
                <a:off x="979812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0" name="Google Shape;2044;p93"/>
              <p:cNvSpPr/>
              <p:nvPr/>
            </p:nvSpPr>
            <p:spPr>
              <a:xfrm>
                <a:off x="996984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1" name="Google Shape;2045;p93"/>
              <p:cNvSpPr/>
              <p:nvPr/>
            </p:nvSpPr>
            <p:spPr>
              <a:xfrm>
                <a:off x="1022472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2" name="Google Shape;2046;p93"/>
              <p:cNvSpPr/>
              <p:nvPr/>
            </p:nvSpPr>
            <p:spPr>
              <a:xfrm>
                <a:off x="1047312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3" name="Google Shape;2047;p93"/>
              <p:cNvSpPr/>
              <p:nvPr/>
            </p:nvSpPr>
            <p:spPr>
              <a:xfrm>
                <a:off x="1072152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14" name="Google Shape;2048;p93"/>
            <p:cNvGrpSpPr/>
            <p:nvPr/>
          </p:nvGrpSpPr>
          <p:grpSpPr>
            <a:xfrm>
              <a:off x="10199160" y="5727600"/>
              <a:ext cx="993600" cy="367560"/>
              <a:chOff x="10199160" y="5727600"/>
              <a:chExt cx="993600" cy="367560"/>
            </a:xfrm>
          </p:grpSpPr>
          <p:sp>
            <p:nvSpPr>
              <p:cNvPr id="1515" name="Google Shape;2049;p93"/>
              <p:cNvSpPr/>
              <p:nvPr/>
            </p:nvSpPr>
            <p:spPr>
              <a:xfrm>
                <a:off x="1019916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6" name="Google Shape;2050;p93"/>
              <p:cNvSpPr/>
              <p:nvPr/>
            </p:nvSpPr>
            <p:spPr>
              <a:xfrm>
                <a:off x="1031112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7" name="Google Shape;2051;p93"/>
              <p:cNvSpPr/>
              <p:nvPr/>
            </p:nvSpPr>
            <p:spPr>
              <a:xfrm>
                <a:off x="1058832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8" name="Google Shape;2052;p93"/>
              <p:cNvSpPr/>
              <p:nvPr/>
            </p:nvSpPr>
            <p:spPr>
              <a:xfrm>
                <a:off x="1088028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19" name="Google Shape;2053;p93"/>
              <p:cNvSpPr/>
              <p:nvPr/>
            </p:nvSpPr>
            <p:spPr>
              <a:xfrm>
                <a:off x="1099116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1520" name="Google Shape;2054;p93"/>
          <p:cNvGrpSpPr/>
          <p:nvPr/>
        </p:nvGrpSpPr>
        <p:grpSpPr>
          <a:xfrm>
            <a:off x="9880920" y="5104080"/>
            <a:ext cx="576000" cy="141480"/>
            <a:chOff x="9880920" y="5104080"/>
            <a:chExt cx="576000" cy="141480"/>
          </a:xfrm>
        </p:grpSpPr>
        <p:sp>
          <p:nvSpPr>
            <p:cNvPr id="1521" name="Google Shape;2055;p93"/>
            <p:cNvSpPr/>
            <p:nvPr/>
          </p:nvSpPr>
          <p:spPr>
            <a:xfrm>
              <a:off x="10369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2" name="Google Shape;2056;p93"/>
            <p:cNvSpPr/>
            <p:nvPr/>
          </p:nvSpPr>
          <p:spPr>
            <a:xfrm>
              <a:off x="988092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3" name="Google Shape;2057;p93"/>
            <p:cNvSpPr/>
            <p:nvPr/>
          </p:nvSpPr>
          <p:spPr>
            <a:xfrm>
              <a:off x="1000728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4" name="Google Shape;2058;p93"/>
            <p:cNvSpPr/>
            <p:nvPr/>
          </p:nvSpPr>
          <p:spPr>
            <a:xfrm>
              <a:off x="1013328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5" name="Google Shape;2059;p93"/>
            <p:cNvSpPr/>
            <p:nvPr/>
          </p:nvSpPr>
          <p:spPr>
            <a:xfrm>
              <a:off x="1025172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Layout Personalizado">
    <p:bg>
      <p:bgPr>
        <a:solidFill>
          <a:srgbClr val="292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512;p65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7" name="Google Shape;513;p65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8" name="Google Shape;514;p65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9" name="Google Shape;515;p65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0" name="Google Shape;516;p65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Google Shape;517;p65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Google Shape;518;p65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Google Shape;519;p65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Google Shape;520;p65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Google Shape;521;p65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536" name="Google Shape;522;p65"/>
          <p:cNvGrpSpPr/>
          <p:nvPr/>
        </p:nvGrpSpPr>
        <p:grpSpPr>
          <a:xfrm>
            <a:off x="7106040" y="1171080"/>
            <a:ext cx="2654280" cy="1623600"/>
            <a:chOff x="7106040" y="1171080"/>
            <a:chExt cx="2654280" cy="1623600"/>
          </a:xfrm>
        </p:grpSpPr>
        <p:grpSp>
          <p:nvGrpSpPr>
            <p:cNvPr id="1537" name="Google Shape;523;p65"/>
            <p:cNvGrpSpPr/>
            <p:nvPr/>
          </p:nvGrpSpPr>
          <p:grpSpPr>
            <a:xfrm>
              <a:off x="7106040" y="1171080"/>
              <a:ext cx="1298160" cy="1623600"/>
              <a:chOff x="7106040" y="1171080"/>
              <a:chExt cx="1298160" cy="1623600"/>
            </a:xfrm>
          </p:grpSpPr>
          <p:sp>
            <p:nvSpPr>
              <p:cNvPr id="1538" name="Google Shape;524;p65"/>
              <p:cNvSpPr/>
              <p:nvPr/>
            </p:nvSpPr>
            <p:spPr>
              <a:xfrm>
                <a:off x="8082360" y="182196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9" name="Google Shape;525;p65"/>
              <p:cNvSpPr/>
              <p:nvPr/>
            </p:nvSpPr>
            <p:spPr>
              <a:xfrm>
                <a:off x="7756920" y="149652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0" name="Google Shape;526;p65"/>
              <p:cNvSpPr/>
              <p:nvPr/>
            </p:nvSpPr>
            <p:spPr>
              <a:xfrm>
                <a:off x="7431480" y="117108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1" name="Google Shape;527;p65"/>
              <p:cNvSpPr/>
              <p:nvPr/>
            </p:nvSpPr>
            <p:spPr>
              <a:xfrm>
                <a:off x="7106040" y="117108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2" name="Google Shape;528;p65"/>
              <p:cNvSpPr/>
              <p:nvPr/>
            </p:nvSpPr>
            <p:spPr>
              <a:xfrm>
                <a:off x="7756920" y="214740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3" name="Google Shape;529;p65"/>
              <p:cNvSpPr/>
              <p:nvPr/>
            </p:nvSpPr>
            <p:spPr>
              <a:xfrm>
                <a:off x="7431480" y="247284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4" name="Google Shape;530;p65"/>
              <p:cNvSpPr/>
              <p:nvPr/>
            </p:nvSpPr>
            <p:spPr>
              <a:xfrm>
                <a:off x="7106040" y="2472840"/>
                <a:ext cx="321840" cy="321840"/>
              </a:xfrm>
              <a:custGeom>
                <a:avLst/>
                <a:gdLst>
                  <a:gd name="textAreaLeft" fmla="*/ 0 w 321840"/>
                  <a:gd name="textAreaRight" fmla="*/ 325440 w 321840"/>
                  <a:gd name="textAreaTop" fmla="*/ 0 h 321840"/>
                  <a:gd name="textAreaBottom" fmla="*/ 325440 h 321840"/>
                </a:gdLst>
                <a:ahLst/>
                <a:cxnLst/>
                <a:rect l="textAreaLeft" t="textAreaTop" r="textAreaRight" b="textAreaBottom"/>
                <a:pathLst>
                  <a:path w="406761" h="406761">
                    <a:moveTo>
                      <a:pt x="0" y="0"/>
                    </a:moveTo>
                    <a:lnTo>
                      <a:pt x="406762" y="0"/>
                    </a:lnTo>
                    <a:lnTo>
                      <a:pt x="406762" y="406762"/>
                    </a:lnTo>
                    <a:lnTo>
                      <a:pt x="0" y="406762"/>
                    </a:lnTo>
                    <a:close/>
                  </a:path>
                </a:pathLst>
              </a:custGeom>
              <a:noFill/>
              <a:ln w="15875">
                <a:solidFill>
                  <a:srgbClr val="00b6cd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545" name="Google Shape;531;p65"/>
            <p:cNvSpPr/>
            <p:nvPr/>
          </p:nvSpPr>
          <p:spPr>
            <a:xfrm>
              <a:off x="9438480" y="18219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6" name="Google Shape;532;p65"/>
            <p:cNvSpPr/>
            <p:nvPr/>
          </p:nvSpPr>
          <p:spPr>
            <a:xfrm>
              <a:off x="9113040" y="14965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7" name="Google Shape;533;p65"/>
            <p:cNvSpPr/>
            <p:nvPr/>
          </p:nvSpPr>
          <p:spPr>
            <a:xfrm>
              <a:off x="8787600" y="11710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8" name="Google Shape;534;p65"/>
            <p:cNvSpPr/>
            <p:nvPr/>
          </p:nvSpPr>
          <p:spPr>
            <a:xfrm>
              <a:off x="8462160" y="11710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9" name="Google Shape;535;p65"/>
            <p:cNvSpPr/>
            <p:nvPr/>
          </p:nvSpPr>
          <p:spPr>
            <a:xfrm>
              <a:off x="9113040" y="21474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0" name="Google Shape;536;p65"/>
            <p:cNvSpPr/>
            <p:nvPr/>
          </p:nvSpPr>
          <p:spPr>
            <a:xfrm>
              <a:off x="8787600" y="24728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1" name="Google Shape;537;p65"/>
            <p:cNvSpPr/>
            <p:nvPr/>
          </p:nvSpPr>
          <p:spPr>
            <a:xfrm>
              <a:off x="8462160" y="24728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52" name="Google Shape;538;p65"/>
          <p:cNvGrpSpPr/>
          <p:nvPr/>
        </p:nvGrpSpPr>
        <p:grpSpPr>
          <a:xfrm>
            <a:off x="9655560" y="4093560"/>
            <a:ext cx="1623600" cy="1623600"/>
            <a:chOff x="9655560" y="4093560"/>
            <a:chExt cx="1623600" cy="1623600"/>
          </a:xfrm>
        </p:grpSpPr>
        <p:sp>
          <p:nvSpPr>
            <p:cNvPr id="1553" name="Google Shape;539;p65"/>
            <p:cNvSpPr/>
            <p:nvPr/>
          </p:nvSpPr>
          <p:spPr>
            <a:xfrm>
              <a:off x="10306440" y="4093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4" name="Google Shape;540;p65"/>
            <p:cNvSpPr/>
            <p:nvPr/>
          </p:nvSpPr>
          <p:spPr>
            <a:xfrm>
              <a:off x="9981000" y="4093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5" name="Google Shape;541;p65"/>
            <p:cNvSpPr/>
            <p:nvPr/>
          </p:nvSpPr>
          <p:spPr>
            <a:xfrm>
              <a:off x="9655560" y="4419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6" name="Google Shape;542;p65"/>
            <p:cNvSpPr/>
            <p:nvPr/>
          </p:nvSpPr>
          <p:spPr>
            <a:xfrm>
              <a:off x="9655560" y="47444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7" name="Google Shape;543;p65"/>
            <p:cNvSpPr/>
            <p:nvPr/>
          </p:nvSpPr>
          <p:spPr>
            <a:xfrm>
              <a:off x="9655560" y="50698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8" name="Google Shape;544;p65"/>
            <p:cNvSpPr/>
            <p:nvPr/>
          </p:nvSpPr>
          <p:spPr>
            <a:xfrm>
              <a:off x="9981000" y="53953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9" name="Google Shape;545;p65"/>
            <p:cNvSpPr/>
            <p:nvPr/>
          </p:nvSpPr>
          <p:spPr>
            <a:xfrm>
              <a:off x="10306440" y="53953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0" name="Google Shape;546;p65"/>
            <p:cNvSpPr/>
            <p:nvPr/>
          </p:nvSpPr>
          <p:spPr>
            <a:xfrm>
              <a:off x="10631880" y="53953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1" name="Google Shape;547;p65"/>
            <p:cNvSpPr/>
            <p:nvPr/>
          </p:nvSpPr>
          <p:spPr>
            <a:xfrm>
              <a:off x="10957320" y="50698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2" name="Google Shape;548;p65"/>
            <p:cNvSpPr/>
            <p:nvPr/>
          </p:nvSpPr>
          <p:spPr>
            <a:xfrm>
              <a:off x="10957320" y="47444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3" name="Google Shape;549;p65"/>
            <p:cNvSpPr/>
            <p:nvPr/>
          </p:nvSpPr>
          <p:spPr>
            <a:xfrm>
              <a:off x="10957320" y="4419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4" name="Google Shape;550;p65"/>
            <p:cNvSpPr/>
            <p:nvPr/>
          </p:nvSpPr>
          <p:spPr>
            <a:xfrm>
              <a:off x="10631880" y="4093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65" name="Google Shape;551;p65"/>
          <p:cNvGrpSpPr/>
          <p:nvPr/>
        </p:nvGrpSpPr>
        <p:grpSpPr>
          <a:xfrm>
            <a:off x="3376080" y="4487040"/>
            <a:ext cx="1623600" cy="1297800"/>
            <a:chOff x="3376080" y="4487040"/>
            <a:chExt cx="1623600" cy="1297800"/>
          </a:xfrm>
        </p:grpSpPr>
        <p:sp>
          <p:nvSpPr>
            <p:cNvPr id="1566" name="Google Shape;552;p65"/>
            <p:cNvSpPr/>
            <p:nvPr/>
          </p:nvSpPr>
          <p:spPr>
            <a:xfrm>
              <a:off x="4026960" y="44870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7" name="Google Shape;553;p65"/>
            <p:cNvSpPr/>
            <p:nvPr/>
          </p:nvSpPr>
          <p:spPr>
            <a:xfrm>
              <a:off x="3701520" y="48124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8" name="Google Shape;554;p65"/>
            <p:cNvSpPr/>
            <p:nvPr/>
          </p:nvSpPr>
          <p:spPr>
            <a:xfrm>
              <a:off x="3376080" y="5137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9" name="Google Shape;555;p65"/>
            <p:cNvSpPr/>
            <p:nvPr/>
          </p:nvSpPr>
          <p:spPr>
            <a:xfrm>
              <a:off x="3376080" y="5463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0" name="Google Shape;556;p65"/>
            <p:cNvSpPr/>
            <p:nvPr/>
          </p:nvSpPr>
          <p:spPr>
            <a:xfrm>
              <a:off x="3701520" y="5463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1" name="Google Shape;557;p65"/>
            <p:cNvSpPr/>
            <p:nvPr/>
          </p:nvSpPr>
          <p:spPr>
            <a:xfrm>
              <a:off x="4026960" y="5463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2" name="Google Shape;558;p65"/>
            <p:cNvSpPr/>
            <p:nvPr/>
          </p:nvSpPr>
          <p:spPr>
            <a:xfrm>
              <a:off x="4352400" y="5463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3" name="Google Shape;559;p65"/>
            <p:cNvSpPr/>
            <p:nvPr/>
          </p:nvSpPr>
          <p:spPr>
            <a:xfrm>
              <a:off x="4677840" y="54630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4" name="Google Shape;560;p65"/>
            <p:cNvSpPr/>
            <p:nvPr/>
          </p:nvSpPr>
          <p:spPr>
            <a:xfrm>
              <a:off x="4677840" y="5137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5" name="Google Shape;561;p65"/>
            <p:cNvSpPr/>
            <p:nvPr/>
          </p:nvSpPr>
          <p:spPr>
            <a:xfrm>
              <a:off x="4352400" y="48124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76" name="Google Shape;562;p65"/>
          <p:cNvGrpSpPr/>
          <p:nvPr/>
        </p:nvGrpSpPr>
        <p:grpSpPr>
          <a:xfrm>
            <a:off x="1366200" y="1070280"/>
            <a:ext cx="2274120" cy="2274120"/>
            <a:chOff x="1366200" y="1070280"/>
            <a:chExt cx="2274120" cy="2274120"/>
          </a:xfrm>
        </p:grpSpPr>
        <p:sp>
          <p:nvSpPr>
            <p:cNvPr id="1577" name="Google Shape;563;p65"/>
            <p:cNvSpPr/>
            <p:nvPr/>
          </p:nvSpPr>
          <p:spPr>
            <a:xfrm>
              <a:off x="136620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8" name="Google Shape;564;p65"/>
            <p:cNvSpPr/>
            <p:nvPr/>
          </p:nvSpPr>
          <p:spPr>
            <a:xfrm>
              <a:off x="169164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9" name="Google Shape;565;p65"/>
            <p:cNvSpPr/>
            <p:nvPr/>
          </p:nvSpPr>
          <p:spPr>
            <a:xfrm>
              <a:off x="201708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0" name="Google Shape;566;p65"/>
            <p:cNvSpPr/>
            <p:nvPr/>
          </p:nvSpPr>
          <p:spPr>
            <a:xfrm>
              <a:off x="234252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1" name="Google Shape;567;p65"/>
            <p:cNvSpPr/>
            <p:nvPr/>
          </p:nvSpPr>
          <p:spPr>
            <a:xfrm>
              <a:off x="266760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2" name="Google Shape;568;p65"/>
            <p:cNvSpPr/>
            <p:nvPr/>
          </p:nvSpPr>
          <p:spPr>
            <a:xfrm>
              <a:off x="299304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3" name="Google Shape;569;p65"/>
            <p:cNvSpPr/>
            <p:nvPr/>
          </p:nvSpPr>
          <p:spPr>
            <a:xfrm>
              <a:off x="3318480" y="302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4" name="Google Shape;570;p65"/>
            <p:cNvSpPr/>
            <p:nvPr/>
          </p:nvSpPr>
          <p:spPr>
            <a:xfrm>
              <a:off x="3318480" y="26971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5" name="Google Shape;571;p65"/>
            <p:cNvSpPr/>
            <p:nvPr/>
          </p:nvSpPr>
          <p:spPr>
            <a:xfrm>
              <a:off x="3318480" y="23716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6" name="Google Shape;572;p65"/>
            <p:cNvSpPr/>
            <p:nvPr/>
          </p:nvSpPr>
          <p:spPr>
            <a:xfrm>
              <a:off x="3318480" y="20462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7" name="Google Shape;573;p65"/>
            <p:cNvSpPr/>
            <p:nvPr/>
          </p:nvSpPr>
          <p:spPr>
            <a:xfrm>
              <a:off x="3318480" y="17208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8" name="Google Shape;574;p65"/>
            <p:cNvSpPr/>
            <p:nvPr/>
          </p:nvSpPr>
          <p:spPr>
            <a:xfrm>
              <a:off x="2993040" y="13953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9" name="Google Shape;575;p65"/>
            <p:cNvSpPr/>
            <p:nvPr/>
          </p:nvSpPr>
          <p:spPr>
            <a:xfrm>
              <a:off x="2667600" y="10702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0" name="Google Shape;576;p65"/>
            <p:cNvSpPr/>
            <p:nvPr/>
          </p:nvSpPr>
          <p:spPr>
            <a:xfrm>
              <a:off x="2342520" y="10702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1" name="Google Shape;577;p65"/>
            <p:cNvSpPr/>
            <p:nvPr/>
          </p:nvSpPr>
          <p:spPr>
            <a:xfrm>
              <a:off x="2017080" y="10702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1" y="0"/>
                  </a:lnTo>
                  <a:lnTo>
                    <a:pt x="406761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2" name="Google Shape;578;p65"/>
            <p:cNvSpPr/>
            <p:nvPr/>
          </p:nvSpPr>
          <p:spPr>
            <a:xfrm>
              <a:off x="1691640" y="13953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3" name="Google Shape;579;p65"/>
            <p:cNvSpPr/>
            <p:nvPr/>
          </p:nvSpPr>
          <p:spPr>
            <a:xfrm>
              <a:off x="1366200" y="17208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4" name="Google Shape;580;p65"/>
            <p:cNvSpPr/>
            <p:nvPr/>
          </p:nvSpPr>
          <p:spPr>
            <a:xfrm>
              <a:off x="1366200" y="20462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5" name="Google Shape;581;p65"/>
            <p:cNvSpPr/>
            <p:nvPr/>
          </p:nvSpPr>
          <p:spPr>
            <a:xfrm>
              <a:off x="1366200" y="237168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6" name="Google Shape;582;p65"/>
            <p:cNvSpPr/>
            <p:nvPr/>
          </p:nvSpPr>
          <p:spPr>
            <a:xfrm>
              <a:off x="1366200" y="26971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00b6c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597" name="Google Shape;583;p65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2192;p95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1" name="Google Shape;2193;p95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2" name="Google Shape;2194;p95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3" name="Google Shape;2195;p95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4" name="Google Shape;2196;p95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Google Shape;2197;p95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6" name="Google Shape;2198;p95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Google Shape;2199;p95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8" name="Google Shape;2200;p95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Google Shape;2201;p95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0" name="Google Shape;2202;p95" descr=""/>
          <p:cNvPicPr/>
          <p:nvPr/>
        </p:nvPicPr>
        <p:blipFill>
          <a:blip r:embed="rId2"/>
          <a:stretch/>
        </p:blipFill>
        <p:spPr>
          <a:xfrm>
            <a:off x="5160240" y="270000"/>
            <a:ext cx="4282560" cy="428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1" name="Google Shape;2203;p95" descr=""/>
          <p:cNvPicPr/>
          <p:nvPr/>
        </p:nvPicPr>
        <p:blipFill>
          <a:blip r:embed="rId3"/>
          <a:stretch/>
        </p:blipFill>
        <p:spPr>
          <a:xfrm>
            <a:off x="9863280" y="4556160"/>
            <a:ext cx="2005200" cy="2005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ica_bizu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461;p63"/>
          <p:cNvSpPr/>
          <p:nvPr/>
        </p:nvSpPr>
        <p:spPr>
          <a:xfrm rot="10800000">
            <a:off x="5040" y="3600"/>
            <a:ext cx="3537000" cy="6854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3" name="Google Shape;462;p63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4" name="Google Shape;463;p63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5" name="Google Shape;464;p63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6" name="Google Shape;465;p63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7" name="Google Shape;466;p63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8" name="Google Shape;467;p63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Google Shape;468;p63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0" name="Google Shape;469;p63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Google Shape;470;p63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Google Shape;471;p63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3" name="Google Shape;472;p63" descr=""/>
          <p:cNvPicPr/>
          <p:nvPr/>
        </p:nvPicPr>
        <p:blipFill>
          <a:blip r:embed="rId2"/>
          <a:stretch/>
        </p:blipFill>
        <p:spPr>
          <a:xfrm>
            <a:off x="1533240" y="-685800"/>
            <a:ext cx="2005200" cy="200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4" name="Google Shape;473;p63" descr=""/>
          <p:cNvPicPr/>
          <p:nvPr/>
        </p:nvPicPr>
        <p:blipFill>
          <a:blip r:embed="rId3"/>
          <a:stretch/>
        </p:blipFill>
        <p:spPr>
          <a:xfrm>
            <a:off x="430560" y="3317760"/>
            <a:ext cx="1359720" cy="135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5" name="Google Shape;474;p63" descr=""/>
          <p:cNvPicPr/>
          <p:nvPr/>
        </p:nvPicPr>
        <p:blipFill>
          <a:blip r:embed="rId4"/>
          <a:stretch/>
        </p:blipFill>
        <p:spPr>
          <a:xfrm>
            <a:off x="2271960" y="5587920"/>
            <a:ext cx="1266480" cy="126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8" name="Google Shape;98;p51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20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9" name="Google Shape;99;p51"/>
          <p:cNvSpPr/>
          <p:nvPr/>
        </p:nvSpPr>
        <p:spPr>
          <a:xfrm>
            <a:off x="-65160" y="0"/>
            <a:ext cx="2728440" cy="479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Google Shape;100;p51"/>
          <p:cNvSpPr/>
          <p:nvPr/>
        </p:nvSpPr>
        <p:spPr>
          <a:xfrm flipH="1">
            <a:off x="7616520" y="-2880"/>
            <a:ext cx="4633560" cy="479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1" name="Google Shape;101;p51"/>
          <p:cNvSpPr/>
          <p:nvPr/>
        </p:nvSpPr>
        <p:spPr>
          <a:xfrm>
            <a:off x="2362320" y="0"/>
            <a:ext cx="5654160" cy="479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2" name="Google Shape;102;p51"/>
          <p:cNvSpPr/>
          <p:nvPr/>
        </p:nvSpPr>
        <p:spPr>
          <a:xfrm flipH="1" rot="10800000">
            <a:off x="5630400" y="5933160"/>
            <a:ext cx="662292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3" name="Google Shape;103;p51"/>
          <p:cNvSpPr/>
          <p:nvPr/>
        </p:nvSpPr>
        <p:spPr>
          <a:xfrm rot="10800000">
            <a:off x="-61560" y="5936400"/>
            <a:ext cx="8081640" cy="943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34" name="Google Shape;104;p51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5" name="Google Shape;105;p51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6" name="Google Shape;106;p51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7" name="Google Shape;107;p51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8" name="Google Shape;108;p51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9" name="Google Shape;109;p51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Google Shape;110;p51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Google Shape;111;p51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Google Shape;112;p51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Google Shape;113;p51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Google Shape;114;p51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16;p52"/>
          <p:cNvSpPr/>
          <p:nvPr/>
        </p:nvSpPr>
        <p:spPr>
          <a:xfrm>
            <a:off x="-117720" y="-135720"/>
            <a:ext cx="6408720" cy="7085160"/>
          </a:xfrm>
          <a:custGeom>
            <a:avLst/>
            <a:gdLst>
              <a:gd name="textAreaLeft" fmla="*/ 0 w 6408720"/>
              <a:gd name="textAreaRight" fmla="*/ 6412320 w 6408720"/>
              <a:gd name="textAreaTop" fmla="*/ 0 h 7085160"/>
              <a:gd name="textAreaBottom" fmla="*/ 7088760 h 7085160"/>
            </a:gdLst>
            <a:ahLst/>
            <a:cxnLst/>
            <a:rect l="textAreaLeft" t="textAreaTop" r="textAreaRight" b="textAreaBottom"/>
            <a:pathLst>
              <a:path w="6320314" h="6867438">
                <a:moveTo>
                  <a:pt x="0" y="0"/>
                </a:moveTo>
                <a:lnTo>
                  <a:pt x="6320315" y="0"/>
                </a:lnTo>
                <a:lnTo>
                  <a:pt x="6320315" y="6867438"/>
                </a:lnTo>
                <a:lnTo>
                  <a:pt x="0" y="6867438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648" name="Google Shape;117;p52"/>
          <p:cNvGrpSpPr/>
          <p:nvPr/>
        </p:nvGrpSpPr>
        <p:grpSpPr>
          <a:xfrm>
            <a:off x="546840" y="-1471320"/>
            <a:ext cx="5482800" cy="8855640"/>
            <a:chOff x="546840" y="-1471320"/>
            <a:chExt cx="5482800" cy="8855640"/>
          </a:xfrm>
        </p:grpSpPr>
        <p:grpSp>
          <p:nvGrpSpPr>
            <p:cNvPr id="1649" name="Google Shape;118;p52"/>
            <p:cNvGrpSpPr/>
            <p:nvPr/>
          </p:nvGrpSpPr>
          <p:grpSpPr>
            <a:xfrm>
              <a:off x="670320" y="4783320"/>
              <a:ext cx="1051560" cy="1051560"/>
              <a:chOff x="670320" y="4783320"/>
              <a:chExt cx="1051560" cy="1051560"/>
            </a:xfrm>
          </p:grpSpPr>
          <p:sp>
            <p:nvSpPr>
              <p:cNvPr id="1650" name="Google Shape;119;p52"/>
              <p:cNvSpPr/>
              <p:nvPr/>
            </p:nvSpPr>
            <p:spPr>
              <a:xfrm>
                <a:off x="1092240" y="47833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1" name="Google Shape;120;p52"/>
              <p:cNvSpPr/>
              <p:nvPr/>
            </p:nvSpPr>
            <p:spPr>
              <a:xfrm>
                <a:off x="881280" y="47833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2" name="Google Shape;121;p52"/>
              <p:cNvSpPr/>
              <p:nvPr/>
            </p:nvSpPr>
            <p:spPr>
              <a:xfrm>
                <a:off x="670320" y="499428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3" name="Google Shape;122;p52"/>
              <p:cNvSpPr/>
              <p:nvPr/>
            </p:nvSpPr>
            <p:spPr>
              <a:xfrm>
                <a:off x="670320" y="520560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4" name="Google Shape;123;p52"/>
              <p:cNvSpPr/>
              <p:nvPr/>
            </p:nvSpPr>
            <p:spPr>
              <a:xfrm>
                <a:off x="670320" y="541656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5" name="Google Shape;124;p52"/>
              <p:cNvSpPr/>
              <p:nvPr/>
            </p:nvSpPr>
            <p:spPr>
              <a:xfrm>
                <a:off x="881280" y="56275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6" name="Google Shape;125;p52"/>
              <p:cNvSpPr/>
              <p:nvPr/>
            </p:nvSpPr>
            <p:spPr>
              <a:xfrm>
                <a:off x="1092240" y="56275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7" name="Google Shape;126;p52"/>
              <p:cNvSpPr/>
              <p:nvPr/>
            </p:nvSpPr>
            <p:spPr>
              <a:xfrm>
                <a:off x="1303560" y="56275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8" name="Google Shape;127;p52"/>
              <p:cNvSpPr/>
              <p:nvPr/>
            </p:nvSpPr>
            <p:spPr>
              <a:xfrm>
                <a:off x="1514520" y="541656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59" name="Google Shape;128;p52"/>
              <p:cNvSpPr/>
              <p:nvPr/>
            </p:nvSpPr>
            <p:spPr>
              <a:xfrm>
                <a:off x="1514520" y="520560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0" name="Google Shape;129;p52"/>
              <p:cNvSpPr/>
              <p:nvPr/>
            </p:nvSpPr>
            <p:spPr>
              <a:xfrm>
                <a:off x="1514520" y="499428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1" name="Google Shape;130;p52"/>
              <p:cNvSpPr/>
              <p:nvPr/>
            </p:nvSpPr>
            <p:spPr>
              <a:xfrm>
                <a:off x="1303560" y="4783320"/>
                <a:ext cx="207360" cy="207360"/>
              </a:xfrm>
              <a:custGeom>
                <a:avLst/>
                <a:gdLst>
                  <a:gd name="textAreaLeft" fmla="*/ 0 w 207360"/>
                  <a:gd name="textAreaRight" fmla="*/ 210960 w 207360"/>
                  <a:gd name="textAreaTop" fmla="*/ 0 h 207360"/>
                  <a:gd name="textAreaBottom" fmla="*/ 210960 h 20736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62" name="Google Shape;131;p52"/>
            <p:cNvSpPr/>
            <p:nvPr/>
          </p:nvSpPr>
          <p:spPr>
            <a:xfrm>
              <a:off x="546840" y="-1471320"/>
              <a:ext cx="1473840" cy="8855640"/>
            </a:xfrm>
            <a:custGeom>
              <a:avLst/>
              <a:gdLst>
                <a:gd name="textAreaLeft" fmla="*/ 0 w 1473840"/>
                <a:gd name="textAreaRight" fmla="*/ 1477440 w 1473840"/>
                <a:gd name="textAreaTop" fmla="*/ 0 h 8855640"/>
                <a:gd name="textAreaBottom" fmla="*/ 8859240 h 8855640"/>
              </a:gdLst>
              <a:ahLst/>
              <a:cxnLst/>
              <a:rect l="textAreaLeft" t="textAreaTop" r="textAreaRight" b="textAreaBottom"/>
              <a:pathLst>
                <a:path w="1477488" h="8859226">
                  <a:moveTo>
                    <a:pt x="464818" y="0"/>
                  </a:moveTo>
                  <a:lnTo>
                    <a:pt x="464818" y="1723975"/>
                  </a:lnTo>
                  <a:lnTo>
                    <a:pt x="0" y="1723975"/>
                  </a:lnTo>
                  <a:lnTo>
                    <a:pt x="0" y="2564665"/>
                  </a:lnTo>
                  <a:lnTo>
                    <a:pt x="1477488" y="2564665"/>
                  </a:lnTo>
                  <a:lnTo>
                    <a:pt x="1477488" y="8859227"/>
                  </a:lnTo>
                </a:path>
              </a:pathLst>
            </a:custGeom>
            <a:noFill/>
            <a:ln w="19050">
              <a:solidFill>
                <a:srgbClr val="372c38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63" name="Google Shape;132;p52"/>
            <p:cNvGrpSpPr/>
            <p:nvPr/>
          </p:nvGrpSpPr>
          <p:grpSpPr>
            <a:xfrm>
              <a:off x="2882520" y="-230040"/>
              <a:ext cx="3147120" cy="2950200"/>
              <a:chOff x="2882520" y="-230040"/>
              <a:chExt cx="3147120" cy="2950200"/>
            </a:xfrm>
          </p:grpSpPr>
          <p:sp>
            <p:nvSpPr>
              <p:cNvPr id="1664" name="Google Shape;133;p52"/>
              <p:cNvSpPr/>
              <p:nvPr/>
            </p:nvSpPr>
            <p:spPr>
              <a:xfrm>
                <a:off x="3867120" y="-2300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5" name="Google Shape;134;p52"/>
              <p:cNvSpPr/>
              <p:nvPr/>
            </p:nvSpPr>
            <p:spPr>
              <a:xfrm>
                <a:off x="4064040" y="-2300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6" name="Google Shape;135;p52"/>
              <p:cNvSpPr/>
              <p:nvPr/>
            </p:nvSpPr>
            <p:spPr>
              <a:xfrm>
                <a:off x="4654800" y="-2300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7" name="Google Shape;136;p52"/>
              <p:cNvSpPr/>
              <p:nvPr/>
            </p:nvSpPr>
            <p:spPr>
              <a:xfrm>
                <a:off x="4851720" y="-2300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8" name="Google Shape;137;p52"/>
              <p:cNvSpPr/>
              <p:nvPr/>
            </p:nvSpPr>
            <p:spPr>
              <a:xfrm>
                <a:off x="367020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69" name="Google Shape;138;p52"/>
              <p:cNvSpPr/>
              <p:nvPr/>
            </p:nvSpPr>
            <p:spPr>
              <a:xfrm>
                <a:off x="386712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0" name="Google Shape;139;p52"/>
              <p:cNvSpPr/>
              <p:nvPr/>
            </p:nvSpPr>
            <p:spPr>
              <a:xfrm>
                <a:off x="406404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1" name="Google Shape;140;p52"/>
              <p:cNvSpPr/>
              <p:nvPr/>
            </p:nvSpPr>
            <p:spPr>
              <a:xfrm>
                <a:off x="426096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2" name="Google Shape;141;p52"/>
              <p:cNvSpPr/>
              <p:nvPr/>
            </p:nvSpPr>
            <p:spPr>
              <a:xfrm>
                <a:off x="445788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3" name="Google Shape;142;p52"/>
              <p:cNvSpPr/>
              <p:nvPr/>
            </p:nvSpPr>
            <p:spPr>
              <a:xfrm>
                <a:off x="465480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4" name="Google Shape;143;p52"/>
              <p:cNvSpPr/>
              <p:nvPr/>
            </p:nvSpPr>
            <p:spPr>
              <a:xfrm>
                <a:off x="485172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5" name="Google Shape;144;p52"/>
              <p:cNvSpPr/>
              <p:nvPr/>
            </p:nvSpPr>
            <p:spPr>
              <a:xfrm>
                <a:off x="5048640" y="-331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6" name="Google Shape;145;p52"/>
              <p:cNvSpPr/>
              <p:nvPr/>
            </p:nvSpPr>
            <p:spPr>
              <a:xfrm>
                <a:off x="3276360" y="1638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7" name="Google Shape;146;p52"/>
              <p:cNvSpPr/>
              <p:nvPr/>
            </p:nvSpPr>
            <p:spPr>
              <a:xfrm>
                <a:off x="3473280" y="1638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8" name="Google Shape;147;p52"/>
              <p:cNvSpPr/>
              <p:nvPr/>
            </p:nvSpPr>
            <p:spPr>
              <a:xfrm>
                <a:off x="5245560" y="1638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79" name="Google Shape;148;p52"/>
              <p:cNvSpPr/>
              <p:nvPr/>
            </p:nvSpPr>
            <p:spPr>
              <a:xfrm>
                <a:off x="5442480" y="1638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0" name="Google Shape;149;p52"/>
              <p:cNvSpPr/>
              <p:nvPr/>
            </p:nvSpPr>
            <p:spPr>
              <a:xfrm>
                <a:off x="3276360" y="3607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1" name="Google Shape;150;p52"/>
              <p:cNvSpPr/>
              <p:nvPr/>
            </p:nvSpPr>
            <p:spPr>
              <a:xfrm>
                <a:off x="5442480" y="3607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2" name="Google Shape;151;p52"/>
              <p:cNvSpPr/>
              <p:nvPr/>
            </p:nvSpPr>
            <p:spPr>
              <a:xfrm>
                <a:off x="3276360" y="5576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3" name="Google Shape;152;p52"/>
              <p:cNvSpPr/>
              <p:nvPr/>
            </p:nvSpPr>
            <p:spPr>
              <a:xfrm>
                <a:off x="5442480" y="5576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4" name="Google Shape;153;p52"/>
              <p:cNvSpPr/>
              <p:nvPr/>
            </p:nvSpPr>
            <p:spPr>
              <a:xfrm>
                <a:off x="3079440" y="7545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5" name="Google Shape;154;p52"/>
              <p:cNvSpPr/>
              <p:nvPr/>
            </p:nvSpPr>
            <p:spPr>
              <a:xfrm>
                <a:off x="5639400" y="7545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70"/>
                    </a:lnTo>
                    <a:lnTo>
                      <a:pt x="0" y="211070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6" name="Google Shape;155;p52"/>
              <p:cNvSpPr/>
              <p:nvPr/>
            </p:nvSpPr>
            <p:spPr>
              <a:xfrm>
                <a:off x="2882520" y="9514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7" name="Google Shape;156;p52"/>
              <p:cNvSpPr/>
              <p:nvPr/>
            </p:nvSpPr>
            <p:spPr>
              <a:xfrm>
                <a:off x="5836320" y="9514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8" name="Google Shape;157;p52"/>
              <p:cNvSpPr/>
              <p:nvPr/>
            </p:nvSpPr>
            <p:spPr>
              <a:xfrm>
                <a:off x="2882520" y="11484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9" name="Google Shape;158;p52"/>
              <p:cNvSpPr/>
              <p:nvPr/>
            </p:nvSpPr>
            <p:spPr>
              <a:xfrm>
                <a:off x="5836320" y="11484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0" name="Google Shape;159;p52"/>
              <p:cNvSpPr/>
              <p:nvPr/>
            </p:nvSpPr>
            <p:spPr>
              <a:xfrm>
                <a:off x="3079440" y="13453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1" name="Google Shape;160;p52"/>
              <p:cNvSpPr/>
              <p:nvPr/>
            </p:nvSpPr>
            <p:spPr>
              <a:xfrm>
                <a:off x="5639400" y="13453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2" name="Google Shape;161;p52"/>
              <p:cNvSpPr/>
              <p:nvPr/>
            </p:nvSpPr>
            <p:spPr>
              <a:xfrm>
                <a:off x="3079440" y="15422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3" name="Google Shape;162;p52"/>
              <p:cNvSpPr/>
              <p:nvPr/>
            </p:nvSpPr>
            <p:spPr>
              <a:xfrm>
                <a:off x="5639400" y="15422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4" name="Google Shape;163;p52"/>
              <p:cNvSpPr/>
              <p:nvPr/>
            </p:nvSpPr>
            <p:spPr>
              <a:xfrm>
                <a:off x="2882520" y="17391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5" name="Google Shape;164;p52"/>
              <p:cNvSpPr/>
              <p:nvPr/>
            </p:nvSpPr>
            <p:spPr>
              <a:xfrm>
                <a:off x="3079440" y="17391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6" name="Google Shape;165;p52"/>
              <p:cNvSpPr/>
              <p:nvPr/>
            </p:nvSpPr>
            <p:spPr>
              <a:xfrm>
                <a:off x="5639400" y="17391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7" name="Google Shape;166;p52"/>
              <p:cNvSpPr/>
              <p:nvPr/>
            </p:nvSpPr>
            <p:spPr>
              <a:xfrm>
                <a:off x="5836320" y="173916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8" name="Google Shape;167;p52"/>
              <p:cNvSpPr/>
              <p:nvPr/>
            </p:nvSpPr>
            <p:spPr>
              <a:xfrm>
                <a:off x="307944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9" name="Google Shape;168;p52"/>
              <p:cNvSpPr/>
              <p:nvPr/>
            </p:nvSpPr>
            <p:spPr>
              <a:xfrm>
                <a:off x="327636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0" name="Google Shape;169;p52"/>
              <p:cNvSpPr/>
              <p:nvPr/>
            </p:nvSpPr>
            <p:spPr>
              <a:xfrm>
                <a:off x="347328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1" name="Google Shape;170;p52"/>
              <p:cNvSpPr/>
              <p:nvPr/>
            </p:nvSpPr>
            <p:spPr>
              <a:xfrm>
                <a:off x="524556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2" name="Google Shape;171;p52"/>
              <p:cNvSpPr/>
              <p:nvPr/>
            </p:nvSpPr>
            <p:spPr>
              <a:xfrm>
                <a:off x="544248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3" name="Google Shape;172;p52"/>
              <p:cNvSpPr/>
              <p:nvPr/>
            </p:nvSpPr>
            <p:spPr>
              <a:xfrm>
                <a:off x="5639400" y="193608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4" name="Google Shape;173;p52"/>
              <p:cNvSpPr/>
              <p:nvPr/>
            </p:nvSpPr>
            <p:spPr>
              <a:xfrm>
                <a:off x="3473280" y="21330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5" name="Google Shape;174;p52"/>
              <p:cNvSpPr/>
              <p:nvPr/>
            </p:nvSpPr>
            <p:spPr>
              <a:xfrm>
                <a:off x="5245560" y="213300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6" name="Google Shape;175;p52"/>
              <p:cNvSpPr/>
              <p:nvPr/>
            </p:nvSpPr>
            <p:spPr>
              <a:xfrm>
                <a:off x="347328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7" name="Google Shape;176;p52"/>
              <p:cNvSpPr/>
              <p:nvPr/>
            </p:nvSpPr>
            <p:spPr>
              <a:xfrm>
                <a:off x="367020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8" name="Google Shape;177;p52"/>
              <p:cNvSpPr/>
              <p:nvPr/>
            </p:nvSpPr>
            <p:spPr>
              <a:xfrm>
                <a:off x="386712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9" name="Google Shape;178;p52"/>
              <p:cNvSpPr/>
              <p:nvPr/>
            </p:nvSpPr>
            <p:spPr>
              <a:xfrm>
                <a:off x="406404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0" name="Google Shape;179;p52"/>
              <p:cNvSpPr/>
              <p:nvPr/>
            </p:nvSpPr>
            <p:spPr>
              <a:xfrm>
                <a:off x="465480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1" name="Google Shape;180;p52"/>
              <p:cNvSpPr/>
              <p:nvPr/>
            </p:nvSpPr>
            <p:spPr>
              <a:xfrm>
                <a:off x="485172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69" y="0"/>
                    </a:lnTo>
                    <a:lnTo>
                      <a:pt x="211069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2" name="Google Shape;181;p52"/>
              <p:cNvSpPr/>
              <p:nvPr/>
            </p:nvSpPr>
            <p:spPr>
              <a:xfrm>
                <a:off x="504864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3" name="Google Shape;182;p52"/>
              <p:cNvSpPr/>
              <p:nvPr/>
            </p:nvSpPr>
            <p:spPr>
              <a:xfrm>
                <a:off x="5245560" y="232992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4" name="Google Shape;183;p52"/>
              <p:cNvSpPr/>
              <p:nvPr/>
            </p:nvSpPr>
            <p:spPr>
              <a:xfrm>
                <a:off x="3670200" y="25268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5" name="Google Shape;184;p52"/>
              <p:cNvSpPr/>
              <p:nvPr/>
            </p:nvSpPr>
            <p:spPr>
              <a:xfrm>
                <a:off x="4260960" y="25268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6" name="Google Shape;185;p52"/>
              <p:cNvSpPr/>
              <p:nvPr/>
            </p:nvSpPr>
            <p:spPr>
              <a:xfrm>
                <a:off x="4457880" y="25268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17" name="Google Shape;186;p52"/>
              <p:cNvSpPr/>
              <p:nvPr/>
            </p:nvSpPr>
            <p:spPr>
              <a:xfrm>
                <a:off x="5048640" y="2526840"/>
                <a:ext cx="193320" cy="193320"/>
              </a:xfrm>
              <a:custGeom>
                <a:avLst/>
                <a:gdLst>
                  <a:gd name="textAreaLeft" fmla="*/ 0 w 193320"/>
                  <a:gd name="textAreaRight" fmla="*/ 196920 w 193320"/>
                  <a:gd name="textAreaTop" fmla="*/ 0 h 193320"/>
                  <a:gd name="textAreaBottom" fmla="*/ 196920 h 193320"/>
                </a:gdLst>
                <a:ahLst/>
                <a:cxnLst/>
                <a:rect l="textAreaLeft" t="textAreaTop" r="textAreaRight" b="textAreaBottom"/>
                <a:pathLst>
                  <a:path w="211069" h="211069">
                    <a:moveTo>
                      <a:pt x="0" y="0"/>
                    </a:moveTo>
                    <a:lnTo>
                      <a:pt x="211070" y="0"/>
                    </a:lnTo>
                    <a:lnTo>
                      <a:pt x="211070" y="211069"/>
                    </a:lnTo>
                    <a:lnTo>
                      <a:pt x="0" y="211069"/>
                    </a:lnTo>
                    <a:close/>
                  </a:path>
                </a:pathLst>
              </a:custGeom>
              <a:noFill/>
              <a:ln w="19050">
                <a:solidFill>
                  <a:srgbClr val="372c38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1718" name="Google Shape;187;p52" descr=""/>
          <p:cNvPicPr/>
          <p:nvPr/>
        </p:nvPicPr>
        <p:blipFill>
          <a:blip r:embed="rId2"/>
          <a:stretch/>
        </p:blipFill>
        <p:spPr>
          <a:xfrm flipH="1">
            <a:off x="649080" y="1314000"/>
            <a:ext cx="4805280" cy="47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9" name="Google Shape;188;p52"/>
          <p:cNvSpPr/>
          <p:nvPr/>
        </p:nvSpPr>
        <p:spPr>
          <a:xfrm rot="10800000">
            <a:off x="11589840" y="-7920"/>
            <a:ext cx="604080" cy="6875280"/>
          </a:xfrm>
          <a:custGeom>
            <a:avLst/>
            <a:gdLst>
              <a:gd name="textAreaLeft" fmla="*/ 0 w 604080"/>
              <a:gd name="textAreaRight" fmla="*/ 607680 w 604080"/>
              <a:gd name="textAreaTop" fmla="*/ 0 h 6875280"/>
              <a:gd name="textAreaBottom" fmla="*/ 6878880 h 6875280"/>
            </a:gdLst>
            <a:ahLst/>
            <a:cxnLst/>
            <a:rect l="textAreaLeft" t="textAreaTop" r="textAreaRight" b="textAreaBottom"/>
            <a:pathLst>
              <a:path w="607717" h="6879022">
                <a:moveTo>
                  <a:pt x="0" y="0"/>
                </a:moveTo>
                <a:lnTo>
                  <a:pt x="607718" y="0"/>
                </a:lnTo>
                <a:lnTo>
                  <a:pt x="607718" y="6879022"/>
                </a:lnTo>
                <a:lnTo>
                  <a:pt x="0" y="6879022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0" name="Google Shape;189;p52"/>
          <p:cNvSpPr/>
          <p:nvPr/>
        </p:nvSpPr>
        <p:spPr>
          <a:xfrm>
            <a:off x="-4946760" y="-1582560"/>
            <a:ext cx="1661760" cy="8998920"/>
          </a:xfrm>
          <a:custGeom>
            <a:avLst/>
            <a:gdLst>
              <a:gd name="textAreaLeft" fmla="*/ 0 w 1661760"/>
              <a:gd name="textAreaRight" fmla="*/ 1665360 w 1661760"/>
              <a:gd name="textAreaTop" fmla="*/ 0 h 8998920"/>
              <a:gd name="textAreaBottom" fmla="*/ 9002520 h 8998920"/>
            </a:gdLst>
            <a:ahLst/>
            <a:cxnLst/>
            <a:rect l="textAreaLeft" t="textAreaTop" r="textAreaRight" b="textAreaBottom"/>
            <a:pathLst>
              <a:path w="1665297" h="9002374">
                <a:moveTo>
                  <a:pt x="1665298" y="0"/>
                </a:moveTo>
                <a:lnTo>
                  <a:pt x="1665298" y="1348904"/>
                </a:lnTo>
                <a:lnTo>
                  <a:pt x="1454228" y="1348904"/>
                </a:lnTo>
                <a:lnTo>
                  <a:pt x="1454228" y="2331856"/>
                </a:lnTo>
                <a:lnTo>
                  <a:pt x="1032089" y="2331856"/>
                </a:lnTo>
                <a:lnTo>
                  <a:pt x="1032089" y="3494047"/>
                </a:lnTo>
                <a:lnTo>
                  <a:pt x="293345" y="3494047"/>
                </a:lnTo>
                <a:lnTo>
                  <a:pt x="293345" y="4338326"/>
                </a:lnTo>
                <a:lnTo>
                  <a:pt x="1032089" y="4338326"/>
                </a:lnTo>
                <a:lnTo>
                  <a:pt x="1032089" y="5393674"/>
                </a:lnTo>
                <a:lnTo>
                  <a:pt x="398879" y="5393674"/>
                </a:lnTo>
                <a:lnTo>
                  <a:pt x="398879" y="6296039"/>
                </a:lnTo>
                <a:lnTo>
                  <a:pt x="0" y="6296039"/>
                </a:lnTo>
                <a:lnTo>
                  <a:pt x="0" y="9002375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1" name="Google Shape;190;p52"/>
          <p:cNvSpPr/>
          <p:nvPr/>
        </p:nvSpPr>
        <p:spPr>
          <a:xfrm>
            <a:off x="-5241600" y="-28440"/>
            <a:ext cx="1298880" cy="9202320"/>
          </a:xfrm>
          <a:custGeom>
            <a:avLst/>
            <a:gdLst>
              <a:gd name="textAreaLeft" fmla="*/ 0 w 1298880"/>
              <a:gd name="textAreaRight" fmla="*/ 1302480 w 1298880"/>
              <a:gd name="textAreaTop" fmla="*/ 0 h 9202320"/>
              <a:gd name="textAreaBottom" fmla="*/ 9205920 h 9202320"/>
            </a:gdLst>
            <a:ahLst/>
            <a:cxnLst/>
            <a:rect l="textAreaLeft" t="textAreaTop" r="textAreaRight" b="textAreaBottom"/>
            <a:pathLst>
              <a:path w="1302426" h="9206099">
                <a:moveTo>
                  <a:pt x="1211160" y="9206099"/>
                </a:moveTo>
                <a:lnTo>
                  <a:pt x="1211160" y="6508207"/>
                </a:lnTo>
                <a:lnTo>
                  <a:pt x="0" y="6508207"/>
                </a:lnTo>
                <a:lnTo>
                  <a:pt x="0" y="4760465"/>
                </a:lnTo>
                <a:lnTo>
                  <a:pt x="245812" y="4760465"/>
                </a:lnTo>
                <a:lnTo>
                  <a:pt x="245812" y="4164067"/>
                </a:lnTo>
                <a:lnTo>
                  <a:pt x="425685" y="4164067"/>
                </a:lnTo>
                <a:lnTo>
                  <a:pt x="425685" y="2860838"/>
                </a:lnTo>
                <a:lnTo>
                  <a:pt x="1302427" y="2860838"/>
                </a:lnTo>
                <a:lnTo>
                  <a:pt x="1302427" y="0"/>
                </a:lnTo>
              </a:path>
            </a:pathLst>
          </a:custGeom>
          <a:noFill/>
          <a:ln w="42200">
            <a:solidFill>
              <a:srgbClr val="00b6c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Google Shape;191;p5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3" name="Google Shape;192;p5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4" name="Google Shape;193;p5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5" name="Google Shape;194;p5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6" name="Google Shape;195;p5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7" name="Google Shape;196;p5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8" name="Google Shape;197;p5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9" name="Google Shape;198;p5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0" name="Google Shape;199;p5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1" name="Google Shape;200;p5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PlaceHolder 1"/>
          <p:cNvSpPr>
            <a:spLocks noGrp="1"/>
          </p:cNvSpPr>
          <p:nvPr>
            <p:ph type="body"/>
          </p:nvPr>
        </p:nvSpPr>
        <p:spPr>
          <a:xfrm>
            <a:off x="1013760" y="2585880"/>
            <a:ext cx="408564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Google Shape;17;p47"/>
          <p:cNvSpPr/>
          <p:nvPr/>
        </p:nvSpPr>
        <p:spPr>
          <a:xfrm>
            <a:off x="-187920" y="-628560"/>
            <a:ext cx="420840" cy="7806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Google Shape;18;p47"/>
          <p:cNvSpPr/>
          <p:nvPr/>
        </p:nvSpPr>
        <p:spPr>
          <a:xfrm rot="10800000">
            <a:off x="7389360" y="-421920"/>
            <a:ext cx="2611800" cy="7806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7" name="Google Shape;19;p47"/>
          <p:cNvSpPr/>
          <p:nvPr/>
        </p:nvSpPr>
        <p:spPr>
          <a:xfrm rot="10800000">
            <a:off x="10005120" y="-421920"/>
            <a:ext cx="2611800" cy="7806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8" name="Google Shape;20;p47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9" name="Google Shape;21;p47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0" name="Google Shape;22;p47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1" name="Google Shape;23;p47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2" name="Google Shape;24;p47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Google Shape;25;p47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Google Shape;26;p47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Google Shape;27;p47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Google Shape;28;p47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Google Shape;29;p47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ODELO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038;p79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0" name="Google Shape;1039;p79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1" name="Google Shape;1040;p79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2" name="Google Shape;1041;p79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3" name="Google Shape;1042;p79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Google Shape;1043;p79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Google Shape;1044;p79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Google Shape;1045;p79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Google Shape;1046;p79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Google Shape;1047;p79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9" name="PlaceHolder 1"/>
          <p:cNvSpPr>
            <a:spLocks noGrp="1"/>
          </p:cNvSpPr>
          <p:nvPr>
            <p:ph type="body"/>
          </p:nvPr>
        </p:nvSpPr>
        <p:spPr>
          <a:xfrm>
            <a:off x="755280" y="619920"/>
            <a:ext cx="3911760" cy="524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PlaceHolder 2"/>
          <p:cNvSpPr>
            <a:spLocks noGrp="1"/>
          </p:cNvSpPr>
          <p:nvPr>
            <p:ph type="body"/>
          </p:nvPr>
        </p:nvSpPr>
        <p:spPr>
          <a:xfrm>
            <a:off x="10021320" y="3818160"/>
            <a:ext cx="1713240" cy="161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Google Shape;1050;p79"/>
          <p:cNvSpPr/>
          <p:nvPr/>
        </p:nvSpPr>
        <p:spPr>
          <a:xfrm rot="16200000">
            <a:off x="-250200" y="4065120"/>
            <a:ext cx="24134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 U R S O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762" name="Google Shape;1051;p79"/>
          <p:cNvGrpSpPr/>
          <p:nvPr/>
        </p:nvGrpSpPr>
        <p:grpSpPr>
          <a:xfrm>
            <a:off x="755280" y="2676960"/>
            <a:ext cx="689760" cy="689760"/>
            <a:chOff x="755280" y="2676960"/>
            <a:chExt cx="689760" cy="689760"/>
          </a:xfrm>
        </p:grpSpPr>
        <p:sp>
          <p:nvSpPr>
            <p:cNvPr id="1763" name="Google Shape;1052;p79"/>
            <p:cNvSpPr/>
            <p:nvPr/>
          </p:nvSpPr>
          <p:spPr>
            <a:xfrm>
              <a:off x="755280" y="302364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4" name="Google Shape;1053;p79"/>
            <p:cNvSpPr/>
            <p:nvPr/>
          </p:nvSpPr>
          <p:spPr>
            <a:xfrm>
              <a:off x="1101960" y="26769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5" name="Google Shape;1054;p79"/>
          <p:cNvGrpSpPr/>
          <p:nvPr/>
        </p:nvGrpSpPr>
        <p:grpSpPr>
          <a:xfrm>
            <a:off x="6118200" y="5445000"/>
            <a:ext cx="689760" cy="689400"/>
            <a:chOff x="6118200" y="5445000"/>
            <a:chExt cx="689760" cy="689400"/>
          </a:xfrm>
        </p:grpSpPr>
        <p:sp>
          <p:nvSpPr>
            <p:cNvPr id="1766" name="Google Shape;1055;p79"/>
            <p:cNvSpPr/>
            <p:nvPr/>
          </p:nvSpPr>
          <p:spPr>
            <a:xfrm>
              <a:off x="6118200" y="5791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7" name="Google Shape;1056;p79"/>
            <p:cNvSpPr/>
            <p:nvPr/>
          </p:nvSpPr>
          <p:spPr>
            <a:xfrm>
              <a:off x="6464880" y="5445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68" name="PlaceHolder 3"/>
          <p:cNvSpPr>
            <a:spLocks noGrp="1"/>
          </p:cNvSpPr>
          <p:nvPr>
            <p:ph type="body"/>
          </p:nvPr>
        </p:nvSpPr>
        <p:spPr>
          <a:xfrm>
            <a:off x="1363680" y="2828160"/>
            <a:ext cx="4325040" cy="212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5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9" name="PlaceHolder 4"/>
          <p:cNvSpPr>
            <a:spLocks noGrp="1"/>
          </p:cNvSpPr>
          <p:nvPr>
            <p:ph type="body"/>
          </p:nvPr>
        </p:nvSpPr>
        <p:spPr>
          <a:xfrm>
            <a:off x="1363680" y="4970880"/>
            <a:ext cx="5014800" cy="59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0" name="Google Shape;1059;p79" descr=""/>
          <p:cNvPicPr/>
          <p:nvPr/>
        </p:nvPicPr>
        <p:blipFill>
          <a:blip r:embed="rId2"/>
          <a:stretch/>
        </p:blipFill>
        <p:spPr>
          <a:xfrm>
            <a:off x="0" y="-861120"/>
            <a:ext cx="3125520" cy="559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71" name="Google Shape;1060;p79"/>
          <p:cNvGrpSpPr/>
          <p:nvPr/>
        </p:nvGrpSpPr>
        <p:grpSpPr>
          <a:xfrm>
            <a:off x="10113480" y="597240"/>
            <a:ext cx="1477800" cy="1437480"/>
            <a:chOff x="10113480" y="597240"/>
            <a:chExt cx="1477800" cy="1437480"/>
          </a:xfrm>
        </p:grpSpPr>
        <p:grpSp>
          <p:nvGrpSpPr>
            <p:cNvPr id="1772" name="Google Shape;1061;p79"/>
            <p:cNvGrpSpPr/>
            <p:nvPr/>
          </p:nvGrpSpPr>
          <p:grpSpPr>
            <a:xfrm>
              <a:off x="10124640" y="1269360"/>
              <a:ext cx="1466640" cy="765360"/>
              <a:chOff x="10124640" y="1269360"/>
              <a:chExt cx="1466640" cy="765360"/>
            </a:xfrm>
          </p:grpSpPr>
          <p:grpSp>
            <p:nvGrpSpPr>
              <p:cNvPr id="1773" name="Google Shape;1062;p79"/>
              <p:cNvGrpSpPr/>
              <p:nvPr/>
            </p:nvGrpSpPr>
            <p:grpSpPr>
              <a:xfrm>
                <a:off x="10124640" y="1269360"/>
                <a:ext cx="1221120" cy="296280"/>
                <a:chOff x="10124640" y="1269360"/>
                <a:chExt cx="1221120" cy="296280"/>
              </a:xfrm>
            </p:grpSpPr>
            <p:sp>
              <p:nvSpPr>
                <p:cNvPr id="1774" name="Google Shape;1063;p79"/>
                <p:cNvSpPr/>
                <p:nvPr/>
              </p:nvSpPr>
              <p:spPr>
                <a:xfrm>
                  <a:off x="10124640" y="1269360"/>
                  <a:ext cx="146160" cy="294840"/>
                </a:xfrm>
                <a:custGeom>
                  <a:avLst/>
                  <a:gdLst>
                    <a:gd name="textAreaLeft" fmla="*/ 0 w 146160"/>
                    <a:gd name="textAreaRight" fmla="*/ 149760 w 146160"/>
                    <a:gd name="textAreaTop" fmla="*/ 0 h 294840"/>
                    <a:gd name="textAreaBottom" fmla="*/ 298440 h 2948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5" name="Google Shape;1064;p79"/>
                <p:cNvSpPr/>
                <p:nvPr/>
              </p:nvSpPr>
              <p:spPr>
                <a:xfrm>
                  <a:off x="10305360" y="1324800"/>
                  <a:ext cx="226440" cy="240480"/>
                </a:xfrm>
                <a:custGeom>
                  <a:avLst/>
                  <a:gdLst>
                    <a:gd name="textAreaLeft" fmla="*/ 0 w 226440"/>
                    <a:gd name="textAreaRight" fmla="*/ 230040 w 2264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6" name="Google Shape;1065;p79"/>
                <p:cNvSpPr/>
                <p:nvPr/>
              </p:nvSpPr>
              <p:spPr>
                <a:xfrm>
                  <a:off x="10573560" y="1325160"/>
                  <a:ext cx="214200" cy="240480"/>
                </a:xfrm>
                <a:custGeom>
                  <a:avLst/>
                  <a:gdLst>
                    <a:gd name="textAreaLeft" fmla="*/ 0 w 214200"/>
                    <a:gd name="textAreaRight" fmla="*/ 217800 w 214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7" name="Google Shape;1066;p79"/>
                <p:cNvSpPr/>
                <p:nvPr/>
              </p:nvSpPr>
              <p:spPr>
                <a:xfrm>
                  <a:off x="10834560" y="1325160"/>
                  <a:ext cx="211320" cy="235080"/>
                </a:xfrm>
                <a:custGeom>
                  <a:avLst/>
                  <a:gdLst>
                    <a:gd name="textAreaLeft" fmla="*/ 0 w 211320"/>
                    <a:gd name="textAreaRight" fmla="*/ 214920 w 211320"/>
                    <a:gd name="textAreaTop" fmla="*/ 0 h 235080"/>
                    <a:gd name="textAreaBottom" fmla="*/ 238680 h 2350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78" name="Google Shape;1067;p79"/>
                <p:cNvSpPr/>
                <p:nvPr/>
              </p:nvSpPr>
              <p:spPr>
                <a:xfrm>
                  <a:off x="11095560" y="132516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1779" name="Google Shape;1068;p79"/>
              <p:cNvGrpSpPr/>
              <p:nvPr/>
            </p:nvGrpSpPr>
            <p:grpSpPr>
              <a:xfrm>
                <a:off x="10546560" y="1648080"/>
                <a:ext cx="1044720" cy="386640"/>
                <a:chOff x="10546560" y="1648080"/>
                <a:chExt cx="1044720" cy="386640"/>
              </a:xfrm>
            </p:grpSpPr>
            <p:sp>
              <p:nvSpPr>
                <p:cNvPr id="1780" name="Google Shape;1069;p79"/>
                <p:cNvSpPr/>
                <p:nvPr/>
              </p:nvSpPr>
              <p:spPr>
                <a:xfrm>
                  <a:off x="10546560" y="1648080"/>
                  <a:ext cx="63000" cy="31572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1" name="Google Shape;1070;p79"/>
                <p:cNvSpPr/>
                <p:nvPr/>
              </p:nvSpPr>
              <p:spPr>
                <a:xfrm>
                  <a:off x="10664280" y="172872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2" name="Google Shape;1071;p79"/>
                <p:cNvSpPr/>
                <p:nvPr/>
              </p:nvSpPr>
              <p:spPr>
                <a:xfrm>
                  <a:off x="10955160" y="1728720"/>
                  <a:ext cx="242640" cy="306000"/>
                </a:xfrm>
                <a:custGeom>
                  <a:avLst/>
                  <a:gdLst>
                    <a:gd name="textAreaLeft" fmla="*/ 0 w 242640"/>
                    <a:gd name="textAreaRight" fmla="*/ 246240 w 242640"/>
                    <a:gd name="textAreaTop" fmla="*/ 0 h 306000"/>
                    <a:gd name="textAreaBottom" fmla="*/ 309600 h 3060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3" name="Google Shape;1072;p79"/>
                <p:cNvSpPr/>
                <p:nvPr/>
              </p:nvSpPr>
              <p:spPr>
                <a:xfrm>
                  <a:off x="11262240" y="1648440"/>
                  <a:ext cx="66600" cy="315720"/>
                </a:xfrm>
                <a:custGeom>
                  <a:avLst/>
                  <a:gdLst>
                    <a:gd name="textAreaLeft" fmla="*/ 0 w 66600"/>
                    <a:gd name="textAreaRight" fmla="*/ 70200 w 666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1784" name="Google Shape;1073;p79"/>
                <p:cNvSpPr/>
                <p:nvPr/>
              </p:nvSpPr>
              <p:spPr>
                <a:xfrm>
                  <a:off x="11379240" y="1730520"/>
                  <a:ext cx="212040" cy="237960"/>
                </a:xfrm>
                <a:custGeom>
                  <a:avLst/>
                  <a:gdLst>
                    <a:gd name="textAreaLeft" fmla="*/ 0 w 212040"/>
                    <a:gd name="textAreaRight" fmla="*/ 215640 w 212040"/>
                    <a:gd name="textAreaTop" fmla="*/ 0 h 237960"/>
                    <a:gd name="textAreaBottom" fmla="*/ 241560 h 2379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1785" name="Google Shape;1074;p79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1786" name="Google Shape;1075;p79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7" name="Google Shape;1076;p79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8" name="Google Shape;1077;p79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9" name="Google Shape;1078;p79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0" name="Google Shape;1079;p79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1" name="Google Shape;1080;p79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2" name="Google Shape;1081;p79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3" name="Google Shape;1082;p79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4" name="Google Shape;1083;p79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5" name="Google Shape;1084;p79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6" name="Google Shape;1085;p79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7" name="Google Shape;1086;p79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8" name="Google Shape;1087;p79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9" name="Google Shape;1088;p79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0" name="Google Shape;1089;p79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1" name="Google Shape;1090;p79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2" name="Google Shape;1091;p79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3" name="Google Shape;1092;p79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4" name="Google Shape;1093;p79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5" name="Google Shape;1094;p79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6" name="Google Shape;1095;p79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7" name="Google Shape;1096;p79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8" name="Google Shape;1097;p79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809" name="Google Shape;1098;p79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1810" name="Google Shape;1099;p79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1" name="Google Shape;1100;p79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2" name="Google Shape;1101;p79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3" name="Google Shape;1102;p79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14" name="Google Shape;1103;p79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ome da aula_generic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323;p58" descr=""/>
          <p:cNvPicPr/>
          <p:nvPr/>
        </p:nvPicPr>
        <p:blipFill>
          <a:blip r:embed="rId2"/>
          <a:stretch/>
        </p:blipFill>
        <p:spPr>
          <a:xfrm>
            <a:off x="7977960" y="5732640"/>
            <a:ext cx="2937240" cy="66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6" name="Google Shape;324;p58"/>
          <p:cNvSpPr/>
          <p:nvPr/>
        </p:nvSpPr>
        <p:spPr>
          <a:xfrm>
            <a:off x="1918440" y="2635920"/>
            <a:ext cx="923400" cy="923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7" name="Google Shape;325;p58"/>
          <p:cNvSpPr/>
          <p:nvPr/>
        </p:nvSpPr>
        <p:spPr>
          <a:xfrm rot="10800000">
            <a:off x="9971280" y="-472680"/>
            <a:ext cx="2954160" cy="7806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8" name="Google Shape;326;p58"/>
          <p:cNvSpPr/>
          <p:nvPr/>
        </p:nvSpPr>
        <p:spPr>
          <a:xfrm>
            <a:off x="-1396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7525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819" name="Google Shape;327;p58"/>
          <p:cNvGrpSpPr/>
          <p:nvPr/>
        </p:nvGrpSpPr>
        <p:grpSpPr>
          <a:xfrm>
            <a:off x="2986560" y="7543800"/>
            <a:ext cx="5220720" cy="375480"/>
            <a:chOff x="2986560" y="7543800"/>
            <a:chExt cx="5220720" cy="375480"/>
          </a:xfrm>
        </p:grpSpPr>
        <p:sp>
          <p:nvSpPr>
            <p:cNvPr id="1820" name="Google Shape;328;p58"/>
            <p:cNvSpPr/>
            <p:nvPr/>
          </p:nvSpPr>
          <p:spPr>
            <a:xfrm>
              <a:off x="298656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1" name="Google Shape;329;p58"/>
            <p:cNvSpPr/>
            <p:nvPr/>
          </p:nvSpPr>
          <p:spPr>
            <a:xfrm>
              <a:off x="354204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2" name="Google Shape;330;p58"/>
            <p:cNvSpPr/>
            <p:nvPr/>
          </p:nvSpPr>
          <p:spPr>
            <a:xfrm>
              <a:off x="404964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3" name="Google Shape;331;p58"/>
            <p:cNvSpPr/>
            <p:nvPr/>
          </p:nvSpPr>
          <p:spPr>
            <a:xfrm>
              <a:off x="456408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4" name="Google Shape;332;p58"/>
            <p:cNvSpPr/>
            <p:nvPr/>
          </p:nvSpPr>
          <p:spPr>
            <a:xfrm>
              <a:off x="507816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1ca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5" name="Google Shape;333;p58"/>
            <p:cNvSpPr/>
            <p:nvPr/>
          </p:nvSpPr>
          <p:spPr>
            <a:xfrm>
              <a:off x="614520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7" y="0"/>
                  </a:lnTo>
                  <a:lnTo>
                    <a:pt x="364807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2e9a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6" name="Google Shape;334;p58"/>
            <p:cNvSpPr/>
            <p:nvPr/>
          </p:nvSpPr>
          <p:spPr>
            <a:xfrm>
              <a:off x="563364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bc7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7" name="Google Shape;335;p58"/>
            <p:cNvSpPr/>
            <p:nvPr/>
          </p:nvSpPr>
          <p:spPr>
            <a:xfrm>
              <a:off x="674136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dfdc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8" name="Google Shape;336;p58"/>
            <p:cNvSpPr/>
            <p:nvPr/>
          </p:nvSpPr>
          <p:spPr>
            <a:xfrm>
              <a:off x="730332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a9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9" name="Google Shape;337;p58"/>
            <p:cNvSpPr/>
            <p:nvPr/>
          </p:nvSpPr>
          <p:spPr>
            <a:xfrm>
              <a:off x="7846200" y="7543800"/>
              <a:ext cx="361080" cy="375480"/>
            </a:xfrm>
            <a:custGeom>
              <a:avLst/>
              <a:gdLst>
                <a:gd name="textAreaLeft" fmla="*/ 0 w 361080"/>
                <a:gd name="textAreaRight" fmla="*/ 364680 w 361080"/>
                <a:gd name="textAreaTop" fmla="*/ 0 h 375480"/>
                <a:gd name="textAreaBottom" fmla="*/ 379080 h 375480"/>
              </a:gdLst>
              <a:ahLst/>
              <a:cxnLst/>
              <a:rect l="textAreaLeft" t="textAreaTop" r="textAreaRight" b="textAreaBottom"/>
              <a:pathLst>
                <a:path w="364807" h="379095">
                  <a:moveTo>
                    <a:pt x="0" y="0"/>
                  </a:moveTo>
                  <a:lnTo>
                    <a:pt x="364808" y="0"/>
                  </a:lnTo>
                  <a:lnTo>
                    <a:pt x="364808" y="379095"/>
                  </a:lnTo>
                  <a:lnTo>
                    <a:pt x="0" y="379095"/>
                  </a:lnTo>
                  <a:close/>
                </a:path>
              </a:pathLst>
            </a:custGeom>
            <a:solidFill>
              <a:srgbClr val="7973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30" name="Google Shape;338;p58"/>
          <p:cNvSpPr/>
          <p:nvPr/>
        </p:nvSpPr>
        <p:spPr>
          <a:xfrm>
            <a:off x="-19227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e9662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1" name="Google Shape;339;p58"/>
          <p:cNvSpPr/>
          <p:nvPr/>
        </p:nvSpPr>
        <p:spPr>
          <a:xfrm>
            <a:off x="-24811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794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2" name="Google Shape;340;p58"/>
          <p:cNvSpPr/>
          <p:nvPr/>
        </p:nvSpPr>
        <p:spPr>
          <a:xfrm>
            <a:off x="-3033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f9c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Google Shape;341;p58"/>
          <p:cNvSpPr/>
          <p:nvPr/>
        </p:nvSpPr>
        <p:spPr>
          <a:xfrm>
            <a:off x="-187920" y="-628560"/>
            <a:ext cx="777600" cy="7806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4" name="Google Shape;342;p58"/>
          <p:cNvSpPr/>
          <p:nvPr/>
        </p:nvSpPr>
        <p:spPr>
          <a:xfrm rot="10800000">
            <a:off x="9987120" y="-401400"/>
            <a:ext cx="2954160" cy="282384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5" name="Google Shape;343;p58"/>
          <p:cNvSpPr/>
          <p:nvPr/>
        </p:nvSpPr>
        <p:spPr>
          <a:xfrm>
            <a:off x="564840" y="5270400"/>
            <a:ext cx="1463760" cy="1621800"/>
          </a:xfrm>
          <a:custGeom>
            <a:avLst/>
            <a:gdLst>
              <a:gd name="textAreaLeft" fmla="*/ 0 w 1463760"/>
              <a:gd name="textAreaRight" fmla="*/ 1467360 w 1463760"/>
              <a:gd name="textAreaTop" fmla="*/ 0 h 1621800"/>
              <a:gd name="textAreaBottom" fmla="*/ 1625400 h 1621800"/>
            </a:gdLst>
            <a:ahLst/>
            <a:cxnLst/>
            <a:rect l="textAreaLeft" t="textAreaTop" r="textAreaRight" b="textAreaBottom"/>
            <a:pathLst>
              <a:path w="2251429" h="2251429">
                <a:moveTo>
                  <a:pt x="0" y="0"/>
                </a:moveTo>
                <a:lnTo>
                  <a:pt x="2251430" y="0"/>
                </a:lnTo>
                <a:lnTo>
                  <a:pt x="2251430" y="2251430"/>
                </a:lnTo>
                <a:lnTo>
                  <a:pt x="0" y="2251430"/>
                </a:lnTo>
                <a:close/>
              </a:path>
            </a:pathLst>
          </a:custGeom>
          <a:solidFill>
            <a:srgbClr val="6335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6" name="Google Shape;344;p58"/>
          <p:cNvSpPr/>
          <p:nvPr/>
        </p:nvSpPr>
        <p:spPr>
          <a:xfrm>
            <a:off x="997560" y="1713240"/>
            <a:ext cx="923400" cy="923400"/>
          </a:xfrm>
          <a:prstGeom prst="rect">
            <a:avLst/>
          </a:prstGeom>
          <a:noFill/>
          <a:ln w="12700">
            <a:solidFill>
              <a:srgbClr val="62388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7" name="Google Shape;345;p58"/>
          <p:cNvSpPr/>
          <p:nvPr/>
        </p:nvSpPr>
        <p:spPr>
          <a:xfrm>
            <a:off x="997560" y="2301840"/>
            <a:ext cx="9234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99000"/>
              </a:lnSpc>
              <a:tabLst>
                <a:tab algn="l" pos="0"/>
              </a:tabLst>
            </a:pPr>
            <a:r>
              <a:rPr b="0" lang="pt-BR" sz="1900" strike="noStrike" u="none">
                <a:solidFill>
                  <a:srgbClr val="623889"/>
                </a:solidFill>
                <a:effectLst/>
                <a:uFillTx/>
                <a:latin typeface="Arial"/>
                <a:ea typeface="Arial"/>
              </a:rPr>
              <a:t>AULA</a:t>
            </a:r>
            <a:endParaRPr b="0" lang="pt-BR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8" name="PlaceHolder 1"/>
          <p:cNvSpPr>
            <a:spLocks noGrp="1"/>
          </p:cNvSpPr>
          <p:nvPr>
            <p:ph type="body"/>
          </p:nvPr>
        </p:nvSpPr>
        <p:spPr>
          <a:xfrm>
            <a:off x="2968920" y="2761920"/>
            <a:ext cx="6806520" cy="70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PlaceHolder 2"/>
          <p:cNvSpPr>
            <a:spLocks noGrp="1"/>
          </p:cNvSpPr>
          <p:nvPr>
            <p:ph type="body"/>
          </p:nvPr>
        </p:nvSpPr>
        <p:spPr>
          <a:xfrm>
            <a:off x="1921680" y="2756880"/>
            <a:ext cx="919440" cy="70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0" name="Google Shape;348;p58" descr=""/>
          <p:cNvPicPr/>
          <p:nvPr/>
        </p:nvPicPr>
        <p:blipFill>
          <a:blip r:embed="rId3"/>
          <a:stretch/>
        </p:blipFill>
        <p:spPr>
          <a:xfrm>
            <a:off x="4690440" y="4231800"/>
            <a:ext cx="3152160" cy="71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1" name="Google Shape;349;p58" descr=""/>
          <p:cNvPicPr/>
          <p:nvPr/>
        </p:nvPicPr>
        <p:blipFill>
          <a:blip r:embed="rId4"/>
          <a:stretch/>
        </p:blipFill>
        <p:spPr>
          <a:xfrm>
            <a:off x="6406200" y="3930840"/>
            <a:ext cx="2937240" cy="226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2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udo_remoto/onli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" name="Google Shape;202;p53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5951160"/>
            <a:ext cx="94320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4" name="Google Shape;203;p53"/>
          <p:cNvSpPr/>
          <p:nvPr/>
        </p:nvSpPr>
        <p:spPr>
          <a:xfrm>
            <a:off x="-65160" y="0"/>
            <a:ext cx="2728440" cy="47988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Google Shape;204;p53"/>
          <p:cNvSpPr/>
          <p:nvPr/>
        </p:nvSpPr>
        <p:spPr>
          <a:xfrm flipH="1">
            <a:off x="7616520" y="-2880"/>
            <a:ext cx="4633560" cy="47988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6" name="Google Shape;205;p53"/>
          <p:cNvSpPr/>
          <p:nvPr/>
        </p:nvSpPr>
        <p:spPr>
          <a:xfrm>
            <a:off x="2362320" y="0"/>
            <a:ext cx="5654160" cy="47988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7" name="Google Shape;206;p53"/>
          <p:cNvSpPr/>
          <p:nvPr/>
        </p:nvSpPr>
        <p:spPr>
          <a:xfrm flipH="1" rot="10800000">
            <a:off x="2150280" y="5933160"/>
            <a:ext cx="1010304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8" name="Google Shape;207;p53"/>
          <p:cNvSpPr/>
          <p:nvPr/>
        </p:nvSpPr>
        <p:spPr>
          <a:xfrm rot="10800000">
            <a:off x="-61200" y="5936400"/>
            <a:ext cx="2423520" cy="943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49" name="Google Shape;208;p53" descr=""/>
          <p:cNvPicPr/>
          <p:nvPr/>
        </p:nvPicPr>
        <p:blipFill>
          <a:blip r:embed="rId3"/>
          <a:stretch/>
        </p:blipFill>
        <p:spPr>
          <a:xfrm>
            <a:off x="339840" y="610920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0" name="Google Shape;209;p53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1" name="Google Shape;210;p53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2" name="Google Shape;211;p53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3" name="Google Shape;212;p53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4" name="Google Shape;213;p53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Google Shape;214;p53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Google Shape;215;p53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Google Shape;216;p53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Google Shape;217;p53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9" name="Google Shape;218;p53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0" name="Google Shape;219;p53"/>
          <p:cNvSpPr/>
          <p:nvPr/>
        </p:nvSpPr>
        <p:spPr>
          <a:xfrm>
            <a:off x="2986560" y="6282360"/>
            <a:ext cx="7103160" cy="332280"/>
          </a:xfrm>
          <a:prstGeom prst="rect">
            <a:avLst/>
          </a:prstGeom>
          <a:solidFill>
            <a:srgbClr val="2922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marL="358920">
              <a:lnSpc>
                <a:spcPct val="100000"/>
              </a:lnSpc>
              <a:tabLst>
                <a:tab algn="l" pos="0"/>
              </a:tabLst>
            </a:pPr>
            <a:r>
              <a:rPr b="0" lang="pt-BR" sz="1200" strike="noStrike" u="none">
                <a:solidFill>
                  <a:srgbClr val="0dadea"/>
                </a:solidFill>
                <a:effectLst/>
                <a:highlight>
                  <a:srgbClr val="292255"/>
                </a:highlight>
                <a:uFillTx/>
                <a:latin typeface="Arial"/>
                <a:ea typeface="Arial"/>
              </a:rPr>
              <a:t>CONTEÚDO EXCLUSIVO PARA AULAS EM FORMATO REMOTO/ON-LINE.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1" name="Google Shape;220;p53"/>
          <p:cNvSpPr/>
          <p:nvPr/>
        </p:nvSpPr>
        <p:spPr>
          <a:xfrm>
            <a:off x="10377360" y="6225480"/>
            <a:ext cx="114120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spAutoFit/>
          </a:bodyPr>
          <a:p>
            <a:pPr>
              <a:lnSpc>
                <a:spcPct val="115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ON</a:t>
            </a:r>
            <a:r>
              <a:rPr b="0" lang="pt-BR" sz="1600" strike="noStrike" u="none">
                <a:solidFill>
                  <a:srgbClr val="72e9ad"/>
                </a:solidFill>
                <a:effectLst/>
                <a:uFillTx/>
                <a:latin typeface="Arial"/>
                <a:ea typeface="Arial"/>
              </a:rPr>
              <a:t>LINE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Google Shape;221;p53"/>
          <p:cNvSpPr/>
          <p:nvPr/>
        </p:nvSpPr>
        <p:spPr>
          <a:xfrm>
            <a:off x="10170000" y="6318000"/>
            <a:ext cx="261720" cy="261720"/>
          </a:xfrm>
          <a:prstGeom prst="ellipse">
            <a:avLst/>
          </a:prstGeom>
          <a:solidFill>
            <a:srgbClr val="72e9ad"/>
          </a:solidFill>
          <a:ln w="12700">
            <a:solidFill>
              <a:srgbClr val="1c305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_dupla-chancela0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5" name="Google Shape;241;p55" descr="Logotipo&#10;&#10;Descrição gerada automaticamente"/>
          <p:cNvPicPr/>
          <p:nvPr/>
        </p:nvPicPr>
        <p:blipFill>
          <a:blip r:embed="rId2"/>
          <a:stretch/>
        </p:blipFill>
        <p:spPr>
          <a:xfrm>
            <a:off x="218880" y="18360"/>
            <a:ext cx="943200" cy="94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6" name="Google Shape;242;p55"/>
          <p:cNvSpPr/>
          <p:nvPr/>
        </p:nvSpPr>
        <p:spPr>
          <a:xfrm>
            <a:off x="-65160" y="6751800"/>
            <a:ext cx="2728440" cy="2091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7" name="Google Shape;243;p55"/>
          <p:cNvSpPr/>
          <p:nvPr/>
        </p:nvSpPr>
        <p:spPr>
          <a:xfrm flipH="1">
            <a:off x="7616520" y="6751800"/>
            <a:ext cx="4633560" cy="2091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8" name="Google Shape;244;p55"/>
          <p:cNvSpPr/>
          <p:nvPr/>
        </p:nvSpPr>
        <p:spPr>
          <a:xfrm>
            <a:off x="2362320" y="6751800"/>
            <a:ext cx="5654160" cy="2091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9" name="Google Shape;245;p55"/>
          <p:cNvSpPr/>
          <p:nvPr/>
        </p:nvSpPr>
        <p:spPr>
          <a:xfrm flipH="1" rot="10800000">
            <a:off x="5630400" y="2160"/>
            <a:ext cx="6622920" cy="94320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0" name="Google Shape;246;p55"/>
          <p:cNvSpPr/>
          <p:nvPr/>
        </p:nvSpPr>
        <p:spPr>
          <a:xfrm rot="10800000">
            <a:off x="-61560" y="0"/>
            <a:ext cx="8081640" cy="9432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71" name="Google Shape;247;p55" descr=""/>
          <p:cNvPicPr/>
          <p:nvPr/>
        </p:nvPicPr>
        <p:blipFill>
          <a:blip r:embed="rId3"/>
          <a:stretch/>
        </p:blipFill>
        <p:spPr>
          <a:xfrm>
            <a:off x="339840" y="176760"/>
            <a:ext cx="822240" cy="5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2" name="Google Shape;248;p55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3" name="Google Shape;249;p55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4" name="Google Shape;250;p55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5" name="Google Shape;251;p55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6" name="Google Shape;252;p55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Google Shape;253;p55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Google Shape;254;p55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Google Shape;255;p55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Google Shape;256;p55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Google Shape;257;p55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Layout Personalizado">
    <p:bg>
      <p:bgPr>
        <a:solidFill>
          <a:srgbClr val="7030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351;p59"/>
          <p:cNvSpPr/>
          <p:nvPr/>
        </p:nvSpPr>
        <p:spPr>
          <a:xfrm>
            <a:off x="4610160" y="4781520"/>
            <a:ext cx="7948080" cy="1115640"/>
          </a:xfrm>
          <a:custGeom>
            <a:avLst/>
            <a:gdLst>
              <a:gd name="textAreaLeft" fmla="*/ 0 w 7948080"/>
              <a:gd name="textAreaRight" fmla="*/ 7951680 w 7948080"/>
              <a:gd name="textAreaTop" fmla="*/ 0 h 1115640"/>
              <a:gd name="textAreaBottom" fmla="*/ 1119240 h 1115640"/>
            </a:gdLst>
            <a:ahLst/>
            <a:cxnLst/>
            <a:rect l="textAreaLeft" t="textAreaTop" r="textAreaRight" b="textAreaBottom"/>
            <a:pathLst>
              <a:path w="7295437" h="1100048">
                <a:moveTo>
                  <a:pt x="0" y="0"/>
                </a:moveTo>
                <a:lnTo>
                  <a:pt x="863482" y="0"/>
                </a:lnTo>
                <a:lnTo>
                  <a:pt x="863482" y="400006"/>
                </a:lnTo>
                <a:lnTo>
                  <a:pt x="1506941" y="400006"/>
                </a:lnTo>
                <a:lnTo>
                  <a:pt x="1506941" y="1100048"/>
                </a:lnTo>
                <a:lnTo>
                  <a:pt x="7295438" y="1100048"/>
                </a:lnTo>
              </a:path>
            </a:pathLst>
          </a:custGeom>
          <a:noFill/>
          <a:ln w="193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85" name="Google Shape;352;p59" descr=""/>
          <p:cNvPicPr/>
          <p:nvPr/>
        </p:nvPicPr>
        <p:blipFill>
          <a:blip r:embed="rId2"/>
          <a:stretch/>
        </p:blipFill>
        <p:spPr>
          <a:xfrm>
            <a:off x="1216440" y="4186080"/>
            <a:ext cx="3841200" cy="87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6" name="Google Shape;353;p59" descr=""/>
          <p:cNvPicPr/>
          <p:nvPr/>
        </p:nvPicPr>
        <p:blipFill>
          <a:blip r:embed="rId3"/>
          <a:stretch/>
        </p:blipFill>
        <p:spPr>
          <a:xfrm>
            <a:off x="356760" y="1850760"/>
            <a:ext cx="3819600" cy="294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87" name="Google Shape;354;p59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8" name="Google Shape;355;p59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9" name="Google Shape;356;p59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0" name="Google Shape;357;p59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1" name="Google Shape;358;p59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2" name="Google Shape;359;p59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Google Shape;360;p59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4" name="Google Shape;361;p59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5" name="Google Shape;362;p59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Google Shape;363;p59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7" name="Google Shape;364;p59" descr=""/>
          <p:cNvPicPr/>
          <p:nvPr/>
        </p:nvPicPr>
        <p:blipFill>
          <a:blip r:embed="rId4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7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Google Shape;431;p62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1" name="Google Shape;432;p62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2" name="Google Shape;433;p62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3" name="Google Shape;434;p62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4" name="Google Shape;435;p62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5" name="Google Shape;436;p62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6" name="Google Shape;437;p62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7" name="Google Shape;438;p62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Google Shape;439;p62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9" name="Google Shape;440;p62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0" name="Google Shape;441;p62"/>
          <p:cNvSpPr/>
          <p:nvPr/>
        </p:nvSpPr>
        <p:spPr>
          <a:xfrm>
            <a:off x="1655640" y="-227880"/>
            <a:ext cx="2055240" cy="8442720"/>
          </a:xfrm>
          <a:custGeom>
            <a:avLst/>
            <a:gdLst>
              <a:gd name="textAreaLeft" fmla="*/ 0 w 2055240"/>
              <a:gd name="textAreaRight" fmla="*/ 2058840 w 2055240"/>
              <a:gd name="textAreaTop" fmla="*/ 0 h 8442720"/>
              <a:gd name="textAreaBottom" fmla="*/ 8446320 h 84427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1" name="Google Shape;442;p62"/>
          <p:cNvSpPr/>
          <p:nvPr/>
        </p:nvSpPr>
        <p:spPr>
          <a:xfrm>
            <a:off x="6176520" y="-1150200"/>
            <a:ext cx="1895400" cy="8690400"/>
          </a:xfrm>
          <a:custGeom>
            <a:avLst/>
            <a:gdLst>
              <a:gd name="textAreaLeft" fmla="*/ 0 w 1895400"/>
              <a:gd name="textAreaRight" fmla="*/ 1899000 w 1895400"/>
              <a:gd name="textAreaTop" fmla="*/ 0 h 8690400"/>
              <a:gd name="textAreaBottom" fmla="*/ 8694000 h 86904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2" name="Google Shape;443;p62"/>
          <p:cNvSpPr/>
          <p:nvPr/>
        </p:nvSpPr>
        <p:spPr>
          <a:xfrm rot="10800000">
            <a:off x="10429560" y="-224280"/>
            <a:ext cx="1932120" cy="7082280"/>
          </a:xfrm>
          <a:custGeom>
            <a:avLst/>
            <a:gdLst>
              <a:gd name="textAreaLeft" fmla="*/ 0 w 1932120"/>
              <a:gd name="textAreaRight" fmla="*/ 1935720 w 1932120"/>
              <a:gd name="textAreaTop" fmla="*/ 0 h 7082280"/>
              <a:gd name="textAreaBottom" fmla="*/ 7085880 h 70822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72e9ad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13" name="Google Shape;444;p62"/>
          <p:cNvGrpSpPr/>
          <p:nvPr/>
        </p:nvGrpSpPr>
        <p:grpSpPr>
          <a:xfrm>
            <a:off x="4374360" y="3701160"/>
            <a:ext cx="1623240" cy="1623240"/>
            <a:chOff x="4374360" y="3701160"/>
            <a:chExt cx="1623240" cy="1623240"/>
          </a:xfrm>
        </p:grpSpPr>
        <p:sp>
          <p:nvSpPr>
            <p:cNvPr id="1914" name="Google Shape;445;p62"/>
            <p:cNvSpPr/>
            <p:nvPr/>
          </p:nvSpPr>
          <p:spPr>
            <a:xfrm>
              <a:off x="5024880" y="37011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5" name="Google Shape;446;p62"/>
            <p:cNvSpPr/>
            <p:nvPr/>
          </p:nvSpPr>
          <p:spPr>
            <a:xfrm>
              <a:off x="4699800" y="37011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6" name="Google Shape;447;p62"/>
            <p:cNvSpPr/>
            <p:nvPr/>
          </p:nvSpPr>
          <p:spPr>
            <a:xfrm>
              <a:off x="4374360" y="40266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7" name="Google Shape;448;p62"/>
            <p:cNvSpPr/>
            <p:nvPr/>
          </p:nvSpPr>
          <p:spPr>
            <a:xfrm>
              <a:off x="4374360" y="43520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8" name="Google Shape;449;p62"/>
            <p:cNvSpPr/>
            <p:nvPr/>
          </p:nvSpPr>
          <p:spPr>
            <a:xfrm>
              <a:off x="4374360" y="46771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9" name="Google Shape;450;p62"/>
            <p:cNvSpPr/>
            <p:nvPr/>
          </p:nvSpPr>
          <p:spPr>
            <a:xfrm>
              <a:off x="4699800" y="500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0" name="Google Shape;451;p62"/>
            <p:cNvSpPr/>
            <p:nvPr/>
          </p:nvSpPr>
          <p:spPr>
            <a:xfrm>
              <a:off x="5024880" y="500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1" name="Google Shape;452;p62"/>
            <p:cNvSpPr/>
            <p:nvPr/>
          </p:nvSpPr>
          <p:spPr>
            <a:xfrm>
              <a:off x="5350320" y="50025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2" name="Google Shape;453;p62"/>
            <p:cNvSpPr/>
            <p:nvPr/>
          </p:nvSpPr>
          <p:spPr>
            <a:xfrm>
              <a:off x="5675760" y="467712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3" name="Google Shape;454;p62"/>
            <p:cNvSpPr/>
            <p:nvPr/>
          </p:nvSpPr>
          <p:spPr>
            <a:xfrm>
              <a:off x="5675760" y="435204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4" name="Google Shape;455;p62"/>
            <p:cNvSpPr/>
            <p:nvPr/>
          </p:nvSpPr>
          <p:spPr>
            <a:xfrm>
              <a:off x="5675760" y="402660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5" name="Google Shape;456;p62"/>
            <p:cNvSpPr/>
            <p:nvPr/>
          </p:nvSpPr>
          <p:spPr>
            <a:xfrm>
              <a:off x="5350320" y="3701160"/>
              <a:ext cx="321840" cy="321840"/>
            </a:xfrm>
            <a:custGeom>
              <a:avLst/>
              <a:gdLst>
                <a:gd name="textAreaLeft" fmla="*/ 0 w 321840"/>
                <a:gd name="textAreaRight" fmla="*/ 325440 w 321840"/>
                <a:gd name="textAreaTop" fmla="*/ 0 h 321840"/>
                <a:gd name="textAreaBottom" fmla="*/ 325440 h 321840"/>
              </a:gdLst>
              <a:ahLst/>
              <a:cxnLst/>
              <a:rect l="textAreaLeft" t="textAreaTop" r="textAreaRight" b="textAreaBottom"/>
              <a:pathLst>
                <a:path w="406761" h="406761">
                  <a:moveTo>
                    <a:pt x="0" y="0"/>
                  </a:moveTo>
                  <a:lnTo>
                    <a:pt x="406762" y="0"/>
                  </a:lnTo>
                  <a:lnTo>
                    <a:pt x="406762" y="406762"/>
                  </a:lnTo>
                  <a:lnTo>
                    <a:pt x="0" y="406762"/>
                  </a:lnTo>
                  <a:close/>
                </a:path>
              </a:pathLst>
            </a:custGeom>
            <a:noFill/>
            <a:ln w="15875">
              <a:solidFill>
                <a:srgbClr val="72e9ad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1926" name="Google Shape;457;p62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7" name="Google Shape;458;p62"/>
          <p:cNvSpPr/>
          <p:nvPr/>
        </p:nvSpPr>
        <p:spPr>
          <a:xfrm>
            <a:off x="9837720" y="3995280"/>
            <a:ext cx="2863440" cy="285912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8" name="Google Shape;459;p62" descr=""/>
          <p:cNvPicPr/>
          <p:nvPr/>
        </p:nvPicPr>
        <p:blipFill>
          <a:blip r:embed="rId3"/>
          <a:stretch/>
        </p:blipFill>
        <p:spPr>
          <a:xfrm flipH="1">
            <a:off x="5355000" y="1794960"/>
            <a:ext cx="5713200" cy="380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ora de beber água">
    <p:bg>
      <p:bgPr>
        <a:solidFill>
          <a:srgbClr val="1caf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585;p66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2" name="Google Shape;586;p66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3" name="Google Shape;587;p66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4" name="Google Shape;588;p66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5" name="Google Shape;589;p66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6" name="Google Shape;590;p66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7" name="Google Shape;591;p66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Google Shape;592;p66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9" name="Google Shape;593;p66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0" name="Google Shape;594;p66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1" name="Google Shape;595;p66"/>
          <p:cNvSpPr/>
          <p:nvPr/>
        </p:nvSpPr>
        <p:spPr>
          <a:xfrm rot="10800000">
            <a:off x="-88200" y="11160"/>
            <a:ext cx="606600" cy="6922080"/>
          </a:xfrm>
          <a:custGeom>
            <a:avLst/>
            <a:gdLst>
              <a:gd name="textAreaLeft" fmla="*/ 0 w 606600"/>
              <a:gd name="textAreaRight" fmla="*/ 610200 w 606600"/>
              <a:gd name="textAreaTop" fmla="*/ 0 h 6922080"/>
              <a:gd name="textAreaBottom" fmla="*/ 6925680 h 6922080"/>
            </a:gdLst>
            <a:ahLst/>
            <a:cxnLst/>
            <a:rect l="textAreaLeft" t="textAreaTop" r="textAreaRight" b="textAreaBottom"/>
            <a:pathLst>
              <a:path w="610292" h="6925680">
                <a:moveTo>
                  <a:pt x="0" y="0"/>
                </a:moveTo>
                <a:lnTo>
                  <a:pt x="610292" y="0"/>
                </a:lnTo>
                <a:lnTo>
                  <a:pt x="610292" y="6925681"/>
                </a:lnTo>
                <a:lnTo>
                  <a:pt x="0" y="6925681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42" name="Google Shape;596;p66" descr=""/>
          <p:cNvPicPr/>
          <p:nvPr/>
        </p:nvPicPr>
        <p:blipFill>
          <a:blip r:embed="rId2"/>
          <a:stretch/>
        </p:blipFill>
        <p:spPr>
          <a:xfrm>
            <a:off x="6908760" y="556200"/>
            <a:ext cx="1868760" cy="28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3" name="Google Shape;597;p66" descr=""/>
          <p:cNvPicPr/>
          <p:nvPr/>
        </p:nvPicPr>
        <p:blipFill>
          <a:blip r:embed="rId3"/>
          <a:stretch/>
        </p:blipFill>
        <p:spPr>
          <a:xfrm>
            <a:off x="10104480" y="1477080"/>
            <a:ext cx="1429560" cy="221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4" name="Google Shape;598;p66" descr=""/>
          <p:cNvPicPr/>
          <p:nvPr/>
        </p:nvPicPr>
        <p:blipFill>
          <a:blip r:embed="rId4"/>
          <a:stretch/>
        </p:blipFill>
        <p:spPr>
          <a:xfrm>
            <a:off x="8155800" y="2957040"/>
            <a:ext cx="2121840" cy="32810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945" name="Google Shape;599;p66"/>
          <p:cNvGrpSpPr/>
          <p:nvPr/>
        </p:nvGrpSpPr>
        <p:grpSpPr>
          <a:xfrm>
            <a:off x="875880" y="5823720"/>
            <a:ext cx="1072440" cy="761760"/>
            <a:chOff x="875880" y="5823720"/>
            <a:chExt cx="1072440" cy="761760"/>
          </a:xfrm>
        </p:grpSpPr>
        <p:grpSp>
          <p:nvGrpSpPr>
            <p:cNvPr id="1946" name="Google Shape;600;p66"/>
            <p:cNvGrpSpPr/>
            <p:nvPr/>
          </p:nvGrpSpPr>
          <p:grpSpPr>
            <a:xfrm>
              <a:off x="875880" y="6026040"/>
              <a:ext cx="893160" cy="215640"/>
              <a:chOff x="875880" y="6026040"/>
              <a:chExt cx="893160" cy="215640"/>
            </a:xfrm>
          </p:grpSpPr>
          <p:sp>
            <p:nvSpPr>
              <p:cNvPr id="1947" name="Google Shape;601;p66"/>
              <p:cNvSpPr/>
              <p:nvPr/>
            </p:nvSpPr>
            <p:spPr>
              <a:xfrm>
                <a:off x="875880" y="6026040"/>
                <a:ext cx="105840" cy="214920"/>
              </a:xfrm>
              <a:custGeom>
                <a:avLst/>
                <a:gdLst>
                  <a:gd name="textAreaLeft" fmla="*/ 0 w 105840"/>
                  <a:gd name="textAreaRight" fmla="*/ 109440 w 105840"/>
                  <a:gd name="textAreaTop" fmla="*/ 0 h 214920"/>
                  <a:gd name="textAreaBottom" fmla="*/ 218520 h 214920"/>
                </a:gdLst>
                <a:ahLst/>
                <a:cxnLst/>
                <a:rect l="textAreaLeft" t="textAreaTop" r="textAreaRight" b="textAreaBottom"/>
                <a:pathLst>
                  <a:path w="109498" h="218356">
                    <a:moveTo>
                      <a:pt x="70438" y="218357"/>
                    </a:moveTo>
                    <a:cubicBezTo>
                      <a:pt x="40662" y="218357"/>
                      <a:pt x="20491" y="206511"/>
                      <a:pt x="20491" y="166809"/>
                    </a:cubicBezTo>
                    <a:lnTo>
                      <a:pt x="20491" y="85486"/>
                    </a:lnTo>
                    <a:lnTo>
                      <a:pt x="0" y="85486"/>
                    </a:lnTo>
                    <a:lnTo>
                      <a:pt x="0" y="43864"/>
                    </a:lnTo>
                    <a:lnTo>
                      <a:pt x="20491" y="43864"/>
                    </a:lnTo>
                    <a:lnTo>
                      <a:pt x="20491" y="0"/>
                    </a:lnTo>
                    <a:lnTo>
                      <a:pt x="69157" y="0"/>
                    </a:lnTo>
                    <a:lnTo>
                      <a:pt x="69157" y="43864"/>
                    </a:lnTo>
                    <a:lnTo>
                      <a:pt x="109499" y="43864"/>
                    </a:lnTo>
                    <a:lnTo>
                      <a:pt x="109499" y="85486"/>
                    </a:lnTo>
                    <a:lnTo>
                      <a:pt x="69157" y="85486"/>
                    </a:lnTo>
                    <a:lnTo>
                      <a:pt x="69157" y="158805"/>
                    </a:lnTo>
                    <a:cubicBezTo>
                      <a:pt x="69157" y="170011"/>
                      <a:pt x="73960" y="175454"/>
                      <a:pt x="84845" y="175454"/>
                    </a:cubicBezTo>
                    <a:cubicBezTo>
                      <a:pt x="93810" y="175454"/>
                      <a:pt x="101815" y="173213"/>
                      <a:pt x="108858" y="169371"/>
                    </a:cubicBezTo>
                    <a:lnTo>
                      <a:pt x="108858" y="208432"/>
                    </a:lnTo>
                    <a:cubicBezTo>
                      <a:pt x="98613" y="214515"/>
                      <a:pt x="86766" y="218357"/>
                      <a:pt x="70438" y="218357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8" name="Google Shape;602;p66"/>
              <p:cNvSpPr/>
              <p:nvPr/>
            </p:nvSpPr>
            <p:spPr>
              <a:xfrm>
                <a:off x="1008000" y="6066720"/>
                <a:ext cx="164880" cy="174960"/>
              </a:xfrm>
              <a:custGeom>
                <a:avLst/>
                <a:gdLst>
                  <a:gd name="textAreaLeft" fmla="*/ 0 w 164880"/>
                  <a:gd name="textAreaRight" fmla="*/ 168480 w 164880"/>
                  <a:gd name="textAreaTop" fmla="*/ 0 h 174960"/>
                  <a:gd name="textAreaBottom" fmla="*/ 178560 h 174960"/>
                </a:gdLst>
                <a:ahLst/>
                <a:cxnLst/>
                <a:rect l="textAreaLeft" t="textAreaTop" r="textAreaRight" b="textAreaBottom"/>
                <a:pathLst>
                  <a:path w="168410" h="178655">
                    <a:moveTo>
                      <a:pt x="167770" y="105977"/>
                    </a:moveTo>
                    <a:lnTo>
                      <a:pt x="48346" y="105977"/>
                    </a:lnTo>
                    <a:cubicBezTo>
                      <a:pt x="53148" y="128069"/>
                      <a:pt x="68517" y="139595"/>
                      <a:pt x="90288" y="139595"/>
                    </a:cubicBezTo>
                    <a:cubicBezTo>
                      <a:pt x="106617" y="139595"/>
                      <a:pt x="118463" y="134472"/>
                      <a:pt x="131911" y="121985"/>
                    </a:cubicBezTo>
                    <a:lnTo>
                      <a:pt x="159766" y="146639"/>
                    </a:lnTo>
                    <a:cubicBezTo>
                      <a:pt x="143757" y="166489"/>
                      <a:pt x="120705" y="178656"/>
                      <a:pt x="89648" y="178656"/>
                    </a:cubicBezTo>
                    <a:cubicBezTo>
                      <a:pt x="38100" y="178656"/>
                      <a:pt x="0" y="142476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4899" y="0"/>
                      <a:pt x="84845" y="0"/>
                    </a:cubicBezTo>
                    <a:cubicBezTo>
                      <a:pt x="142156" y="0"/>
                      <a:pt x="168410" y="44504"/>
                      <a:pt x="168410" y="93170"/>
                    </a:cubicBezTo>
                    <a:lnTo>
                      <a:pt x="168410" y="93810"/>
                    </a:lnTo>
                    <a:cubicBezTo>
                      <a:pt x="168410" y="98613"/>
                      <a:pt x="168090" y="101494"/>
                      <a:pt x="167770" y="105977"/>
                    </a:cubicBezTo>
                    <a:close/>
                    <a:moveTo>
                      <a:pt x="84845" y="39061"/>
                    </a:moveTo>
                    <a:cubicBezTo>
                      <a:pt x="64675" y="39061"/>
                      <a:pt x="51548" y="53469"/>
                      <a:pt x="47706" y="75560"/>
                    </a:cubicBezTo>
                    <a:lnTo>
                      <a:pt x="121025" y="75560"/>
                    </a:lnTo>
                    <a:cubicBezTo>
                      <a:pt x="118143" y="53789"/>
                      <a:pt x="105336" y="39061"/>
                      <a:pt x="84845" y="3906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49" name="Google Shape;603;p66"/>
              <p:cNvSpPr/>
              <p:nvPr/>
            </p:nvSpPr>
            <p:spPr>
              <a:xfrm>
                <a:off x="1204560" y="6066720"/>
                <a:ext cx="155880" cy="174960"/>
              </a:xfrm>
              <a:custGeom>
                <a:avLst/>
                <a:gdLst>
                  <a:gd name="textAreaLeft" fmla="*/ 0 w 155880"/>
                  <a:gd name="textAreaRight" fmla="*/ 159480 w 155880"/>
                  <a:gd name="textAreaTop" fmla="*/ 0 h 174960"/>
                  <a:gd name="textAreaBottom" fmla="*/ 178560 h 174960"/>
                </a:gdLst>
                <a:ahLst/>
                <a:cxnLst/>
                <a:rect l="textAreaLeft" t="textAreaTop" r="textAreaRight" b="textAreaBottom"/>
                <a:pathLst>
                  <a:path w="159445" h="178655">
                    <a:moveTo>
                      <a:pt x="89328" y="178656"/>
                    </a:moveTo>
                    <a:cubicBezTo>
                      <a:pt x="37780" y="178656"/>
                      <a:pt x="0" y="138954"/>
                      <a:pt x="0" y="89968"/>
                    </a:cubicBezTo>
                    <a:lnTo>
                      <a:pt x="0" y="89328"/>
                    </a:lnTo>
                    <a:cubicBezTo>
                      <a:pt x="0" y="40342"/>
                      <a:pt x="37460" y="0"/>
                      <a:pt x="89968" y="0"/>
                    </a:cubicBezTo>
                    <a:cubicBezTo>
                      <a:pt x="122306" y="0"/>
                      <a:pt x="142476" y="10886"/>
                      <a:pt x="158485" y="28815"/>
                    </a:cubicBezTo>
                    <a:lnTo>
                      <a:pt x="128709" y="60833"/>
                    </a:lnTo>
                    <a:cubicBezTo>
                      <a:pt x="117823" y="49306"/>
                      <a:pt x="106937" y="41942"/>
                      <a:pt x="89648" y="41942"/>
                    </a:cubicBezTo>
                    <a:cubicBezTo>
                      <a:pt x="6531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5582"/>
                      <a:pt x="64995" y="136713"/>
                      <a:pt x="91569" y="136713"/>
                    </a:cubicBezTo>
                    <a:cubicBezTo>
                      <a:pt x="107898" y="136713"/>
                      <a:pt x="119104" y="129669"/>
                      <a:pt x="130950" y="118463"/>
                    </a:cubicBezTo>
                    <a:lnTo>
                      <a:pt x="159445" y="147279"/>
                    </a:lnTo>
                    <a:cubicBezTo>
                      <a:pt x="142796" y="165529"/>
                      <a:pt x="123586" y="178656"/>
                      <a:pt x="89328" y="17865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0" name="Google Shape;604;p66"/>
              <p:cNvSpPr/>
              <p:nvPr/>
            </p:nvSpPr>
            <p:spPr>
              <a:xfrm>
                <a:off x="1395720" y="6066720"/>
                <a:ext cx="153720" cy="171360"/>
              </a:xfrm>
              <a:custGeom>
                <a:avLst/>
                <a:gdLst>
                  <a:gd name="textAreaLeft" fmla="*/ 0 w 153720"/>
                  <a:gd name="textAreaRight" fmla="*/ 157320 w 153720"/>
                  <a:gd name="textAreaTop" fmla="*/ 0 h 171360"/>
                  <a:gd name="textAreaBottom" fmla="*/ 174960 h 171360"/>
                </a:gdLst>
                <a:ahLst/>
                <a:cxnLst/>
                <a:rect l="textAreaLeft" t="textAreaTop" r="textAreaRight" b="textAreaBottom"/>
                <a:pathLst>
                  <a:path w="157204" h="174813">
                    <a:moveTo>
                      <a:pt x="108538" y="174814"/>
                    </a:moveTo>
                    <a:lnTo>
                      <a:pt x="108538" y="79082"/>
                    </a:lnTo>
                    <a:cubicBezTo>
                      <a:pt x="108538" y="56030"/>
                      <a:pt x="97652" y="44184"/>
                      <a:pt x="79082" y="44184"/>
                    </a:cubicBezTo>
                    <a:cubicBezTo>
                      <a:pt x="60512" y="44184"/>
                      <a:pt x="48666" y="56030"/>
                      <a:pt x="48666" y="79082"/>
                    </a:cubicBezTo>
                    <a:lnTo>
                      <a:pt x="48666" y="174814"/>
                    </a:lnTo>
                    <a:lnTo>
                      <a:pt x="0" y="174814"/>
                    </a:lnTo>
                    <a:lnTo>
                      <a:pt x="0" y="3202"/>
                    </a:lnTo>
                    <a:lnTo>
                      <a:pt x="48666" y="3202"/>
                    </a:lnTo>
                    <a:lnTo>
                      <a:pt x="48666" y="27535"/>
                    </a:lnTo>
                    <a:cubicBezTo>
                      <a:pt x="59872" y="13127"/>
                      <a:pt x="74280" y="0"/>
                      <a:pt x="98933" y="0"/>
                    </a:cubicBezTo>
                    <a:cubicBezTo>
                      <a:pt x="135753" y="0"/>
                      <a:pt x="157204" y="24333"/>
                      <a:pt x="157204" y="63714"/>
                    </a:cubicBezTo>
                    <a:lnTo>
                      <a:pt x="157204" y="174814"/>
                    </a:lnTo>
                    <a:lnTo>
                      <a:pt x="108538" y="1748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1" name="Google Shape;605;p66"/>
              <p:cNvSpPr/>
              <p:nvPr/>
            </p:nvSpPr>
            <p:spPr>
              <a:xfrm>
                <a:off x="1586880" y="6066720"/>
                <a:ext cx="182160" cy="174960"/>
              </a:xfrm>
              <a:custGeom>
                <a:avLst/>
                <a:gdLst>
                  <a:gd name="textAreaLeft" fmla="*/ 0 w 182160"/>
                  <a:gd name="textAreaRight" fmla="*/ 185760 w 182160"/>
                  <a:gd name="textAreaTop" fmla="*/ 0 h 174960"/>
                  <a:gd name="textAreaBottom" fmla="*/ 178560 h 17496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8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2" name="Google Shape;606;p66"/>
            <p:cNvGrpSpPr/>
            <p:nvPr/>
          </p:nvGrpSpPr>
          <p:grpSpPr>
            <a:xfrm>
              <a:off x="1184760" y="6303600"/>
              <a:ext cx="763560" cy="281880"/>
              <a:chOff x="1184760" y="6303600"/>
              <a:chExt cx="763560" cy="281880"/>
            </a:xfrm>
          </p:grpSpPr>
          <p:sp>
            <p:nvSpPr>
              <p:cNvPr id="1953" name="Google Shape;607;p66"/>
              <p:cNvSpPr/>
              <p:nvPr/>
            </p:nvSpPr>
            <p:spPr>
              <a:xfrm>
                <a:off x="1184760" y="6303600"/>
                <a:ext cx="45000" cy="230040"/>
              </a:xfrm>
              <a:custGeom>
                <a:avLst/>
                <a:gdLst>
                  <a:gd name="textAreaLeft" fmla="*/ 0 w 45000"/>
                  <a:gd name="textAreaRight" fmla="*/ 48600 w 45000"/>
                  <a:gd name="textAreaTop" fmla="*/ 0 h 230040"/>
                  <a:gd name="textAreaBottom" fmla="*/ 233640 h 230040"/>
                </a:gdLst>
                <a:ahLst/>
                <a:cxnLst/>
                <a:rect l="textAreaLeft" t="textAreaTop" r="textAreaRight" b="textAreaBottom"/>
                <a:pathLst>
                  <a:path w="48666" h="233725">
                    <a:moveTo>
                      <a:pt x="0" y="233725"/>
                    </a:moveTo>
                    <a:lnTo>
                      <a:pt x="0" y="0"/>
                    </a:lnTo>
                    <a:lnTo>
                      <a:pt x="48666" y="0"/>
                    </a:lnTo>
                    <a:lnTo>
                      <a:pt x="48666" y="233725"/>
                    </a:lnTo>
                    <a:lnTo>
                      <a:pt x="0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4" name="Google Shape;608;p66"/>
              <p:cNvSpPr/>
              <p:nvPr/>
            </p:nvSpPr>
            <p:spPr>
              <a:xfrm>
                <a:off x="1270800" y="6362280"/>
                <a:ext cx="182160" cy="174960"/>
              </a:xfrm>
              <a:custGeom>
                <a:avLst/>
                <a:gdLst>
                  <a:gd name="textAreaLeft" fmla="*/ 0 w 182160"/>
                  <a:gd name="textAreaRight" fmla="*/ 185760 w 182160"/>
                  <a:gd name="textAreaTop" fmla="*/ 0 h 174960"/>
                  <a:gd name="textAreaBottom" fmla="*/ 178560 h 174960"/>
                </a:gdLst>
                <a:ahLst/>
                <a:cxnLst/>
                <a:rect l="textAreaLeft" t="textAreaTop" r="textAreaRight" b="textAreaBottom"/>
                <a:pathLst>
                  <a:path w="185699" h="178655">
                    <a:moveTo>
                      <a:pt x="92530" y="178656"/>
                    </a:moveTo>
                    <a:cubicBezTo>
                      <a:pt x="39381" y="178656"/>
                      <a:pt x="0" y="139275"/>
                      <a:pt x="0" y="89968"/>
                    </a:cubicBezTo>
                    <a:lnTo>
                      <a:pt x="0" y="89328"/>
                    </a:lnTo>
                    <a:cubicBezTo>
                      <a:pt x="0" y="40021"/>
                      <a:pt x="39701" y="0"/>
                      <a:pt x="93170" y="0"/>
                    </a:cubicBezTo>
                    <a:cubicBezTo>
                      <a:pt x="146639" y="0"/>
                      <a:pt x="185699" y="39381"/>
                      <a:pt x="185699" y="88688"/>
                    </a:cubicBezTo>
                    <a:lnTo>
                      <a:pt x="185699" y="89328"/>
                    </a:lnTo>
                    <a:cubicBezTo>
                      <a:pt x="185699" y="138634"/>
                      <a:pt x="145998" y="178656"/>
                      <a:pt x="92530" y="178656"/>
                    </a:cubicBezTo>
                    <a:close/>
                    <a:moveTo>
                      <a:pt x="137674" y="89328"/>
                    </a:moveTo>
                    <a:cubicBezTo>
                      <a:pt x="137674" y="64034"/>
                      <a:pt x="119424" y="41942"/>
                      <a:pt x="92530" y="41942"/>
                    </a:cubicBezTo>
                    <a:cubicBezTo>
                      <a:pt x="65635" y="41942"/>
                      <a:pt x="48026" y="63394"/>
                      <a:pt x="48026" y="88688"/>
                    </a:cubicBezTo>
                    <a:lnTo>
                      <a:pt x="48026" y="89328"/>
                    </a:lnTo>
                    <a:cubicBezTo>
                      <a:pt x="48026" y="114621"/>
                      <a:pt x="66275" y="136713"/>
                      <a:pt x="93170" y="136713"/>
                    </a:cubicBezTo>
                    <a:cubicBezTo>
                      <a:pt x="120064" y="136713"/>
                      <a:pt x="137674" y="115262"/>
                      <a:pt x="137674" y="89968"/>
                    </a:cubicBezTo>
                    <a:lnTo>
                      <a:pt x="137674" y="89328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5" name="Google Shape;609;p66"/>
              <p:cNvSpPr/>
              <p:nvPr/>
            </p:nvSpPr>
            <p:spPr>
              <a:xfrm>
                <a:off x="1484280" y="6362280"/>
                <a:ext cx="176760" cy="223200"/>
              </a:xfrm>
              <a:custGeom>
                <a:avLst/>
                <a:gdLst>
                  <a:gd name="textAreaLeft" fmla="*/ 0 w 176760"/>
                  <a:gd name="textAreaRight" fmla="*/ 180360 w 176760"/>
                  <a:gd name="textAreaTop" fmla="*/ 0 h 223200"/>
                  <a:gd name="textAreaBottom" fmla="*/ 226800 h 223200"/>
                </a:gdLst>
                <a:ahLst/>
                <a:cxnLst/>
                <a:rect l="textAreaLeft" t="textAreaTop" r="textAreaRight" b="textAreaBottom"/>
                <a:pathLst>
                  <a:path w="180256" h="226681">
                    <a:moveTo>
                      <a:pt x="84525" y="226681"/>
                    </a:moveTo>
                    <a:cubicBezTo>
                      <a:pt x="56670" y="226681"/>
                      <a:pt x="30416" y="220278"/>
                      <a:pt x="8645" y="208752"/>
                    </a:cubicBezTo>
                    <a:lnTo>
                      <a:pt x="25294" y="172252"/>
                    </a:lnTo>
                    <a:cubicBezTo>
                      <a:pt x="42903" y="182178"/>
                      <a:pt x="60512" y="187941"/>
                      <a:pt x="83245" y="187941"/>
                    </a:cubicBezTo>
                    <a:cubicBezTo>
                      <a:pt x="116542" y="187941"/>
                      <a:pt x="132231" y="171932"/>
                      <a:pt x="132231" y="141196"/>
                    </a:cubicBezTo>
                    <a:lnTo>
                      <a:pt x="132231" y="132871"/>
                    </a:lnTo>
                    <a:cubicBezTo>
                      <a:pt x="117823" y="150160"/>
                      <a:pt x="102135" y="160726"/>
                      <a:pt x="76201" y="160726"/>
                    </a:cubicBezTo>
                    <a:cubicBezTo>
                      <a:pt x="36179" y="160726"/>
                      <a:pt x="0" y="131591"/>
                      <a:pt x="0" y="80683"/>
                    </a:cubicBezTo>
                    <a:lnTo>
                      <a:pt x="0" y="80043"/>
                    </a:lnTo>
                    <a:cubicBezTo>
                      <a:pt x="0" y="28815"/>
                      <a:pt x="36820" y="0"/>
                      <a:pt x="76201" y="0"/>
                    </a:cubicBezTo>
                    <a:cubicBezTo>
                      <a:pt x="102775" y="0"/>
                      <a:pt x="118463" y="11206"/>
                      <a:pt x="131590" y="25614"/>
                    </a:cubicBezTo>
                    <a:lnTo>
                      <a:pt x="131590" y="3202"/>
                    </a:lnTo>
                    <a:lnTo>
                      <a:pt x="180256" y="3202"/>
                    </a:lnTo>
                    <a:lnTo>
                      <a:pt x="180256" y="136073"/>
                    </a:lnTo>
                    <a:cubicBezTo>
                      <a:pt x="180256" y="200748"/>
                      <a:pt x="148239" y="226681"/>
                      <a:pt x="84525" y="226681"/>
                    </a:cubicBezTo>
                    <a:close/>
                    <a:moveTo>
                      <a:pt x="132231" y="80043"/>
                    </a:moveTo>
                    <a:cubicBezTo>
                      <a:pt x="132231" y="56670"/>
                      <a:pt x="113981" y="40342"/>
                      <a:pt x="90288" y="40342"/>
                    </a:cubicBezTo>
                    <a:cubicBezTo>
                      <a:pt x="66596" y="40342"/>
                      <a:pt x="48666" y="56670"/>
                      <a:pt x="48666" y="80043"/>
                    </a:cubicBezTo>
                    <a:lnTo>
                      <a:pt x="48666" y="80683"/>
                    </a:lnTo>
                    <a:cubicBezTo>
                      <a:pt x="48666" y="104376"/>
                      <a:pt x="66596" y="120385"/>
                      <a:pt x="90288" y="120385"/>
                    </a:cubicBezTo>
                    <a:cubicBezTo>
                      <a:pt x="113981" y="120385"/>
                      <a:pt x="132231" y="104056"/>
                      <a:pt x="132231" y="80683"/>
                    </a:cubicBezTo>
                    <a:lnTo>
                      <a:pt x="132231" y="8004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6" name="Google Shape;610;p66"/>
              <p:cNvSpPr/>
              <p:nvPr/>
            </p:nvSpPr>
            <p:spPr>
              <a:xfrm>
                <a:off x="1708920" y="6303600"/>
                <a:ext cx="47520" cy="230040"/>
              </a:xfrm>
              <a:custGeom>
                <a:avLst/>
                <a:gdLst>
                  <a:gd name="textAreaLeft" fmla="*/ 0 w 47520"/>
                  <a:gd name="textAreaRight" fmla="*/ 51120 w 47520"/>
                  <a:gd name="textAreaTop" fmla="*/ 0 h 230040"/>
                  <a:gd name="textAreaBottom" fmla="*/ 233640 h 230040"/>
                </a:gdLst>
                <a:ahLst/>
                <a:cxnLst/>
                <a:rect l="textAreaLeft" t="textAreaTop" r="textAreaRight" b="textAreaBottom"/>
                <a:pathLst>
                  <a:path w="51227" h="233725">
                    <a:moveTo>
                      <a:pt x="0" y="43223"/>
                    </a:moveTo>
                    <a:lnTo>
                      <a:pt x="0" y="0"/>
                    </a:lnTo>
                    <a:lnTo>
                      <a:pt x="51227" y="0"/>
                    </a:lnTo>
                    <a:lnTo>
                      <a:pt x="51227" y="43223"/>
                    </a:lnTo>
                    <a:lnTo>
                      <a:pt x="0" y="43223"/>
                    </a:lnTo>
                    <a:close/>
                    <a:moveTo>
                      <a:pt x="1281" y="233725"/>
                    </a:moveTo>
                    <a:lnTo>
                      <a:pt x="1281" y="62113"/>
                    </a:lnTo>
                    <a:lnTo>
                      <a:pt x="49947" y="62113"/>
                    </a:lnTo>
                    <a:lnTo>
                      <a:pt x="49947" y="233725"/>
                    </a:lnTo>
                    <a:lnTo>
                      <a:pt x="1281" y="23372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57" name="Google Shape;611;p66"/>
              <p:cNvSpPr/>
              <p:nvPr/>
            </p:nvSpPr>
            <p:spPr>
              <a:xfrm>
                <a:off x="1794240" y="6363720"/>
                <a:ext cx="154080" cy="173160"/>
              </a:xfrm>
              <a:custGeom>
                <a:avLst/>
                <a:gdLst>
                  <a:gd name="textAreaLeft" fmla="*/ 0 w 154080"/>
                  <a:gd name="textAreaRight" fmla="*/ 157680 w 154080"/>
                  <a:gd name="textAreaTop" fmla="*/ 0 h 173160"/>
                  <a:gd name="textAreaBottom" fmla="*/ 176760 h 173160"/>
                </a:gdLst>
                <a:ahLst/>
                <a:cxnLst/>
                <a:rect l="textAreaLeft" t="textAreaTop" r="textAreaRight" b="textAreaBottom"/>
                <a:pathLst>
                  <a:path w="157844" h="176734">
                    <a:moveTo>
                      <a:pt x="110779" y="173533"/>
                    </a:moveTo>
                    <a:lnTo>
                      <a:pt x="110779" y="154963"/>
                    </a:lnTo>
                    <a:cubicBezTo>
                      <a:pt x="98933" y="168090"/>
                      <a:pt x="82604" y="176735"/>
                      <a:pt x="58912" y="176735"/>
                    </a:cubicBezTo>
                    <a:cubicBezTo>
                      <a:pt x="26574" y="176735"/>
                      <a:pt x="0" y="158165"/>
                      <a:pt x="0" y="124227"/>
                    </a:cubicBezTo>
                    <a:lnTo>
                      <a:pt x="0" y="123586"/>
                    </a:lnTo>
                    <a:cubicBezTo>
                      <a:pt x="0" y="86126"/>
                      <a:pt x="28495" y="68837"/>
                      <a:pt x="69157" y="68837"/>
                    </a:cubicBezTo>
                    <a:cubicBezTo>
                      <a:pt x="86446" y="68837"/>
                      <a:pt x="98933" y="71718"/>
                      <a:pt x="111100" y="75881"/>
                    </a:cubicBezTo>
                    <a:lnTo>
                      <a:pt x="111100" y="72999"/>
                    </a:lnTo>
                    <a:cubicBezTo>
                      <a:pt x="111100" y="52828"/>
                      <a:pt x="98613" y="41622"/>
                      <a:pt x="74280" y="41622"/>
                    </a:cubicBezTo>
                    <a:cubicBezTo>
                      <a:pt x="55710" y="41622"/>
                      <a:pt x="42583" y="45144"/>
                      <a:pt x="26894" y="50907"/>
                    </a:cubicBezTo>
                    <a:lnTo>
                      <a:pt x="14728" y="13767"/>
                    </a:lnTo>
                    <a:cubicBezTo>
                      <a:pt x="33618" y="5443"/>
                      <a:pt x="52188" y="0"/>
                      <a:pt x="81324" y="0"/>
                    </a:cubicBezTo>
                    <a:cubicBezTo>
                      <a:pt x="134472" y="0"/>
                      <a:pt x="157845" y="27535"/>
                      <a:pt x="157845" y="73960"/>
                    </a:cubicBezTo>
                    <a:lnTo>
                      <a:pt x="157845" y="173533"/>
                    </a:lnTo>
                    <a:lnTo>
                      <a:pt x="110779" y="173533"/>
                    </a:lnTo>
                    <a:close/>
                    <a:moveTo>
                      <a:pt x="111740" y="104376"/>
                    </a:moveTo>
                    <a:cubicBezTo>
                      <a:pt x="103415" y="100534"/>
                      <a:pt x="92530" y="97972"/>
                      <a:pt x="80683" y="97972"/>
                    </a:cubicBezTo>
                    <a:cubicBezTo>
                      <a:pt x="59872" y="97972"/>
                      <a:pt x="47065" y="106297"/>
                      <a:pt x="47065" y="121665"/>
                    </a:cubicBezTo>
                    <a:lnTo>
                      <a:pt x="47065" y="122306"/>
                    </a:lnTo>
                    <a:cubicBezTo>
                      <a:pt x="47065" y="135433"/>
                      <a:pt x="57951" y="143117"/>
                      <a:pt x="73639" y="143117"/>
                    </a:cubicBezTo>
                    <a:cubicBezTo>
                      <a:pt x="96372" y="143117"/>
                      <a:pt x="111740" y="130630"/>
                      <a:pt x="111740" y="113021"/>
                    </a:cubicBezTo>
                    <a:lnTo>
                      <a:pt x="111740" y="10437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58" name="Google Shape;612;p66"/>
            <p:cNvGrpSpPr/>
            <p:nvPr/>
          </p:nvGrpSpPr>
          <p:grpSpPr>
            <a:xfrm>
              <a:off x="939600" y="5823720"/>
              <a:ext cx="442800" cy="108000"/>
              <a:chOff x="939600" y="5823720"/>
              <a:chExt cx="442800" cy="108000"/>
            </a:xfrm>
          </p:grpSpPr>
          <p:sp>
            <p:nvSpPr>
              <p:cNvPr id="1959" name="Google Shape;613;p66"/>
              <p:cNvSpPr/>
              <p:nvPr/>
            </p:nvSpPr>
            <p:spPr>
              <a:xfrm>
                <a:off x="1316160" y="5828040"/>
                <a:ext cx="66240" cy="103320"/>
              </a:xfrm>
              <a:custGeom>
                <a:avLst/>
                <a:gdLst>
                  <a:gd name="textAreaLeft" fmla="*/ 0 w 66240"/>
                  <a:gd name="textAreaRight" fmla="*/ 69840 w 66240"/>
                  <a:gd name="textAreaTop" fmla="*/ 0 h 103320"/>
                  <a:gd name="textAreaBottom" fmla="*/ 106920 h 103320"/>
                </a:gdLst>
                <a:ahLst/>
                <a:cxnLst/>
                <a:rect l="textAreaLeft" t="textAreaTop" r="textAreaRight" b="textAreaBottom"/>
                <a:pathLst>
                  <a:path w="69957" h="106777">
                    <a:moveTo>
                      <a:pt x="69957" y="85454"/>
                    </a:moveTo>
                    <a:cubicBezTo>
                      <a:pt x="69445" y="85454"/>
                      <a:pt x="68933" y="85454"/>
                      <a:pt x="68421" y="85454"/>
                    </a:cubicBezTo>
                    <a:cubicBezTo>
                      <a:pt x="47353" y="85454"/>
                      <a:pt x="32081" y="71975"/>
                      <a:pt x="32081" y="53373"/>
                    </a:cubicBezTo>
                    <a:lnTo>
                      <a:pt x="32081" y="52956"/>
                    </a:lnTo>
                    <a:cubicBezTo>
                      <a:pt x="32081" y="35187"/>
                      <a:pt x="47385" y="21259"/>
                      <a:pt x="66916" y="21259"/>
                    </a:cubicBezTo>
                    <a:cubicBezTo>
                      <a:pt x="67972" y="21259"/>
                      <a:pt x="68965" y="21291"/>
                      <a:pt x="69957" y="21355"/>
                    </a:cubicBezTo>
                    <a:lnTo>
                      <a:pt x="69957" y="32"/>
                    </a:lnTo>
                    <a:cubicBezTo>
                      <a:pt x="69061" y="0"/>
                      <a:pt x="68132" y="0"/>
                      <a:pt x="67172" y="0"/>
                    </a:cubicBezTo>
                    <a:cubicBezTo>
                      <a:pt x="28911" y="0"/>
                      <a:pt x="0" y="22924"/>
                      <a:pt x="0" y="53405"/>
                    </a:cubicBezTo>
                    <a:lnTo>
                      <a:pt x="0" y="53789"/>
                    </a:lnTo>
                    <a:cubicBezTo>
                      <a:pt x="0" y="83501"/>
                      <a:pt x="29296" y="106777"/>
                      <a:pt x="66660" y="106777"/>
                    </a:cubicBezTo>
                    <a:cubicBezTo>
                      <a:pt x="67812" y="106777"/>
                      <a:pt x="68837" y="106777"/>
                      <a:pt x="69925" y="106713"/>
                    </a:cubicBezTo>
                    <a:lnTo>
                      <a:pt x="69925" y="85422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0" name="Google Shape;614;p66"/>
              <p:cNvSpPr/>
              <p:nvPr/>
            </p:nvSpPr>
            <p:spPr>
              <a:xfrm>
                <a:off x="939600" y="5823720"/>
                <a:ext cx="97560" cy="108000"/>
              </a:xfrm>
              <a:custGeom>
                <a:avLst/>
                <a:gdLst>
                  <a:gd name="textAreaLeft" fmla="*/ 0 w 97560"/>
                  <a:gd name="textAreaRight" fmla="*/ 101160 w 97560"/>
                  <a:gd name="textAreaTop" fmla="*/ 0 h 108000"/>
                  <a:gd name="textAreaBottom" fmla="*/ 111600 h 108000"/>
                </a:gdLst>
                <a:ahLst/>
                <a:cxnLst/>
                <a:rect l="textAreaLeft" t="textAreaTop" r="textAreaRight" b="textAreaBottom"/>
                <a:pathLst>
                  <a:path w="100982" h="111739">
                    <a:moveTo>
                      <a:pt x="59552" y="45144"/>
                    </a:moveTo>
                    <a:cubicBezTo>
                      <a:pt x="36980" y="40342"/>
                      <a:pt x="33778" y="38004"/>
                      <a:pt x="33778" y="30865"/>
                    </a:cubicBezTo>
                    <a:lnTo>
                      <a:pt x="33778" y="30544"/>
                    </a:lnTo>
                    <a:cubicBezTo>
                      <a:pt x="33778" y="25294"/>
                      <a:pt x="39573" y="21099"/>
                      <a:pt x="50587" y="21099"/>
                    </a:cubicBezTo>
                    <a:cubicBezTo>
                      <a:pt x="56190" y="21099"/>
                      <a:pt x="63522" y="22636"/>
                      <a:pt x="68677" y="24525"/>
                    </a:cubicBezTo>
                    <a:lnTo>
                      <a:pt x="68677" y="1793"/>
                    </a:lnTo>
                    <a:cubicBezTo>
                      <a:pt x="63906" y="961"/>
                      <a:pt x="56542" y="0"/>
                      <a:pt x="50971" y="0"/>
                    </a:cubicBezTo>
                    <a:cubicBezTo>
                      <a:pt x="24269" y="0"/>
                      <a:pt x="5251" y="13031"/>
                      <a:pt x="5251" y="32754"/>
                    </a:cubicBezTo>
                    <a:lnTo>
                      <a:pt x="5251" y="33042"/>
                    </a:lnTo>
                    <a:cubicBezTo>
                      <a:pt x="5251" y="54621"/>
                      <a:pt x="22220" y="60640"/>
                      <a:pt x="48538" y="66243"/>
                    </a:cubicBezTo>
                    <a:cubicBezTo>
                      <a:pt x="70374" y="70918"/>
                      <a:pt x="72423" y="73992"/>
                      <a:pt x="72423" y="80075"/>
                    </a:cubicBezTo>
                    <a:lnTo>
                      <a:pt x="72423" y="80395"/>
                    </a:lnTo>
                    <a:cubicBezTo>
                      <a:pt x="72423" y="86766"/>
                      <a:pt x="65315" y="90641"/>
                      <a:pt x="53565" y="90641"/>
                    </a:cubicBezTo>
                    <a:cubicBezTo>
                      <a:pt x="38645" y="90641"/>
                      <a:pt x="28751" y="85518"/>
                      <a:pt x="17001" y="77450"/>
                    </a:cubicBezTo>
                    <a:lnTo>
                      <a:pt x="0" y="94355"/>
                    </a:lnTo>
                    <a:cubicBezTo>
                      <a:pt x="15688" y="105977"/>
                      <a:pt x="33234" y="111740"/>
                      <a:pt x="53020" y="111740"/>
                    </a:cubicBezTo>
                    <a:cubicBezTo>
                      <a:pt x="81195" y="111740"/>
                      <a:pt x="100982" y="99637"/>
                      <a:pt x="100982" y="78058"/>
                    </a:cubicBezTo>
                    <a:lnTo>
                      <a:pt x="100982" y="77738"/>
                    </a:lnTo>
                    <a:cubicBezTo>
                      <a:pt x="100982" y="58816"/>
                      <a:pt x="86030" y="50875"/>
                      <a:pt x="59552" y="451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1" name="Google Shape;615;p66"/>
              <p:cNvSpPr/>
              <p:nvPr/>
            </p:nvSpPr>
            <p:spPr>
              <a:xfrm>
                <a:off x="1037160" y="5839200"/>
                <a:ext cx="94680" cy="89280"/>
              </a:xfrm>
              <a:custGeom>
                <a:avLst/>
                <a:gdLst>
                  <a:gd name="textAreaLeft" fmla="*/ 0 w 94680"/>
                  <a:gd name="textAreaRight" fmla="*/ 98280 w 94680"/>
                  <a:gd name="textAreaTop" fmla="*/ 0 h 89280"/>
                  <a:gd name="textAreaBottom" fmla="*/ 92880 h 89280"/>
                </a:gdLst>
                <a:ahLst/>
                <a:cxnLst/>
                <a:rect l="textAreaLeft" t="textAreaTop" r="textAreaRight" b="textAreaBottom"/>
                <a:pathLst>
                  <a:path w="98164" h="92721">
                    <a:moveTo>
                      <a:pt x="27983" y="39253"/>
                    </a:moveTo>
                    <a:cubicBezTo>
                      <a:pt x="30224" y="27791"/>
                      <a:pt x="37940" y="20299"/>
                      <a:pt x="49787" y="20299"/>
                    </a:cubicBezTo>
                    <a:cubicBezTo>
                      <a:pt x="61633" y="20299"/>
                      <a:pt x="69317" y="27951"/>
                      <a:pt x="71014" y="39253"/>
                    </a:cubicBezTo>
                    <a:lnTo>
                      <a:pt x="27983" y="39253"/>
                    </a:lnTo>
                    <a:close/>
                    <a:moveTo>
                      <a:pt x="49787" y="32"/>
                    </a:moveTo>
                    <a:cubicBezTo>
                      <a:pt x="20459" y="32"/>
                      <a:pt x="0" y="20971"/>
                      <a:pt x="0" y="46393"/>
                    </a:cubicBezTo>
                    <a:lnTo>
                      <a:pt x="0" y="46713"/>
                    </a:lnTo>
                    <a:cubicBezTo>
                      <a:pt x="0" y="73960"/>
                      <a:pt x="22348" y="92722"/>
                      <a:pt x="52604" y="92722"/>
                    </a:cubicBezTo>
                    <a:cubicBezTo>
                      <a:pt x="53469" y="92722"/>
                      <a:pt x="56286" y="92594"/>
                      <a:pt x="57151" y="92594"/>
                    </a:cubicBezTo>
                    <a:lnTo>
                      <a:pt x="57151" y="72295"/>
                    </a:lnTo>
                    <a:cubicBezTo>
                      <a:pt x="56446" y="72295"/>
                      <a:pt x="53725" y="72455"/>
                      <a:pt x="52956" y="72455"/>
                    </a:cubicBezTo>
                    <a:cubicBezTo>
                      <a:pt x="40182" y="72455"/>
                      <a:pt x="31185" y="66500"/>
                      <a:pt x="28335" y="55005"/>
                    </a:cubicBezTo>
                    <a:lnTo>
                      <a:pt x="97812" y="55005"/>
                    </a:lnTo>
                    <a:cubicBezTo>
                      <a:pt x="97972" y="52668"/>
                      <a:pt x="98165" y="51163"/>
                      <a:pt x="98165" y="48666"/>
                    </a:cubicBezTo>
                    <a:lnTo>
                      <a:pt x="98165" y="48346"/>
                    </a:lnTo>
                    <a:cubicBezTo>
                      <a:pt x="98165" y="23084"/>
                      <a:pt x="83373" y="0"/>
                      <a:pt x="49755" y="0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2" name="Google Shape;616;p66"/>
              <p:cNvSpPr/>
              <p:nvPr/>
            </p:nvSpPr>
            <p:spPr>
              <a:xfrm>
                <a:off x="1134000" y="5840280"/>
                <a:ext cx="88200" cy="86400"/>
              </a:xfrm>
              <a:custGeom>
                <a:avLst/>
                <a:gdLst>
                  <a:gd name="textAreaLeft" fmla="*/ 0 w 88200"/>
                  <a:gd name="textAreaRight" fmla="*/ 91800 w 88200"/>
                  <a:gd name="textAreaTop" fmla="*/ 0 h 86400"/>
                  <a:gd name="textAreaBottom" fmla="*/ 90000 h 86400"/>
                </a:gdLst>
                <a:ahLst/>
                <a:cxnLst/>
                <a:rect l="textAreaLeft" t="textAreaTop" r="textAreaRight" b="textAreaBottom"/>
                <a:pathLst>
                  <a:path w="91825" h="90064">
                    <a:moveTo>
                      <a:pt x="91825" y="42903"/>
                    </a:moveTo>
                    <a:cubicBezTo>
                      <a:pt x="91825" y="18826"/>
                      <a:pt x="77097" y="0"/>
                      <a:pt x="45945" y="0"/>
                    </a:cubicBezTo>
                    <a:cubicBezTo>
                      <a:pt x="14792" y="0"/>
                      <a:pt x="0" y="18794"/>
                      <a:pt x="0" y="42903"/>
                    </a:cubicBezTo>
                    <a:lnTo>
                      <a:pt x="0" y="90064"/>
                    </a:lnTo>
                    <a:lnTo>
                      <a:pt x="28879" y="90064"/>
                    </a:lnTo>
                    <a:lnTo>
                      <a:pt x="28879" y="41174"/>
                    </a:lnTo>
                    <a:cubicBezTo>
                      <a:pt x="29392" y="32273"/>
                      <a:pt x="32914" y="21740"/>
                      <a:pt x="45945" y="21740"/>
                    </a:cubicBezTo>
                    <a:cubicBezTo>
                      <a:pt x="58976" y="21740"/>
                      <a:pt x="62722" y="32273"/>
                      <a:pt x="63234" y="41174"/>
                    </a:cubicBezTo>
                    <a:lnTo>
                      <a:pt x="63234" y="90064"/>
                    </a:lnTo>
                    <a:lnTo>
                      <a:pt x="91825" y="90064"/>
                    </a:lnTo>
                    <a:lnTo>
                      <a:pt x="91825" y="42903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63" name="Google Shape;617;p66"/>
              <p:cNvSpPr/>
              <p:nvPr/>
            </p:nvSpPr>
            <p:spPr>
              <a:xfrm>
                <a:off x="1225080" y="5839560"/>
                <a:ext cx="88920" cy="88200"/>
              </a:xfrm>
              <a:custGeom>
                <a:avLst/>
                <a:gdLst>
                  <a:gd name="textAreaLeft" fmla="*/ 0 w 88920"/>
                  <a:gd name="textAreaRight" fmla="*/ 92520 w 88920"/>
                  <a:gd name="textAreaTop" fmla="*/ 0 h 88200"/>
                  <a:gd name="textAreaBottom" fmla="*/ 91800 h 88200"/>
                </a:gdLst>
                <a:ahLst/>
                <a:cxnLst/>
                <a:rect l="textAreaLeft" t="textAreaTop" r="textAreaRight" b="textAreaBottom"/>
                <a:pathLst>
                  <a:path w="92625" h="91729">
                    <a:moveTo>
                      <a:pt x="47738" y="0"/>
                    </a:moveTo>
                    <a:cubicBezTo>
                      <a:pt x="46457" y="0"/>
                      <a:pt x="42103" y="0"/>
                      <a:pt x="40918" y="64"/>
                    </a:cubicBezTo>
                    <a:lnTo>
                      <a:pt x="40918" y="21612"/>
                    </a:lnTo>
                    <a:cubicBezTo>
                      <a:pt x="46489" y="21676"/>
                      <a:pt x="54109" y="22604"/>
                      <a:pt x="57503" y="24397"/>
                    </a:cubicBezTo>
                    <a:cubicBezTo>
                      <a:pt x="62497" y="27022"/>
                      <a:pt x="65091" y="31441"/>
                      <a:pt x="65187" y="37428"/>
                    </a:cubicBezTo>
                    <a:cubicBezTo>
                      <a:pt x="58367" y="36628"/>
                      <a:pt x="50683" y="36083"/>
                      <a:pt x="43992" y="35923"/>
                    </a:cubicBezTo>
                    <a:cubicBezTo>
                      <a:pt x="16745" y="35219"/>
                      <a:pt x="3234" y="44248"/>
                      <a:pt x="544" y="58655"/>
                    </a:cubicBezTo>
                    <a:cubicBezTo>
                      <a:pt x="480" y="58912"/>
                      <a:pt x="448" y="59200"/>
                      <a:pt x="384" y="59488"/>
                    </a:cubicBezTo>
                    <a:cubicBezTo>
                      <a:pt x="384" y="59584"/>
                      <a:pt x="384" y="59680"/>
                      <a:pt x="352" y="59776"/>
                    </a:cubicBezTo>
                    <a:cubicBezTo>
                      <a:pt x="128" y="61153"/>
                      <a:pt x="0" y="62594"/>
                      <a:pt x="0" y="64130"/>
                    </a:cubicBezTo>
                    <a:lnTo>
                      <a:pt x="0" y="64451"/>
                    </a:lnTo>
                    <a:cubicBezTo>
                      <a:pt x="0" y="82092"/>
                      <a:pt x="15592" y="91729"/>
                      <a:pt x="34547" y="91729"/>
                    </a:cubicBezTo>
                    <a:cubicBezTo>
                      <a:pt x="48474" y="91729"/>
                      <a:pt x="58047" y="87215"/>
                      <a:pt x="64995" y="80427"/>
                    </a:cubicBezTo>
                    <a:lnTo>
                      <a:pt x="64995" y="90705"/>
                    </a:lnTo>
                    <a:lnTo>
                      <a:pt x="92626" y="90705"/>
                    </a:lnTo>
                    <a:lnTo>
                      <a:pt x="92626" y="38421"/>
                    </a:lnTo>
                    <a:cubicBezTo>
                      <a:pt x="92626" y="14312"/>
                      <a:pt x="78922" y="64"/>
                      <a:pt x="47738" y="64"/>
                    </a:cubicBezTo>
                    <a:moveTo>
                      <a:pt x="65283" y="58944"/>
                    </a:moveTo>
                    <a:cubicBezTo>
                      <a:pt x="62818" y="71975"/>
                      <a:pt x="49370" y="73896"/>
                      <a:pt x="46297" y="74088"/>
                    </a:cubicBezTo>
                    <a:cubicBezTo>
                      <a:pt x="24557" y="75240"/>
                      <a:pt x="23789" y="60384"/>
                      <a:pt x="31089" y="55838"/>
                    </a:cubicBezTo>
                    <a:cubicBezTo>
                      <a:pt x="40918" y="49755"/>
                      <a:pt x="65347" y="53180"/>
                      <a:pt x="65347" y="53180"/>
                    </a:cubicBezTo>
                    <a:cubicBezTo>
                      <a:pt x="65347" y="54045"/>
                      <a:pt x="65571" y="56286"/>
                      <a:pt x="65251" y="58944"/>
                    </a:cubicBezTo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9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de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6" name="Google Shape;619;p67"/>
          <p:cNvGrpSpPr/>
          <p:nvPr/>
        </p:nvGrpSpPr>
        <p:grpSpPr>
          <a:xfrm>
            <a:off x="6381360" y="1503720"/>
            <a:ext cx="4286520" cy="3571560"/>
            <a:chOff x="6381360" y="1503720"/>
            <a:chExt cx="4286520" cy="3571560"/>
          </a:xfrm>
        </p:grpSpPr>
        <p:sp>
          <p:nvSpPr>
            <p:cNvPr id="1967" name="Google Shape;620;p67"/>
            <p:cNvSpPr/>
            <p:nvPr/>
          </p:nvSpPr>
          <p:spPr>
            <a:xfrm>
              <a:off x="6738840" y="4721400"/>
              <a:ext cx="3571200" cy="353880"/>
            </a:xfrm>
            <a:custGeom>
              <a:avLst/>
              <a:gdLst>
                <a:gd name="textAreaLeft" fmla="*/ 0 w 3571200"/>
                <a:gd name="textAreaRight" fmla="*/ 3574800 w 357120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6" h="357491">
                  <a:moveTo>
                    <a:pt x="2859933" y="0"/>
                  </a:moveTo>
                  <a:lnTo>
                    <a:pt x="2502442" y="0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2144950" y="357492"/>
                  </a:lnTo>
                  <a:lnTo>
                    <a:pt x="2502442" y="357492"/>
                  </a:lnTo>
                  <a:lnTo>
                    <a:pt x="2859933" y="357492"/>
                  </a:lnTo>
                  <a:lnTo>
                    <a:pt x="3217425" y="357492"/>
                  </a:lnTo>
                  <a:lnTo>
                    <a:pt x="3574917" y="357492"/>
                  </a:lnTo>
                  <a:lnTo>
                    <a:pt x="3574917" y="0"/>
                  </a:lnTo>
                  <a:lnTo>
                    <a:pt x="3217425" y="0"/>
                  </a:lnTo>
                  <a:lnTo>
                    <a:pt x="2859933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8" name="Google Shape;621;p67"/>
            <p:cNvSpPr/>
            <p:nvPr/>
          </p:nvSpPr>
          <p:spPr>
            <a:xfrm>
              <a:off x="10314000" y="2933640"/>
              <a:ext cx="353880" cy="178380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1783800"/>
                <a:gd name="textAreaBottom" fmla="*/ 1787400 h 17838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9" name="Google Shape;622;p67"/>
            <p:cNvSpPr/>
            <p:nvPr/>
          </p:nvSpPr>
          <p:spPr>
            <a:xfrm>
              <a:off x="8168760" y="3291120"/>
              <a:ext cx="890280" cy="1068840"/>
            </a:xfrm>
            <a:custGeom>
              <a:avLst/>
              <a:gdLst>
                <a:gd name="textAreaLeft" fmla="*/ 0 w 890280"/>
                <a:gd name="textAreaRight" fmla="*/ 893880 w 890280"/>
                <a:gd name="textAreaTop" fmla="*/ 0 h 1068840"/>
                <a:gd name="textAreaBottom" fmla="*/ 1072440 h 1068840"/>
              </a:gdLst>
              <a:ahLst/>
              <a:cxnLst/>
              <a:rect l="textAreaLeft" t="textAreaTop" r="textAreaRight" b="textAreaBottom"/>
              <a:pathLst>
                <a:path w="893729" h="1072475">
                  <a:moveTo>
                    <a:pt x="714983" y="357492"/>
                  </a:moveTo>
                  <a:lnTo>
                    <a:pt x="536238" y="357492"/>
                  </a:lnTo>
                  <a:lnTo>
                    <a:pt x="536238" y="178746"/>
                  </a:lnTo>
                  <a:lnTo>
                    <a:pt x="357492" y="178746"/>
                  </a:lnTo>
                  <a:lnTo>
                    <a:pt x="357492" y="0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0" y="893729"/>
                  </a:lnTo>
                  <a:lnTo>
                    <a:pt x="0" y="1072475"/>
                  </a:lnTo>
                  <a:lnTo>
                    <a:pt x="178746" y="1072475"/>
                  </a:lnTo>
                  <a:lnTo>
                    <a:pt x="357492" y="1072475"/>
                  </a:lnTo>
                  <a:lnTo>
                    <a:pt x="357492" y="893729"/>
                  </a:lnTo>
                  <a:lnTo>
                    <a:pt x="536238" y="893729"/>
                  </a:lnTo>
                  <a:lnTo>
                    <a:pt x="536238" y="714983"/>
                  </a:lnTo>
                  <a:lnTo>
                    <a:pt x="714983" y="714983"/>
                  </a:lnTo>
                  <a:lnTo>
                    <a:pt x="714983" y="625611"/>
                  </a:lnTo>
                  <a:lnTo>
                    <a:pt x="893729" y="625611"/>
                  </a:lnTo>
                  <a:lnTo>
                    <a:pt x="893729" y="446865"/>
                  </a:lnTo>
                  <a:lnTo>
                    <a:pt x="714983" y="446865"/>
                  </a:lnTo>
                  <a:lnTo>
                    <a:pt x="714983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0" name="Google Shape;623;p67"/>
            <p:cNvSpPr/>
            <p:nvPr/>
          </p:nvSpPr>
          <p:spPr>
            <a:xfrm>
              <a:off x="8883720" y="186120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1" name="Google Shape;624;p67"/>
            <p:cNvSpPr/>
            <p:nvPr/>
          </p:nvSpPr>
          <p:spPr>
            <a:xfrm>
              <a:off x="9241200" y="150372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2" name="Google Shape;625;p67"/>
            <p:cNvSpPr/>
            <p:nvPr/>
          </p:nvSpPr>
          <p:spPr>
            <a:xfrm>
              <a:off x="6381360" y="2933640"/>
              <a:ext cx="353880" cy="178380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1783800"/>
                <a:gd name="textAreaBottom" fmla="*/ 1787400 h 17838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357492" y="1072475"/>
                  </a:move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3" name="Google Shape;626;p67"/>
            <p:cNvSpPr/>
            <p:nvPr/>
          </p:nvSpPr>
          <p:spPr>
            <a:xfrm>
              <a:off x="6738840" y="2218680"/>
              <a:ext cx="3571200" cy="711360"/>
            </a:xfrm>
            <a:custGeom>
              <a:avLst/>
              <a:gdLst>
                <a:gd name="textAreaLeft" fmla="*/ 0 w 3571200"/>
                <a:gd name="textAreaRight" fmla="*/ 3574800 w 3571200"/>
                <a:gd name="textAreaTop" fmla="*/ 0 h 711360"/>
                <a:gd name="textAreaBottom" fmla="*/ 714960 h 711360"/>
              </a:gdLst>
              <a:ahLst/>
              <a:cxnLst/>
              <a:rect l="textAreaLeft" t="textAreaTop" r="textAreaRight" b="textAreaBottom"/>
              <a:pathLst>
                <a:path w="3574916" h="714983">
                  <a:moveTo>
                    <a:pt x="714983" y="714983"/>
                  </a:move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2144950" y="714983"/>
                  </a:lnTo>
                  <a:lnTo>
                    <a:pt x="2502442" y="714983"/>
                  </a:lnTo>
                  <a:lnTo>
                    <a:pt x="2859933" y="714983"/>
                  </a:lnTo>
                  <a:lnTo>
                    <a:pt x="3217425" y="714983"/>
                  </a:lnTo>
                  <a:lnTo>
                    <a:pt x="3574917" y="714983"/>
                  </a:lnTo>
                  <a:lnTo>
                    <a:pt x="3574917" y="357492"/>
                  </a:lnTo>
                  <a:lnTo>
                    <a:pt x="3217425" y="357492"/>
                  </a:lnTo>
                  <a:lnTo>
                    <a:pt x="2859933" y="357492"/>
                  </a:lnTo>
                  <a:lnTo>
                    <a:pt x="2502442" y="357492"/>
                  </a:lnTo>
                  <a:lnTo>
                    <a:pt x="2144950" y="357492"/>
                  </a:lnTo>
                  <a:lnTo>
                    <a:pt x="2144950" y="0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429967" y="357492"/>
                  </a:ln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4" name="Google Shape;627;p67"/>
            <p:cNvSpPr/>
            <p:nvPr/>
          </p:nvSpPr>
          <p:spPr>
            <a:xfrm>
              <a:off x="7811280" y="186120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5" name="Google Shape;628;p67"/>
            <p:cNvSpPr/>
            <p:nvPr/>
          </p:nvSpPr>
          <p:spPr>
            <a:xfrm>
              <a:off x="7453800" y="150372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76" name="Google Shape;629;p67"/>
          <p:cNvSpPr/>
          <p:nvPr/>
        </p:nvSpPr>
        <p:spPr>
          <a:xfrm>
            <a:off x="824400" y="5846760"/>
            <a:ext cx="1284840" cy="7862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7" name="Google Shape;630;p67"/>
          <p:cNvSpPr/>
          <p:nvPr/>
        </p:nvSpPr>
        <p:spPr>
          <a:xfrm>
            <a:off x="12072960" y="-628560"/>
            <a:ext cx="353880" cy="7806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8" name="Google Shape;631;p67"/>
          <p:cNvSpPr/>
          <p:nvPr/>
        </p:nvSpPr>
        <p:spPr>
          <a:xfrm>
            <a:off x="-91080" y="-476280"/>
            <a:ext cx="777600" cy="7806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9" name="Google Shape;632;p67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0" name="Google Shape;633;p67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1" name="Google Shape;634;p67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2" name="Google Shape;635;p67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3" name="Google Shape;636;p67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Google Shape;637;p67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Google Shape;638;p67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6" name="Google Shape;639;p67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Google Shape;640;p67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Google Shape;641;p67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89" name="Google Shape;642;p67"/>
          <p:cNvGrpSpPr/>
          <p:nvPr/>
        </p:nvGrpSpPr>
        <p:grpSpPr>
          <a:xfrm>
            <a:off x="991080" y="5682960"/>
            <a:ext cx="1149840" cy="816840"/>
            <a:chOff x="991080" y="5682960"/>
            <a:chExt cx="1149840" cy="816840"/>
          </a:xfrm>
        </p:grpSpPr>
        <p:grpSp>
          <p:nvGrpSpPr>
            <p:cNvPr id="1990" name="Google Shape;643;p67"/>
            <p:cNvGrpSpPr/>
            <p:nvPr/>
          </p:nvGrpSpPr>
          <p:grpSpPr>
            <a:xfrm>
              <a:off x="991080" y="5900040"/>
              <a:ext cx="957240" cy="231480"/>
              <a:chOff x="991080" y="5900040"/>
              <a:chExt cx="957240" cy="231480"/>
            </a:xfrm>
          </p:grpSpPr>
          <p:sp>
            <p:nvSpPr>
              <p:cNvPr id="1991" name="Google Shape;644;p67"/>
              <p:cNvSpPr/>
              <p:nvPr/>
            </p:nvSpPr>
            <p:spPr>
              <a:xfrm>
                <a:off x="991080" y="5900040"/>
                <a:ext cx="113760" cy="230400"/>
              </a:xfrm>
              <a:custGeom>
                <a:avLst/>
                <a:gdLst>
                  <a:gd name="textAreaLeft" fmla="*/ 0 w 113760"/>
                  <a:gd name="textAreaRight" fmla="*/ 117360 w 113760"/>
                  <a:gd name="textAreaTop" fmla="*/ 0 h 230400"/>
                  <a:gd name="textAreaBottom" fmla="*/ 234000 h 23040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2" name="Google Shape;645;p67"/>
              <p:cNvSpPr/>
              <p:nvPr/>
            </p:nvSpPr>
            <p:spPr>
              <a:xfrm>
                <a:off x="1132560" y="5943600"/>
                <a:ext cx="177120" cy="187920"/>
              </a:xfrm>
              <a:custGeom>
                <a:avLst/>
                <a:gdLst>
                  <a:gd name="textAreaLeft" fmla="*/ 0 w 177120"/>
                  <a:gd name="textAreaRight" fmla="*/ 180720 w 17712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3" name="Google Shape;646;p67"/>
              <p:cNvSpPr/>
              <p:nvPr/>
            </p:nvSpPr>
            <p:spPr>
              <a:xfrm>
                <a:off x="1343160" y="5943600"/>
                <a:ext cx="167400" cy="187920"/>
              </a:xfrm>
              <a:custGeom>
                <a:avLst/>
                <a:gdLst>
                  <a:gd name="textAreaLeft" fmla="*/ 0 w 167400"/>
                  <a:gd name="textAreaRight" fmla="*/ 171000 w 16740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4" name="Google Shape;647;p67"/>
              <p:cNvSpPr/>
              <p:nvPr/>
            </p:nvSpPr>
            <p:spPr>
              <a:xfrm>
                <a:off x="1548000" y="5943600"/>
                <a:ext cx="164880" cy="183600"/>
              </a:xfrm>
              <a:custGeom>
                <a:avLst/>
                <a:gdLst>
                  <a:gd name="textAreaLeft" fmla="*/ 0 w 164880"/>
                  <a:gd name="textAreaRight" fmla="*/ 168480 w 164880"/>
                  <a:gd name="textAreaTop" fmla="*/ 0 h 183600"/>
                  <a:gd name="textAreaBottom" fmla="*/ 187200 h 18360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5" name="Google Shape;648;p67"/>
              <p:cNvSpPr/>
              <p:nvPr/>
            </p:nvSpPr>
            <p:spPr>
              <a:xfrm>
                <a:off x="1752840" y="5943600"/>
                <a:ext cx="195480" cy="187920"/>
              </a:xfrm>
              <a:custGeom>
                <a:avLst/>
                <a:gdLst>
                  <a:gd name="textAreaLeft" fmla="*/ 0 w 195480"/>
                  <a:gd name="textAreaRight" fmla="*/ 199080 w 19548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996" name="Google Shape;649;p67"/>
            <p:cNvGrpSpPr/>
            <p:nvPr/>
          </p:nvGrpSpPr>
          <p:grpSpPr>
            <a:xfrm>
              <a:off x="1321920" y="6197400"/>
              <a:ext cx="819000" cy="302400"/>
              <a:chOff x="1321920" y="6197400"/>
              <a:chExt cx="819000" cy="302400"/>
            </a:xfrm>
          </p:grpSpPr>
          <p:sp>
            <p:nvSpPr>
              <p:cNvPr id="1997" name="Google Shape;650;p67"/>
              <p:cNvSpPr/>
              <p:nvPr/>
            </p:nvSpPr>
            <p:spPr>
              <a:xfrm>
                <a:off x="1321920" y="6197400"/>
                <a:ext cx="48600" cy="246960"/>
              </a:xfrm>
              <a:custGeom>
                <a:avLst/>
                <a:gdLst>
                  <a:gd name="textAreaLeft" fmla="*/ 0 w 48600"/>
                  <a:gd name="textAreaRight" fmla="*/ 52200 w 48600"/>
                  <a:gd name="textAreaTop" fmla="*/ 0 h 246960"/>
                  <a:gd name="textAreaBottom" fmla="*/ 250560 h 24696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8" name="Google Shape;651;p67"/>
              <p:cNvSpPr/>
              <p:nvPr/>
            </p:nvSpPr>
            <p:spPr>
              <a:xfrm>
                <a:off x="1414440" y="6260760"/>
                <a:ext cx="195480" cy="187920"/>
              </a:xfrm>
              <a:custGeom>
                <a:avLst/>
                <a:gdLst>
                  <a:gd name="textAreaLeft" fmla="*/ 0 w 195480"/>
                  <a:gd name="textAreaRight" fmla="*/ 199080 w 19548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99" name="Google Shape;652;p67"/>
              <p:cNvSpPr/>
              <p:nvPr/>
            </p:nvSpPr>
            <p:spPr>
              <a:xfrm>
                <a:off x="1642680" y="6260400"/>
                <a:ext cx="189720" cy="239400"/>
              </a:xfrm>
              <a:custGeom>
                <a:avLst/>
                <a:gdLst>
                  <a:gd name="textAreaLeft" fmla="*/ 0 w 189720"/>
                  <a:gd name="textAreaRight" fmla="*/ 193320 w 189720"/>
                  <a:gd name="textAreaTop" fmla="*/ 0 h 239400"/>
                  <a:gd name="textAreaBottom" fmla="*/ 243000 h 23940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0" name="Google Shape;653;p67"/>
              <p:cNvSpPr/>
              <p:nvPr/>
            </p:nvSpPr>
            <p:spPr>
              <a:xfrm>
                <a:off x="1883880" y="6197400"/>
                <a:ext cx="51480" cy="246960"/>
              </a:xfrm>
              <a:custGeom>
                <a:avLst/>
                <a:gdLst>
                  <a:gd name="textAreaLeft" fmla="*/ 0 w 51480"/>
                  <a:gd name="textAreaRight" fmla="*/ 55080 w 51480"/>
                  <a:gd name="textAreaTop" fmla="*/ 0 h 246960"/>
                  <a:gd name="textAreaBottom" fmla="*/ 250560 h 24696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1" name="Google Shape;654;p67"/>
              <p:cNvSpPr/>
              <p:nvPr/>
            </p:nvSpPr>
            <p:spPr>
              <a:xfrm>
                <a:off x="1975320" y="6261840"/>
                <a:ext cx="165600" cy="185760"/>
              </a:xfrm>
              <a:custGeom>
                <a:avLst/>
                <a:gdLst>
                  <a:gd name="textAreaLeft" fmla="*/ 0 w 165600"/>
                  <a:gd name="textAreaRight" fmla="*/ 169200 w 165600"/>
                  <a:gd name="textAreaTop" fmla="*/ 0 h 185760"/>
                  <a:gd name="textAreaBottom" fmla="*/ 189360 h 18576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002" name="Google Shape;655;p67"/>
            <p:cNvGrpSpPr/>
            <p:nvPr/>
          </p:nvGrpSpPr>
          <p:grpSpPr>
            <a:xfrm>
              <a:off x="1059120" y="5682960"/>
              <a:ext cx="475200" cy="116280"/>
              <a:chOff x="1059120" y="5682960"/>
              <a:chExt cx="475200" cy="116280"/>
            </a:xfrm>
          </p:grpSpPr>
          <p:sp>
            <p:nvSpPr>
              <p:cNvPr id="2003" name="Google Shape;656;p67"/>
              <p:cNvSpPr/>
              <p:nvPr/>
            </p:nvSpPr>
            <p:spPr>
              <a:xfrm>
                <a:off x="1463040" y="5688000"/>
                <a:ext cx="71280" cy="110880"/>
              </a:xfrm>
              <a:custGeom>
                <a:avLst/>
                <a:gdLst>
                  <a:gd name="textAreaLeft" fmla="*/ 0 w 71280"/>
                  <a:gd name="textAreaRight" fmla="*/ 74880 w 71280"/>
                  <a:gd name="textAreaTop" fmla="*/ 0 h 110880"/>
                  <a:gd name="textAreaBottom" fmla="*/ 114480 h 11088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4" name="Google Shape;657;p67"/>
              <p:cNvSpPr/>
              <p:nvPr/>
            </p:nvSpPr>
            <p:spPr>
              <a:xfrm>
                <a:off x="1059120" y="5682960"/>
                <a:ext cx="104760" cy="116280"/>
              </a:xfrm>
              <a:custGeom>
                <a:avLst/>
                <a:gdLst>
                  <a:gd name="textAreaLeft" fmla="*/ 0 w 104760"/>
                  <a:gd name="textAreaRight" fmla="*/ 108360 w 104760"/>
                  <a:gd name="textAreaTop" fmla="*/ 0 h 116280"/>
                  <a:gd name="textAreaBottom" fmla="*/ 119880 h 11628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5" name="Google Shape;658;p67"/>
              <p:cNvSpPr/>
              <p:nvPr/>
            </p:nvSpPr>
            <p:spPr>
              <a:xfrm>
                <a:off x="1163520" y="5699520"/>
                <a:ext cx="101520" cy="95760"/>
              </a:xfrm>
              <a:custGeom>
                <a:avLst/>
                <a:gdLst>
                  <a:gd name="textAreaLeft" fmla="*/ 0 w 101520"/>
                  <a:gd name="textAreaRight" fmla="*/ 105120 w 101520"/>
                  <a:gd name="textAreaTop" fmla="*/ 0 h 95760"/>
                  <a:gd name="textAreaBottom" fmla="*/ 99360 h 9576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6" name="Google Shape;659;p67"/>
              <p:cNvSpPr/>
              <p:nvPr/>
            </p:nvSpPr>
            <p:spPr>
              <a:xfrm>
                <a:off x="1267560" y="5700600"/>
                <a:ext cx="95040" cy="92880"/>
              </a:xfrm>
              <a:custGeom>
                <a:avLst/>
                <a:gdLst>
                  <a:gd name="textAreaLeft" fmla="*/ 0 w 95040"/>
                  <a:gd name="textAreaRight" fmla="*/ 98640 w 95040"/>
                  <a:gd name="textAreaTop" fmla="*/ 0 h 92880"/>
                  <a:gd name="textAreaBottom" fmla="*/ 96480 h 9288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07" name="Google Shape;660;p67"/>
              <p:cNvSpPr/>
              <p:nvPr/>
            </p:nvSpPr>
            <p:spPr>
              <a:xfrm>
                <a:off x="1365120" y="5700240"/>
                <a:ext cx="95760" cy="94680"/>
              </a:xfrm>
              <a:custGeom>
                <a:avLst/>
                <a:gdLst>
                  <a:gd name="textAreaLeft" fmla="*/ 0 w 95760"/>
                  <a:gd name="textAreaRight" fmla="*/ 99360 w 95760"/>
                  <a:gd name="textAreaTop" fmla="*/ 0 h 94680"/>
                  <a:gd name="textAreaBottom" fmla="*/ 98280 h 9468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008" name="Google Shape;661;p67"/>
          <p:cNvGrpSpPr/>
          <p:nvPr/>
        </p:nvGrpSpPr>
        <p:grpSpPr>
          <a:xfrm>
            <a:off x="8526240" y="1503720"/>
            <a:ext cx="2141640" cy="3571560"/>
            <a:chOff x="8526240" y="1503720"/>
            <a:chExt cx="2141640" cy="3571560"/>
          </a:xfrm>
        </p:grpSpPr>
        <p:sp>
          <p:nvSpPr>
            <p:cNvPr id="2009" name="Google Shape;662;p67"/>
            <p:cNvSpPr/>
            <p:nvPr/>
          </p:nvSpPr>
          <p:spPr>
            <a:xfrm>
              <a:off x="8526240" y="4721400"/>
              <a:ext cx="1783800" cy="353880"/>
            </a:xfrm>
            <a:custGeom>
              <a:avLst/>
              <a:gdLst>
                <a:gd name="textAreaLeft" fmla="*/ 0 w 1783800"/>
                <a:gd name="textAreaRight" fmla="*/ 1787400 w 178380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1787458" h="357491">
                  <a:moveTo>
                    <a:pt x="1072475" y="0"/>
                  </a:moveTo>
                  <a:lnTo>
                    <a:pt x="714983" y="0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357492" y="357492"/>
                  </a:lnTo>
                  <a:lnTo>
                    <a:pt x="714983" y="357492"/>
                  </a:lnTo>
                  <a:lnTo>
                    <a:pt x="1072475" y="357492"/>
                  </a:lnTo>
                  <a:lnTo>
                    <a:pt x="1429967" y="357492"/>
                  </a:lnTo>
                  <a:lnTo>
                    <a:pt x="1787458" y="357492"/>
                  </a:lnTo>
                  <a:lnTo>
                    <a:pt x="1787458" y="0"/>
                  </a:lnTo>
                  <a:lnTo>
                    <a:pt x="1429967" y="0"/>
                  </a:lnTo>
                  <a:lnTo>
                    <a:pt x="1072475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0" name="Google Shape;663;p67"/>
            <p:cNvSpPr/>
            <p:nvPr/>
          </p:nvSpPr>
          <p:spPr>
            <a:xfrm>
              <a:off x="10314000" y="2933640"/>
              <a:ext cx="353880" cy="178380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1783800"/>
                <a:gd name="textAreaBottom" fmla="*/ 1787400 h 1783800"/>
              </a:gdLst>
              <a:ahLst/>
              <a:cxnLst/>
              <a:rect l="textAreaLeft" t="textAreaTop" r="textAreaRight" b="textAreaBottom"/>
              <a:pathLst>
                <a:path w="357491" h="1787458">
                  <a:moveTo>
                    <a:pt x="0" y="0"/>
                  </a:moveTo>
                  <a:lnTo>
                    <a:pt x="0" y="357492"/>
                  </a:lnTo>
                  <a:lnTo>
                    <a:pt x="0" y="714983"/>
                  </a:lnTo>
                  <a:lnTo>
                    <a:pt x="0" y="1072475"/>
                  </a:lnTo>
                  <a:lnTo>
                    <a:pt x="0" y="1429967"/>
                  </a:lnTo>
                  <a:lnTo>
                    <a:pt x="0" y="1787459"/>
                  </a:lnTo>
                  <a:lnTo>
                    <a:pt x="357492" y="1787459"/>
                  </a:lnTo>
                  <a:lnTo>
                    <a:pt x="357492" y="1429967"/>
                  </a:lnTo>
                  <a:lnTo>
                    <a:pt x="357492" y="1072475"/>
                  </a:lnTo>
                  <a:lnTo>
                    <a:pt x="357492" y="714983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1" name="Google Shape;664;p67"/>
            <p:cNvSpPr/>
            <p:nvPr/>
          </p:nvSpPr>
          <p:spPr>
            <a:xfrm>
              <a:off x="8526240" y="2218680"/>
              <a:ext cx="1783800" cy="711360"/>
            </a:xfrm>
            <a:custGeom>
              <a:avLst/>
              <a:gdLst>
                <a:gd name="textAreaLeft" fmla="*/ 0 w 1783800"/>
                <a:gd name="textAreaRight" fmla="*/ 1787400 w 1783800"/>
                <a:gd name="textAreaTop" fmla="*/ 0 h 711360"/>
                <a:gd name="textAreaBottom" fmla="*/ 714960 h 711360"/>
              </a:gdLst>
              <a:ahLst/>
              <a:cxnLst/>
              <a:rect l="textAreaLeft" t="textAreaTop" r="textAreaRight" b="textAreaBottom"/>
              <a:pathLst>
                <a:path w="1787458" h="714983">
                  <a:moveTo>
                    <a:pt x="1429967" y="357492"/>
                  </a:moveTo>
                  <a:lnTo>
                    <a:pt x="1072475" y="357492"/>
                  </a:lnTo>
                  <a:lnTo>
                    <a:pt x="714983" y="357492"/>
                  </a:lnTo>
                  <a:lnTo>
                    <a:pt x="357492" y="357492"/>
                  </a:lnTo>
                  <a:lnTo>
                    <a:pt x="357492" y="0"/>
                  </a:lnTo>
                  <a:lnTo>
                    <a:pt x="0" y="0"/>
                  </a:lnTo>
                  <a:lnTo>
                    <a:pt x="0" y="357492"/>
                  </a:lnTo>
                  <a:lnTo>
                    <a:pt x="0" y="714983"/>
                  </a:lnTo>
                  <a:lnTo>
                    <a:pt x="357492" y="714983"/>
                  </a:lnTo>
                  <a:lnTo>
                    <a:pt x="714983" y="714983"/>
                  </a:lnTo>
                  <a:lnTo>
                    <a:pt x="1072475" y="714983"/>
                  </a:lnTo>
                  <a:lnTo>
                    <a:pt x="1429967" y="714983"/>
                  </a:lnTo>
                  <a:lnTo>
                    <a:pt x="1787458" y="714983"/>
                  </a:lnTo>
                  <a:lnTo>
                    <a:pt x="1787458" y="357492"/>
                  </a:lnTo>
                  <a:lnTo>
                    <a:pt x="1429967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2" name="Google Shape;665;p67"/>
            <p:cNvSpPr/>
            <p:nvPr/>
          </p:nvSpPr>
          <p:spPr>
            <a:xfrm>
              <a:off x="8526240" y="3470040"/>
              <a:ext cx="532800" cy="711360"/>
            </a:xfrm>
            <a:custGeom>
              <a:avLst/>
              <a:gdLst>
                <a:gd name="textAreaLeft" fmla="*/ 0 w 532800"/>
                <a:gd name="textAreaRight" fmla="*/ 536400 w 532800"/>
                <a:gd name="textAreaTop" fmla="*/ 0 h 711360"/>
                <a:gd name="textAreaBottom" fmla="*/ 714960 h 711360"/>
              </a:gdLst>
              <a:ahLst/>
              <a:cxnLst/>
              <a:rect l="textAreaLeft" t="textAreaTop" r="textAreaRight" b="textAreaBottom"/>
              <a:pathLst>
                <a:path w="536237" h="714983">
                  <a:moveTo>
                    <a:pt x="178746" y="536238"/>
                  </a:moveTo>
                  <a:lnTo>
                    <a:pt x="357492" y="536238"/>
                  </a:lnTo>
                  <a:lnTo>
                    <a:pt x="357492" y="446865"/>
                  </a:lnTo>
                  <a:lnTo>
                    <a:pt x="536238" y="446865"/>
                  </a:lnTo>
                  <a:lnTo>
                    <a:pt x="536238" y="268119"/>
                  </a:lnTo>
                  <a:lnTo>
                    <a:pt x="357492" y="268119"/>
                  </a:lnTo>
                  <a:lnTo>
                    <a:pt x="357492" y="178746"/>
                  </a:lnTo>
                  <a:lnTo>
                    <a:pt x="178746" y="178746"/>
                  </a:lnTo>
                  <a:lnTo>
                    <a:pt x="178746" y="0"/>
                  </a:lnTo>
                  <a:lnTo>
                    <a:pt x="0" y="0"/>
                  </a:lnTo>
                  <a:lnTo>
                    <a:pt x="0" y="178746"/>
                  </a:lnTo>
                  <a:lnTo>
                    <a:pt x="0" y="357492"/>
                  </a:lnTo>
                  <a:lnTo>
                    <a:pt x="0" y="536238"/>
                  </a:lnTo>
                  <a:lnTo>
                    <a:pt x="0" y="714983"/>
                  </a:lnTo>
                  <a:lnTo>
                    <a:pt x="178746" y="714983"/>
                  </a:lnTo>
                  <a:lnTo>
                    <a:pt x="178746" y="536238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3" name="Google Shape;666;p67"/>
            <p:cNvSpPr/>
            <p:nvPr/>
          </p:nvSpPr>
          <p:spPr>
            <a:xfrm>
              <a:off x="8883720" y="186120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4" name="Google Shape;667;p67"/>
            <p:cNvSpPr/>
            <p:nvPr/>
          </p:nvSpPr>
          <p:spPr>
            <a:xfrm>
              <a:off x="9241200" y="1503720"/>
              <a:ext cx="353880" cy="353880"/>
            </a:xfrm>
            <a:custGeom>
              <a:avLst/>
              <a:gdLst>
                <a:gd name="textAreaLeft" fmla="*/ 0 w 353880"/>
                <a:gd name="textAreaRight" fmla="*/ 357480 w 353880"/>
                <a:gd name="textAreaTop" fmla="*/ 0 h 353880"/>
                <a:gd name="textAreaBottom" fmla="*/ 357480 h 353880"/>
              </a:gdLst>
              <a:ahLst/>
              <a:cxnLst/>
              <a:rect l="textAreaLeft" t="textAreaTop" r="textAreaRight" b="textAreaBottom"/>
              <a:pathLst>
                <a:path w="357491" h="357491">
                  <a:moveTo>
                    <a:pt x="0" y="0"/>
                  </a:moveTo>
                  <a:lnTo>
                    <a:pt x="357492" y="0"/>
                  </a:lnTo>
                  <a:lnTo>
                    <a:pt x="357492" y="357492"/>
                  </a:lnTo>
                  <a:lnTo>
                    <a:pt x="0" y="357492"/>
                  </a:lnTo>
                  <a:close/>
                </a:path>
              </a:pathLst>
            </a:cu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476;p64"/>
          <p:cNvSpPr/>
          <p:nvPr/>
        </p:nvSpPr>
        <p:spPr>
          <a:xfrm>
            <a:off x="35420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8" name="Google Shape;477;p64"/>
          <p:cNvSpPr/>
          <p:nvPr/>
        </p:nvSpPr>
        <p:spPr>
          <a:xfrm>
            <a:off x="40971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9" name="Google Shape;478;p64"/>
          <p:cNvSpPr/>
          <p:nvPr/>
        </p:nvSpPr>
        <p:spPr>
          <a:xfrm>
            <a:off x="460476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0" name="Google Shape;479;p64"/>
          <p:cNvSpPr/>
          <p:nvPr/>
        </p:nvSpPr>
        <p:spPr>
          <a:xfrm>
            <a:off x="51192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1" name="Google Shape;480;p64"/>
          <p:cNvSpPr/>
          <p:nvPr/>
        </p:nvSpPr>
        <p:spPr>
          <a:xfrm>
            <a:off x="56336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2" name="Google Shape;481;p64"/>
          <p:cNvSpPr/>
          <p:nvPr/>
        </p:nvSpPr>
        <p:spPr>
          <a:xfrm>
            <a:off x="67003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3" name="Google Shape;482;p64"/>
          <p:cNvSpPr/>
          <p:nvPr/>
        </p:nvSpPr>
        <p:spPr>
          <a:xfrm>
            <a:off x="618912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4" name="Google Shape;483;p64"/>
          <p:cNvSpPr/>
          <p:nvPr/>
        </p:nvSpPr>
        <p:spPr>
          <a:xfrm>
            <a:off x="729684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5" name="Google Shape;484;p64"/>
          <p:cNvSpPr/>
          <p:nvPr/>
        </p:nvSpPr>
        <p:spPr>
          <a:xfrm>
            <a:off x="785880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6" name="Google Shape;485;p64"/>
          <p:cNvSpPr/>
          <p:nvPr/>
        </p:nvSpPr>
        <p:spPr>
          <a:xfrm>
            <a:off x="8401680" y="706104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27" name="Google Shape;486;p64"/>
          <p:cNvGrpSpPr/>
          <p:nvPr/>
        </p:nvGrpSpPr>
        <p:grpSpPr>
          <a:xfrm>
            <a:off x="384840" y="6026040"/>
            <a:ext cx="892800" cy="215640"/>
            <a:chOff x="384840" y="6026040"/>
            <a:chExt cx="892800" cy="215640"/>
          </a:xfrm>
        </p:grpSpPr>
        <p:sp>
          <p:nvSpPr>
            <p:cNvPr id="2028" name="Google Shape;487;p64"/>
            <p:cNvSpPr/>
            <p:nvPr/>
          </p:nvSpPr>
          <p:spPr>
            <a:xfrm>
              <a:off x="384840" y="6026040"/>
              <a:ext cx="105840" cy="214920"/>
            </a:xfrm>
            <a:custGeom>
              <a:avLst/>
              <a:gdLst>
                <a:gd name="textAreaLeft" fmla="*/ 0 w 105840"/>
                <a:gd name="textAreaRight" fmla="*/ 109440 w 105840"/>
                <a:gd name="textAreaTop" fmla="*/ 0 h 214920"/>
                <a:gd name="textAreaBottom" fmla="*/ 218520 h 214920"/>
              </a:gdLst>
              <a:ahLst/>
              <a:cxnLst/>
              <a:rect l="textAreaLeft" t="textAreaTop" r="textAreaRight" b="textAreaBottom"/>
              <a:pathLst>
                <a:path w="109498" h="218356">
                  <a:moveTo>
                    <a:pt x="70438" y="218357"/>
                  </a:moveTo>
                  <a:cubicBezTo>
                    <a:pt x="40662" y="218357"/>
                    <a:pt x="20491" y="206511"/>
                    <a:pt x="20491" y="166809"/>
                  </a:cubicBezTo>
                  <a:lnTo>
                    <a:pt x="20491" y="85486"/>
                  </a:lnTo>
                  <a:lnTo>
                    <a:pt x="0" y="85486"/>
                  </a:lnTo>
                  <a:lnTo>
                    <a:pt x="0" y="43864"/>
                  </a:lnTo>
                  <a:lnTo>
                    <a:pt x="20491" y="43864"/>
                  </a:lnTo>
                  <a:lnTo>
                    <a:pt x="20491" y="0"/>
                  </a:lnTo>
                  <a:lnTo>
                    <a:pt x="69157" y="0"/>
                  </a:lnTo>
                  <a:lnTo>
                    <a:pt x="69157" y="43864"/>
                  </a:lnTo>
                  <a:lnTo>
                    <a:pt x="109499" y="43864"/>
                  </a:lnTo>
                  <a:lnTo>
                    <a:pt x="109499" y="85486"/>
                  </a:lnTo>
                  <a:lnTo>
                    <a:pt x="69157" y="85486"/>
                  </a:lnTo>
                  <a:lnTo>
                    <a:pt x="69157" y="158805"/>
                  </a:lnTo>
                  <a:cubicBezTo>
                    <a:pt x="69157" y="170011"/>
                    <a:pt x="73960" y="175454"/>
                    <a:pt x="84845" y="175454"/>
                  </a:cubicBezTo>
                  <a:cubicBezTo>
                    <a:pt x="93810" y="175454"/>
                    <a:pt x="101815" y="173213"/>
                    <a:pt x="108858" y="169371"/>
                  </a:cubicBezTo>
                  <a:lnTo>
                    <a:pt x="108858" y="208432"/>
                  </a:lnTo>
                  <a:cubicBezTo>
                    <a:pt x="98613" y="214515"/>
                    <a:pt x="86766" y="218357"/>
                    <a:pt x="70438" y="218357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29" name="Google Shape;488;p64"/>
            <p:cNvSpPr/>
            <p:nvPr/>
          </p:nvSpPr>
          <p:spPr>
            <a:xfrm>
              <a:off x="516960" y="6066720"/>
              <a:ext cx="164880" cy="174960"/>
            </a:xfrm>
            <a:custGeom>
              <a:avLst/>
              <a:gdLst>
                <a:gd name="textAreaLeft" fmla="*/ 0 w 164880"/>
                <a:gd name="textAreaRight" fmla="*/ 168480 w 164880"/>
                <a:gd name="textAreaTop" fmla="*/ 0 h 174960"/>
                <a:gd name="textAreaBottom" fmla="*/ 178560 h 174960"/>
              </a:gdLst>
              <a:ahLst/>
              <a:cxnLst/>
              <a:rect l="textAreaLeft" t="textAreaTop" r="textAreaRight" b="textAreaBottom"/>
              <a:pathLst>
                <a:path w="168410" h="178655">
                  <a:moveTo>
                    <a:pt x="167770" y="105977"/>
                  </a:moveTo>
                  <a:lnTo>
                    <a:pt x="48346" y="105977"/>
                  </a:lnTo>
                  <a:cubicBezTo>
                    <a:pt x="53148" y="128069"/>
                    <a:pt x="68517" y="139595"/>
                    <a:pt x="90288" y="139595"/>
                  </a:cubicBezTo>
                  <a:cubicBezTo>
                    <a:pt x="106617" y="139595"/>
                    <a:pt x="118463" y="134472"/>
                    <a:pt x="131911" y="121985"/>
                  </a:cubicBezTo>
                  <a:lnTo>
                    <a:pt x="159766" y="146639"/>
                  </a:lnTo>
                  <a:cubicBezTo>
                    <a:pt x="143757" y="166489"/>
                    <a:pt x="120705" y="178656"/>
                    <a:pt x="89648" y="178656"/>
                  </a:cubicBezTo>
                  <a:cubicBezTo>
                    <a:pt x="38100" y="178656"/>
                    <a:pt x="0" y="142476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4899" y="0"/>
                    <a:pt x="84845" y="0"/>
                  </a:cubicBezTo>
                  <a:cubicBezTo>
                    <a:pt x="142156" y="0"/>
                    <a:pt x="168410" y="44504"/>
                    <a:pt x="168410" y="93170"/>
                  </a:cubicBezTo>
                  <a:lnTo>
                    <a:pt x="168410" y="93810"/>
                  </a:lnTo>
                  <a:cubicBezTo>
                    <a:pt x="168410" y="98613"/>
                    <a:pt x="168090" y="101494"/>
                    <a:pt x="167770" y="105977"/>
                  </a:cubicBezTo>
                  <a:close/>
                  <a:moveTo>
                    <a:pt x="84845" y="39061"/>
                  </a:moveTo>
                  <a:cubicBezTo>
                    <a:pt x="64675" y="39061"/>
                    <a:pt x="51548" y="53469"/>
                    <a:pt x="47706" y="75560"/>
                  </a:cubicBezTo>
                  <a:lnTo>
                    <a:pt x="121025" y="75560"/>
                  </a:lnTo>
                  <a:cubicBezTo>
                    <a:pt x="118143" y="53789"/>
                    <a:pt x="105336" y="39061"/>
                    <a:pt x="84845" y="39061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0" name="Google Shape;489;p64"/>
            <p:cNvSpPr/>
            <p:nvPr/>
          </p:nvSpPr>
          <p:spPr>
            <a:xfrm>
              <a:off x="713160" y="6066720"/>
              <a:ext cx="155880" cy="174960"/>
            </a:xfrm>
            <a:custGeom>
              <a:avLst/>
              <a:gdLst>
                <a:gd name="textAreaLeft" fmla="*/ 0 w 155880"/>
                <a:gd name="textAreaRight" fmla="*/ 159480 w 155880"/>
                <a:gd name="textAreaTop" fmla="*/ 0 h 174960"/>
                <a:gd name="textAreaBottom" fmla="*/ 178560 h 174960"/>
              </a:gdLst>
              <a:ahLst/>
              <a:cxnLst/>
              <a:rect l="textAreaLeft" t="textAreaTop" r="textAreaRight" b="textAreaBottom"/>
              <a:pathLst>
                <a:path w="159445" h="178655">
                  <a:moveTo>
                    <a:pt x="89328" y="178656"/>
                  </a:moveTo>
                  <a:cubicBezTo>
                    <a:pt x="37780" y="178656"/>
                    <a:pt x="0" y="138954"/>
                    <a:pt x="0" y="89968"/>
                  </a:cubicBezTo>
                  <a:lnTo>
                    <a:pt x="0" y="89328"/>
                  </a:lnTo>
                  <a:cubicBezTo>
                    <a:pt x="0" y="40342"/>
                    <a:pt x="37460" y="0"/>
                    <a:pt x="89968" y="0"/>
                  </a:cubicBezTo>
                  <a:cubicBezTo>
                    <a:pt x="122306" y="0"/>
                    <a:pt x="142476" y="10886"/>
                    <a:pt x="158485" y="28815"/>
                  </a:cubicBezTo>
                  <a:lnTo>
                    <a:pt x="128709" y="60833"/>
                  </a:lnTo>
                  <a:cubicBezTo>
                    <a:pt x="117823" y="49306"/>
                    <a:pt x="106937" y="41942"/>
                    <a:pt x="89648" y="41942"/>
                  </a:cubicBezTo>
                  <a:cubicBezTo>
                    <a:pt x="6531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5582"/>
                    <a:pt x="64995" y="136713"/>
                    <a:pt x="91569" y="136713"/>
                  </a:cubicBezTo>
                  <a:cubicBezTo>
                    <a:pt x="107898" y="136713"/>
                    <a:pt x="119104" y="129669"/>
                    <a:pt x="130950" y="118463"/>
                  </a:cubicBezTo>
                  <a:lnTo>
                    <a:pt x="159445" y="147279"/>
                  </a:lnTo>
                  <a:cubicBezTo>
                    <a:pt x="142796" y="165529"/>
                    <a:pt x="123586" y="178656"/>
                    <a:pt x="89328" y="178656"/>
                  </a:cubicBez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1" name="Google Shape;490;p64"/>
            <p:cNvSpPr/>
            <p:nvPr/>
          </p:nvSpPr>
          <p:spPr>
            <a:xfrm>
              <a:off x="904320" y="6066720"/>
              <a:ext cx="153720" cy="171360"/>
            </a:xfrm>
            <a:custGeom>
              <a:avLst/>
              <a:gdLst>
                <a:gd name="textAreaLeft" fmla="*/ 0 w 153720"/>
                <a:gd name="textAreaRight" fmla="*/ 157320 w 153720"/>
                <a:gd name="textAreaTop" fmla="*/ 0 h 171360"/>
                <a:gd name="textAreaBottom" fmla="*/ 174960 h 171360"/>
              </a:gdLst>
              <a:ahLst/>
              <a:cxnLst/>
              <a:rect l="textAreaLeft" t="textAreaTop" r="textAreaRight" b="textAreaBottom"/>
              <a:pathLst>
                <a:path w="157204" h="174813">
                  <a:moveTo>
                    <a:pt x="108538" y="174814"/>
                  </a:moveTo>
                  <a:lnTo>
                    <a:pt x="108538" y="79082"/>
                  </a:lnTo>
                  <a:cubicBezTo>
                    <a:pt x="108538" y="56030"/>
                    <a:pt x="97652" y="44184"/>
                    <a:pt x="79082" y="44184"/>
                  </a:cubicBezTo>
                  <a:cubicBezTo>
                    <a:pt x="60512" y="44184"/>
                    <a:pt x="48666" y="56030"/>
                    <a:pt x="48666" y="79082"/>
                  </a:cubicBezTo>
                  <a:lnTo>
                    <a:pt x="48666" y="174814"/>
                  </a:lnTo>
                  <a:lnTo>
                    <a:pt x="0" y="174814"/>
                  </a:lnTo>
                  <a:lnTo>
                    <a:pt x="0" y="3202"/>
                  </a:lnTo>
                  <a:lnTo>
                    <a:pt x="48666" y="3202"/>
                  </a:lnTo>
                  <a:lnTo>
                    <a:pt x="48666" y="27535"/>
                  </a:lnTo>
                  <a:cubicBezTo>
                    <a:pt x="59872" y="13127"/>
                    <a:pt x="74280" y="0"/>
                    <a:pt x="98933" y="0"/>
                  </a:cubicBezTo>
                  <a:cubicBezTo>
                    <a:pt x="135753" y="0"/>
                    <a:pt x="157204" y="24333"/>
                    <a:pt x="157204" y="63714"/>
                  </a:cubicBezTo>
                  <a:lnTo>
                    <a:pt x="157204" y="174814"/>
                  </a:lnTo>
                  <a:lnTo>
                    <a:pt x="108538" y="174814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2" name="Google Shape;491;p64"/>
            <p:cNvSpPr/>
            <p:nvPr/>
          </p:nvSpPr>
          <p:spPr>
            <a:xfrm>
              <a:off x="1095480" y="6066720"/>
              <a:ext cx="182160" cy="174960"/>
            </a:xfrm>
            <a:custGeom>
              <a:avLst/>
              <a:gdLst>
                <a:gd name="textAreaLeft" fmla="*/ 0 w 182160"/>
                <a:gd name="textAreaRight" fmla="*/ 185760 w 182160"/>
                <a:gd name="textAreaTop" fmla="*/ 0 h 174960"/>
                <a:gd name="textAreaBottom" fmla="*/ 178560 h 1749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8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3" name="Google Shape;492;p64"/>
          <p:cNvGrpSpPr/>
          <p:nvPr/>
        </p:nvGrpSpPr>
        <p:grpSpPr>
          <a:xfrm>
            <a:off x="693720" y="6303600"/>
            <a:ext cx="763560" cy="281880"/>
            <a:chOff x="693720" y="6303600"/>
            <a:chExt cx="763560" cy="281880"/>
          </a:xfrm>
        </p:grpSpPr>
        <p:sp>
          <p:nvSpPr>
            <p:cNvPr id="2034" name="Google Shape;493;p64"/>
            <p:cNvSpPr/>
            <p:nvPr/>
          </p:nvSpPr>
          <p:spPr>
            <a:xfrm>
              <a:off x="693720" y="6303600"/>
              <a:ext cx="45000" cy="230040"/>
            </a:xfrm>
            <a:custGeom>
              <a:avLst/>
              <a:gdLst>
                <a:gd name="textAreaLeft" fmla="*/ 0 w 45000"/>
                <a:gd name="textAreaRight" fmla="*/ 48600 w 45000"/>
                <a:gd name="textAreaTop" fmla="*/ 0 h 230040"/>
                <a:gd name="textAreaBottom" fmla="*/ 233640 h 230040"/>
              </a:gdLst>
              <a:ahLst/>
              <a:cxnLst/>
              <a:rect l="textAreaLeft" t="textAreaTop" r="textAreaRight" b="textAreaBottom"/>
              <a:pathLst>
                <a:path w="48666" h="233725">
                  <a:moveTo>
                    <a:pt x="0" y="233725"/>
                  </a:moveTo>
                  <a:lnTo>
                    <a:pt x="0" y="0"/>
                  </a:lnTo>
                  <a:lnTo>
                    <a:pt x="48666" y="0"/>
                  </a:lnTo>
                  <a:lnTo>
                    <a:pt x="48666" y="233725"/>
                  </a:lnTo>
                  <a:lnTo>
                    <a:pt x="0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5" name="Google Shape;494;p64"/>
            <p:cNvSpPr/>
            <p:nvPr/>
          </p:nvSpPr>
          <p:spPr>
            <a:xfrm>
              <a:off x="779760" y="6362280"/>
              <a:ext cx="182160" cy="174960"/>
            </a:xfrm>
            <a:custGeom>
              <a:avLst/>
              <a:gdLst>
                <a:gd name="textAreaLeft" fmla="*/ 0 w 182160"/>
                <a:gd name="textAreaRight" fmla="*/ 185760 w 182160"/>
                <a:gd name="textAreaTop" fmla="*/ 0 h 174960"/>
                <a:gd name="textAreaBottom" fmla="*/ 178560 h 174960"/>
              </a:gdLst>
              <a:ahLst/>
              <a:cxnLst/>
              <a:rect l="textAreaLeft" t="textAreaTop" r="textAreaRight" b="textAreaBottom"/>
              <a:pathLst>
                <a:path w="185699" h="178655">
                  <a:moveTo>
                    <a:pt x="92530" y="178656"/>
                  </a:moveTo>
                  <a:cubicBezTo>
                    <a:pt x="39381" y="178656"/>
                    <a:pt x="0" y="139275"/>
                    <a:pt x="0" y="89968"/>
                  </a:cubicBezTo>
                  <a:lnTo>
                    <a:pt x="0" y="89328"/>
                  </a:lnTo>
                  <a:cubicBezTo>
                    <a:pt x="0" y="40021"/>
                    <a:pt x="39701" y="0"/>
                    <a:pt x="93170" y="0"/>
                  </a:cubicBezTo>
                  <a:cubicBezTo>
                    <a:pt x="146639" y="0"/>
                    <a:pt x="185699" y="39381"/>
                    <a:pt x="185699" y="88688"/>
                  </a:cubicBezTo>
                  <a:lnTo>
                    <a:pt x="185699" y="89328"/>
                  </a:lnTo>
                  <a:cubicBezTo>
                    <a:pt x="185699" y="138634"/>
                    <a:pt x="145998" y="178656"/>
                    <a:pt x="92530" y="178656"/>
                  </a:cubicBezTo>
                  <a:close/>
                  <a:moveTo>
                    <a:pt x="137674" y="89328"/>
                  </a:moveTo>
                  <a:cubicBezTo>
                    <a:pt x="137674" y="64034"/>
                    <a:pt x="119424" y="41942"/>
                    <a:pt x="92530" y="41942"/>
                  </a:cubicBezTo>
                  <a:cubicBezTo>
                    <a:pt x="65635" y="41942"/>
                    <a:pt x="48026" y="63394"/>
                    <a:pt x="48026" y="88688"/>
                  </a:cubicBezTo>
                  <a:lnTo>
                    <a:pt x="48026" y="89328"/>
                  </a:lnTo>
                  <a:cubicBezTo>
                    <a:pt x="48026" y="114621"/>
                    <a:pt x="66275" y="136713"/>
                    <a:pt x="93170" y="136713"/>
                  </a:cubicBezTo>
                  <a:cubicBezTo>
                    <a:pt x="120064" y="136713"/>
                    <a:pt x="137674" y="115262"/>
                    <a:pt x="137674" y="89968"/>
                  </a:cubicBezTo>
                  <a:lnTo>
                    <a:pt x="137674" y="89328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6" name="Google Shape;495;p64"/>
            <p:cNvSpPr/>
            <p:nvPr/>
          </p:nvSpPr>
          <p:spPr>
            <a:xfrm>
              <a:off x="992880" y="6362280"/>
              <a:ext cx="176760" cy="223200"/>
            </a:xfrm>
            <a:custGeom>
              <a:avLst/>
              <a:gdLst>
                <a:gd name="textAreaLeft" fmla="*/ 0 w 176760"/>
                <a:gd name="textAreaRight" fmla="*/ 180360 w 176760"/>
                <a:gd name="textAreaTop" fmla="*/ 0 h 223200"/>
                <a:gd name="textAreaBottom" fmla="*/ 226800 h 223200"/>
              </a:gdLst>
              <a:ahLst/>
              <a:cxnLst/>
              <a:rect l="textAreaLeft" t="textAreaTop" r="textAreaRight" b="textAreaBottom"/>
              <a:pathLst>
                <a:path w="180256" h="226681">
                  <a:moveTo>
                    <a:pt x="84525" y="226681"/>
                  </a:moveTo>
                  <a:cubicBezTo>
                    <a:pt x="56670" y="226681"/>
                    <a:pt x="30416" y="220278"/>
                    <a:pt x="8645" y="208752"/>
                  </a:cubicBezTo>
                  <a:lnTo>
                    <a:pt x="25294" y="172252"/>
                  </a:lnTo>
                  <a:cubicBezTo>
                    <a:pt x="42903" y="182178"/>
                    <a:pt x="60512" y="187941"/>
                    <a:pt x="83245" y="187941"/>
                  </a:cubicBezTo>
                  <a:cubicBezTo>
                    <a:pt x="116542" y="187941"/>
                    <a:pt x="132231" y="171932"/>
                    <a:pt x="132231" y="141196"/>
                  </a:cubicBezTo>
                  <a:lnTo>
                    <a:pt x="132231" y="132871"/>
                  </a:lnTo>
                  <a:cubicBezTo>
                    <a:pt x="117823" y="150160"/>
                    <a:pt x="102135" y="160726"/>
                    <a:pt x="76201" y="160726"/>
                  </a:cubicBezTo>
                  <a:cubicBezTo>
                    <a:pt x="36179" y="160726"/>
                    <a:pt x="0" y="131591"/>
                    <a:pt x="0" y="80683"/>
                  </a:cubicBezTo>
                  <a:lnTo>
                    <a:pt x="0" y="80043"/>
                  </a:lnTo>
                  <a:cubicBezTo>
                    <a:pt x="0" y="28815"/>
                    <a:pt x="36820" y="0"/>
                    <a:pt x="76201" y="0"/>
                  </a:cubicBezTo>
                  <a:cubicBezTo>
                    <a:pt x="102775" y="0"/>
                    <a:pt x="118463" y="11206"/>
                    <a:pt x="131590" y="25614"/>
                  </a:cubicBezTo>
                  <a:lnTo>
                    <a:pt x="131590" y="3202"/>
                  </a:lnTo>
                  <a:lnTo>
                    <a:pt x="180256" y="3202"/>
                  </a:lnTo>
                  <a:lnTo>
                    <a:pt x="180256" y="136073"/>
                  </a:lnTo>
                  <a:cubicBezTo>
                    <a:pt x="180256" y="200748"/>
                    <a:pt x="148239" y="226681"/>
                    <a:pt x="84525" y="226681"/>
                  </a:cubicBezTo>
                  <a:close/>
                  <a:moveTo>
                    <a:pt x="132231" y="80043"/>
                  </a:moveTo>
                  <a:cubicBezTo>
                    <a:pt x="132231" y="56670"/>
                    <a:pt x="113981" y="40342"/>
                    <a:pt x="90288" y="40342"/>
                  </a:cubicBezTo>
                  <a:cubicBezTo>
                    <a:pt x="66596" y="40342"/>
                    <a:pt x="48666" y="56670"/>
                    <a:pt x="48666" y="80043"/>
                  </a:cubicBezTo>
                  <a:lnTo>
                    <a:pt x="48666" y="80683"/>
                  </a:lnTo>
                  <a:cubicBezTo>
                    <a:pt x="48666" y="104376"/>
                    <a:pt x="66596" y="120385"/>
                    <a:pt x="90288" y="120385"/>
                  </a:cubicBezTo>
                  <a:cubicBezTo>
                    <a:pt x="113981" y="120385"/>
                    <a:pt x="132231" y="104056"/>
                    <a:pt x="132231" y="80683"/>
                  </a:cubicBezTo>
                  <a:lnTo>
                    <a:pt x="132231" y="8004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7" name="Google Shape;496;p64"/>
            <p:cNvSpPr/>
            <p:nvPr/>
          </p:nvSpPr>
          <p:spPr>
            <a:xfrm>
              <a:off x="1217520" y="6303600"/>
              <a:ext cx="47520" cy="230040"/>
            </a:xfrm>
            <a:custGeom>
              <a:avLst/>
              <a:gdLst>
                <a:gd name="textAreaLeft" fmla="*/ 0 w 47520"/>
                <a:gd name="textAreaRight" fmla="*/ 51120 w 47520"/>
                <a:gd name="textAreaTop" fmla="*/ 0 h 230040"/>
                <a:gd name="textAreaBottom" fmla="*/ 233640 h 230040"/>
              </a:gdLst>
              <a:ahLst/>
              <a:cxnLst/>
              <a:rect l="textAreaLeft" t="textAreaTop" r="textAreaRight" b="textAreaBottom"/>
              <a:pathLst>
                <a:path w="51227" h="233725">
                  <a:moveTo>
                    <a:pt x="0" y="43223"/>
                  </a:moveTo>
                  <a:lnTo>
                    <a:pt x="0" y="0"/>
                  </a:lnTo>
                  <a:lnTo>
                    <a:pt x="51227" y="0"/>
                  </a:lnTo>
                  <a:lnTo>
                    <a:pt x="51227" y="43223"/>
                  </a:lnTo>
                  <a:lnTo>
                    <a:pt x="0" y="43223"/>
                  </a:lnTo>
                  <a:close/>
                  <a:moveTo>
                    <a:pt x="1281" y="233725"/>
                  </a:moveTo>
                  <a:lnTo>
                    <a:pt x="1281" y="62113"/>
                  </a:lnTo>
                  <a:lnTo>
                    <a:pt x="49947" y="62113"/>
                  </a:lnTo>
                  <a:lnTo>
                    <a:pt x="49947" y="233725"/>
                  </a:lnTo>
                  <a:lnTo>
                    <a:pt x="1281" y="233725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8" name="Google Shape;497;p64"/>
            <p:cNvSpPr/>
            <p:nvPr/>
          </p:nvSpPr>
          <p:spPr>
            <a:xfrm>
              <a:off x="1303200" y="6363720"/>
              <a:ext cx="154080" cy="173160"/>
            </a:xfrm>
            <a:custGeom>
              <a:avLst/>
              <a:gdLst>
                <a:gd name="textAreaLeft" fmla="*/ 0 w 154080"/>
                <a:gd name="textAreaRight" fmla="*/ 157680 w 154080"/>
                <a:gd name="textAreaTop" fmla="*/ 0 h 173160"/>
                <a:gd name="textAreaBottom" fmla="*/ 176760 h 173160"/>
              </a:gdLst>
              <a:ahLst/>
              <a:cxnLst/>
              <a:rect l="textAreaLeft" t="textAreaTop" r="textAreaRight" b="textAreaBottom"/>
              <a:pathLst>
                <a:path w="157844" h="176734">
                  <a:moveTo>
                    <a:pt x="110779" y="173533"/>
                  </a:moveTo>
                  <a:lnTo>
                    <a:pt x="110779" y="154963"/>
                  </a:lnTo>
                  <a:cubicBezTo>
                    <a:pt x="98933" y="168090"/>
                    <a:pt x="82604" y="176735"/>
                    <a:pt x="58912" y="176735"/>
                  </a:cubicBezTo>
                  <a:cubicBezTo>
                    <a:pt x="26574" y="176735"/>
                    <a:pt x="0" y="158165"/>
                    <a:pt x="0" y="124227"/>
                  </a:cubicBezTo>
                  <a:lnTo>
                    <a:pt x="0" y="123586"/>
                  </a:lnTo>
                  <a:cubicBezTo>
                    <a:pt x="0" y="86126"/>
                    <a:pt x="28495" y="68837"/>
                    <a:pt x="69157" y="68837"/>
                  </a:cubicBezTo>
                  <a:cubicBezTo>
                    <a:pt x="86446" y="68837"/>
                    <a:pt x="98933" y="71718"/>
                    <a:pt x="111100" y="75881"/>
                  </a:cubicBezTo>
                  <a:lnTo>
                    <a:pt x="111100" y="72999"/>
                  </a:lnTo>
                  <a:cubicBezTo>
                    <a:pt x="111100" y="52828"/>
                    <a:pt x="98613" y="41622"/>
                    <a:pt x="74280" y="41622"/>
                  </a:cubicBezTo>
                  <a:cubicBezTo>
                    <a:pt x="55710" y="41622"/>
                    <a:pt x="42583" y="45144"/>
                    <a:pt x="26894" y="50907"/>
                  </a:cubicBezTo>
                  <a:lnTo>
                    <a:pt x="14728" y="13767"/>
                  </a:lnTo>
                  <a:cubicBezTo>
                    <a:pt x="33618" y="5443"/>
                    <a:pt x="52188" y="0"/>
                    <a:pt x="81324" y="0"/>
                  </a:cubicBezTo>
                  <a:cubicBezTo>
                    <a:pt x="134472" y="0"/>
                    <a:pt x="157845" y="27535"/>
                    <a:pt x="157845" y="73960"/>
                  </a:cubicBezTo>
                  <a:lnTo>
                    <a:pt x="157845" y="173533"/>
                  </a:lnTo>
                  <a:lnTo>
                    <a:pt x="110779" y="173533"/>
                  </a:lnTo>
                  <a:close/>
                  <a:moveTo>
                    <a:pt x="111740" y="104376"/>
                  </a:moveTo>
                  <a:cubicBezTo>
                    <a:pt x="103415" y="100534"/>
                    <a:pt x="92530" y="97972"/>
                    <a:pt x="80683" y="97972"/>
                  </a:cubicBezTo>
                  <a:cubicBezTo>
                    <a:pt x="59872" y="97972"/>
                    <a:pt x="47065" y="106297"/>
                    <a:pt x="47065" y="121665"/>
                  </a:cubicBezTo>
                  <a:lnTo>
                    <a:pt x="47065" y="122306"/>
                  </a:lnTo>
                  <a:cubicBezTo>
                    <a:pt x="47065" y="135433"/>
                    <a:pt x="57951" y="143117"/>
                    <a:pt x="73639" y="143117"/>
                  </a:cubicBezTo>
                  <a:cubicBezTo>
                    <a:pt x="96372" y="143117"/>
                    <a:pt x="111740" y="130630"/>
                    <a:pt x="111740" y="113021"/>
                  </a:cubicBezTo>
                  <a:lnTo>
                    <a:pt x="111740" y="10437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39" name="Google Shape;498;p64"/>
          <p:cNvGrpSpPr/>
          <p:nvPr/>
        </p:nvGrpSpPr>
        <p:grpSpPr>
          <a:xfrm>
            <a:off x="448560" y="5823720"/>
            <a:ext cx="442800" cy="108000"/>
            <a:chOff x="448560" y="5823720"/>
            <a:chExt cx="442800" cy="108000"/>
          </a:xfrm>
        </p:grpSpPr>
        <p:sp>
          <p:nvSpPr>
            <p:cNvPr id="2040" name="Google Shape;499;p64"/>
            <p:cNvSpPr/>
            <p:nvPr/>
          </p:nvSpPr>
          <p:spPr>
            <a:xfrm>
              <a:off x="825120" y="5828040"/>
              <a:ext cx="66240" cy="103320"/>
            </a:xfrm>
            <a:custGeom>
              <a:avLst/>
              <a:gdLst>
                <a:gd name="textAreaLeft" fmla="*/ 0 w 66240"/>
                <a:gd name="textAreaRight" fmla="*/ 69840 w 66240"/>
                <a:gd name="textAreaTop" fmla="*/ 0 h 103320"/>
                <a:gd name="textAreaBottom" fmla="*/ 106920 h 103320"/>
              </a:gdLst>
              <a:ahLst/>
              <a:cxnLst/>
              <a:rect l="textAreaLeft" t="textAreaTop" r="textAreaRight" b="textAreaBottom"/>
              <a:pathLst>
                <a:path w="69957" h="106777">
                  <a:moveTo>
                    <a:pt x="69957" y="85454"/>
                  </a:moveTo>
                  <a:cubicBezTo>
                    <a:pt x="69445" y="85454"/>
                    <a:pt x="68933" y="85454"/>
                    <a:pt x="68421" y="85454"/>
                  </a:cubicBezTo>
                  <a:cubicBezTo>
                    <a:pt x="47353" y="85454"/>
                    <a:pt x="32081" y="71975"/>
                    <a:pt x="32081" y="53373"/>
                  </a:cubicBezTo>
                  <a:lnTo>
                    <a:pt x="32081" y="52956"/>
                  </a:lnTo>
                  <a:cubicBezTo>
                    <a:pt x="32081" y="35187"/>
                    <a:pt x="47385" y="21259"/>
                    <a:pt x="66916" y="21259"/>
                  </a:cubicBezTo>
                  <a:cubicBezTo>
                    <a:pt x="67972" y="21259"/>
                    <a:pt x="68965" y="21291"/>
                    <a:pt x="69957" y="21355"/>
                  </a:cubicBezTo>
                  <a:lnTo>
                    <a:pt x="69957" y="32"/>
                  </a:lnTo>
                  <a:cubicBezTo>
                    <a:pt x="69061" y="0"/>
                    <a:pt x="68132" y="0"/>
                    <a:pt x="67172" y="0"/>
                  </a:cubicBezTo>
                  <a:cubicBezTo>
                    <a:pt x="28911" y="0"/>
                    <a:pt x="0" y="22924"/>
                    <a:pt x="0" y="53405"/>
                  </a:cubicBezTo>
                  <a:lnTo>
                    <a:pt x="0" y="53789"/>
                  </a:lnTo>
                  <a:cubicBezTo>
                    <a:pt x="0" y="83501"/>
                    <a:pt x="29296" y="106777"/>
                    <a:pt x="66660" y="106777"/>
                  </a:cubicBezTo>
                  <a:cubicBezTo>
                    <a:pt x="67812" y="106777"/>
                    <a:pt x="68837" y="106777"/>
                    <a:pt x="69925" y="106713"/>
                  </a:cubicBezTo>
                  <a:lnTo>
                    <a:pt x="69925" y="8542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1" name="Google Shape;500;p64"/>
            <p:cNvSpPr/>
            <p:nvPr/>
          </p:nvSpPr>
          <p:spPr>
            <a:xfrm>
              <a:off x="448560" y="5823720"/>
              <a:ext cx="97560" cy="108000"/>
            </a:xfrm>
            <a:custGeom>
              <a:avLst/>
              <a:gdLst>
                <a:gd name="textAreaLeft" fmla="*/ 0 w 97560"/>
                <a:gd name="textAreaRight" fmla="*/ 101160 w 97560"/>
                <a:gd name="textAreaTop" fmla="*/ 0 h 108000"/>
                <a:gd name="textAreaBottom" fmla="*/ 111600 h 108000"/>
              </a:gdLst>
              <a:ahLst/>
              <a:cxnLst/>
              <a:rect l="textAreaLeft" t="textAreaTop" r="textAreaRight" b="textAreaBottom"/>
              <a:pathLst>
                <a:path w="100982" h="111739">
                  <a:moveTo>
                    <a:pt x="59552" y="45144"/>
                  </a:moveTo>
                  <a:cubicBezTo>
                    <a:pt x="36980" y="40342"/>
                    <a:pt x="33778" y="38004"/>
                    <a:pt x="33778" y="30865"/>
                  </a:cubicBezTo>
                  <a:lnTo>
                    <a:pt x="33778" y="30544"/>
                  </a:lnTo>
                  <a:cubicBezTo>
                    <a:pt x="33778" y="25294"/>
                    <a:pt x="39573" y="21099"/>
                    <a:pt x="50587" y="21099"/>
                  </a:cubicBezTo>
                  <a:cubicBezTo>
                    <a:pt x="56190" y="21099"/>
                    <a:pt x="63522" y="22636"/>
                    <a:pt x="68677" y="24525"/>
                  </a:cubicBezTo>
                  <a:lnTo>
                    <a:pt x="68677" y="1793"/>
                  </a:lnTo>
                  <a:cubicBezTo>
                    <a:pt x="63906" y="961"/>
                    <a:pt x="56542" y="0"/>
                    <a:pt x="50971" y="0"/>
                  </a:cubicBezTo>
                  <a:cubicBezTo>
                    <a:pt x="24269" y="0"/>
                    <a:pt x="5251" y="13031"/>
                    <a:pt x="5251" y="32754"/>
                  </a:cubicBezTo>
                  <a:lnTo>
                    <a:pt x="5251" y="33042"/>
                  </a:lnTo>
                  <a:cubicBezTo>
                    <a:pt x="5251" y="54621"/>
                    <a:pt x="22220" y="60640"/>
                    <a:pt x="48538" y="66243"/>
                  </a:cubicBezTo>
                  <a:cubicBezTo>
                    <a:pt x="70374" y="70918"/>
                    <a:pt x="72423" y="73992"/>
                    <a:pt x="72423" y="80075"/>
                  </a:cubicBezTo>
                  <a:lnTo>
                    <a:pt x="72423" y="80395"/>
                  </a:lnTo>
                  <a:cubicBezTo>
                    <a:pt x="72423" y="86766"/>
                    <a:pt x="65315" y="90641"/>
                    <a:pt x="53565" y="90641"/>
                  </a:cubicBezTo>
                  <a:cubicBezTo>
                    <a:pt x="38645" y="90641"/>
                    <a:pt x="28751" y="85518"/>
                    <a:pt x="17001" y="77450"/>
                  </a:cubicBezTo>
                  <a:lnTo>
                    <a:pt x="0" y="94355"/>
                  </a:lnTo>
                  <a:cubicBezTo>
                    <a:pt x="15688" y="105977"/>
                    <a:pt x="33234" y="111740"/>
                    <a:pt x="53020" y="111740"/>
                  </a:cubicBezTo>
                  <a:cubicBezTo>
                    <a:pt x="81195" y="111740"/>
                    <a:pt x="100982" y="99637"/>
                    <a:pt x="100982" y="78058"/>
                  </a:cubicBezTo>
                  <a:lnTo>
                    <a:pt x="100982" y="77738"/>
                  </a:lnTo>
                  <a:cubicBezTo>
                    <a:pt x="100982" y="58816"/>
                    <a:pt x="86030" y="50875"/>
                    <a:pt x="59552" y="451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2" name="Google Shape;501;p64"/>
            <p:cNvSpPr/>
            <p:nvPr/>
          </p:nvSpPr>
          <p:spPr>
            <a:xfrm>
              <a:off x="545760" y="5839200"/>
              <a:ext cx="94680" cy="89280"/>
            </a:xfrm>
            <a:custGeom>
              <a:avLst/>
              <a:gdLst>
                <a:gd name="textAreaLeft" fmla="*/ 0 w 94680"/>
                <a:gd name="textAreaRight" fmla="*/ 98280 w 94680"/>
                <a:gd name="textAreaTop" fmla="*/ 0 h 89280"/>
                <a:gd name="textAreaBottom" fmla="*/ 92880 h 89280"/>
              </a:gdLst>
              <a:ahLst/>
              <a:cxnLst/>
              <a:rect l="textAreaLeft" t="textAreaTop" r="textAreaRight" b="textAreaBottom"/>
              <a:pathLst>
                <a:path w="98164" h="92721">
                  <a:moveTo>
                    <a:pt x="27983" y="39253"/>
                  </a:moveTo>
                  <a:cubicBezTo>
                    <a:pt x="30224" y="27791"/>
                    <a:pt x="37940" y="20299"/>
                    <a:pt x="49787" y="20299"/>
                  </a:cubicBezTo>
                  <a:cubicBezTo>
                    <a:pt x="61633" y="20299"/>
                    <a:pt x="69317" y="27951"/>
                    <a:pt x="71014" y="39253"/>
                  </a:cubicBezTo>
                  <a:lnTo>
                    <a:pt x="27983" y="39253"/>
                  </a:lnTo>
                  <a:close/>
                  <a:moveTo>
                    <a:pt x="49787" y="32"/>
                  </a:moveTo>
                  <a:cubicBezTo>
                    <a:pt x="20459" y="32"/>
                    <a:pt x="0" y="20971"/>
                    <a:pt x="0" y="46393"/>
                  </a:cubicBezTo>
                  <a:lnTo>
                    <a:pt x="0" y="46713"/>
                  </a:lnTo>
                  <a:cubicBezTo>
                    <a:pt x="0" y="73960"/>
                    <a:pt x="22348" y="92722"/>
                    <a:pt x="52604" y="92722"/>
                  </a:cubicBezTo>
                  <a:cubicBezTo>
                    <a:pt x="53469" y="92722"/>
                    <a:pt x="56286" y="92594"/>
                    <a:pt x="57151" y="92594"/>
                  </a:cubicBezTo>
                  <a:lnTo>
                    <a:pt x="57151" y="72295"/>
                  </a:lnTo>
                  <a:cubicBezTo>
                    <a:pt x="56446" y="72295"/>
                    <a:pt x="53725" y="72455"/>
                    <a:pt x="52956" y="72455"/>
                  </a:cubicBezTo>
                  <a:cubicBezTo>
                    <a:pt x="40182" y="72455"/>
                    <a:pt x="31185" y="66500"/>
                    <a:pt x="28335" y="55005"/>
                  </a:cubicBezTo>
                  <a:lnTo>
                    <a:pt x="97812" y="55005"/>
                  </a:lnTo>
                  <a:cubicBezTo>
                    <a:pt x="97972" y="52668"/>
                    <a:pt x="98165" y="51163"/>
                    <a:pt x="98165" y="48666"/>
                  </a:cubicBezTo>
                  <a:lnTo>
                    <a:pt x="98165" y="48346"/>
                  </a:lnTo>
                  <a:cubicBezTo>
                    <a:pt x="98165" y="23084"/>
                    <a:pt x="83373" y="0"/>
                    <a:pt x="49755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3" name="Google Shape;502;p64"/>
            <p:cNvSpPr/>
            <p:nvPr/>
          </p:nvSpPr>
          <p:spPr>
            <a:xfrm>
              <a:off x="642960" y="5840280"/>
              <a:ext cx="88200" cy="86400"/>
            </a:xfrm>
            <a:custGeom>
              <a:avLst/>
              <a:gdLst>
                <a:gd name="textAreaLeft" fmla="*/ 0 w 88200"/>
                <a:gd name="textAreaRight" fmla="*/ 91800 w 88200"/>
                <a:gd name="textAreaTop" fmla="*/ 0 h 86400"/>
                <a:gd name="textAreaBottom" fmla="*/ 90000 h 86400"/>
              </a:gdLst>
              <a:ahLst/>
              <a:cxnLst/>
              <a:rect l="textAreaLeft" t="textAreaTop" r="textAreaRight" b="textAreaBottom"/>
              <a:pathLst>
                <a:path w="91825" h="90064">
                  <a:moveTo>
                    <a:pt x="91825" y="42903"/>
                  </a:moveTo>
                  <a:cubicBezTo>
                    <a:pt x="91825" y="18826"/>
                    <a:pt x="77097" y="0"/>
                    <a:pt x="45945" y="0"/>
                  </a:cubicBezTo>
                  <a:cubicBezTo>
                    <a:pt x="14792" y="0"/>
                    <a:pt x="0" y="18794"/>
                    <a:pt x="0" y="42903"/>
                  </a:cubicBezTo>
                  <a:lnTo>
                    <a:pt x="0" y="90064"/>
                  </a:lnTo>
                  <a:lnTo>
                    <a:pt x="28879" y="90064"/>
                  </a:lnTo>
                  <a:lnTo>
                    <a:pt x="28879" y="41174"/>
                  </a:lnTo>
                  <a:cubicBezTo>
                    <a:pt x="29392" y="32273"/>
                    <a:pt x="32914" y="21740"/>
                    <a:pt x="45945" y="21740"/>
                  </a:cubicBezTo>
                  <a:cubicBezTo>
                    <a:pt x="58976" y="21740"/>
                    <a:pt x="62722" y="32273"/>
                    <a:pt x="63234" y="41174"/>
                  </a:cubicBezTo>
                  <a:lnTo>
                    <a:pt x="63234" y="90064"/>
                  </a:lnTo>
                  <a:lnTo>
                    <a:pt x="91825" y="90064"/>
                  </a:lnTo>
                  <a:lnTo>
                    <a:pt x="91825" y="42903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4" name="Google Shape;503;p64"/>
            <p:cNvSpPr/>
            <p:nvPr/>
          </p:nvSpPr>
          <p:spPr>
            <a:xfrm>
              <a:off x="733680" y="5839560"/>
              <a:ext cx="88920" cy="88200"/>
            </a:xfrm>
            <a:custGeom>
              <a:avLst/>
              <a:gdLst>
                <a:gd name="textAreaLeft" fmla="*/ 0 w 88920"/>
                <a:gd name="textAreaRight" fmla="*/ 92520 w 88920"/>
                <a:gd name="textAreaTop" fmla="*/ 0 h 88200"/>
                <a:gd name="textAreaBottom" fmla="*/ 91800 h 88200"/>
              </a:gdLst>
              <a:ahLst/>
              <a:cxnLst/>
              <a:rect l="textAreaLeft" t="textAreaTop" r="textAreaRight" b="textAreaBottom"/>
              <a:pathLst>
                <a:path w="92625" h="91729">
                  <a:moveTo>
                    <a:pt x="47738" y="0"/>
                  </a:moveTo>
                  <a:cubicBezTo>
                    <a:pt x="46457" y="0"/>
                    <a:pt x="42103" y="0"/>
                    <a:pt x="40918" y="64"/>
                  </a:cubicBezTo>
                  <a:lnTo>
                    <a:pt x="40918" y="21612"/>
                  </a:lnTo>
                  <a:cubicBezTo>
                    <a:pt x="46489" y="21676"/>
                    <a:pt x="54109" y="22604"/>
                    <a:pt x="57503" y="24397"/>
                  </a:cubicBezTo>
                  <a:cubicBezTo>
                    <a:pt x="62497" y="27022"/>
                    <a:pt x="65091" y="31441"/>
                    <a:pt x="65187" y="37428"/>
                  </a:cubicBezTo>
                  <a:cubicBezTo>
                    <a:pt x="58367" y="36628"/>
                    <a:pt x="50683" y="36083"/>
                    <a:pt x="43992" y="35923"/>
                  </a:cubicBezTo>
                  <a:cubicBezTo>
                    <a:pt x="16745" y="35219"/>
                    <a:pt x="3234" y="44248"/>
                    <a:pt x="544" y="58655"/>
                  </a:cubicBezTo>
                  <a:cubicBezTo>
                    <a:pt x="480" y="58912"/>
                    <a:pt x="448" y="59200"/>
                    <a:pt x="384" y="59488"/>
                  </a:cubicBezTo>
                  <a:cubicBezTo>
                    <a:pt x="384" y="59584"/>
                    <a:pt x="384" y="59680"/>
                    <a:pt x="352" y="59776"/>
                  </a:cubicBezTo>
                  <a:cubicBezTo>
                    <a:pt x="128" y="61153"/>
                    <a:pt x="0" y="62594"/>
                    <a:pt x="0" y="64130"/>
                  </a:cubicBezTo>
                  <a:lnTo>
                    <a:pt x="0" y="64451"/>
                  </a:lnTo>
                  <a:cubicBezTo>
                    <a:pt x="0" y="82092"/>
                    <a:pt x="15592" y="91729"/>
                    <a:pt x="34547" y="91729"/>
                  </a:cubicBezTo>
                  <a:cubicBezTo>
                    <a:pt x="48474" y="91729"/>
                    <a:pt x="58047" y="87215"/>
                    <a:pt x="64995" y="80427"/>
                  </a:cubicBezTo>
                  <a:lnTo>
                    <a:pt x="64995" y="90705"/>
                  </a:lnTo>
                  <a:lnTo>
                    <a:pt x="92626" y="90705"/>
                  </a:lnTo>
                  <a:lnTo>
                    <a:pt x="92626" y="38421"/>
                  </a:lnTo>
                  <a:cubicBezTo>
                    <a:pt x="92626" y="14312"/>
                    <a:pt x="78922" y="64"/>
                    <a:pt x="47738" y="64"/>
                  </a:cubicBezTo>
                  <a:moveTo>
                    <a:pt x="65283" y="58944"/>
                  </a:moveTo>
                  <a:cubicBezTo>
                    <a:pt x="62818" y="71975"/>
                    <a:pt x="49370" y="73896"/>
                    <a:pt x="46297" y="74088"/>
                  </a:cubicBezTo>
                  <a:cubicBezTo>
                    <a:pt x="24557" y="75240"/>
                    <a:pt x="23789" y="60384"/>
                    <a:pt x="31089" y="55838"/>
                  </a:cubicBezTo>
                  <a:cubicBezTo>
                    <a:pt x="40918" y="49755"/>
                    <a:pt x="65347" y="53180"/>
                    <a:pt x="65347" y="53180"/>
                  </a:cubicBezTo>
                  <a:cubicBezTo>
                    <a:pt x="65347" y="54045"/>
                    <a:pt x="65571" y="56286"/>
                    <a:pt x="65251" y="5894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45" name="Google Shape;504;p64"/>
          <p:cNvSpPr/>
          <p:nvPr/>
        </p:nvSpPr>
        <p:spPr>
          <a:xfrm>
            <a:off x="-254160" y="6756120"/>
            <a:ext cx="12937680" cy="45396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46" name="Google Shape;505;p64"/>
          <p:cNvGrpSpPr/>
          <p:nvPr/>
        </p:nvGrpSpPr>
        <p:grpSpPr>
          <a:xfrm>
            <a:off x="3600" y="0"/>
            <a:ext cx="12394080" cy="4205880"/>
            <a:chOff x="3600" y="0"/>
            <a:chExt cx="12394080" cy="4205880"/>
          </a:xfrm>
        </p:grpSpPr>
        <p:pic>
          <p:nvPicPr>
            <p:cNvPr id="2047" name="Google Shape;506;p64" descr=""/>
            <p:cNvPicPr/>
            <p:nvPr/>
          </p:nvPicPr>
          <p:blipFill>
            <a:blip r:embed="rId2"/>
            <a:stretch/>
          </p:blipFill>
          <p:spPr>
            <a:xfrm rot="10800000">
              <a:off x="3600" y="3600"/>
              <a:ext cx="4482720" cy="42022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2048" name="Google Shape;507;p64"/>
            <p:cNvGrpSpPr/>
            <p:nvPr/>
          </p:nvGrpSpPr>
          <p:grpSpPr>
            <a:xfrm>
              <a:off x="2914560" y="0"/>
              <a:ext cx="9483120" cy="2853720"/>
              <a:chOff x="2914560" y="0"/>
              <a:chExt cx="9483120" cy="2853720"/>
            </a:xfrm>
          </p:grpSpPr>
          <p:sp>
            <p:nvSpPr>
              <p:cNvPr id="2049" name="Google Shape;508;p64"/>
              <p:cNvSpPr/>
              <p:nvPr/>
            </p:nvSpPr>
            <p:spPr>
              <a:xfrm>
                <a:off x="3538440" y="0"/>
                <a:ext cx="8859240" cy="5900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50" name="Google Shape;509;p64"/>
              <p:cNvSpPr/>
              <p:nvPr/>
            </p:nvSpPr>
            <p:spPr>
              <a:xfrm>
                <a:off x="2914560" y="152280"/>
                <a:ext cx="1568160" cy="2701440"/>
              </a:xfrm>
              <a:prstGeom prst="rect">
                <a:avLst/>
              </a:pr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051" name="Google Shape;510;p64"/>
          <p:cNvSpPr/>
          <p:nvPr/>
        </p:nvSpPr>
        <p:spPr>
          <a:xfrm>
            <a:off x="-254160" y="-12600"/>
            <a:ext cx="12937680" cy="63432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669;p68"/>
          <p:cNvSpPr/>
          <p:nvPr/>
        </p:nvSpPr>
        <p:spPr>
          <a:xfrm>
            <a:off x="9374760" y="0"/>
            <a:ext cx="3024360" cy="6854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5" name="Google Shape;670;p68"/>
          <p:cNvSpPr/>
          <p:nvPr/>
        </p:nvSpPr>
        <p:spPr>
          <a:xfrm>
            <a:off x="9374760" y="3882960"/>
            <a:ext cx="3024360" cy="2971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6" name="Google Shape;671;p68"/>
          <p:cNvSpPr/>
          <p:nvPr/>
        </p:nvSpPr>
        <p:spPr>
          <a:xfrm>
            <a:off x="-41400" y="0"/>
            <a:ext cx="3024360" cy="6854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7" name="Google Shape;672;p68"/>
          <p:cNvSpPr/>
          <p:nvPr/>
        </p:nvSpPr>
        <p:spPr>
          <a:xfrm>
            <a:off x="-41400" y="0"/>
            <a:ext cx="3024360" cy="2971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8" name="Google Shape;673;p68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9" name="Google Shape;674;p68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0" name="Google Shape;675;p68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1" name="Google Shape;676;p68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2" name="Google Shape;677;p68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3" name="Google Shape;678;p68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4" name="Google Shape;679;p68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5" name="Google Shape;680;p68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6" name="Google Shape;681;p68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7" name="Google Shape;682;p68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8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9" name="Google Shape;684;p68"/>
          <p:cNvSpPr/>
          <p:nvPr/>
        </p:nvSpPr>
        <p:spPr>
          <a:xfrm>
            <a:off x="2666880" y="0"/>
            <a:ext cx="6854400" cy="6854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070" name="Google Shape;685;p68"/>
          <p:cNvGrpSpPr/>
          <p:nvPr/>
        </p:nvGrpSpPr>
        <p:grpSpPr>
          <a:xfrm>
            <a:off x="10058040" y="1268640"/>
            <a:ext cx="1801800" cy="1801800"/>
            <a:chOff x="10058040" y="1268640"/>
            <a:chExt cx="1801800" cy="1801800"/>
          </a:xfrm>
        </p:grpSpPr>
        <p:sp>
          <p:nvSpPr>
            <p:cNvPr id="2071" name="Google Shape;686;p68"/>
            <p:cNvSpPr/>
            <p:nvPr/>
          </p:nvSpPr>
          <p:spPr>
            <a:xfrm>
              <a:off x="1126152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2" name="Google Shape;687;p68"/>
            <p:cNvSpPr/>
            <p:nvPr/>
          </p:nvSpPr>
          <p:spPr>
            <a:xfrm>
              <a:off x="1106100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3" name="Google Shape;688;p68"/>
            <p:cNvSpPr/>
            <p:nvPr/>
          </p:nvSpPr>
          <p:spPr>
            <a:xfrm>
              <a:off x="1086048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4" name="Google Shape;689;p68"/>
            <p:cNvSpPr/>
            <p:nvPr/>
          </p:nvSpPr>
          <p:spPr>
            <a:xfrm>
              <a:off x="1065996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5" name="Google Shape;690;p68"/>
            <p:cNvSpPr/>
            <p:nvPr/>
          </p:nvSpPr>
          <p:spPr>
            <a:xfrm>
              <a:off x="1045944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6" name="Google Shape;691;p68"/>
            <p:cNvSpPr/>
            <p:nvPr/>
          </p:nvSpPr>
          <p:spPr>
            <a:xfrm>
              <a:off x="10258560" y="1469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7" name="Google Shape;692;p68"/>
            <p:cNvSpPr/>
            <p:nvPr/>
          </p:nvSpPr>
          <p:spPr>
            <a:xfrm>
              <a:off x="10058040" y="16700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8" name="Google Shape;693;p68"/>
            <p:cNvSpPr/>
            <p:nvPr/>
          </p:nvSpPr>
          <p:spPr>
            <a:xfrm>
              <a:off x="10058040" y="187056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9" name="Google Shape;694;p68"/>
            <p:cNvSpPr/>
            <p:nvPr/>
          </p:nvSpPr>
          <p:spPr>
            <a:xfrm>
              <a:off x="10058040" y="207108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0" name="Google Shape;695;p68"/>
            <p:cNvSpPr/>
            <p:nvPr/>
          </p:nvSpPr>
          <p:spPr>
            <a:xfrm>
              <a:off x="10058040" y="22716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1" name="Google Shape;696;p68"/>
            <p:cNvSpPr/>
            <p:nvPr/>
          </p:nvSpPr>
          <p:spPr>
            <a:xfrm>
              <a:off x="10058040" y="24721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2" name="Google Shape;697;p68"/>
            <p:cNvSpPr/>
            <p:nvPr/>
          </p:nvSpPr>
          <p:spPr>
            <a:xfrm>
              <a:off x="10258560" y="26730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3" name="Google Shape;698;p68"/>
            <p:cNvSpPr/>
            <p:nvPr/>
          </p:nvSpPr>
          <p:spPr>
            <a:xfrm>
              <a:off x="1045944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4" name="Google Shape;699;p68"/>
            <p:cNvSpPr/>
            <p:nvPr/>
          </p:nvSpPr>
          <p:spPr>
            <a:xfrm>
              <a:off x="1065996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5" name="Google Shape;700;p68"/>
            <p:cNvSpPr/>
            <p:nvPr/>
          </p:nvSpPr>
          <p:spPr>
            <a:xfrm>
              <a:off x="1086048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6" name="Google Shape;701;p68"/>
            <p:cNvSpPr/>
            <p:nvPr/>
          </p:nvSpPr>
          <p:spPr>
            <a:xfrm>
              <a:off x="1106100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7" name="Google Shape;702;p68"/>
            <p:cNvSpPr/>
            <p:nvPr/>
          </p:nvSpPr>
          <p:spPr>
            <a:xfrm>
              <a:off x="1126152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8" name="Google Shape;703;p68"/>
            <p:cNvSpPr/>
            <p:nvPr/>
          </p:nvSpPr>
          <p:spPr>
            <a:xfrm>
              <a:off x="11462400" y="26730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9" name="Google Shape;704;p68"/>
            <p:cNvSpPr/>
            <p:nvPr/>
          </p:nvSpPr>
          <p:spPr>
            <a:xfrm>
              <a:off x="11662920" y="24721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0" name="Google Shape;705;p68"/>
            <p:cNvSpPr/>
            <p:nvPr/>
          </p:nvSpPr>
          <p:spPr>
            <a:xfrm>
              <a:off x="11662920" y="22716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1" name="Google Shape;706;p68"/>
            <p:cNvSpPr/>
            <p:nvPr/>
          </p:nvSpPr>
          <p:spPr>
            <a:xfrm>
              <a:off x="11662920" y="207108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2" name="Google Shape;707;p68"/>
            <p:cNvSpPr/>
            <p:nvPr/>
          </p:nvSpPr>
          <p:spPr>
            <a:xfrm>
              <a:off x="11662920" y="187056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3" name="Google Shape;708;p68"/>
            <p:cNvSpPr/>
            <p:nvPr/>
          </p:nvSpPr>
          <p:spPr>
            <a:xfrm>
              <a:off x="11662920" y="16700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4" name="Google Shape;709;p68"/>
            <p:cNvSpPr/>
            <p:nvPr/>
          </p:nvSpPr>
          <p:spPr>
            <a:xfrm>
              <a:off x="11462400" y="1469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095" name="Google Shape;710;p68"/>
          <p:cNvSpPr/>
          <p:nvPr/>
        </p:nvSpPr>
        <p:spPr>
          <a:xfrm>
            <a:off x="492120" y="-227880"/>
            <a:ext cx="2055240" cy="8442720"/>
          </a:xfrm>
          <a:custGeom>
            <a:avLst/>
            <a:gdLst>
              <a:gd name="textAreaLeft" fmla="*/ 0 w 2055240"/>
              <a:gd name="textAreaRight" fmla="*/ 2058840 w 2055240"/>
              <a:gd name="textAreaTop" fmla="*/ 0 h 8442720"/>
              <a:gd name="textAreaBottom" fmla="*/ 8446320 h 84427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6" name="Google Shape;711;p68"/>
          <p:cNvSpPr/>
          <p:nvPr/>
        </p:nvSpPr>
        <p:spPr>
          <a:xfrm>
            <a:off x="3367800" y="-960480"/>
            <a:ext cx="1895400" cy="8690400"/>
          </a:xfrm>
          <a:custGeom>
            <a:avLst/>
            <a:gdLst>
              <a:gd name="textAreaLeft" fmla="*/ 0 w 1895400"/>
              <a:gd name="textAreaRight" fmla="*/ 1899000 w 1895400"/>
              <a:gd name="textAreaTop" fmla="*/ 0 h 8690400"/>
              <a:gd name="textAreaBottom" fmla="*/ 8694000 h 86904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7" name="Google Shape;712;p68"/>
          <p:cNvSpPr/>
          <p:nvPr/>
        </p:nvSpPr>
        <p:spPr>
          <a:xfrm>
            <a:off x="7389360" y="-113760"/>
            <a:ext cx="1932120" cy="7082280"/>
          </a:xfrm>
          <a:custGeom>
            <a:avLst/>
            <a:gdLst>
              <a:gd name="textAreaLeft" fmla="*/ 0 w 1932120"/>
              <a:gd name="textAreaRight" fmla="*/ 1935720 w 1932120"/>
              <a:gd name="textAreaTop" fmla="*/ 0 h 7082280"/>
              <a:gd name="textAreaBottom" fmla="*/ 7085880 h 70822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té a próxima aula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0" name="Google Shape;714;p69" descr=""/>
          <p:cNvPicPr/>
          <p:nvPr/>
        </p:nvPicPr>
        <p:blipFill>
          <a:blip r:embed="rId2"/>
          <a:stretch/>
        </p:blipFill>
        <p:spPr>
          <a:xfrm rot="10800000">
            <a:off x="3600" y="0"/>
            <a:ext cx="12188520" cy="685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1" name="Google Shape;715;p69" descr=""/>
          <p:cNvPicPr/>
          <p:nvPr/>
        </p:nvPicPr>
        <p:blipFill>
          <a:blip r:embed="rId3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2" name="Google Shape;716;p69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3" name="Google Shape;717;p69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4" name="Google Shape;718;p69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5" name="Google Shape;719;p69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6" name="Google Shape;720;p69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7" name="Google Shape;721;p69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8" name="Google Shape;722;p69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9" name="Google Shape;723;p69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0" name="Google Shape;724;p69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1" name="Google Shape;725;p69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lão_de_texto_"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4" name="Google Shape;727;p70" descr=""/>
          <p:cNvPicPr/>
          <p:nvPr/>
        </p:nvPicPr>
        <p:blipFill>
          <a:blip r:embed="rId2"/>
          <a:stretch/>
        </p:blipFill>
        <p:spPr>
          <a:xfrm>
            <a:off x="5816160" y="-2890440"/>
            <a:ext cx="6037920" cy="1018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5" name="Google Shape;728;p70" descr=""/>
          <p:cNvPicPr/>
          <p:nvPr/>
        </p:nvPicPr>
        <p:blipFill>
          <a:blip r:embed="rId3"/>
          <a:stretch/>
        </p:blipFill>
        <p:spPr>
          <a:xfrm flipH="1">
            <a:off x="505080" y="1314000"/>
            <a:ext cx="6077520" cy="478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6" name="Google Shape;729;p70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7" name="Google Shape;730;p70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8" name="Google Shape;731;p70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9" name="Google Shape;732;p70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0" name="Google Shape;733;p70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1" name="Google Shape;734;p70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2" name="Google Shape;735;p70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3" name="Google Shape;736;p70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4" name="Google Shape;737;p70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5" name="Google Shape;738;p70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ayout Personalizado_03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669;p68"/>
          <p:cNvSpPr/>
          <p:nvPr/>
        </p:nvSpPr>
        <p:spPr>
          <a:xfrm>
            <a:off x="9374760" y="0"/>
            <a:ext cx="3024360" cy="6854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9" name="Google Shape;670;p68"/>
          <p:cNvSpPr/>
          <p:nvPr/>
        </p:nvSpPr>
        <p:spPr>
          <a:xfrm>
            <a:off x="9374760" y="3882960"/>
            <a:ext cx="3024360" cy="2971440"/>
          </a:xfrm>
          <a:prstGeom prst="rect">
            <a:avLst/>
          </a:pr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0" name="Google Shape;671;p68"/>
          <p:cNvSpPr/>
          <p:nvPr/>
        </p:nvSpPr>
        <p:spPr>
          <a:xfrm>
            <a:off x="-41400" y="0"/>
            <a:ext cx="3024360" cy="685440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1" name="Google Shape;672;p68"/>
          <p:cNvSpPr/>
          <p:nvPr/>
        </p:nvSpPr>
        <p:spPr>
          <a:xfrm>
            <a:off x="-41400" y="0"/>
            <a:ext cx="3024360" cy="297144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2" name="Google Shape;673;p68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3" name="Google Shape;674;p68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4" name="Google Shape;675;p68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5" name="Google Shape;676;p68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6" name="Google Shape;677;p68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7" name="Google Shape;678;p68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8" name="Google Shape;679;p68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9" name="Google Shape;680;p68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0" name="Google Shape;681;p68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1" name="Google Shape;682;p68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42" name="Google Shape;683;p68" descr=""/>
          <p:cNvPicPr/>
          <p:nvPr/>
        </p:nvPicPr>
        <p:blipFill>
          <a:blip r:embed="rId2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43" name="Google Shape;684;p68"/>
          <p:cNvSpPr/>
          <p:nvPr/>
        </p:nvSpPr>
        <p:spPr>
          <a:xfrm>
            <a:off x="2666880" y="0"/>
            <a:ext cx="6854400" cy="685440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144" name="Google Shape;685;p68"/>
          <p:cNvGrpSpPr/>
          <p:nvPr/>
        </p:nvGrpSpPr>
        <p:grpSpPr>
          <a:xfrm>
            <a:off x="10058040" y="1268640"/>
            <a:ext cx="1801800" cy="1801800"/>
            <a:chOff x="10058040" y="1268640"/>
            <a:chExt cx="1801800" cy="1801800"/>
          </a:xfrm>
        </p:grpSpPr>
        <p:sp>
          <p:nvSpPr>
            <p:cNvPr id="2145" name="Google Shape;686;p68"/>
            <p:cNvSpPr/>
            <p:nvPr/>
          </p:nvSpPr>
          <p:spPr>
            <a:xfrm>
              <a:off x="1126152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6" name="Google Shape;687;p68"/>
            <p:cNvSpPr/>
            <p:nvPr/>
          </p:nvSpPr>
          <p:spPr>
            <a:xfrm>
              <a:off x="1106100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7" name="Google Shape;688;p68"/>
            <p:cNvSpPr/>
            <p:nvPr/>
          </p:nvSpPr>
          <p:spPr>
            <a:xfrm>
              <a:off x="1086048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8" name="Google Shape;689;p68"/>
            <p:cNvSpPr/>
            <p:nvPr/>
          </p:nvSpPr>
          <p:spPr>
            <a:xfrm>
              <a:off x="1065996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9" name="Google Shape;690;p68"/>
            <p:cNvSpPr/>
            <p:nvPr/>
          </p:nvSpPr>
          <p:spPr>
            <a:xfrm>
              <a:off x="10459440" y="12686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0" name="Google Shape;691;p68"/>
            <p:cNvSpPr/>
            <p:nvPr/>
          </p:nvSpPr>
          <p:spPr>
            <a:xfrm>
              <a:off x="10258560" y="1469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1" name="Google Shape;692;p68"/>
            <p:cNvSpPr/>
            <p:nvPr/>
          </p:nvSpPr>
          <p:spPr>
            <a:xfrm>
              <a:off x="10058040" y="16700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2" name="Google Shape;693;p68"/>
            <p:cNvSpPr/>
            <p:nvPr/>
          </p:nvSpPr>
          <p:spPr>
            <a:xfrm>
              <a:off x="10058040" y="187056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3" name="Google Shape;694;p68"/>
            <p:cNvSpPr/>
            <p:nvPr/>
          </p:nvSpPr>
          <p:spPr>
            <a:xfrm>
              <a:off x="10058040" y="207108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4" name="Google Shape;695;p68"/>
            <p:cNvSpPr/>
            <p:nvPr/>
          </p:nvSpPr>
          <p:spPr>
            <a:xfrm>
              <a:off x="10058040" y="22716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5" name="Google Shape;696;p68"/>
            <p:cNvSpPr/>
            <p:nvPr/>
          </p:nvSpPr>
          <p:spPr>
            <a:xfrm>
              <a:off x="10058040" y="24721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6" name="Google Shape;697;p68"/>
            <p:cNvSpPr/>
            <p:nvPr/>
          </p:nvSpPr>
          <p:spPr>
            <a:xfrm>
              <a:off x="10258560" y="26730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7" name="Google Shape;698;p68"/>
            <p:cNvSpPr/>
            <p:nvPr/>
          </p:nvSpPr>
          <p:spPr>
            <a:xfrm>
              <a:off x="1045944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8" name="Google Shape;699;p68"/>
            <p:cNvSpPr/>
            <p:nvPr/>
          </p:nvSpPr>
          <p:spPr>
            <a:xfrm>
              <a:off x="1065996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9" name="Google Shape;700;p68"/>
            <p:cNvSpPr/>
            <p:nvPr/>
          </p:nvSpPr>
          <p:spPr>
            <a:xfrm>
              <a:off x="1086048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1" y="0"/>
                  </a:lnTo>
                  <a:lnTo>
                    <a:pt x="200591" y="200591"/>
                  </a:lnTo>
                  <a:lnTo>
                    <a:pt x="1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0" name="Google Shape;701;p68"/>
            <p:cNvSpPr/>
            <p:nvPr/>
          </p:nvSpPr>
          <p:spPr>
            <a:xfrm>
              <a:off x="1106100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1" name="Google Shape;702;p68"/>
            <p:cNvSpPr/>
            <p:nvPr/>
          </p:nvSpPr>
          <p:spPr>
            <a:xfrm>
              <a:off x="11261520" y="2873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2" name="Google Shape;703;p68"/>
            <p:cNvSpPr/>
            <p:nvPr/>
          </p:nvSpPr>
          <p:spPr>
            <a:xfrm>
              <a:off x="11462400" y="26730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3" name="Google Shape;704;p68"/>
            <p:cNvSpPr/>
            <p:nvPr/>
          </p:nvSpPr>
          <p:spPr>
            <a:xfrm>
              <a:off x="11662920" y="24721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4" name="Google Shape;705;p68"/>
            <p:cNvSpPr/>
            <p:nvPr/>
          </p:nvSpPr>
          <p:spPr>
            <a:xfrm>
              <a:off x="11662920" y="227160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5" name="Google Shape;706;p68"/>
            <p:cNvSpPr/>
            <p:nvPr/>
          </p:nvSpPr>
          <p:spPr>
            <a:xfrm>
              <a:off x="11662920" y="207108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6" name="Google Shape;707;p68"/>
            <p:cNvSpPr/>
            <p:nvPr/>
          </p:nvSpPr>
          <p:spPr>
            <a:xfrm>
              <a:off x="11662920" y="187056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7" name="Google Shape;708;p68"/>
            <p:cNvSpPr/>
            <p:nvPr/>
          </p:nvSpPr>
          <p:spPr>
            <a:xfrm>
              <a:off x="11662920" y="167004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8" name="Google Shape;709;p68"/>
            <p:cNvSpPr/>
            <p:nvPr/>
          </p:nvSpPr>
          <p:spPr>
            <a:xfrm>
              <a:off x="11462400" y="1469520"/>
              <a:ext cx="196920" cy="196920"/>
            </a:xfrm>
            <a:custGeom>
              <a:avLst/>
              <a:gdLst>
                <a:gd name="textAreaLeft" fmla="*/ 0 w 196920"/>
                <a:gd name="textAreaRight" fmla="*/ 200520 w 196920"/>
                <a:gd name="textAreaTop" fmla="*/ 0 h 196920"/>
                <a:gd name="textAreaBottom" fmla="*/ 200520 h 196920"/>
              </a:gdLst>
              <a:ahLst/>
              <a:cxnLst/>
              <a:rect l="textAreaLeft" t="textAreaTop" r="textAreaRight" b="textAreaBottom"/>
              <a:pathLst>
                <a:path w="200590" h="200590">
                  <a:moveTo>
                    <a:pt x="0" y="0"/>
                  </a:moveTo>
                  <a:lnTo>
                    <a:pt x="200590" y="0"/>
                  </a:lnTo>
                  <a:lnTo>
                    <a:pt x="200590" y="200591"/>
                  </a:lnTo>
                  <a:lnTo>
                    <a:pt x="0" y="200591"/>
                  </a:lnTo>
                  <a:close/>
                </a:path>
              </a:pathLst>
            </a:custGeom>
            <a:noFill/>
            <a:ln w="20300">
              <a:solidFill>
                <a:srgbClr val="29245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69" name="Google Shape;710;p68"/>
          <p:cNvSpPr/>
          <p:nvPr/>
        </p:nvSpPr>
        <p:spPr>
          <a:xfrm>
            <a:off x="492120" y="-227880"/>
            <a:ext cx="2055240" cy="8442720"/>
          </a:xfrm>
          <a:custGeom>
            <a:avLst/>
            <a:gdLst>
              <a:gd name="textAreaLeft" fmla="*/ 0 w 2055240"/>
              <a:gd name="textAreaRight" fmla="*/ 2058840 w 2055240"/>
              <a:gd name="textAreaTop" fmla="*/ 0 h 8442720"/>
              <a:gd name="textAreaBottom" fmla="*/ 8446320 h 8442720"/>
            </a:gdLst>
            <a:ahLst/>
            <a:cxnLst/>
            <a:rect l="textAreaLeft" t="textAreaTop" r="textAreaRight" b="textAreaBottom"/>
            <a:pathLst>
              <a:path w="2058819" h="8446418">
                <a:moveTo>
                  <a:pt x="2058819" y="8446419"/>
                </a:moveTo>
                <a:lnTo>
                  <a:pt x="2058819" y="5813710"/>
                </a:lnTo>
                <a:lnTo>
                  <a:pt x="1312182" y="5813710"/>
                </a:lnTo>
                <a:lnTo>
                  <a:pt x="1312182" y="4980980"/>
                </a:lnTo>
                <a:lnTo>
                  <a:pt x="1788424" y="4980980"/>
                </a:lnTo>
                <a:lnTo>
                  <a:pt x="1788424" y="4344867"/>
                </a:lnTo>
                <a:lnTo>
                  <a:pt x="1345921" y="4344867"/>
                </a:lnTo>
                <a:lnTo>
                  <a:pt x="1345921" y="2842245"/>
                </a:lnTo>
                <a:lnTo>
                  <a:pt x="0" y="2842245"/>
                </a:lnTo>
                <a:lnTo>
                  <a:pt x="0" y="0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0" name="Google Shape;711;p68"/>
          <p:cNvSpPr/>
          <p:nvPr/>
        </p:nvSpPr>
        <p:spPr>
          <a:xfrm>
            <a:off x="3367800" y="-960480"/>
            <a:ext cx="1895400" cy="8690400"/>
          </a:xfrm>
          <a:custGeom>
            <a:avLst/>
            <a:gdLst>
              <a:gd name="textAreaLeft" fmla="*/ 0 w 1895400"/>
              <a:gd name="textAreaRight" fmla="*/ 1899000 w 1895400"/>
              <a:gd name="textAreaTop" fmla="*/ 0 h 8690400"/>
              <a:gd name="textAreaBottom" fmla="*/ 8694000 h 8690400"/>
            </a:gdLst>
            <a:ahLst/>
            <a:cxnLst/>
            <a:rect l="textAreaLeft" t="textAreaTop" r="textAreaRight" b="textAreaBottom"/>
            <a:pathLst>
              <a:path w="1899028" h="8693826">
                <a:moveTo>
                  <a:pt x="1899029" y="0"/>
                </a:moveTo>
                <a:lnTo>
                  <a:pt x="1899029" y="963034"/>
                </a:lnTo>
                <a:lnTo>
                  <a:pt x="887091" y="963034"/>
                </a:lnTo>
                <a:lnTo>
                  <a:pt x="887091" y="3322980"/>
                </a:lnTo>
                <a:lnTo>
                  <a:pt x="368725" y="3322980"/>
                </a:lnTo>
                <a:lnTo>
                  <a:pt x="368725" y="4595164"/>
                </a:lnTo>
                <a:lnTo>
                  <a:pt x="1133897" y="4595164"/>
                </a:lnTo>
                <a:lnTo>
                  <a:pt x="1133897" y="5517037"/>
                </a:lnTo>
                <a:lnTo>
                  <a:pt x="1511849" y="5517037"/>
                </a:lnTo>
                <a:lnTo>
                  <a:pt x="1511849" y="5959499"/>
                </a:lnTo>
                <a:lnTo>
                  <a:pt x="479371" y="5959499"/>
                </a:lnTo>
                <a:lnTo>
                  <a:pt x="479371" y="6604838"/>
                </a:lnTo>
                <a:lnTo>
                  <a:pt x="0" y="6604838"/>
                </a:lnTo>
                <a:lnTo>
                  <a:pt x="0" y="8693826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1" name="Google Shape;712;p68"/>
          <p:cNvSpPr/>
          <p:nvPr/>
        </p:nvSpPr>
        <p:spPr>
          <a:xfrm>
            <a:off x="7389360" y="-113760"/>
            <a:ext cx="1932120" cy="7082280"/>
          </a:xfrm>
          <a:custGeom>
            <a:avLst/>
            <a:gdLst>
              <a:gd name="textAreaLeft" fmla="*/ 0 w 1932120"/>
              <a:gd name="textAreaRight" fmla="*/ 1935720 w 1932120"/>
              <a:gd name="textAreaTop" fmla="*/ 0 h 7082280"/>
              <a:gd name="textAreaBottom" fmla="*/ 7085880 h 7082280"/>
            </a:gdLst>
            <a:ahLst/>
            <a:cxnLst/>
            <a:rect l="textAreaLeft" t="textAreaTop" r="textAreaRight" b="textAreaBottom"/>
            <a:pathLst>
              <a:path w="1935897" h="7085854">
                <a:moveTo>
                  <a:pt x="1253730" y="0"/>
                </a:moveTo>
                <a:lnTo>
                  <a:pt x="1253730" y="2127261"/>
                </a:lnTo>
                <a:lnTo>
                  <a:pt x="0" y="2127261"/>
                </a:lnTo>
                <a:lnTo>
                  <a:pt x="0" y="3307253"/>
                </a:lnTo>
                <a:lnTo>
                  <a:pt x="1106256" y="3307253"/>
                </a:lnTo>
                <a:lnTo>
                  <a:pt x="1106256" y="5816197"/>
                </a:lnTo>
                <a:lnTo>
                  <a:pt x="1935898" y="5816197"/>
                </a:lnTo>
                <a:lnTo>
                  <a:pt x="1935898" y="7085854"/>
                </a:lnTo>
              </a:path>
            </a:pathLst>
          </a:custGeom>
          <a:noFill/>
          <a:ln w="20300">
            <a:solidFill>
              <a:srgbClr val="29245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erramento_Curso_Prog_mobile">
    <p:bg>
      <p:bgPr>
        <a:solidFill>
          <a:srgbClr val="472b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1866;p91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292454">
              <a:alpha val="4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5" name="Google Shape;1867;p91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6" name="Google Shape;1868;p91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7" name="Google Shape;1869;p91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8" name="Google Shape;1870;p91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9" name="Google Shape;1871;p91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0" name="Google Shape;1872;p91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1" name="Google Shape;1873;p91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2" name="Google Shape;1874;p91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3" name="Google Shape;1875;p91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4" name="Google Shape;1876;p91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85" name="Google Shape;1877;p91" descr=""/>
          <p:cNvPicPr/>
          <p:nvPr/>
        </p:nvPicPr>
        <p:blipFill>
          <a:blip r:embed="rId2"/>
          <a:stretch/>
        </p:blipFill>
        <p:spPr>
          <a:xfrm>
            <a:off x="9120600" y="1470600"/>
            <a:ext cx="2140920" cy="55944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186" name="Google Shape;1878;p91"/>
          <p:cNvGrpSpPr/>
          <p:nvPr/>
        </p:nvGrpSpPr>
        <p:grpSpPr>
          <a:xfrm>
            <a:off x="1684080" y="792720"/>
            <a:ext cx="1366560" cy="1092600"/>
            <a:chOff x="1684080" y="792720"/>
            <a:chExt cx="1366560" cy="1092600"/>
          </a:xfrm>
        </p:grpSpPr>
        <p:sp>
          <p:nvSpPr>
            <p:cNvPr id="2187" name="Google Shape;1879;p91"/>
            <p:cNvSpPr/>
            <p:nvPr/>
          </p:nvSpPr>
          <p:spPr>
            <a:xfrm>
              <a:off x="2232000" y="7927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8" name="Google Shape;1880;p91"/>
            <p:cNvSpPr/>
            <p:nvPr/>
          </p:nvSpPr>
          <p:spPr>
            <a:xfrm>
              <a:off x="195804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9" name="Google Shape;1881;p91"/>
            <p:cNvSpPr/>
            <p:nvPr/>
          </p:nvSpPr>
          <p:spPr>
            <a:xfrm>
              <a:off x="16840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0" name="Google Shape;1882;p91"/>
            <p:cNvSpPr/>
            <p:nvPr/>
          </p:nvSpPr>
          <p:spPr>
            <a:xfrm>
              <a:off x="16840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1" name="Google Shape;1883;p91"/>
            <p:cNvSpPr/>
            <p:nvPr/>
          </p:nvSpPr>
          <p:spPr>
            <a:xfrm>
              <a:off x="195804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2" name="Google Shape;1884;p91"/>
            <p:cNvSpPr/>
            <p:nvPr/>
          </p:nvSpPr>
          <p:spPr>
            <a:xfrm>
              <a:off x="223200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3" name="Google Shape;1885;p91"/>
            <p:cNvSpPr/>
            <p:nvPr/>
          </p:nvSpPr>
          <p:spPr>
            <a:xfrm>
              <a:off x="250632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4" name="Google Shape;1886;p91"/>
            <p:cNvSpPr/>
            <p:nvPr/>
          </p:nvSpPr>
          <p:spPr>
            <a:xfrm>
              <a:off x="2780280" y="16149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5" name="Google Shape;1887;p91"/>
            <p:cNvSpPr/>
            <p:nvPr/>
          </p:nvSpPr>
          <p:spPr>
            <a:xfrm>
              <a:off x="2780280" y="13410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6" name="Google Shape;1888;p91"/>
            <p:cNvSpPr/>
            <p:nvPr/>
          </p:nvSpPr>
          <p:spPr>
            <a:xfrm>
              <a:off x="2506320" y="106668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ada8a7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97" name="Google Shape;1889;p91"/>
          <p:cNvGrpSpPr/>
          <p:nvPr/>
        </p:nvGrpSpPr>
        <p:grpSpPr>
          <a:xfrm>
            <a:off x="9798120" y="5367240"/>
            <a:ext cx="1394640" cy="727920"/>
            <a:chOff x="9798120" y="5367240"/>
            <a:chExt cx="1394640" cy="727920"/>
          </a:xfrm>
        </p:grpSpPr>
        <p:grpSp>
          <p:nvGrpSpPr>
            <p:cNvPr id="2198" name="Google Shape;1890;p91"/>
            <p:cNvGrpSpPr/>
            <p:nvPr/>
          </p:nvGrpSpPr>
          <p:grpSpPr>
            <a:xfrm>
              <a:off x="9798120" y="5367240"/>
              <a:ext cx="1161000" cy="281520"/>
              <a:chOff x="9798120" y="5367240"/>
              <a:chExt cx="1161000" cy="281520"/>
            </a:xfrm>
          </p:grpSpPr>
          <p:sp>
            <p:nvSpPr>
              <p:cNvPr id="2199" name="Google Shape;1891;p91"/>
              <p:cNvSpPr/>
              <p:nvPr/>
            </p:nvSpPr>
            <p:spPr>
              <a:xfrm>
                <a:off x="979812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0" name="Google Shape;1892;p91"/>
              <p:cNvSpPr/>
              <p:nvPr/>
            </p:nvSpPr>
            <p:spPr>
              <a:xfrm>
                <a:off x="996984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1" name="Google Shape;1893;p91"/>
              <p:cNvSpPr/>
              <p:nvPr/>
            </p:nvSpPr>
            <p:spPr>
              <a:xfrm>
                <a:off x="1022472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2" name="Google Shape;1894;p91"/>
              <p:cNvSpPr/>
              <p:nvPr/>
            </p:nvSpPr>
            <p:spPr>
              <a:xfrm>
                <a:off x="1047312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3" name="Google Shape;1895;p91"/>
              <p:cNvSpPr/>
              <p:nvPr/>
            </p:nvSpPr>
            <p:spPr>
              <a:xfrm>
                <a:off x="1072152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04" name="Google Shape;1896;p91"/>
            <p:cNvGrpSpPr/>
            <p:nvPr/>
          </p:nvGrpSpPr>
          <p:grpSpPr>
            <a:xfrm>
              <a:off x="10199160" y="5727600"/>
              <a:ext cx="993600" cy="367560"/>
              <a:chOff x="10199160" y="5727600"/>
              <a:chExt cx="993600" cy="367560"/>
            </a:xfrm>
          </p:grpSpPr>
          <p:sp>
            <p:nvSpPr>
              <p:cNvPr id="2205" name="Google Shape;1897;p91"/>
              <p:cNvSpPr/>
              <p:nvPr/>
            </p:nvSpPr>
            <p:spPr>
              <a:xfrm>
                <a:off x="1019916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6" name="Google Shape;1898;p91"/>
              <p:cNvSpPr/>
              <p:nvPr/>
            </p:nvSpPr>
            <p:spPr>
              <a:xfrm>
                <a:off x="1031112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7" name="Google Shape;1899;p91"/>
              <p:cNvSpPr/>
              <p:nvPr/>
            </p:nvSpPr>
            <p:spPr>
              <a:xfrm>
                <a:off x="1058832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8" name="Google Shape;1900;p91"/>
              <p:cNvSpPr/>
              <p:nvPr/>
            </p:nvSpPr>
            <p:spPr>
              <a:xfrm>
                <a:off x="1088028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09" name="Google Shape;1901;p91"/>
              <p:cNvSpPr/>
              <p:nvPr/>
            </p:nvSpPr>
            <p:spPr>
              <a:xfrm>
                <a:off x="1099116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10" name="Google Shape;1902;p91"/>
          <p:cNvGrpSpPr/>
          <p:nvPr/>
        </p:nvGrpSpPr>
        <p:grpSpPr>
          <a:xfrm>
            <a:off x="9880920" y="5104080"/>
            <a:ext cx="576000" cy="141480"/>
            <a:chOff x="9880920" y="5104080"/>
            <a:chExt cx="576000" cy="141480"/>
          </a:xfrm>
        </p:grpSpPr>
        <p:sp>
          <p:nvSpPr>
            <p:cNvPr id="2211" name="Google Shape;1903;p91"/>
            <p:cNvSpPr/>
            <p:nvPr/>
          </p:nvSpPr>
          <p:spPr>
            <a:xfrm>
              <a:off x="10369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2" name="Google Shape;1904;p91"/>
            <p:cNvSpPr/>
            <p:nvPr/>
          </p:nvSpPr>
          <p:spPr>
            <a:xfrm>
              <a:off x="988092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3" name="Google Shape;1905;p91"/>
            <p:cNvSpPr/>
            <p:nvPr/>
          </p:nvSpPr>
          <p:spPr>
            <a:xfrm>
              <a:off x="1000728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4" name="Google Shape;1906;p91"/>
            <p:cNvSpPr/>
            <p:nvPr/>
          </p:nvSpPr>
          <p:spPr>
            <a:xfrm>
              <a:off x="1013328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5" name="Google Shape;1907;p91"/>
            <p:cNvSpPr/>
            <p:nvPr/>
          </p:nvSpPr>
          <p:spPr>
            <a:xfrm>
              <a:off x="1025172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16" name="Google Shape;1908;p91"/>
          <p:cNvGrpSpPr/>
          <p:nvPr/>
        </p:nvGrpSpPr>
        <p:grpSpPr>
          <a:xfrm>
            <a:off x="401040" y="198360"/>
            <a:ext cx="4064760" cy="1621440"/>
            <a:chOff x="401040" y="198360"/>
            <a:chExt cx="4064760" cy="1621440"/>
          </a:xfrm>
        </p:grpSpPr>
        <p:sp>
          <p:nvSpPr>
            <p:cNvPr id="2217" name="Google Shape;1909;p91"/>
            <p:cNvSpPr/>
            <p:nvPr/>
          </p:nvSpPr>
          <p:spPr>
            <a:xfrm>
              <a:off x="690480" y="275760"/>
              <a:ext cx="377532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_PROGRAMAÇÃO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MOBILE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218" name="Google Shape;1910;p91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2219" name="Google Shape;1911;p91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20" name="Google Shape;1912;p91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acb8ca">
                  <a:alpha val="17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221" name="Google Shape;1913;p91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22" name="Google Shape;1914;p91"/>
          <p:cNvGrpSpPr/>
          <p:nvPr/>
        </p:nvGrpSpPr>
        <p:grpSpPr>
          <a:xfrm>
            <a:off x="832680" y="2888640"/>
            <a:ext cx="3670560" cy="3105720"/>
            <a:chOff x="832680" y="2888640"/>
            <a:chExt cx="3670560" cy="3105720"/>
          </a:xfrm>
        </p:grpSpPr>
        <p:sp>
          <p:nvSpPr>
            <p:cNvPr id="2223" name="Google Shape;1915;p91"/>
            <p:cNvSpPr/>
            <p:nvPr/>
          </p:nvSpPr>
          <p:spPr>
            <a:xfrm>
              <a:off x="832680" y="43020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4" name="Google Shape;1916;p91"/>
            <p:cNvSpPr/>
            <p:nvPr/>
          </p:nvSpPr>
          <p:spPr>
            <a:xfrm>
              <a:off x="3941640" y="373644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5" name="Google Shape;1917;p91"/>
            <p:cNvSpPr/>
            <p:nvPr/>
          </p:nvSpPr>
          <p:spPr>
            <a:xfrm>
              <a:off x="4224240" y="5432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6" name="Google Shape;1918;p91"/>
            <p:cNvSpPr/>
            <p:nvPr/>
          </p:nvSpPr>
          <p:spPr>
            <a:xfrm>
              <a:off x="2528640" y="317124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7" name="Google Shape;1919;p91"/>
            <p:cNvSpPr/>
            <p:nvPr/>
          </p:nvSpPr>
          <p:spPr>
            <a:xfrm>
              <a:off x="1398240" y="288864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8" name="Google Shape;1920;p91"/>
            <p:cNvSpPr/>
            <p:nvPr/>
          </p:nvSpPr>
          <p:spPr>
            <a:xfrm>
              <a:off x="1963440" y="43020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292454">
                <a:alpha val="36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ertura_Curso_Big Data Science"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802;p73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0" name="Google Shape;803;p73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1" name="Google Shape;804;p73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2" name="Google Shape;805;p73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3" name="Google Shape;806;p73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4" name="Google Shape;807;p73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5" name="Google Shape;808;p73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6" name="Google Shape;809;p73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7" name="Google Shape;810;p73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8" name="Google Shape;811;p73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39" name="Google Shape;812;p73"/>
          <p:cNvGrpSpPr/>
          <p:nvPr/>
        </p:nvGrpSpPr>
        <p:grpSpPr>
          <a:xfrm>
            <a:off x="729720" y="3023640"/>
            <a:ext cx="5848200" cy="2524680"/>
            <a:chOff x="729720" y="3023640"/>
            <a:chExt cx="5848200" cy="2524680"/>
          </a:xfrm>
        </p:grpSpPr>
        <p:sp>
          <p:nvSpPr>
            <p:cNvPr id="2240" name="Google Shape;813;p73"/>
            <p:cNvSpPr/>
            <p:nvPr/>
          </p:nvSpPr>
          <p:spPr>
            <a:xfrm>
              <a:off x="1363680" y="3023640"/>
              <a:ext cx="50716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5500"/>
              </a:br>
              <a:r>
                <a:rPr b="1" lang="pt-BR" sz="55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55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1" name="Google Shape;814;p73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2" name="Google Shape;815;p73"/>
            <p:cNvSpPr/>
            <p:nvPr/>
          </p:nvSpPr>
          <p:spPr>
            <a:xfrm>
              <a:off x="1363680" y="4781520"/>
              <a:ext cx="521424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32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3" name="Google Shape;816;p73"/>
          <p:cNvGrpSpPr/>
          <p:nvPr/>
        </p:nvGrpSpPr>
        <p:grpSpPr>
          <a:xfrm>
            <a:off x="755280" y="2676960"/>
            <a:ext cx="689760" cy="689760"/>
            <a:chOff x="755280" y="2676960"/>
            <a:chExt cx="689760" cy="689760"/>
          </a:xfrm>
        </p:grpSpPr>
        <p:sp>
          <p:nvSpPr>
            <p:cNvPr id="2244" name="Google Shape;817;p73"/>
            <p:cNvSpPr/>
            <p:nvPr/>
          </p:nvSpPr>
          <p:spPr>
            <a:xfrm>
              <a:off x="755280" y="302364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5" name="Google Shape;818;p73"/>
            <p:cNvSpPr/>
            <p:nvPr/>
          </p:nvSpPr>
          <p:spPr>
            <a:xfrm>
              <a:off x="1101960" y="26769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46" name="Google Shape;819;p73"/>
          <p:cNvGrpSpPr/>
          <p:nvPr/>
        </p:nvGrpSpPr>
        <p:grpSpPr>
          <a:xfrm>
            <a:off x="6068520" y="5098320"/>
            <a:ext cx="689760" cy="689760"/>
            <a:chOff x="6068520" y="5098320"/>
            <a:chExt cx="689760" cy="689760"/>
          </a:xfrm>
        </p:grpSpPr>
        <p:sp>
          <p:nvSpPr>
            <p:cNvPr id="2247" name="Google Shape;820;p73"/>
            <p:cNvSpPr/>
            <p:nvPr/>
          </p:nvSpPr>
          <p:spPr>
            <a:xfrm>
              <a:off x="6068520" y="5445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8" name="Google Shape;821;p73"/>
            <p:cNvSpPr/>
            <p:nvPr/>
          </p:nvSpPr>
          <p:spPr>
            <a:xfrm>
              <a:off x="6415200" y="5098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249" name="Google Shape;822;p73" descr=""/>
          <p:cNvPicPr/>
          <p:nvPr/>
        </p:nvPicPr>
        <p:blipFill>
          <a:blip r:embed="rId2"/>
          <a:stretch/>
        </p:blipFill>
        <p:spPr>
          <a:xfrm>
            <a:off x="10151280" y="3891960"/>
            <a:ext cx="1415520" cy="153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0" name="Google Shape;823;p73" descr=""/>
          <p:cNvPicPr/>
          <p:nvPr/>
        </p:nvPicPr>
        <p:blipFill>
          <a:blip r:embed="rId3"/>
          <a:stretch/>
        </p:blipFill>
        <p:spPr>
          <a:xfrm>
            <a:off x="755280" y="595080"/>
            <a:ext cx="1910880" cy="3358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251" name="Google Shape;824;p73"/>
          <p:cNvGrpSpPr/>
          <p:nvPr/>
        </p:nvGrpSpPr>
        <p:grpSpPr>
          <a:xfrm>
            <a:off x="10124640" y="1269360"/>
            <a:ext cx="1466640" cy="765360"/>
            <a:chOff x="10124640" y="1269360"/>
            <a:chExt cx="1466640" cy="765360"/>
          </a:xfrm>
        </p:grpSpPr>
        <p:grpSp>
          <p:nvGrpSpPr>
            <p:cNvPr id="2252" name="Google Shape;825;p73"/>
            <p:cNvGrpSpPr/>
            <p:nvPr/>
          </p:nvGrpSpPr>
          <p:grpSpPr>
            <a:xfrm>
              <a:off x="10124640" y="1269360"/>
              <a:ext cx="1221120" cy="296280"/>
              <a:chOff x="10124640" y="1269360"/>
              <a:chExt cx="1221120" cy="296280"/>
            </a:xfrm>
          </p:grpSpPr>
          <p:sp>
            <p:nvSpPr>
              <p:cNvPr id="2253" name="Google Shape;826;p73"/>
              <p:cNvSpPr/>
              <p:nvPr/>
            </p:nvSpPr>
            <p:spPr>
              <a:xfrm>
                <a:off x="10124640" y="1269360"/>
                <a:ext cx="146160" cy="294840"/>
              </a:xfrm>
              <a:custGeom>
                <a:avLst/>
                <a:gdLst>
                  <a:gd name="textAreaLeft" fmla="*/ 0 w 146160"/>
                  <a:gd name="textAreaRight" fmla="*/ 149760 w 146160"/>
                  <a:gd name="textAreaTop" fmla="*/ 0 h 294840"/>
                  <a:gd name="textAreaBottom" fmla="*/ 298440 h 294840"/>
                </a:gdLst>
                <a:ahLst/>
                <a:cxnLst/>
                <a:rect l="textAreaLeft" t="textAreaTop" r="textAreaRight" b="textAreaBottom"/>
                <a:pathLst>
                  <a:path w="174433" h="347735">
                    <a:moveTo>
                      <a:pt x="112186" y="347594"/>
                    </a:moveTo>
                    <a:cubicBezTo>
                      <a:pt x="64794" y="347594"/>
                      <a:pt x="32680" y="328778"/>
                      <a:pt x="32680" y="265541"/>
                    </a:cubicBezTo>
                    <a:lnTo>
                      <a:pt x="32680" y="136095"/>
                    </a:lnTo>
                    <a:lnTo>
                      <a:pt x="0" y="136095"/>
                    </a:lnTo>
                    <a:lnTo>
                      <a:pt x="0" y="69887"/>
                    </a:lnTo>
                    <a:lnTo>
                      <a:pt x="32680" y="69887"/>
                    </a:lnTo>
                    <a:lnTo>
                      <a:pt x="32680" y="0"/>
                    </a:lnTo>
                    <a:lnTo>
                      <a:pt x="110206" y="0"/>
                    </a:lnTo>
                    <a:lnTo>
                      <a:pt x="110206" y="69887"/>
                    </a:lnTo>
                    <a:lnTo>
                      <a:pt x="174434" y="69887"/>
                    </a:lnTo>
                    <a:lnTo>
                      <a:pt x="174434" y="136095"/>
                    </a:lnTo>
                    <a:lnTo>
                      <a:pt x="110206" y="136095"/>
                    </a:lnTo>
                    <a:lnTo>
                      <a:pt x="110206" y="252808"/>
                    </a:lnTo>
                    <a:cubicBezTo>
                      <a:pt x="110206" y="270634"/>
                      <a:pt x="117845" y="279263"/>
                      <a:pt x="135246" y="279263"/>
                    </a:cubicBezTo>
                    <a:cubicBezTo>
                      <a:pt x="149535" y="279263"/>
                      <a:pt x="162267" y="275727"/>
                      <a:pt x="173443" y="269643"/>
                    </a:cubicBezTo>
                    <a:lnTo>
                      <a:pt x="173443" y="331890"/>
                    </a:lnTo>
                    <a:cubicBezTo>
                      <a:pt x="157174" y="341510"/>
                      <a:pt x="138217" y="347735"/>
                      <a:pt x="112328" y="34773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4" name="Google Shape;827;p73"/>
              <p:cNvSpPr/>
              <p:nvPr/>
            </p:nvSpPr>
            <p:spPr>
              <a:xfrm>
                <a:off x="10305360" y="1324800"/>
                <a:ext cx="226440" cy="240480"/>
              </a:xfrm>
              <a:custGeom>
                <a:avLst/>
                <a:gdLst>
                  <a:gd name="textAreaLeft" fmla="*/ 0 w 226440"/>
                  <a:gd name="textAreaRight" fmla="*/ 230040 w 22644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68087" h="284356">
                    <a:moveTo>
                      <a:pt x="267238" y="168775"/>
                    </a:moveTo>
                    <a:lnTo>
                      <a:pt x="77102" y="168775"/>
                    </a:lnTo>
                    <a:cubicBezTo>
                      <a:pt x="84741" y="204001"/>
                      <a:pt x="109215" y="222251"/>
                      <a:pt x="143876" y="222251"/>
                    </a:cubicBezTo>
                    <a:cubicBezTo>
                      <a:pt x="169906" y="222251"/>
                      <a:pt x="188722" y="214045"/>
                      <a:pt x="210084" y="194239"/>
                    </a:cubicBezTo>
                    <a:lnTo>
                      <a:pt x="254365" y="233427"/>
                    </a:lnTo>
                    <a:cubicBezTo>
                      <a:pt x="228900" y="264975"/>
                      <a:pt x="192117" y="284356"/>
                      <a:pt x="142744" y="284356"/>
                    </a:cubicBezTo>
                    <a:cubicBezTo>
                      <a:pt x="60691" y="284356"/>
                      <a:pt x="0" y="226778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5598" y="0"/>
                      <a:pt x="135105" y="0"/>
                    </a:cubicBezTo>
                    <a:cubicBezTo>
                      <a:pt x="226353" y="0"/>
                      <a:pt x="268087" y="70877"/>
                      <a:pt x="268087" y="148403"/>
                    </a:cubicBezTo>
                    <a:lnTo>
                      <a:pt x="268087" y="149393"/>
                    </a:lnTo>
                    <a:cubicBezTo>
                      <a:pt x="268087" y="157033"/>
                      <a:pt x="267521" y="161560"/>
                      <a:pt x="267097" y="168775"/>
                    </a:cubicBezTo>
                    <a:close/>
                    <a:moveTo>
                      <a:pt x="135246" y="62247"/>
                    </a:moveTo>
                    <a:cubicBezTo>
                      <a:pt x="103132" y="62247"/>
                      <a:pt x="82195" y="85165"/>
                      <a:pt x="76111" y="120392"/>
                    </a:cubicBezTo>
                    <a:lnTo>
                      <a:pt x="192825" y="120392"/>
                    </a:lnTo>
                    <a:cubicBezTo>
                      <a:pt x="188298" y="85731"/>
                      <a:pt x="167784" y="62247"/>
                      <a:pt x="135246" y="62247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5" name="Google Shape;828;p73"/>
              <p:cNvSpPr/>
              <p:nvPr/>
            </p:nvSpPr>
            <p:spPr>
              <a:xfrm>
                <a:off x="10573560" y="1325160"/>
                <a:ext cx="214200" cy="240480"/>
              </a:xfrm>
              <a:custGeom>
                <a:avLst/>
                <a:gdLst>
                  <a:gd name="textAreaLeft" fmla="*/ 0 w 214200"/>
                  <a:gd name="textAreaRight" fmla="*/ 217800 w 214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53940" h="284356">
                    <a:moveTo>
                      <a:pt x="142178" y="284356"/>
                    </a:moveTo>
                    <a:cubicBezTo>
                      <a:pt x="60125" y="284356"/>
                      <a:pt x="0" y="221119"/>
                      <a:pt x="0" y="143168"/>
                    </a:cubicBezTo>
                    <a:lnTo>
                      <a:pt x="0" y="142178"/>
                    </a:lnTo>
                    <a:cubicBezTo>
                      <a:pt x="0" y="64228"/>
                      <a:pt x="59701" y="0"/>
                      <a:pt x="143310" y="0"/>
                    </a:cubicBezTo>
                    <a:cubicBezTo>
                      <a:pt x="194805" y="0"/>
                      <a:pt x="226919" y="17401"/>
                      <a:pt x="252384" y="45837"/>
                    </a:cubicBezTo>
                    <a:lnTo>
                      <a:pt x="204991" y="96766"/>
                    </a:lnTo>
                    <a:cubicBezTo>
                      <a:pt x="187590" y="78375"/>
                      <a:pt x="170331" y="66633"/>
                      <a:pt x="142744" y="66633"/>
                    </a:cubicBezTo>
                    <a:cubicBezTo>
                      <a:pt x="103981" y="66633"/>
                      <a:pt x="76536" y="100727"/>
                      <a:pt x="76536" y="141046"/>
                    </a:cubicBezTo>
                    <a:lnTo>
                      <a:pt x="76536" y="142037"/>
                    </a:lnTo>
                    <a:cubicBezTo>
                      <a:pt x="76536" y="183770"/>
                      <a:pt x="103557" y="217441"/>
                      <a:pt x="145856" y="217441"/>
                    </a:cubicBezTo>
                    <a:cubicBezTo>
                      <a:pt x="171887" y="217441"/>
                      <a:pt x="189712" y="206264"/>
                      <a:pt x="208528" y="188439"/>
                    </a:cubicBezTo>
                    <a:lnTo>
                      <a:pt x="253940" y="234276"/>
                    </a:lnTo>
                    <a:cubicBezTo>
                      <a:pt x="227485" y="263277"/>
                      <a:pt x="196786" y="284215"/>
                      <a:pt x="142320" y="284215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6" name="Google Shape;829;p73"/>
              <p:cNvSpPr/>
              <p:nvPr/>
            </p:nvSpPr>
            <p:spPr>
              <a:xfrm>
                <a:off x="10834560" y="1325160"/>
                <a:ext cx="211320" cy="235080"/>
              </a:xfrm>
              <a:custGeom>
                <a:avLst/>
                <a:gdLst>
                  <a:gd name="textAreaLeft" fmla="*/ 0 w 211320"/>
                  <a:gd name="textAreaRight" fmla="*/ 214920 w 211320"/>
                  <a:gd name="textAreaTop" fmla="*/ 0 h 235080"/>
                  <a:gd name="textAreaBottom" fmla="*/ 238680 h 235080"/>
                </a:gdLst>
                <a:ahLst/>
                <a:cxnLst/>
                <a:rect l="textAreaLeft" t="textAreaTop" r="textAreaRight" b="textAreaBottom"/>
                <a:pathLst>
                  <a:path w="250403" h="278272">
                    <a:moveTo>
                      <a:pt x="172877" y="278273"/>
                    </a:moveTo>
                    <a:lnTo>
                      <a:pt x="172877" y="125909"/>
                    </a:lnTo>
                    <a:cubicBezTo>
                      <a:pt x="172877" y="89268"/>
                      <a:pt x="155477" y="70311"/>
                      <a:pt x="125909" y="70311"/>
                    </a:cubicBezTo>
                    <a:cubicBezTo>
                      <a:pt x="96342" y="70311"/>
                      <a:pt x="77526" y="89127"/>
                      <a:pt x="77526" y="125909"/>
                    </a:cubicBezTo>
                    <a:lnTo>
                      <a:pt x="77526" y="278273"/>
                    </a:lnTo>
                    <a:lnTo>
                      <a:pt x="0" y="278273"/>
                    </a:lnTo>
                    <a:lnTo>
                      <a:pt x="0" y="5093"/>
                    </a:lnTo>
                    <a:lnTo>
                      <a:pt x="77526" y="5093"/>
                    </a:lnTo>
                    <a:lnTo>
                      <a:pt x="77526" y="43856"/>
                    </a:lnTo>
                    <a:cubicBezTo>
                      <a:pt x="95351" y="20938"/>
                      <a:pt x="118270" y="0"/>
                      <a:pt x="157598" y="0"/>
                    </a:cubicBezTo>
                    <a:cubicBezTo>
                      <a:pt x="216167" y="0"/>
                      <a:pt x="250403" y="38763"/>
                      <a:pt x="250403" y="101435"/>
                    </a:cubicBezTo>
                    <a:lnTo>
                      <a:pt x="250403" y="278273"/>
                    </a:lnTo>
                    <a:lnTo>
                      <a:pt x="172877" y="278273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57" name="Google Shape;830;p73"/>
              <p:cNvSpPr/>
              <p:nvPr/>
            </p:nvSpPr>
            <p:spPr>
              <a:xfrm>
                <a:off x="11095560" y="132516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3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8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58" name="Google Shape;831;p73"/>
            <p:cNvGrpSpPr/>
            <p:nvPr/>
          </p:nvGrpSpPr>
          <p:grpSpPr>
            <a:xfrm>
              <a:off x="10546560" y="1648080"/>
              <a:ext cx="1044720" cy="386640"/>
              <a:chOff x="10546560" y="1648080"/>
              <a:chExt cx="1044720" cy="386640"/>
            </a:xfrm>
          </p:grpSpPr>
          <p:sp>
            <p:nvSpPr>
              <p:cNvPr id="2259" name="Google Shape;832;p73"/>
              <p:cNvSpPr/>
              <p:nvPr/>
            </p:nvSpPr>
            <p:spPr>
              <a:xfrm>
                <a:off x="10546560" y="1648080"/>
                <a:ext cx="63000" cy="31572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77526" h="372209">
                    <a:moveTo>
                      <a:pt x="0" y="372210"/>
                    </a:moveTo>
                    <a:lnTo>
                      <a:pt x="0" y="0"/>
                    </a:lnTo>
                    <a:lnTo>
                      <a:pt x="77526" y="0"/>
                    </a:lnTo>
                    <a:lnTo>
                      <a:pt x="77526" y="372210"/>
                    </a:lnTo>
                    <a:lnTo>
                      <a:pt x="0" y="372210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0" name="Google Shape;833;p73"/>
              <p:cNvSpPr/>
              <p:nvPr/>
            </p:nvSpPr>
            <p:spPr>
              <a:xfrm>
                <a:off x="10664280" y="1728720"/>
                <a:ext cx="250200" cy="240480"/>
              </a:xfrm>
              <a:custGeom>
                <a:avLst/>
                <a:gdLst>
                  <a:gd name="textAreaLeft" fmla="*/ 0 w 250200"/>
                  <a:gd name="textAreaRight" fmla="*/ 253800 w 250200"/>
                  <a:gd name="textAreaTop" fmla="*/ 0 h 240480"/>
                  <a:gd name="textAreaBottom" fmla="*/ 244080 h 240480"/>
                </a:gdLst>
                <a:ahLst/>
                <a:cxnLst/>
                <a:rect l="textAreaLeft" t="textAreaTop" r="textAreaRight" b="textAreaBottom"/>
                <a:pathLst>
                  <a:path w="295674" h="284356">
                    <a:moveTo>
                      <a:pt x="147271" y="284356"/>
                    </a:moveTo>
                    <a:cubicBezTo>
                      <a:pt x="62672" y="284356"/>
                      <a:pt x="0" y="221685"/>
                      <a:pt x="0" y="143168"/>
                    </a:cubicBezTo>
                    <a:lnTo>
                      <a:pt x="0" y="142178"/>
                    </a:lnTo>
                    <a:cubicBezTo>
                      <a:pt x="0" y="63662"/>
                      <a:pt x="63237" y="0"/>
                      <a:pt x="148403" y="0"/>
                    </a:cubicBezTo>
                    <a:cubicBezTo>
                      <a:pt x="233568" y="0"/>
                      <a:pt x="295674" y="62672"/>
                      <a:pt x="295674" y="141188"/>
                    </a:cubicBezTo>
                    <a:lnTo>
                      <a:pt x="295674" y="142178"/>
                    </a:lnTo>
                    <a:cubicBezTo>
                      <a:pt x="295674" y="220694"/>
                      <a:pt x="232437" y="284356"/>
                      <a:pt x="147271" y="284356"/>
                    </a:cubicBezTo>
                    <a:close/>
                    <a:moveTo>
                      <a:pt x="219138" y="142178"/>
                    </a:moveTo>
                    <a:cubicBezTo>
                      <a:pt x="219138" y="101859"/>
                      <a:pt x="190137" y="66774"/>
                      <a:pt x="147271" y="66774"/>
                    </a:cubicBezTo>
                    <a:cubicBezTo>
                      <a:pt x="104405" y="66774"/>
                      <a:pt x="76394" y="100869"/>
                      <a:pt x="76394" y="141188"/>
                    </a:cubicBezTo>
                    <a:lnTo>
                      <a:pt x="76394" y="142178"/>
                    </a:lnTo>
                    <a:cubicBezTo>
                      <a:pt x="76394" y="182497"/>
                      <a:pt x="105396" y="217582"/>
                      <a:pt x="148261" y="217582"/>
                    </a:cubicBezTo>
                    <a:cubicBezTo>
                      <a:pt x="191127" y="217582"/>
                      <a:pt x="219138" y="183487"/>
                      <a:pt x="219138" y="143168"/>
                    </a:cubicBezTo>
                    <a:lnTo>
                      <a:pt x="219138" y="14217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1" name="Google Shape;834;p73"/>
              <p:cNvSpPr/>
              <p:nvPr/>
            </p:nvSpPr>
            <p:spPr>
              <a:xfrm>
                <a:off x="10955160" y="1728720"/>
                <a:ext cx="242640" cy="306000"/>
              </a:xfrm>
              <a:custGeom>
                <a:avLst/>
                <a:gdLst>
                  <a:gd name="textAreaLeft" fmla="*/ 0 w 242640"/>
                  <a:gd name="textAreaRight" fmla="*/ 246240 w 242640"/>
                  <a:gd name="textAreaTop" fmla="*/ 0 h 306000"/>
                  <a:gd name="textAreaBottom" fmla="*/ 309600 h 306000"/>
                </a:gdLst>
                <a:ahLst/>
                <a:cxnLst/>
                <a:rect l="textAreaLeft" t="textAreaTop" r="textAreaRight" b="textAreaBottom"/>
                <a:pathLst>
                  <a:path w="287044" h="361033">
                    <a:moveTo>
                      <a:pt x="134822" y="361033"/>
                    </a:moveTo>
                    <a:cubicBezTo>
                      <a:pt x="90541" y="361033"/>
                      <a:pt x="48666" y="350847"/>
                      <a:pt x="14006" y="332456"/>
                    </a:cubicBezTo>
                    <a:lnTo>
                      <a:pt x="40461" y="274312"/>
                    </a:lnTo>
                    <a:cubicBezTo>
                      <a:pt x="68472" y="290157"/>
                      <a:pt x="96483" y="299352"/>
                      <a:pt x="132700" y="299352"/>
                    </a:cubicBezTo>
                    <a:cubicBezTo>
                      <a:pt x="185751" y="299352"/>
                      <a:pt x="210650" y="273887"/>
                      <a:pt x="210650" y="224939"/>
                    </a:cubicBezTo>
                    <a:lnTo>
                      <a:pt x="210650" y="211640"/>
                    </a:lnTo>
                    <a:cubicBezTo>
                      <a:pt x="187732" y="239227"/>
                      <a:pt x="162691" y="255921"/>
                      <a:pt x="121382" y="255921"/>
                    </a:cubicBezTo>
                    <a:cubicBezTo>
                      <a:pt x="57720" y="255921"/>
                      <a:pt x="0" y="209518"/>
                      <a:pt x="0" y="128455"/>
                    </a:cubicBezTo>
                    <a:lnTo>
                      <a:pt x="0" y="127465"/>
                    </a:lnTo>
                    <a:cubicBezTo>
                      <a:pt x="0" y="45836"/>
                      <a:pt x="58569" y="0"/>
                      <a:pt x="121382" y="0"/>
                    </a:cubicBezTo>
                    <a:cubicBezTo>
                      <a:pt x="163682" y="0"/>
                      <a:pt x="188722" y="17825"/>
                      <a:pt x="209518" y="40744"/>
                    </a:cubicBezTo>
                    <a:lnTo>
                      <a:pt x="209518" y="5093"/>
                    </a:lnTo>
                    <a:lnTo>
                      <a:pt x="287044" y="5093"/>
                    </a:lnTo>
                    <a:lnTo>
                      <a:pt x="287044" y="216592"/>
                    </a:lnTo>
                    <a:cubicBezTo>
                      <a:pt x="287044" y="319582"/>
                      <a:pt x="236115" y="360892"/>
                      <a:pt x="134680" y="360892"/>
                    </a:cubicBezTo>
                    <a:close/>
                    <a:moveTo>
                      <a:pt x="210791" y="127607"/>
                    </a:moveTo>
                    <a:cubicBezTo>
                      <a:pt x="210791" y="90400"/>
                      <a:pt x="181790" y="64369"/>
                      <a:pt x="144017" y="64369"/>
                    </a:cubicBezTo>
                    <a:cubicBezTo>
                      <a:pt x="106245" y="64369"/>
                      <a:pt x="77809" y="90400"/>
                      <a:pt x="77809" y="127607"/>
                    </a:cubicBezTo>
                    <a:lnTo>
                      <a:pt x="77809" y="128597"/>
                    </a:lnTo>
                    <a:cubicBezTo>
                      <a:pt x="77809" y="166370"/>
                      <a:pt x="106386" y="191834"/>
                      <a:pt x="144017" y="191834"/>
                    </a:cubicBezTo>
                    <a:cubicBezTo>
                      <a:pt x="181648" y="191834"/>
                      <a:pt x="210791" y="165804"/>
                      <a:pt x="210791" y="128597"/>
                    </a:cubicBezTo>
                    <a:lnTo>
                      <a:pt x="210791" y="127607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2" name="Google Shape;835;p73"/>
              <p:cNvSpPr/>
              <p:nvPr/>
            </p:nvSpPr>
            <p:spPr>
              <a:xfrm>
                <a:off x="11262240" y="1648440"/>
                <a:ext cx="66600" cy="315720"/>
              </a:xfrm>
              <a:custGeom>
                <a:avLst/>
                <a:gdLst>
                  <a:gd name="textAreaLeft" fmla="*/ 0 w 66600"/>
                  <a:gd name="textAreaRight" fmla="*/ 70200 w 66600"/>
                  <a:gd name="textAreaTop" fmla="*/ 0 h 315720"/>
                  <a:gd name="textAreaBottom" fmla="*/ 319320 h 315720"/>
                </a:gdLst>
                <a:ahLst/>
                <a:cxnLst/>
                <a:rect l="textAreaLeft" t="textAreaTop" r="textAreaRight" b="textAreaBottom"/>
                <a:pathLst>
                  <a:path w="81628" h="372068">
                    <a:moveTo>
                      <a:pt x="0" y="68755"/>
                    </a:moveTo>
                    <a:lnTo>
                      <a:pt x="0" y="0"/>
                    </a:lnTo>
                    <a:lnTo>
                      <a:pt x="81629" y="0"/>
                    </a:lnTo>
                    <a:lnTo>
                      <a:pt x="81629" y="68755"/>
                    </a:lnTo>
                    <a:lnTo>
                      <a:pt x="0" y="68755"/>
                    </a:lnTo>
                    <a:close/>
                    <a:moveTo>
                      <a:pt x="1981" y="372068"/>
                    </a:moveTo>
                    <a:lnTo>
                      <a:pt x="1981" y="98888"/>
                    </a:lnTo>
                    <a:lnTo>
                      <a:pt x="79507" y="98888"/>
                    </a:lnTo>
                    <a:lnTo>
                      <a:pt x="79507" y="372068"/>
                    </a:lnTo>
                    <a:lnTo>
                      <a:pt x="1981" y="37206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63" name="Google Shape;836;p73"/>
              <p:cNvSpPr/>
              <p:nvPr/>
            </p:nvSpPr>
            <p:spPr>
              <a:xfrm>
                <a:off x="11379240" y="1730520"/>
                <a:ext cx="212040" cy="237960"/>
              </a:xfrm>
              <a:custGeom>
                <a:avLst/>
                <a:gdLst>
                  <a:gd name="textAreaLeft" fmla="*/ 0 w 212040"/>
                  <a:gd name="textAreaRight" fmla="*/ 215640 w 212040"/>
                  <a:gd name="textAreaTop" fmla="*/ 0 h 237960"/>
                  <a:gd name="textAreaBottom" fmla="*/ 241560 h 237960"/>
                </a:gdLst>
                <a:ahLst/>
                <a:cxnLst/>
                <a:rect l="textAreaLeft" t="textAreaTop" r="textAreaRight" b="textAreaBottom"/>
                <a:pathLst>
                  <a:path w="251252" h="281385">
                    <a:moveTo>
                      <a:pt x="176414" y="276292"/>
                    </a:moveTo>
                    <a:lnTo>
                      <a:pt x="176414" y="246725"/>
                    </a:lnTo>
                    <a:cubicBezTo>
                      <a:pt x="157598" y="267663"/>
                      <a:pt x="131568" y="281385"/>
                      <a:pt x="93795" y="281385"/>
                    </a:cubicBezTo>
                    <a:cubicBezTo>
                      <a:pt x="42300" y="281385"/>
                      <a:pt x="0" y="251818"/>
                      <a:pt x="0" y="197776"/>
                    </a:cubicBezTo>
                    <a:lnTo>
                      <a:pt x="0" y="196786"/>
                    </a:lnTo>
                    <a:cubicBezTo>
                      <a:pt x="0" y="137085"/>
                      <a:pt x="45412" y="109640"/>
                      <a:pt x="110064" y="109640"/>
                    </a:cubicBezTo>
                    <a:cubicBezTo>
                      <a:pt x="137651" y="109640"/>
                      <a:pt x="157457" y="114167"/>
                      <a:pt x="176839" y="120816"/>
                    </a:cubicBezTo>
                    <a:lnTo>
                      <a:pt x="176839" y="116289"/>
                    </a:lnTo>
                    <a:cubicBezTo>
                      <a:pt x="176839" y="84175"/>
                      <a:pt x="156891" y="66350"/>
                      <a:pt x="118270" y="66350"/>
                    </a:cubicBezTo>
                    <a:cubicBezTo>
                      <a:pt x="88702" y="66350"/>
                      <a:pt x="67764" y="72009"/>
                      <a:pt x="42866" y="81063"/>
                    </a:cubicBezTo>
                    <a:lnTo>
                      <a:pt x="23484" y="21928"/>
                    </a:lnTo>
                    <a:cubicBezTo>
                      <a:pt x="53617" y="8630"/>
                      <a:pt x="83185" y="0"/>
                      <a:pt x="129446" y="0"/>
                    </a:cubicBezTo>
                    <a:cubicBezTo>
                      <a:pt x="214045" y="0"/>
                      <a:pt x="251252" y="43856"/>
                      <a:pt x="251252" y="117704"/>
                    </a:cubicBezTo>
                    <a:lnTo>
                      <a:pt x="251252" y="276292"/>
                    </a:lnTo>
                    <a:lnTo>
                      <a:pt x="176273" y="276292"/>
                    </a:lnTo>
                    <a:close/>
                    <a:moveTo>
                      <a:pt x="177970" y="166228"/>
                    </a:moveTo>
                    <a:cubicBezTo>
                      <a:pt x="164672" y="160145"/>
                      <a:pt x="147413" y="156042"/>
                      <a:pt x="128455" y="156042"/>
                    </a:cubicBezTo>
                    <a:cubicBezTo>
                      <a:pt x="95351" y="156042"/>
                      <a:pt x="74979" y="169340"/>
                      <a:pt x="74979" y="193815"/>
                    </a:cubicBezTo>
                    <a:lnTo>
                      <a:pt x="74979" y="194805"/>
                    </a:lnTo>
                    <a:cubicBezTo>
                      <a:pt x="74979" y="215743"/>
                      <a:pt x="92380" y="227909"/>
                      <a:pt x="117279" y="227909"/>
                    </a:cubicBezTo>
                    <a:cubicBezTo>
                      <a:pt x="153496" y="227909"/>
                      <a:pt x="177970" y="207962"/>
                      <a:pt x="177970" y="179951"/>
                    </a:cubicBezTo>
                    <a:lnTo>
                      <a:pt x="177970" y="166228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2264" name="Google Shape;837;p73"/>
          <p:cNvGrpSpPr/>
          <p:nvPr/>
        </p:nvGrpSpPr>
        <p:grpSpPr>
          <a:xfrm>
            <a:off x="10207440" y="873000"/>
            <a:ext cx="1173240" cy="295200"/>
            <a:chOff x="10207440" y="873000"/>
            <a:chExt cx="1173240" cy="295200"/>
          </a:xfrm>
        </p:grpSpPr>
        <p:sp>
          <p:nvSpPr>
            <p:cNvPr id="2265" name="Google Shape;838;p73"/>
            <p:cNvSpPr/>
            <p:nvPr/>
          </p:nvSpPr>
          <p:spPr>
            <a:xfrm>
              <a:off x="10207440" y="878040"/>
              <a:ext cx="78120" cy="100440"/>
            </a:xfrm>
            <a:custGeom>
              <a:avLst/>
              <a:gdLst>
                <a:gd name="textAreaLeft" fmla="*/ 0 w 78120"/>
                <a:gd name="textAreaRight" fmla="*/ 81720 w 78120"/>
                <a:gd name="textAreaTop" fmla="*/ 0 h 100440"/>
                <a:gd name="textAreaBottom" fmla="*/ 104040 h 100440"/>
              </a:gdLst>
              <a:ahLst/>
              <a:cxnLst/>
              <a:rect l="textAreaLeft" t="textAreaTop" r="textAreaRight" b="textAreaBottom"/>
              <a:pathLst>
                <a:path w="95351" h="121240">
                  <a:moveTo>
                    <a:pt x="54608" y="121240"/>
                  </a:moveTo>
                  <a:lnTo>
                    <a:pt x="40744" y="121240"/>
                  </a:lnTo>
                  <a:lnTo>
                    <a:pt x="40744" y="12591"/>
                  </a:lnTo>
                  <a:lnTo>
                    <a:pt x="0" y="12591"/>
                  </a:lnTo>
                  <a:lnTo>
                    <a:pt x="0" y="0"/>
                  </a:lnTo>
                  <a:lnTo>
                    <a:pt x="95351" y="0"/>
                  </a:lnTo>
                  <a:lnTo>
                    <a:pt x="95351" y="12591"/>
                  </a:lnTo>
                  <a:lnTo>
                    <a:pt x="54608" y="12591"/>
                  </a:lnTo>
                  <a:lnTo>
                    <a:pt x="54608" y="1212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6" name="Google Shape;839;p73"/>
            <p:cNvSpPr/>
            <p:nvPr/>
          </p:nvSpPr>
          <p:spPr>
            <a:xfrm>
              <a:off x="1028556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581" y="27304"/>
                    <a:pt x="13581" y="46685"/>
                  </a:cubicBezTo>
                  <a:cubicBezTo>
                    <a:pt x="13581" y="66067"/>
                    <a:pt x="27728" y="81629"/>
                    <a:pt x="46685" y="81629"/>
                  </a:cubicBezTo>
                  <a:cubicBezTo>
                    <a:pt x="65642" y="81629"/>
                    <a:pt x="79648" y="66208"/>
                    <a:pt x="79648" y="46968"/>
                  </a:cubicBezTo>
                  <a:cubicBezTo>
                    <a:pt x="79648" y="27728"/>
                    <a:pt x="65218" y="11742"/>
                    <a:pt x="46402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7" name="Google Shape;840;p73"/>
            <p:cNvSpPr/>
            <p:nvPr/>
          </p:nvSpPr>
          <p:spPr>
            <a:xfrm>
              <a:off x="10381680" y="87372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8" name="Google Shape;841;p73"/>
            <p:cNvSpPr/>
            <p:nvPr/>
          </p:nvSpPr>
          <p:spPr>
            <a:xfrm>
              <a:off x="1047924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9" name="Google Shape;842;p73"/>
            <p:cNvSpPr/>
            <p:nvPr/>
          </p:nvSpPr>
          <p:spPr>
            <a:xfrm>
              <a:off x="1056456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2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0" name="Google Shape;843;p73"/>
            <p:cNvSpPr/>
            <p:nvPr/>
          </p:nvSpPr>
          <p:spPr>
            <a:xfrm>
              <a:off x="1068372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2025" y="18391"/>
                  </a:moveTo>
                  <a:lnTo>
                    <a:pt x="8064" y="7498"/>
                  </a:lnTo>
                  <a:cubicBezTo>
                    <a:pt x="17967" y="2971"/>
                    <a:pt x="27587" y="0"/>
                    <a:pt x="40602" y="0"/>
                  </a:cubicBezTo>
                  <a:cubicBezTo>
                    <a:pt x="65077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581" y="64086"/>
                  </a:moveTo>
                  <a:cubicBezTo>
                    <a:pt x="13581" y="75545"/>
                    <a:pt x="24050" y="82053"/>
                    <a:pt x="36075" y="82053"/>
                  </a:cubicBezTo>
                  <a:cubicBezTo>
                    <a:pt x="52486" y="82053"/>
                    <a:pt x="66067" y="72009"/>
                    <a:pt x="66067" y="57862"/>
                  </a:cubicBezTo>
                  <a:lnTo>
                    <a:pt x="66067" y="49232"/>
                  </a:lnTo>
                  <a:cubicBezTo>
                    <a:pt x="59418" y="47393"/>
                    <a:pt x="50647" y="45412"/>
                    <a:pt x="39753" y="45412"/>
                  </a:cubicBezTo>
                  <a:cubicBezTo>
                    <a:pt x="22918" y="45412"/>
                    <a:pt x="13581" y="52627"/>
                    <a:pt x="13581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1" name="Google Shape;844;p73"/>
            <p:cNvSpPr/>
            <p:nvPr/>
          </p:nvSpPr>
          <p:spPr>
            <a:xfrm>
              <a:off x="1076940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179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2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401" y="16835"/>
                    <a:pt x="17401" y="24333"/>
                  </a:cubicBezTo>
                  <a:lnTo>
                    <a:pt x="17401" y="24616"/>
                  </a:lnTo>
                  <a:cubicBezTo>
                    <a:pt x="17401" y="33104"/>
                    <a:pt x="28436" y="36358"/>
                    <a:pt x="40461" y="40036"/>
                  </a:cubicBezTo>
                  <a:cubicBezTo>
                    <a:pt x="54325" y="44139"/>
                    <a:pt x="69179" y="49515"/>
                    <a:pt x="69179" y="65642"/>
                  </a:cubicBezTo>
                  <a:lnTo>
                    <a:pt x="69179" y="65925"/>
                  </a:lnTo>
                  <a:cubicBezTo>
                    <a:pt x="69179" y="82902"/>
                    <a:pt x="55174" y="92805"/>
                    <a:pt x="37348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2" name="Google Shape;845;p73"/>
            <p:cNvSpPr/>
            <p:nvPr/>
          </p:nvSpPr>
          <p:spPr>
            <a:xfrm>
              <a:off x="10888200" y="873000"/>
              <a:ext cx="42840" cy="105480"/>
            </a:xfrm>
            <a:custGeom>
              <a:avLst/>
              <a:gdLst>
                <a:gd name="textAreaLeft" fmla="*/ 0 w 42840"/>
                <a:gd name="textAreaRight" fmla="*/ 46440 w 42840"/>
                <a:gd name="textAreaTop" fmla="*/ 0 h 105480"/>
                <a:gd name="textAreaBottom" fmla="*/ 109080 h 105480"/>
              </a:gdLst>
              <a:ahLst/>
              <a:cxnLst/>
              <a:rect l="textAreaLeft" t="textAreaTop" r="textAreaRight" b="textAreaBottom"/>
              <a:pathLst>
                <a:path w="54041" h="127182">
                  <a:moveTo>
                    <a:pt x="53900" y="37914"/>
                  </a:moveTo>
                  <a:lnTo>
                    <a:pt x="53900" y="49373"/>
                  </a:lnTo>
                  <a:lnTo>
                    <a:pt x="25606" y="49373"/>
                  </a:lnTo>
                  <a:lnTo>
                    <a:pt x="25606" y="127182"/>
                  </a:lnTo>
                  <a:lnTo>
                    <a:pt x="12308" y="127182"/>
                  </a:lnTo>
                  <a:lnTo>
                    <a:pt x="12308" y="49373"/>
                  </a:lnTo>
                  <a:lnTo>
                    <a:pt x="0" y="49373"/>
                  </a:lnTo>
                  <a:lnTo>
                    <a:pt x="0" y="37773"/>
                  </a:lnTo>
                  <a:lnTo>
                    <a:pt x="12308" y="37773"/>
                  </a:lnTo>
                  <a:lnTo>
                    <a:pt x="12308" y="29992"/>
                  </a:lnTo>
                  <a:cubicBezTo>
                    <a:pt x="12308" y="10469"/>
                    <a:pt x="22211" y="0"/>
                    <a:pt x="39329" y="0"/>
                  </a:cubicBezTo>
                  <a:cubicBezTo>
                    <a:pt x="45554" y="0"/>
                    <a:pt x="49798" y="707"/>
                    <a:pt x="54042" y="2264"/>
                  </a:cubicBezTo>
                  <a:lnTo>
                    <a:pt x="54042" y="13864"/>
                  </a:lnTo>
                  <a:cubicBezTo>
                    <a:pt x="49232" y="12449"/>
                    <a:pt x="45554" y="11601"/>
                    <a:pt x="41027" y="11601"/>
                  </a:cubicBezTo>
                  <a:cubicBezTo>
                    <a:pt x="30558" y="11601"/>
                    <a:pt x="25465" y="17825"/>
                    <a:pt x="25465" y="30699"/>
                  </a:cubicBezTo>
                  <a:lnTo>
                    <a:pt x="25465" y="37914"/>
                  </a:lnTo>
                  <a:lnTo>
                    <a:pt x="53900" y="3791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3" name="Google Shape;846;p73"/>
            <p:cNvSpPr/>
            <p:nvPr/>
          </p:nvSpPr>
          <p:spPr>
            <a:xfrm>
              <a:off x="10942920" y="903600"/>
              <a:ext cx="76680" cy="76680"/>
            </a:xfrm>
            <a:custGeom>
              <a:avLst/>
              <a:gdLst>
                <a:gd name="textAreaLeft" fmla="*/ 0 w 76680"/>
                <a:gd name="textAreaRight" fmla="*/ 80280 w 7668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93512" h="93653">
                  <a:moveTo>
                    <a:pt x="46402" y="93654"/>
                  </a:moveTo>
                  <a:cubicBezTo>
                    <a:pt x="19523" y="93654"/>
                    <a:pt x="0" y="72575"/>
                    <a:pt x="0" y="46968"/>
                  </a:cubicBezTo>
                  <a:cubicBezTo>
                    <a:pt x="0" y="21362"/>
                    <a:pt x="19806" y="0"/>
                    <a:pt x="46827" y="0"/>
                  </a:cubicBezTo>
                  <a:cubicBezTo>
                    <a:pt x="73848" y="0"/>
                    <a:pt x="93512" y="21079"/>
                    <a:pt x="93512" y="46685"/>
                  </a:cubicBezTo>
                  <a:cubicBezTo>
                    <a:pt x="93512" y="72292"/>
                    <a:pt x="73565" y="93654"/>
                    <a:pt x="46544" y="93654"/>
                  </a:cubicBezTo>
                  <a:close/>
                  <a:moveTo>
                    <a:pt x="46402" y="11884"/>
                  </a:moveTo>
                  <a:cubicBezTo>
                    <a:pt x="27021" y="11884"/>
                    <a:pt x="13723" y="27304"/>
                    <a:pt x="13723" y="46685"/>
                  </a:cubicBezTo>
                  <a:cubicBezTo>
                    <a:pt x="13723" y="66067"/>
                    <a:pt x="27870" y="81629"/>
                    <a:pt x="46827" y="81629"/>
                  </a:cubicBezTo>
                  <a:cubicBezTo>
                    <a:pt x="65784" y="81629"/>
                    <a:pt x="79790" y="66208"/>
                    <a:pt x="79790" y="46968"/>
                  </a:cubicBezTo>
                  <a:cubicBezTo>
                    <a:pt x="79790" y="27728"/>
                    <a:pt x="65360" y="11742"/>
                    <a:pt x="46544" y="11742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4" name="Google Shape;847;p73"/>
            <p:cNvSpPr/>
            <p:nvPr/>
          </p:nvSpPr>
          <p:spPr>
            <a:xfrm>
              <a:off x="11043720" y="90396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90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5" name="Google Shape;848;p73"/>
            <p:cNvSpPr/>
            <p:nvPr/>
          </p:nvSpPr>
          <p:spPr>
            <a:xfrm>
              <a:off x="11103840" y="903600"/>
              <a:ext cx="112680" cy="74880"/>
            </a:xfrm>
            <a:custGeom>
              <a:avLst/>
              <a:gdLst>
                <a:gd name="textAreaLeft" fmla="*/ 0 w 112680"/>
                <a:gd name="textAreaRight" fmla="*/ 116280 w 11268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135670" h="91531">
                  <a:moveTo>
                    <a:pt x="102425" y="0"/>
                  </a:moveTo>
                  <a:cubicBezTo>
                    <a:pt x="123080" y="0"/>
                    <a:pt x="135670" y="13864"/>
                    <a:pt x="135670" y="36075"/>
                  </a:cubicBezTo>
                  <a:lnTo>
                    <a:pt x="135670" y="91532"/>
                  </a:lnTo>
                  <a:lnTo>
                    <a:pt x="122372" y="91532"/>
                  </a:lnTo>
                  <a:lnTo>
                    <a:pt x="122372" y="39187"/>
                  </a:lnTo>
                  <a:cubicBezTo>
                    <a:pt x="122372" y="21787"/>
                    <a:pt x="113743" y="12166"/>
                    <a:pt x="99171" y="12166"/>
                  </a:cubicBezTo>
                  <a:cubicBezTo>
                    <a:pt x="85590" y="12166"/>
                    <a:pt x="74414" y="22211"/>
                    <a:pt x="74414" y="39895"/>
                  </a:cubicBezTo>
                  <a:lnTo>
                    <a:pt x="74414" y="91532"/>
                  </a:lnTo>
                  <a:lnTo>
                    <a:pt x="61257" y="91532"/>
                  </a:lnTo>
                  <a:lnTo>
                    <a:pt x="61257" y="38904"/>
                  </a:lnTo>
                  <a:cubicBezTo>
                    <a:pt x="61257" y="22069"/>
                    <a:pt x="52486" y="12166"/>
                    <a:pt x="38197" y="12166"/>
                  </a:cubicBezTo>
                  <a:cubicBezTo>
                    <a:pt x="23908" y="12166"/>
                    <a:pt x="13298" y="23909"/>
                    <a:pt x="13298" y="40461"/>
                  </a:cubicBezTo>
                  <a:lnTo>
                    <a:pt x="13298" y="91532"/>
                  </a:ln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118"/>
                  </a:lnTo>
                  <a:cubicBezTo>
                    <a:pt x="19240" y="8347"/>
                    <a:pt x="27162" y="141"/>
                    <a:pt x="42300" y="141"/>
                  </a:cubicBezTo>
                  <a:cubicBezTo>
                    <a:pt x="57437" y="141"/>
                    <a:pt x="66208" y="7922"/>
                    <a:pt x="71018" y="17967"/>
                  </a:cubicBezTo>
                  <a:cubicBezTo>
                    <a:pt x="77384" y="8064"/>
                    <a:pt x="87004" y="141"/>
                    <a:pt x="102566" y="14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6" name="Google Shape;849;p73"/>
            <p:cNvSpPr/>
            <p:nvPr/>
          </p:nvSpPr>
          <p:spPr>
            <a:xfrm>
              <a:off x="11239560" y="90396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3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7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909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7" name="Google Shape;850;p73"/>
            <p:cNvSpPr/>
            <p:nvPr/>
          </p:nvSpPr>
          <p:spPr>
            <a:xfrm>
              <a:off x="11324880" y="903960"/>
              <a:ext cx="55800" cy="75960"/>
            </a:xfrm>
            <a:custGeom>
              <a:avLst/>
              <a:gdLst>
                <a:gd name="textAreaLeft" fmla="*/ 0 w 55800"/>
                <a:gd name="textAreaRight" fmla="*/ 59400 w 5580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69037" h="92804">
                  <a:moveTo>
                    <a:pt x="37065" y="92522"/>
                  </a:moveTo>
                  <a:cubicBezTo>
                    <a:pt x="24191" y="92522"/>
                    <a:pt x="10044" y="87429"/>
                    <a:pt x="0" y="79365"/>
                  </a:cubicBezTo>
                  <a:lnTo>
                    <a:pt x="6791" y="69887"/>
                  </a:lnTo>
                  <a:cubicBezTo>
                    <a:pt x="16552" y="77102"/>
                    <a:pt x="27304" y="81346"/>
                    <a:pt x="37773" y="81346"/>
                  </a:cubicBezTo>
                  <a:cubicBezTo>
                    <a:pt x="48241" y="81346"/>
                    <a:pt x="56305" y="75828"/>
                    <a:pt x="56305" y="67199"/>
                  </a:cubicBezTo>
                  <a:lnTo>
                    <a:pt x="56305" y="66916"/>
                  </a:lnTo>
                  <a:cubicBezTo>
                    <a:pt x="56305" y="57862"/>
                    <a:pt x="45695" y="54466"/>
                    <a:pt x="33953" y="51212"/>
                  </a:cubicBezTo>
                  <a:cubicBezTo>
                    <a:pt x="19947" y="47251"/>
                    <a:pt x="4386" y="42441"/>
                    <a:pt x="4386" y="25889"/>
                  </a:cubicBezTo>
                  <a:lnTo>
                    <a:pt x="4386" y="25606"/>
                  </a:lnTo>
                  <a:cubicBezTo>
                    <a:pt x="4386" y="10186"/>
                    <a:pt x="17259" y="0"/>
                    <a:pt x="34943" y="0"/>
                  </a:cubicBezTo>
                  <a:cubicBezTo>
                    <a:pt x="45837" y="0"/>
                    <a:pt x="58003" y="3820"/>
                    <a:pt x="67199" y="9903"/>
                  </a:cubicBezTo>
                  <a:lnTo>
                    <a:pt x="61115" y="19947"/>
                  </a:lnTo>
                  <a:cubicBezTo>
                    <a:pt x="52769" y="14571"/>
                    <a:pt x="43290" y="11318"/>
                    <a:pt x="34660" y="11318"/>
                  </a:cubicBezTo>
                  <a:cubicBezTo>
                    <a:pt x="24050" y="11318"/>
                    <a:pt x="17259" y="16835"/>
                    <a:pt x="17259" y="24333"/>
                  </a:cubicBezTo>
                  <a:lnTo>
                    <a:pt x="17259" y="24616"/>
                  </a:lnTo>
                  <a:cubicBezTo>
                    <a:pt x="17259" y="33104"/>
                    <a:pt x="28294" y="36358"/>
                    <a:pt x="40319" y="40036"/>
                  </a:cubicBezTo>
                  <a:cubicBezTo>
                    <a:pt x="54183" y="44139"/>
                    <a:pt x="69038" y="49515"/>
                    <a:pt x="69038" y="65642"/>
                  </a:cubicBezTo>
                  <a:lnTo>
                    <a:pt x="69038" y="65925"/>
                  </a:lnTo>
                  <a:cubicBezTo>
                    <a:pt x="69038" y="82902"/>
                    <a:pt x="55032" y="92805"/>
                    <a:pt x="37207" y="9280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8" name="Google Shape;851;p73"/>
            <p:cNvSpPr/>
            <p:nvPr/>
          </p:nvSpPr>
          <p:spPr>
            <a:xfrm>
              <a:off x="1020816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9" name="Google Shape;852;p73"/>
            <p:cNvSpPr/>
            <p:nvPr/>
          </p:nvSpPr>
          <p:spPr>
            <a:xfrm>
              <a:off x="103068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1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5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0" name="Google Shape;853;p73"/>
            <p:cNvSpPr/>
            <p:nvPr/>
          </p:nvSpPr>
          <p:spPr>
            <a:xfrm>
              <a:off x="10438200" y="1070280"/>
              <a:ext cx="63720" cy="7596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5960"/>
                <a:gd name="textAreaBottom" fmla="*/ 79560 h 75960"/>
              </a:gdLst>
              <a:ahLst/>
              <a:cxnLst/>
              <a:rect l="textAreaLeft" t="textAreaTop" r="textAreaRight" b="textAreaBottom"/>
              <a:pathLst>
                <a:path w="78657" h="92663">
                  <a:moveTo>
                    <a:pt x="11884" y="18391"/>
                  </a:moveTo>
                  <a:lnTo>
                    <a:pt x="7922" y="7498"/>
                  </a:lnTo>
                  <a:cubicBezTo>
                    <a:pt x="17825" y="2971"/>
                    <a:pt x="27445" y="0"/>
                    <a:pt x="40461" y="0"/>
                  </a:cubicBezTo>
                  <a:cubicBezTo>
                    <a:pt x="64935" y="0"/>
                    <a:pt x="78658" y="12449"/>
                    <a:pt x="78658" y="36075"/>
                  </a:cubicBezTo>
                  <a:lnTo>
                    <a:pt x="78658" y="90824"/>
                  </a:lnTo>
                  <a:lnTo>
                    <a:pt x="65784" y="90824"/>
                  </a:lnTo>
                  <a:lnTo>
                    <a:pt x="65784" y="77243"/>
                  </a:lnTo>
                  <a:cubicBezTo>
                    <a:pt x="59559" y="85448"/>
                    <a:pt x="49090" y="92663"/>
                    <a:pt x="33387" y="92663"/>
                  </a:cubicBezTo>
                  <a:cubicBezTo>
                    <a:pt x="16694" y="92663"/>
                    <a:pt x="0" y="83326"/>
                    <a:pt x="0" y="64652"/>
                  </a:cubicBezTo>
                  <a:cubicBezTo>
                    <a:pt x="0" y="45978"/>
                    <a:pt x="15562" y="35509"/>
                    <a:pt x="38339" y="35509"/>
                  </a:cubicBezTo>
                  <a:cubicBezTo>
                    <a:pt x="49798" y="35509"/>
                    <a:pt x="57862" y="37065"/>
                    <a:pt x="65925" y="39329"/>
                  </a:cubicBezTo>
                  <a:lnTo>
                    <a:pt x="65925" y="36216"/>
                  </a:lnTo>
                  <a:cubicBezTo>
                    <a:pt x="65925" y="20089"/>
                    <a:pt x="56022" y="11742"/>
                    <a:pt x="39187" y="11742"/>
                  </a:cubicBezTo>
                  <a:cubicBezTo>
                    <a:pt x="28577" y="11742"/>
                    <a:pt x="20230" y="14571"/>
                    <a:pt x="12025" y="18391"/>
                  </a:cubicBezTo>
                  <a:close/>
                  <a:moveTo>
                    <a:pt x="13440" y="64086"/>
                  </a:moveTo>
                  <a:cubicBezTo>
                    <a:pt x="13440" y="75545"/>
                    <a:pt x="23767" y="82053"/>
                    <a:pt x="35934" y="82053"/>
                  </a:cubicBezTo>
                  <a:cubicBezTo>
                    <a:pt x="52344" y="82053"/>
                    <a:pt x="65925" y="72009"/>
                    <a:pt x="65925" y="57862"/>
                  </a:cubicBezTo>
                  <a:lnTo>
                    <a:pt x="65925" y="49232"/>
                  </a:lnTo>
                  <a:cubicBezTo>
                    <a:pt x="59276" y="47393"/>
                    <a:pt x="50505" y="45412"/>
                    <a:pt x="39612" y="45412"/>
                  </a:cubicBezTo>
                  <a:cubicBezTo>
                    <a:pt x="22777" y="45412"/>
                    <a:pt x="13440" y="52627"/>
                    <a:pt x="13440" y="64086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600" bIns="396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1" name="Google Shape;854;p73"/>
            <p:cNvSpPr/>
            <p:nvPr/>
          </p:nvSpPr>
          <p:spPr>
            <a:xfrm>
              <a:off x="10530360" y="1069560"/>
              <a:ext cx="74160" cy="9864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98640"/>
                <a:gd name="textAreaBottom" fmla="*/ 102240 h 98640"/>
              </a:gdLst>
              <a:ahLst/>
              <a:cxnLst/>
              <a:rect l="textAreaLeft" t="textAreaTop" r="textAreaRight" b="textAreaBottom"/>
              <a:pathLst>
                <a:path w="90541" h="119259">
                  <a:moveTo>
                    <a:pt x="47676" y="93512"/>
                  </a:moveTo>
                  <a:cubicBezTo>
                    <a:pt x="30982" y="93512"/>
                    <a:pt x="20230" y="84458"/>
                    <a:pt x="13298" y="74414"/>
                  </a:cubicBezTo>
                  <a:lnTo>
                    <a:pt x="13298" y="119260"/>
                  </a:lnTo>
                  <a:lnTo>
                    <a:pt x="0" y="119260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9947"/>
                  </a:lnTo>
                  <a:cubicBezTo>
                    <a:pt x="20513" y="9196"/>
                    <a:pt x="31124" y="0"/>
                    <a:pt x="47676" y="0"/>
                  </a:cubicBezTo>
                  <a:cubicBezTo>
                    <a:pt x="69179" y="0"/>
                    <a:pt x="90541" y="16977"/>
                    <a:pt x="90541" y="46685"/>
                  </a:cubicBezTo>
                  <a:cubicBezTo>
                    <a:pt x="90541" y="76394"/>
                    <a:pt x="69462" y="93512"/>
                    <a:pt x="47676" y="93512"/>
                  </a:cubicBezTo>
                  <a:close/>
                  <a:moveTo>
                    <a:pt x="45271" y="12025"/>
                  </a:moveTo>
                  <a:cubicBezTo>
                    <a:pt x="28577" y="12025"/>
                    <a:pt x="12874" y="25889"/>
                    <a:pt x="12874" y="46685"/>
                  </a:cubicBezTo>
                  <a:cubicBezTo>
                    <a:pt x="12874" y="67482"/>
                    <a:pt x="28577" y="81487"/>
                    <a:pt x="45271" y="81487"/>
                  </a:cubicBezTo>
                  <a:cubicBezTo>
                    <a:pt x="61964" y="81487"/>
                    <a:pt x="76819" y="68613"/>
                    <a:pt x="76819" y="46827"/>
                  </a:cubicBezTo>
                  <a:cubicBezTo>
                    <a:pt x="76819" y="25040"/>
                    <a:pt x="62247" y="12025"/>
                    <a:pt x="45271" y="12025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2" name="Google Shape;855;p73"/>
            <p:cNvSpPr/>
            <p:nvPr/>
          </p:nvSpPr>
          <p:spPr>
            <a:xfrm>
              <a:off x="1062900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3" name="Google Shape;856;p73"/>
            <p:cNvSpPr/>
            <p:nvPr/>
          </p:nvSpPr>
          <p:spPr>
            <a:xfrm>
              <a:off x="1068120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600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4" name="Google Shape;857;p73"/>
            <p:cNvSpPr/>
            <p:nvPr/>
          </p:nvSpPr>
          <p:spPr>
            <a:xfrm>
              <a:off x="10774080" y="1069560"/>
              <a:ext cx="63720" cy="74880"/>
            </a:xfrm>
            <a:custGeom>
              <a:avLst/>
              <a:gdLst>
                <a:gd name="textAreaLeft" fmla="*/ 0 w 63720"/>
                <a:gd name="textAreaRight" fmla="*/ 67320 w 63720"/>
                <a:gd name="textAreaTop" fmla="*/ 0 h 74880"/>
                <a:gd name="textAreaBottom" fmla="*/ 78480 h 74880"/>
              </a:gdLst>
              <a:ahLst/>
              <a:cxnLst/>
              <a:rect l="textAreaLeft" t="textAreaTop" r="textAreaRight" b="textAreaBottom"/>
              <a:pathLst>
                <a:path w="78374" h="91531">
                  <a:moveTo>
                    <a:pt x="13298" y="91532"/>
                  </a:moveTo>
                  <a:lnTo>
                    <a:pt x="0" y="91532"/>
                  </a:lnTo>
                  <a:lnTo>
                    <a:pt x="0" y="1981"/>
                  </a:lnTo>
                  <a:lnTo>
                    <a:pt x="13298" y="1981"/>
                  </a:lnTo>
                  <a:lnTo>
                    <a:pt x="13298" y="17542"/>
                  </a:lnTo>
                  <a:cubicBezTo>
                    <a:pt x="19240" y="7781"/>
                    <a:pt x="28577" y="0"/>
                    <a:pt x="43997" y="0"/>
                  </a:cubicBezTo>
                  <a:cubicBezTo>
                    <a:pt x="65642" y="0"/>
                    <a:pt x="78375" y="14572"/>
                    <a:pt x="78375" y="35934"/>
                  </a:cubicBezTo>
                  <a:lnTo>
                    <a:pt x="78375" y="91532"/>
                  </a:lnTo>
                  <a:lnTo>
                    <a:pt x="65077" y="91532"/>
                  </a:lnTo>
                  <a:lnTo>
                    <a:pt x="65077" y="39187"/>
                  </a:lnTo>
                  <a:cubicBezTo>
                    <a:pt x="65077" y="22494"/>
                    <a:pt x="56022" y="12166"/>
                    <a:pt x="40319" y="12166"/>
                  </a:cubicBezTo>
                  <a:cubicBezTo>
                    <a:pt x="24616" y="12166"/>
                    <a:pt x="13440" y="23484"/>
                    <a:pt x="13440" y="40178"/>
                  </a:cubicBezTo>
                  <a:lnTo>
                    <a:pt x="13440" y="91532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240" bIns="3924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5" name="Google Shape;858;p73"/>
            <p:cNvSpPr/>
            <p:nvPr/>
          </p:nvSpPr>
          <p:spPr>
            <a:xfrm>
              <a:off x="10860840" y="1039680"/>
              <a:ext cx="74160" cy="106560"/>
            </a:xfrm>
            <a:custGeom>
              <a:avLst/>
              <a:gdLst>
                <a:gd name="textAreaLeft" fmla="*/ 0 w 74160"/>
                <a:gd name="textAreaRight" fmla="*/ 77760 w 74160"/>
                <a:gd name="textAreaTop" fmla="*/ 0 h 106560"/>
                <a:gd name="textAreaBottom" fmla="*/ 110160 h 106560"/>
              </a:gdLst>
              <a:ahLst/>
              <a:cxnLst/>
              <a:rect l="textAreaLeft" t="textAreaTop" r="textAreaRight" b="textAreaBottom"/>
              <a:pathLst>
                <a:path w="90541" h="128455">
                  <a:moveTo>
                    <a:pt x="77243" y="126475"/>
                  </a:moveTo>
                  <a:lnTo>
                    <a:pt x="77243" y="108508"/>
                  </a:lnTo>
                  <a:cubicBezTo>
                    <a:pt x="70028" y="119260"/>
                    <a:pt x="59418" y="128455"/>
                    <a:pt x="42866" y="128455"/>
                  </a:cubicBezTo>
                  <a:cubicBezTo>
                    <a:pt x="21362" y="128455"/>
                    <a:pt x="0" y="111479"/>
                    <a:pt x="0" y="81770"/>
                  </a:cubicBezTo>
                  <a:cubicBezTo>
                    <a:pt x="0" y="52061"/>
                    <a:pt x="21362" y="34943"/>
                    <a:pt x="42866" y="34943"/>
                  </a:cubicBezTo>
                  <a:cubicBezTo>
                    <a:pt x="59559" y="34943"/>
                    <a:pt x="70311" y="43997"/>
                    <a:pt x="77243" y="54042"/>
                  </a:cubicBezTo>
                  <a:lnTo>
                    <a:pt x="77243" y="0"/>
                  </a:lnTo>
                  <a:lnTo>
                    <a:pt x="90541" y="0"/>
                  </a:lnTo>
                  <a:lnTo>
                    <a:pt x="90541" y="126475"/>
                  </a:lnTo>
                  <a:lnTo>
                    <a:pt x="77243" y="126475"/>
                  </a:lnTo>
                  <a:close/>
                  <a:moveTo>
                    <a:pt x="45412" y="46968"/>
                  </a:moveTo>
                  <a:cubicBezTo>
                    <a:pt x="28153" y="46968"/>
                    <a:pt x="13864" y="59842"/>
                    <a:pt x="13864" y="81629"/>
                  </a:cubicBezTo>
                  <a:cubicBezTo>
                    <a:pt x="13864" y="103415"/>
                    <a:pt x="28436" y="116430"/>
                    <a:pt x="45412" y="116430"/>
                  </a:cubicBezTo>
                  <a:cubicBezTo>
                    <a:pt x="62389" y="116430"/>
                    <a:pt x="77809" y="102566"/>
                    <a:pt x="77809" y="81629"/>
                  </a:cubicBezTo>
                  <a:cubicBezTo>
                    <a:pt x="77809" y="60691"/>
                    <a:pt x="62106" y="46968"/>
                    <a:pt x="45412" y="46968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6" name="Google Shape;859;p73"/>
            <p:cNvSpPr/>
            <p:nvPr/>
          </p:nvSpPr>
          <p:spPr>
            <a:xfrm>
              <a:off x="10959480" y="1069920"/>
              <a:ext cx="69120" cy="76680"/>
            </a:xfrm>
            <a:custGeom>
              <a:avLst/>
              <a:gdLst>
                <a:gd name="textAreaLeft" fmla="*/ 0 w 69120"/>
                <a:gd name="textAreaRight" fmla="*/ 72720 w 69120"/>
                <a:gd name="textAreaTop" fmla="*/ 0 h 76680"/>
                <a:gd name="textAreaBottom" fmla="*/ 80280 h 76680"/>
              </a:gdLst>
              <a:ahLst/>
              <a:cxnLst/>
              <a:rect l="textAreaLeft" t="textAreaTop" r="textAreaRight" b="textAreaBottom"/>
              <a:pathLst>
                <a:path w="84740" h="93653">
                  <a:moveTo>
                    <a:pt x="44988" y="81912"/>
                  </a:moveTo>
                  <a:cubicBezTo>
                    <a:pt x="57296" y="81912"/>
                    <a:pt x="65925" y="76819"/>
                    <a:pt x="73282" y="69321"/>
                  </a:cubicBezTo>
                  <a:lnTo>
                    <a:pt x="81629" y="76819"/>
                  </a:lnTo>
                  <a:cubicBezTo>
                    <a:pt x="72574" y="86863"/>
                    <a:pt x="61681" y="93654"/>
                    <a:pt x="44705" y="93654"/>
                  </a:cubicBezTo>
                  <a:cubicBezTo>
                    <a:pt x="20089" y="93654"/>
                    <a:pt x="0" y="74697"/>
                    <a:pt x="0" y="46827"/>
                  </a:cubicBezTo>
                  <a:cubicBezTo>
                    <a:pt x="0" y="20796"/>
                    <a:pt x="18250" y="0"/>
                    <a:pt x="43007" y="0"/>
                  </a:cubicBezTo>
                  <a:cubicBezTo>
                    <a:pt x="69462" y="0"/>
                    <a:pt x="84741" y="21079"/>
                    <a:pt x="84741" y="47534"/>
                  </a:cubicBezTo>
                  <a:cubicBezTo>
                    <a:pt x="84741" y="48807"/>
                    <a:pt x="84741" y="50081"/>
                    <a:pt x="84599" y="51637"/>
                  </a:cubicBezTo>
                  <a:lnTo>
                    <a:pt x="13581" y="51637"/>
                  </a:lnTo>
                  <a:cubicBezTo>
                    <a:pt x="15420" y="71018"/>
                    <a:pt x="29284" y="81912"/>
                    <a:pt x="45129" y="81912"/>
                  </a:cubicBezTo>
                  <a:close/>
                  <a:moveTo>
                    <a:pt x="71160" y="41734"/>
                  </a:moveTo>
                  <a:cubicBezTo>
                    <a:pt x="69745" y="25465"/>
                    <a:pt x="60408" y="11176"/>
                    <a:pt x="42583" y="11176"/>
                  </a:cubicBezTo>
                  <a:cubicBezTo>
                    <a:pt x="27021" y="11176"/>
                    <a:pt x="15137" y="24191"/>
                    <a:pt x="13440" y="41734"/>
                  </a:cubicBezTo>
                  <a:lnTo>
                    <a:pt x="71160" y="41734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9960" bIns="3996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7" name="Google Shape;860;p73"/>
            <p:cNvSpPr/>
            <p:nvPr/>
          </p:nvSpPr>
          <p:spPr>
            <a:xfrm>
              <a:off x="11052360" y="1069920"/>
              <a:ext cx="39240" cy="74520"/>
            </a:xfrm>
            <a:custGeom>
              <a:avLst/>
              <a:gdLst>
                <a:gd name="textAreaLeft" fmla="*/ 0 w 39240"/>
                <a:gd name="textAreaRight" fmla="*/ 42840 w 39240"/>
                <a:gd name="textAreaTop" fmla="*/ 0 h 74520"/>
                <a:gd name="textAreaBottom" fmla="*/ 78120 h 74520"/>
              </a:gdLst>
              <a:ahLst/>
              <a:cxnLst/>
              <a:rect l="textAreaLeft" t="textAreaTop" r="textAreaRight" b="textAreaBottom"/>
              <a:pathLst>
                <a:path w="49797" h="91140">
                  <a:moveTo>
                    <a:pt x="13298" y="91140"/>
                  </a:moveTo>
                  <a:lnTo>
                    <a:pt x="0" y="91140"/>
                  </a:lnTo>
                  <a:lnTo>
                    <a:pt x="0" y="1589"/>
                  </a:lnTo>
                  <a:lnTo>
                    <a:pt x="13298" y="1589"/>
                  </a:lnTo>
                  <a:lnTo>
                    <a:pt x="13298" y="24932"/>
                  </a:lnTo>
                  <a:cubicBezTo>
                    <a:pt x="19947" y="10077"/>
                    <a:pt x="32821" y="-674"/>
                    <a:pt x="49798" y="33"/>
                  </a:cubicBezTo>
                  <a:lnTo>
                    <a:pt x="49798" y="14463"/>
                  </a:lnTo>
                  <a:lnTo>
                    <a:pt x="48807" y="14463"/>
                  </a:lnTo>
                  <a:cubicBezTo>
                    <a:pt x="29284" y="14463"/>
                    <a:pt x="13298" y="28469"/>
                    <a:pt x="13298" y="55489"/>
                  </a:cubicBezTo>
                  <a:lnTo>
                    <a:pt x="13298" y="9114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288" name="Google Shape;861;p73"/>
          <p:cNvGrpSpPr/>
          <p:nvPr/>
        </p:nvGrpSpPr>
        <p:grpSpPr>
          <a:xfrm>
            <a:off x="10113480" y="597240"/>
            <a:ext cx="605880" cy="149040"/>
            <a:chOff x="10113480" y="597240"/>
            <a:chExt cx="605880" cy="149040"/>
          </a:xfrm>
        </p:grpSpPr>
        <p:sp>
          <p:nvSpPr>
            <p:cNvPr id="2289" name="Google Shape;862;p73"/>
            <p:cNvSpPr/>
            <p:nvPr/>
          </p:nvSpPr>
          <p:spPr>
            <a:xfrm>
              <a:off x="10627560" y="603360"/>
              <a:ext cx="91800" cy="142200"/>
            </a:xfrm>
            <a:custGeom>
              <a:avLst/>
              <a:gdLst>
                <a:gd name="textAreaLeft" fmla="*/ 0 w 91800"/>
                <a:gd name="textAreaRight" fmla="*/ 95400 w 91800"/>
                <a:gd name="textAreaTop" fmla="*/ 0 h 142200"/>
                <a:gd name="textAreaBottom" fmla="*/ 145800 h 142200"/>
              </a:gdLst>
              <a:ahLst/>
              <a:cxnLst/>
              <a:rect l="textAreaLeft" t="textAreaTop" r="textAreaRight" b="textAreaBottom"/>
              <a:pathLst>
                <a:path w="111337" h="169906">
                  <a:moveTo>
                    <a:pt x="111338" y="135953"/>
                  </a:moveTo>
                  <a:cubicBezTo>
                    <a:pt x="110489" y="135953"/>
                    <a:pt x="109781" y="135953"/>
                    <a:pt x="108933" y="135953"/>
                  </a:cubicBezTo>
                  <a:cubicBezTo>
                    <a:pt x="75404" y="135953"/>
                    <a:pt x="51071" y="114450"/>
                    <a:pt x="51071" y="84882"/>
                  </a:cubicBezTo>
                  <a:lnTo>
                    <a:pt x="51071" y="84175"/>
                  </a:lnTo>
                  <a:cubicBezTo>
                    <a:pt x="51071" y="55881"/>
                    <a:pt x="75404" y="33670"/>
                    <a:pt x="106528" y="33670"/>
                  </a:cubicBezTo>
                  <a:cubicBezTo>
                    <a:pt x="108225" y="33670"/>
                    <a:pt x="109781" y="33670"/>
                    <a:pt x="111338" y="33812"/>
                  </a:cubicBezTo>
                  <a:lnTo>
                    <a:pt x="111338" y="0"/>
                  </a:lnTo>
                  <a:cubicBezTo>
                    <a:pt x="109923" y="0"/>
                    <a:pt x="108367" y="0"/>
                    <a:pt x="106952" y="0"/>
                  </a:cubicBezTo>
                  <a:cubicBezTo>
                    <a:pt x="45978" y="0"/>
                    <a:pt x="0" y="36499"/>
                    <a:pt x="0" y="85024"/>
                  </a:cubicBezTo>
                  <a:lnTo>
                    <a:pt x="0" y="85590"/>
                  </a:lnTo>
                  <a:cubicBezTo>
                    <a:pt x="0" y="132841"/>
                    <a:pt x="46685" y="169906"/>
                    <a:pt x="106103" y="169906"/>
                  </a:cubicBezTo>
                  <a:cubicBezTo>
                    <a:pt x="107942" y="169906"/>
                    <a:pt x="109640" y="169906"/>
                    <a:pt x="111338" y="169906"/>
                  </a:cubicBezTo>
                  <a:lnTo>
                    <a:pt x="111338" y="135953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0" name="Google Shape;863;p73"/>
            <p:cNvSpPr/>
            <p:nvPr/>
          </p:nvSpPr>
          <p:spPr>
            <a:xfrm>
              <a:off x="10113480" y="597240"/>
              <a:ext cx="134280" cy="149040"/>
            </a:xfrm>
            <a:custGeom>
              <a:avLst/>
              <a:gdLst>
                <a:gd name="textAreaLeft" fmla="*/ 0 w 134280"/>
                <a:gd name="textAreaRight" fmla="*/ 137880 w 134280"/>
                <a:gd name="textAreaTop" fmla="*/ 0 h 149040"/>
                <a:gd name="textAreaBottom" fmla="*/ 152640 h 149040"/>
              </a:gdLst>
              <a:ahLst/>
              <a:cxnLst/>
              <a:rect l="textAreaLeft" t="textAreaTop" r="textAreaRight" b="textAreaBottom"/>
              <a:pathLst>
                <a:path w="160852" h="177970">
                  <a:moveTo>
                    <a:pt x="94785" y="71867"/>
                  </a:moveTo>
                  <a:cubicBezTo>
                    <a:pt x="58852" y="64228"/>
                    <a:pt x="53759" y="60549"/>
                    <a:pt x="53759" y="49090"/>
                  </a:cubicBezTo>
                  <a:lnTo>
                    <a:pt x="53759" y="48524"/>
                  </a:lnTo>
                  <a:cubicBezTo>
                    <a:pt x="53759" y="40178"/>
                    <a:pt x="62955" y="33529"/>
                    <a:pt x="80497" y="33529"/>
                  </a:cubicBezTo>
                  <a:cubicBezTo>
                    <a:pt x="89410" y="33529"/>
                    <a:pt x="101152" y="35934"/>
                    <a:pt x="109357" y="39046"/>
                  </a:cubicBezTo>
                  <a:lnTo>
                    <a:pt x="109357" y="2829"/>
                  </a:lnTo>
                  <a:cubicBezTo>
                    <a:pt x="101718" y="1556"/>
                    <a:pt x="90117" y="0"/>
                    <a:pt x="81204" y="0"/>
                  </a:cubicBezTo>
                  <a:cubicBezTo>
                    <a:pt x="38622" y="0"/>
                    <a:pt x="8347" y="20796"/>
                    <a:pt x="8347" y="52203"/>
                  </a:cubicBezTo>
                  <a:lnTo>
                    <a:pt x="8347" y="52627"/>
                  </a:lnTo>
                  <a:cubicBezTo>
                    <a:pt x="8347" y="87005"/>
                    <a:pt x="35368" y="96625"/>
                    <a:pt x="77243" y="105537"/>
                  </a:cubicBezTo>
                  <a:cubicBezTo>
                    <a:pt x="112045" y="112894"/>
                    <a:pt x="115299" y="117845"/>
                    <a:pt x="115299" y="127607"/>
                  </a:cubicBezTo>
                  <a:lnTo>
                    <a:pt x="115299" y="128031"/>
                  </a:lnTo>
                  <a:cubicBezTo>
                    <a:pt x="115299" y="138217"/>
                    <a:pt x="103981" y="144300"/>
                    <a:pt x="85307" y="144300"/>
                  </a:cubicBezTo>
                  <a:cubicBezTo>
                    <a:pt x="61540" y="144300"/>
                    <a:pt x="45837" y="136095"/>
                    <a:pt x="27021" y="123363"/>
                  </a:cubicBezTo>
                  <a:lnTo>
                    <a:pt x="0" y="150242"/>
                  </a:lnTo>
                  <a:cubicBezTo>
                    <a:pt x="24899" y="168775"/>
                    <a:pt x="52910" y="177970"/>
                    <a:pt x="84458" y="177970"/>
                  </a:cubicBezTo>
                  <a:cubicBezTo>
                    <a:pt x="129304" y="177970"/>
                    <a:pt x="160852" y="158730"/>
                    <a:pt x="160852" y="124353"/>
                  </a:cubicBezTo>
                  <a:lnTo>
                    <a:pt x="160852" y="123928"/>
                  </a:lnTo>
                  <a:cubicBezTo>
                    <a:pt x="160852" y="93795"/>
                    <a:pt x="137085" y="81204"/>
                    <a:pt x="94927" y="72009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1" name="Google Shape;864;p73"/>
            <p:cNvSpPr/>
            <p:nvPr/>
          </p:nvSpPr>
          <p:spPr>
            <a:xfrm>
              <a:off x="10246320" y="618480"/>
              <a:ext cx="130680" cy="123120"/>
            </a:xfrm>
            <a:custGeom>
              <a:avLst/>
              <a:gdLst>
                <a:gd name="textAreaLeft" fmla="*/ 0 w 130680"/>
                <a:gd name="textAreaRight" fmla="*/ 134280 w 130680"/>
                <a:gd name="textAreaTop" fmla="*/ 0 h 123120"/>
                <a:gd name="textAreaBottom" fmla="*/ 126720 h 123120"/>
              </a:gdLst>
              <a:ahLst/>
              <a:cxnLst/>
              <a:rect l="textAreaLeft" t="textAreaTop" r="textAreaRight" b="textAreaBottom"/>
              <a:pathLst>
                <a:path w="156325" h="147695">
                  <a:moveTo>
                    <a:pt x="44563" y="62389"/>
                  </a:moveTo>
                  <a:cubicBezTo>
                    <a:pt x="48100" y="44139"/>
                    <a:pt x="60408" y="32255"/>
                    <a:pt x="79224" y="32255"/>
                  </a:cubicBezTo>
                  <a:cubicBezTo>
                    <a:pt x="98039" y="32255"/>
                    <a:pt x="110347" y="44422"/>
                    <a:pt x="113035" y="62389"/>
                  </a:cubicBezTo>
                  <a:lnTo>
                    <a:pt x="44563" y="62389"/>
                  </a:lnTo>
                  <a:close/>
                  <a:moveTo>
                    <a:pt x="79224" y="0"/>
                  </a:moveTo>
                  <a:cubicBezTo>
                    <a:pt x="32538" y="0"/>
                    <a:pt x="0" y="33387"/>
                    <a:pt x="0" y="73848"/>
                  </a:cubicBezTo>
                  <a:lnTo>
                    <a:pt x="0" y="74414"/>
                  </a:lnTo>
                  <a:cubicBezTo>
                    <a:pt x="0" y="117845"/>
                    <a:pt x="35651" y="147695"/>
                    <a:pt x="83751" y="147695"/>
                  </a:cubicBezTo>
                  <a:cubicBezTo>
                    <a:pt x="85165" y="147695"/>
                    <a:pt x="89551" y="147554"/>
                    <a:pt x="90966" y="147554"/>
                  </a:cubicBezTo>
                  <a:lnTo>
                    <a:pt x="90966" y="115157"/>
                  </a:lnTo>
                  <a:cubicBezTo>
                    <a:pt x="89834" y="115157"/>
                    <a:pt x="85448" y="115440"/>
                    <a:pt x="84317" y="115440"/>
                  </a:cubicBezTo>
                  <a:cubicBezTo>
                    <a:pt x="63945" y="115440"/>
                    <a:pt x="49656" y="105962"/>
                    <a:pt x="45129" y="87712"/>
                  </a:cubicBezTo>
                  <a:lnTo>
                    <a:pt x="155759" y="87712"/>
                  </a:lnTo>
                  <a:cubicBezTo>
                    <a:pt x="156042" y="84034"/>
                    <a:pt x="156325" y="81629"/>
                    <a:pt x="156325" y="77667"/>
                  </a:cubicBezTo>
                  <a:lnTo>
                    <a:pt x="156325" y="77102"/>
                  </a:lnTo>
                  <a:cubicBezTo>
                    <a:pt x="156325" y="36924"/>
                    <a:pt x="132841" y="141"/>
                    <a:pt x="79224" y="141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2" name="Google Shape;865;p73"/>
            <p:cNvSpPr/>
            <p:nvPr/>
          </p:nvSpPr>
          <p:spPr>
            <a:xfrm>
              <a:off x="10378800" y="619920"/>
              <a:ext cx="122040" cy="119520"/>
            </a:xfrm>
            <a:custGeom>
              <a:avLst/>
              <a:gdLst>
                <a:gd name="textAreaLeft" fmla="*/ 0 w 122040"/>
                <a:gd name="textAreaRight" fmla="*/ 125640 w 122040"/>
                <a:gd name="textAreaTop" fmla="*/ 0 h 119520"/>
                <a:gd name="textAreaBottom" fmla="*/ 123120 h 119520"/>
              </a:gdLst>
              <a:ahLst/>
              <a:cxnLst/>
              <a:rect l="textAreaLeft" t="textAreaTop" r="textAreaRight" b="textAreaBottom"/>
              <a:pathLst>
                <a:path w="146280" h="143451">
                  <a:moveTo>
                    <a:pt x="146139" y="68330"/>
                  </a:moveTo>
                  <a:cubicBezTo>
                    <a:pt x="146139" y="29992"/>
                    <a:pt x="122655" y="0"/>
                    <a:pt x="73140" y="0"/>
                  </a:cubicBezTo>
                  <a:cubicBezTo>
                    <a:pt x="23626" y="0"/>
                    <a:pt x="0" y="29992"/>
                    <a:pt x="0" y="68330"/>
                  </a:cubicBezTo>
                  <a:lnTo>
                    <a:pt x="0" y="143451"/>
                  </a:lnTo>
                  <a:lnTo>
                    <a:pt x="45978" y="143451"/>
                  </a:lnTo>
                  <a:lnTo>
                    <a:pt x="45978" y="65642"/>
                  </a:lnTo>
                  <a:cubicBezTo>
                    <a:pt x="46827" y="51495"/>
                    <a:pt x="52344" y="34660"/>
                    <a:pt x="73140" y="34660"/>
                  </a:cubicBezTo>
                  <a:cubicBezTo>
                    <a:pt x="93937" y="34660"/>
                    <a:pt x="99878" y="51495"/>
                    <a:pt x="100727" y="65642"/>
                  </a:cubicBezTo>
                  <a:lnTo>
                    <a:pt x="100727" y="143451"/>
                  </a:lnTo>
                  <a:lnTo>
                    <a:pt x="146281" y="143451"/>
                  </a:lnTo>
                  <a:lnTo>
                    <a:pt x="146281" y="6833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3" name="Google Shape;866;p73"/>
            <p:cNvSpPr/>
            <p:nvPr/>
          </p:nvSpPr>
          <p:spPr>
            <a:xfrm>
              <a:off x="10503000" y="619200"/>
              <a:ext cx="123120" cy="121680"/>
            </a:xfrm>
            <a:custGeom>
              <a:avLst/>
              <a:gdLst>
                <a:gd name="textAreaLeft" fmla="*/ 0 w 123120"/>
                <a:gd name="textAreaRight" fmla="*/ 126720 w 123120"/>
                <a:gd name="textAreaTop" fmla="*/ 0 h 121680"/>
                <a:gd name="textAreaBottom" fmla="*/ 125280 h 121680"/>
              </a:gdLst>
              <a:ahLst/>
              <a:cxnLst/>
              <a:rect l="textAreaLeft" t="textAreaTop" r="textAreaRight" b="textAreaBottom"/>
              <a:pathLst>
                <a:path w="147554" h="145856">
                  <a:moveTo>
                    <a:pt x="75970" y="0"/>
                  </a:moveTo>
                  <a:cubicBezTo>
                    <a:pt x="73989" y="0"/>
                    <a:pt x="67057" y="0"/>
                    <a:pt x="65077" y="0"/>
                  </a:cubicBezTo>
                  <a:lnTo>
                    <a:pt x="65077" y="34236"/>
                  </a:lnTo>
                  <a:cubicBezTo>
                    <a:pt x="73989" y="34236"/>
                    <a:pt x="86014" y="35792"/>
                    <a:pt x="91532" y="38622"/>
                  </a:cubicBezTo>
                  <a:cubicBezTo>
                    <a:pt x="99454" y="42866"/>
                    <a:pt x="103557" y="49798"/>
                    <a:pt x="103840" y="59418"/>
                  </a:cubicBezTo>
                  <a:cubicBezTo>
                    <a:pt x="92946" y="58144"/>
                    <a:pt x="80780" y="57296"/>
                    <a:pt x="70028" y="57013"/>
                  </a:cubicBezTo>
                  <a:cubicBezTo>
                    <a:pt x="26597" y="55881"/>
                    <a:pt x="5093" y="70311"/>
                    <a:pt x="849" y="93229"/>
                  </a:cubicBezTo>
                  <a:cubicBezTo>
                    <a:pt x="849" y="93654"/>
                    <a:pt x="707" y="94078"/>
                    <a:pt x="566" y="94502"/>
                  </a:cubicBezTo>
                  <a:cubicBezTo>
                    <a:pt x="566" y="94644"/>
                    <a:pt x="566" y="94785"/>
                    <a:pt x="566" y="94927"/>
                  </a:cubicBezTo>
                  <a:cubicBezTo>
                    <a:pt x="283" y="97049"/>
                    <a:pt x="0" y="99454"/>
                    <a:pt x="0" y="101859"/>
                  </a:cubicBezTo>
                  <a:lnTo>
                    <a:pt x="0" y="102425"/>
                  </a:lnTo>
                  <a:cubicBezTo>
                    <a:pt x="0" y="130578"/>
                    <a:pt x="24899" y="145856"/>
                    <a:pt x="55032" y="145856"/>
                  </a:cubicBezTo>
                  <a:cubicBezTo>
                    <a:pt x="77243" y="145856"/>
                    <a:pt x="92522" y="138641"/>
                    <a:pt x="103557" y="127890"/>
                  </a:cubicBezTo>
                  <a:lnTo>
                    <a:pt x="103557" y="144300"/>
                  </a:lnTo>
                  <a:lnTo>
                    <a:pt x="147554" y="144300"/>
                  </a:lnTo>
                  <a:lnTo>
                    <a:pt x="147554" y="61115"/>
                  </a:lnTo>
                  <a:cubicBezTo>
                    <a:pt x="147554" y="22777"/>
                    <a:pt x="125768" y="0"/>
                    <a:pt x="76111" y="0"/>
                  </a:cubicBezTo>
                  <a:moveTo>
                    <a:pt x="103981" y="93654"/>
                  </a:moveTo>
                  <a:cubicBezTo>
                    <a:pt x="100020" y="114450"/>
                    <a:pt x="78658" y="117421"/>
                    <a:pt x="73848" y="117704"/>
                  </a:cubicBezTo>
                  <a:cubicBezTo>
                    <a:pt x="39187" y="119543"/>
                    <a:pt x="38056" y="95917"/>
                    <a:pt x="49656" y="88702"/>
                  </a:cubicBezTo>
                  <a:cubicBezTo>
                    <a:pt x="65218" y="79082"/>
                    <a:pt x="104264" y="84458"/>
                    <a:pt x="104264" y="84458"/>
                  </a:cubicBezTo>
                  <a:cubicBezTo>
                    <a:pt x="104264" y="85873"/>
                    <a:pt x="104688" y="89410"/>
                    <a:pt x="104264" y="93654"/>
                  </a:cubicBezTo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a_curso_generica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6.xml"/><Relationship Id="rId29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42.xml"/><Relationship Id="rId35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44.xml"/><Relationship Id="rId37" Type="http://schemas.openxmlformats.org/officeDocument/2006/relationships/slideLayout" Target="../slideLayouts/slideLayout45.xml"/><Relationship Id="rId38" Type="http://schemas.openxmlformats.org/officeDocument/2006/relationships/slideLayout" Target="../slideLayouts/slideLayout46.xml"/><Relationship Id="rId39" Type="http://schemas.openxmlformats.org/officeDocument/2006/relationships/slideLayout" Target="../slideLayouts/slideLayout47.xml"/><Relationship Id="rId40" Type="http://schemas.openxmlformats.org/officeDocument/2006/relationships/slideLayout" Target="../slideLayouts/slideLayout48.xml"/><Relationship Id="rId41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1.xml"/><Relationship Id="rId44" Type="http://schemas.openxmlformats.org/officeDocument/2006/relationships/slideLayout" Target="../slideLayouts/slideLayout52.xml"/><Relationship Id="rId45" Type="http://schemas.openxmlformats.org/officeDocument/2006/relationships/slideLayout" Target="../slideLayouts/slideLayout53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5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" name="Google Shape;1354;p84"/>
          <p:cNvGrpSpPr/>
          <p:nvPr/>
        </p:nvGrpSpPr>
        <p:grpSpPr>
          <a:xfrm>
            <a:off x="729720" y="3084840"/>
            <a:ext cx="5705640" cy="2413440"/>
            <a:chOff x="729720" y="3084840"/>
            <a:chExt cx="5705640" cy="2413440"/>
          </a:xfrm>
        </p:grpSpPr>
        <p:sp>
          <p:nvSpPr>
            <p:cNvPr id="323" name="Google Shape;1355;p84"/>
            <p:cNvSpPr/>
            <p:nvPr/>
          </p:nvSpPr>
          <p:spPr>
            <a:xfrm>
              <a:off x="1363680" y="3640680"/>
              <a:ext cx="50716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br>
                <a:rPr sz="5500"/>
              </a:br>
              <a:r>
                <a:rPr b="1" lang="pt-BR" sz="55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FUNDATIONS</a:t>
              </a:r>
              <a:endParaRPr b="0" lang="pt-BR" sz="55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Google Shape;1356;p84"/>
            <p:cNvSpPr/>
            <p:nvPr/>
          </p:nvSpPr>
          <p:spPr>
            <a:xfrm rot="16200000">
              <a:off x="-250200" y="4065120"/>
              <a:ext cx="2413440" cy="452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2600" strike="noStrike" u="none">
                  <a:solidFill>
                    <a:srgbClr val="472b80"/>
                  </a:solidFill>
                  <a:effectLst/>
                  <a:uFillTx/>
                  <a:latin typeface="Arial"/>
                  <a:ea typeface="Arial"/>
                </a:rPr>
                <a:t>C U R S O</a:t>
              </a:r>
              <a:endParaRPr b="0" lang="pt-BR" sz="26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5" name="Google Shape;1357;p84"/>
          <p:cNvGrpSpPr/>
          <p:nvPr/>
        </p:nvGrpSpPr>
        <p:grpSpPr>
          <a:xfrm>
            <a:off x="755280" y="2794320"/>
            <a:ext cx="689760" cy="689760"/>
            <a:chOff x="755280" y="2794320"/>
            <a:chExt cx="689760" cy="689760"/>
          </a:xfrm>
        </p:grpSpPr>
        <p:sp>
          <p:nvSpPr>
            <p:cNvPr id="326" name="Google Shape;1358;p84"/>
            <p:cNvSpPr/>
            <p:nvPr/>
          </p:nvSpPr>
          <p:spPr>
            <a:xfrm>
              <a:off x="755280" y="314100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Google Shape;1359;p84"/>
            <p:cNvSpPr/>
            <p:nvPr/>
          </p:nvSpPr>
          <p:spPr>
            <a:xfrm>
              <a:off x="1101960" y="279432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28" name="Google Shape;1360;p84"/>
          <p:cNvGrpSpPr/>
          <p:nvPr/>
        </p:nvGrpSpPr>
        <p:grpSpPr>
          <a:xfrm>
            <a:off x="6171480" y="5188680"/>
            <a:ext cx="689760" cy="689760"/>
            <a:chOff x="6171480" y="5188680"/>
            <a:chExt cx="689760" cy="689760"/>
          </a:xfrm>
        </p:grpSpPr>
        <p:sp>
          <p:nvSpPr>
            <p:cNvPr id="329" name="Google Shape;1361;p84"/>
            <p:cNvSpPr/>
            <p:nvPr/>
          </p:nvSpPr>
          <p:spPr>
            <a:xfrm>
              <a:off x="6171480" y="553536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Google Shape;1362;p84"/>
            <p:cNvSpPr/>
            <p:nvPr/>
          </p:nvSpPr>
          <p:spPr>
            <a:xfrm>
              <a:off x="6518160" y="5188680"/>
              <a:ext cx="343080" cy="343080"/>
            </a:xfrm>
            <a:prstGeom prst="rect">
              <a:avLst/>
            </a:prstGeom>
            <a:solidFill>
              <a:srgbClr val="292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31" name="Google Shape;1363;p84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Google Shape;1364;p84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Google Shape;1365;p84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Google Shape;1366;p84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Google Shape;1367;p84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Google Shape;1368;p84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Google Shape;1369;p84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Google Shape;1370;p84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Google Shape;1371;p84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Google Shape;1372;p84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41" name="Google Shape;1373;p84"/>
          <p:cNvGrpSpPr/>
          <p:nvPr/>
        </p:nvGrpSpPr>
        <p:grpSpPr>
          <a:xfrm>
            <a:off x="10113480" y="597240"/>
            <a:ext cx="1477800" cy="1437480"/>
            <a:chOff x="10113480" y="597240"/>
            <a:chExt cx="1477800" cy="1437480"/>
          </a:xfrm>
        </p:grpSpPr>
        <p:grpSp>
          <p:nvGrpSpPr>
            <p:cNvPr id="342" name="Google Shape;1374;p84"/>
            <p:cNvGrpSpPr/>
            <p:nvPr/>
          </p:nvGrpSpPr>
          <p:grpSpPr>
            <a:xfrm>
              <a:off x="10124640" y="1269360"/>
              <a:ext cx="1466640" cy="765360"/>
              <a:chOff x="10124640" y="1269360"/>
              <a:chExt cx="1466640" cy="765360"/>
            </a:xfrm>
          </p:grpSpPr>
          <p:grpSp>
            <p:nvGrpSpPr>
              <p:cNvPr id="343" name="Google Shape;1375;p84"/>
              <p:cNvGrpSpPr/>
              <p:nvPr/>
            </p:nvGrpSpPr>
            <p:grpSpPr>
              <a:xfrm>
                <a:off x="10124640" y="1269360"/>
                <a:ext cx="1221120" cy="296280"/>
                <a:chOff x="10124640" y="1269360"/>
                <a:chExt cx="1221120" cy="296280"/>
              </a:xfrm>
            </p:grpSpPr>
            <p:sp>
              <p:nvSpPr>
                <p:cNvPr id="344" name="Google Shape;1376;p84"/>
                <p:cNvSpPr/>
                <p:nvPr/>
              </p:nvSpPr>
              <p:spPr>
                <a:xfrm>
                  <a:off x="10124640" y="1269360"/>
                  <a:ext cx="146160" cy="294840"/>
                </a:xfrm>
                <a:custGeom>
                  <a:avLst/>
                  <a:gdLst>
                    <a:gd name="textAreaLeft" fmla="*/ 0 w 146160"/>
                    <a:gd name="textAreaRight" fmla="*/ 149760 w 146160"/>
                    <a:gd name="textAreaTop" fmla="*/ 0 h 294840"/>
                    <a:gd name="textAreaBottom" fmla="*/ 298440 h 294840"/>
                  </a:gdLst>
                  <a:ahLst/>
                  <a:cxnLst/>
                  <a:rect l="textAreaLeft" t="textAreaTop" r="textAreaRight" b="textAreaBottom"/>
                  <a:pathLst>
                    <a:path w="174433" h="347735">
                      <a:moveTo>
                        <a:pt x="112186" y="347594"/>
                      </a:moveTo>
                      <a:cubicBezTo>
                        <a:pt x="64794" y="347594"/>
                        <a:pt x="32680" y="328778"/>
                        <a:pt x="32680" y="265541"/>
                      </a:cubicBezTo>
                      <a:lnTo>
                        <a:pt x="32680" y="136095"/>
                      </a:lnTo>
                      <a:lnTo>
                        <a:pt x="0" y="136095"/>
                      </a:lnTo>
                      <a:lnTo>
                        <a:pt x="0" y="69887"/>
                      </a:lnTo>
                      <a:lnTo>
                        <a:pt x="32680" y="69887"/>
                      </a:lnTo>
                      <a:lnTo>
                        <a:pt x="32680" y="0"/>
                      </a:lnTo>
                      <a:lnTo>
                        <a:pt x="110206" y="0"/>
                      </a:lnTo>
                      <a:lnTo>
                        <a:pt x="110206" y="69887"/>
                      </a:lnTo>
                      <a:lnTo>
                        <a:pt x="174434" y="69887"/>
                      </a:lnTo>
                      <a:lnTo>
                        <a:pt x="174434" y="136095"/>
                      </a:lnTo>
                      <a:lnTo>
                        <a:pt x="110206" y="136095"/>
                      </a:lnTo>
                      <a:lnTo>
                        <a:pt x="110206" y="252808"/>
                      </a:lnTo>
                      <a:cubicBezTo>
                        <a:pt x="110206" y="270634"/>
                        <a:pt x="117845" y="279263"/>
                        <a:pt x="135246" y="279263"/>
                      </a:cubicBezTo>
                      <a:cubicBezTo>
                        <a:pt x="149535" y="279263"/>
                        <a:pt x="162267" y="275727"/>
                        <a:pt x="173443" y="269643"/>
                      </a:cubicBezTo>
                      <a:lnTo>
                        <a:pt x="173443" y="331890"/>
                      </a:lnTo>
                      <a:cubicBezTo>
                        <a:pt x="157174" y="341510"/>
                        <a:pt x="138217" y="347735"/>
                        <a:pt x="112328" y="34773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5" name="Google Shape;1377;p84"/>
                <p:cNvSpPr/>
                <p:nvPr/>
              </p:nvSpPr>
              <p:spPr>
                <a:xfrm>
                  <a:off x="10305360" y="1324800"/>
                  <a:ext cx="226440" cy="240480"/>
                </a:xfrm>
                <a:custGeom>
                  <a:avLst/>
                  <a:gdLst>
                    <a:gd name="textAreaLeft" fmla="*/ 0 w 226440"/>
                    <a:gd name="textAreaRight" fmla="*/ 230040 w 22644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68087" h="284356">
                      <a:moveTo>
                        <a:pt x="267238" y="168775"/>
                      </a:moveTo>
                      <a:lnTo>
                        <a:pt x="77102" y="168775"/>
                      </a:lnTo>
                      <a:cubicBezTo>
                        <a:pt x="84741" y="204001"/>
                        <a:pt x="109215" y="222251"/>
                        <a:pt x="143876" y="222251"/>
                      </a:cubicBezTo>
                      <a:cubicBezTo>
                        <a:pt x="169906" y="222251"/>
                        <a:pt x="188722" y="214045"/>
                        <a:pt x="210084" y="194239"/>
                      </a:cubicBezTo>
                      <a:lnTo>
                        <a:pt x="254365" y="233427"/>
                      </a:lnTo>
                      <a:cubicBezTo>
                        <a:pt x="228900" y="264975"/>
                        <a:pt x="192117" y="284356"/>
                        <a:pt x="142744" y="284356"/>
                      </a:cubicBezTo>
                      <a:cubicBezTo>
                        <a:pt x="60691" y="284356"/>
                        <a:pt x="0" y="226778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5598" y="0"/>
                        <a:pt x="135105" y="0"/>
                      </a:cubicBezTo>
                      <a:cubicBezTo>
                        <a:pt x="226353" y="0"/>
                        <a:pt x="268087" y="70877"/>
                        <a:pt x="268087" y="148403"/>
                      </a:cubicBezTo>
                      <a:lnTo>
                        <a:pt x="268087" y="149393"/>
                      </a:lnTo>
                      <a:cubicBezTo>
                        <a:pt x="268087" y="157033"/>
                        <a:pt x="267521" y="161560"/>
                        <a:pt x="267097" y="168775"/>
                      </a:cubicBezTo>
                      <a:close/>
                      <a:moveTo>
                        <a:pt x="135246" y="62247"/>
                      </a:moveTo>
                      <a:cubicBezTo>
                        <a:pt x="103132" y="62247"/>
                        <a:pt x="82195" y="85165"/>
                        <a:pt x="76111" y="120392"/>
                      </a:cubicBezTo>
                      <a:lnTo>
                        <a:pt x="192825" y="120392"/>
                      </a:lnTo>
                      <a:cubicBezTo>
                        <a:pt x="188298" y="85731"/>
                        <a:pt x="167784" y="62247"/>
                        <a:pt x="135246" y="62247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6" name="Google Shape;1378;p84"/>
                <p:cNvSpPr/>
                <p:nvPr/>
              </p:nvSpPr>
              <p:spPr>
                <a:xfrm>
                  <a:off x="10573560" y="1325160"/>
                  <a:ext cx="214200" cy="240480"/>
                </a:xfrm>
                <a:custGeom>
                  <a:avLst/>
                  <a:gdLst>
                    <a:gd name="textAreaLeft" fmla="*/ 0 w 214200"/>
                    <a:gd name="textAreaRight" fmla="*/ 217800 w 214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53940" h="284356">
                      <a:moveTo>
                        <a:pt x="142178" y="284356"/>
                      </a:moveTo>
                      <a:cubicBezTo>
                        <a:pt x="60125" y="284356"/>
                        <a:pt x="0" y="221119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4228"/>
                        <a:pt x="59701" y="0"/>
                        <a:pt x="143310" y="0"/>
                      </a:cubicBezTo>
                      <a:cubicBezTo>
                        <a:pt x="194805" y="0"/>
                        <a:pt x="226919" y="17401"/>
                        <a:pt x="252384" y="45837"/>
                      </a:cubicBezTo>
                      <a:lnTo>
                        <a:pt x="204991" y="96766"/>
                      </a:lnTo>
                      <a:cubicBezTo>
                        <a:pt x="187590" y="78375"/>
                        <a:pt x="170331" y="66633"/>
                        <a:pt x="142744" y="66633"/>
                      </a:cubicBezTo>
                      <a:cubicBezTo>
                        <a:pt x="103981" y="66633"/>
                        <a:pt x="76536" y="100727"/>
                        <a:pt x="76536" y="141046"/>
                      </a:cubicBezTo>
                      <a:lnTo>
                        <a:pt x="76536" y="142037"/>
                      </a:lnTo>
                      <a:cubicBezTo>
                        <a:pt x="76536" y="183770"/>
                        <a:pt x="103557" y="217441"/>
                        <a:pt x="145856" y="217441"/>
                      </a:cubicBezTo>
                      <a:cubicBezTo>
                        <a:pt x="171887" y="217441"/>
                        <a:pt x="189712" y="206264"/>
                        <a:pt x="208528" y="188439"/>
                      </a:cubicBezTo>
                      <a:lnTo>
                        <a:pt x="253940" y="234276"/>
                      </a:lnTo>
                      <a:cubicBezTo>
                        <a:pt x="227485" y="263277"/>
                        <a:pt x="196786" y="284215"/>
                        <a:pt x="142320" y="284215"/>
                      </a:cubicBez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7" name="Google Shape;1379;p84"/>
                <p:cNvSpPr/>
                <p:nvPr/>
              </p:nvSpPr>
              <p:spPr>
                <a:xfrm>
                  <a:off x="10834560" y="1325160"/>
                  <a:ext cx="211320" cy="235080"/>
                </a:xfrm>
                <a:custGeom>
                  <a:avLst/>
                  <a:gdLst>
                    <a:gd name="textAreaLeft" fmla="*/ 0 w 211320"/>
                    <a:gd name="textAreaRight" fmla="*/ 214920 w 211320"/>
                    <a:gd name="textAreaTop" fmla="*/ 0 h 235080"/>
                    <a:gd name="textAreaBottom" fmla="*/ 238680 h 235080"/>
                  </a:gdLst>
                  <a:ahLst/>
                  <a:cxnLst/>
                  <a:rect l="textAreaLeft" t="textAreaTop" r="textAreaRight" b="textAreaBottom"/>
                  <a:pathLst>
                    <a:path w="250403" h="278272">
                      <a:moveTo>
                        <a:pt x="172877" y="278273"/>
                      </a:moveTo>
                      <a:lnTo>
                        <a:pt x="172877" y="125909"/>
                      </a:lnTo>
                      <a:cubicBezTo>
                        <a:pt x="172877" y="89268"/>
                        <a:pt x="155477" y="70311"/>
                        <a:pt x="125909" y="70311"/>
                      </a:cubicBezTo>
                      <a:cubicBezTo>
                        <a:pt x="96342" y="70311"/>
                        <a:pt x="77526" y="89127"/>
                        <a:pt x="77526" y="125909"/>
                      </a:cubicBezTo>
                      <a:lnTo>
                        <a:pt x="77526" y="278273"/>
                      </a:lnTo>
                      <a:lnTo>
                        <a:pt x="0" y="278273"/>
                      </a:lnTo>
                      <a:lnTo>
                        <a:pt x="0" y="5093"/>
                      </a:lnTo>
                      <a:lnTo>
                        <a:pt x="77526" y="5093"/>
                      </a:lnTo>
                      <a:lnTo>
                        <a:pt x="77526" y="43856"/>
                      </a:lnTo>
                      <a:cubicBezTo>
                        <a:pt x="95351" y="20938"/>
                        <a:pt x="118270" y="0"/>
                        <a:pt x="157598" y="0"/>
                      </a:cubicBezTo>
                      <a:cubicBezTo>
                        <a:pt x="216167" y="0"/>
                        <a:pt x="250403" y="38763"/>
                        <a:pt x="250403" y="101435"/>
                      </a:cubicBezTo>
                      <a:lnTo>
                        <a:pt x="250403" y="278273"/>
                      </a:lnTo>
                      <a:lnTo>
                        <a:pt x="172877" y="278273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48" name="Google Shape;1380;p84"/>
                <p:cNvSpPr/>
                <p:nvPr/>
              </p:nvSpPr>
              <p:spPr>
                <a:xfrm>
                  <a:off x="11095560" y="132516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3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8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349" name="Google Shape;1381;p84"/>
              <p:cNvGrpSpPr/>
              <p:nvPr/>
            </p:nvGrpSpPr>
            <p:grpSpPr>
              <a:xfrm>
                <a:off x="10546560" y="1648080"/>
                <a:ext cx="1044720" cy="386640"/>
                <a:chOff x="10546560" y="1648080"/>
                <a:chExt cx="1044720" cy="386640"/>
              </a:xfrm>
            </p:grpSpPr>
            <p:sp>
              <p:nvSpPr>
                <p:cNvPr id="350" name="Google Shape;1382;p84"/>
                <p:cNvSpPr/>
                <p:nvPr/>
              </p:nvSpPr>
              <p:spPr>
                <a:xfrm>
                  <a:off x="10546560" y="1648080"/>
                  <a:ext cx="63000" cy="315720"/>
                </a:xfrm>
                <a:custGeom>
                  <a:avLst/>
                  <a:gdLst>
                    <a:gd name="textAreaLeft" fmla="*/ 0 w 63000"/>
                    <a:gd name="textAreaRight" fmla="*/ 66600 w 630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77526" h="372209">
                      <a:moveTo>
                        <a:pt x="0" y="372210"/>
                      </a:moveTo>
                      <a:lnTo>
                        <a:pt x="0" y="0"/>
                      </a:lnTo>
                      <a:lnTo>
                        <a:pt x="77526" y="0"/>
                      </a:lnTo>
                      <a:lnTo>
                        <a:pt x="77526" y="372210"/>
                      </a:lnTo>
                      <a:lnTo>
                        <a:pt x="0" y="372210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1" name="Google Shape;1383;p84"/>
                <p:cNvSpPr/>
                <p:nvPr/>
              </p:nvSpPr>
              <p:spPr>
                <a:xfrm>
                  <a:off x="10664280" y="1728720"/>
                  <a:ext cx="250200" cy="240480"/>
                </a:xfrm>
                <a:custGeom>
                  <a:avLst/>
                  <a:gdLst>
                    <a:gd name="textAreaLeft" fmla="*/ 0 w 250200"/>
                    <a:gd name="textAreaRight" fmla="*/ 253800 w 250200"/>
                    <a:gd name="textAreaTop" fmla="*/ 0 h 240480"/>
                    <a:gd name="textAreaBottom" fmla="*/ 244080 h 240480"/>
                  </a:gdLst>
                  <a:ahLst/>
                  <a:cxnLst/>
                  <a:rect l="textAreaLeft" t="textAreaTop" r="textAreaRight" b="textAreaBottom"/>
                  <a:pathLst>
                    <a:path w="295674" h="284356">
                      <a:moveTo>
                        <a:pt x="147271" y="284356"/>
                      </a:moveTo>
                      <a:cubicBezTo>
                        <a:pt x="62672" y="284356"/>
                        <a:pt x="0" y="221685"/>
                        <a:pt x="0" y="143168"/>
                      </a:cubicBezTo>
                      <a:lnTo>
                        <a:pt x="0" y="142178"/>
                      </a:lnTo>
                      <a:cubicBezTo>
                        <a:pt x="0" y="63662"/>
                        <a:pt x="63237" y="0"/>
                        <a:pt x="148403" y="0"/>
                      </a:cubicBezTo>
                      <a:cubicBezTo>
                        <a:pt x="233568" y="0"/>
                        <a:pt x="295674" y="62672"/>
                        <a:pt x="295674" y="141188"/>
                      </a:cubicBezTo>
                      <a:lnTo>
                        <a:pt x="295674" y="142178"/>
                      </a:lnTo>
                      <a:cubicBezTo>
                        <a:pt x="295674" y="220694"/>
                        <a:pt x="232437" y="284356"/>
                        <a:pt x="147271" y="284356"/>
                      </a:cubicBezTo>
                      <a:close/>
                      <a:moveTo>
                        <a:pt x="219138" y="142178"/>
                      </a:moveTo>
                      <a:cubicBezTo>
                        <a:pt x="219138" y="101859"/>
                        <a:pt x="190137" y="66774"/>
                        <a:pt x="147271" y="66774"/>
                      </a:cubicBezTo>
                      <a:cubicBezTo>
                        <a:pt x="104405" y="66774"/>
                        <a:pt x="76394" y="100869"/>
                        <a:pt x="76394" y="141188"/>
                      </a:cubicBezTo>
                      <a:lnTo>
                        <a:pt x="76394" y="142178"/>
                      </a:lnTo>
                      <a:cubicBezTo>
                        <a:pt x="76394" y="182497"/>
                        <a:pt x="105396" y="217582"/>
                        <a:pt x="148261" y="217582"/>
                      </a:cubicBezTo>
                      <a:cubicBezTo>
                        <a:pt x="191127" y="217582"/>
                        <a:pt x="219138" y="183487"/>
                        <a:pt x="219138" y="143168"/>
                      </a:cubicBezTo>
                      <a:lnTo>
                        <a:pt x="219138" y="14217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2" name="Google Shape;1384;p84"/>
                <p:cNvSpPr/>
                <p:nvPr/>
              </p:nvSpPr>
              <p:spPr>
                <a:xfrm>
                  <a:off x="10955160" y="1728720"/>
                  <a:ext cx="242640" cy="306000"/>
                </a:xfrm>
                <a:custGeom>
                  <a:avLst/>
                  <a:gdLst>
                    <a:gd name="textAreaLeft" fmla="*/ 0 w 242640"/>
                    <a:gd name="textAreaRight" fmla="*/ 246240 w 242640"/>
                    <a:gd name="textAreaTop" fmla="*/ 0 h 306000"/>
                    <a:gd name="textAreaBottom" fmla="*/ 309600 h 306000"/>
                  </a:gdLst>
                  <a:ahLst/>
                  <a:cxnLst/>
                  <a:rect l="textAreaLeft" t="textAreaTop" r="textAreaRight" b="textAreaBottom"/>
                  <a:pathLst>
                    <a:path w="287044" h="361033">
                      <a:moveTo>
                        <a:pt x="134822" y="361033"/>
                      </a:moveTo>
                      <a:cubicBezTo>
                        <a:pt x="90541" y="361033"/>
                        <a:pt x="48666" y="350847"/>
                        <a:pt x="14006" y="332456"/>
                      </a:cubicBezTo>
                      <a:lnTo>
                        <a:pt x="40461" y="274312"/>
                      </a:lnTo>
                      <a:cubicBezTo>
                        <a:pt x="68472" y="290157"/>
                        <a:pt x="96483" y="299352"/>
                        <a:pt x="132700" y="299352"/>
                      </a:cubicBezTo>
                      <a:cubicBezTo>
                        <a:pt x="185751" y="299352"/>
                        <a:pt x="210650" y="273887"/>
                        <a:pt x="210650" y="224939"/>
                      </a:cubicBezTo>
                      <a:lnTo>
                        <a:pt x="210650" y="211640"/>
                      </a:lnTo>
                      <a:cubicBezTo>
                        <a:pt x="187732" y="239227"/>
                        <a:pt x="162691" y="255921"/>
                        <a:pt x="121382" y="255921"/>
                      </a:cubicBezTo>
                      <a:cubicBezTo>
                        <a:pt x="57720" y="255921"/>
                        <a:pt x="0" y="209518"/>
                        <a:pt x="0" y="128455"/>
                      </a:cubicBezTo>
                      <a:lnTo>
                        <a:pt x="0" y="127465"/>
                      </a:lnTo>
                      <a:cubicBezTo>
                        <a:pt x="0" y="45836"/>
                        <a:pt x="58569" y="0"/>
                        <a:pt x="121382" y="0"/>
                      </a:cubicBezTo>
                      <a:cubicBezTo>
                        <a:pt x="163682" y="0"/>
                        <a:pt x="188722" y="17825"/>
                        <a:pt x="209518" y="40744"/>
                      </a:cubicBezTo>
                      <a:lnTo>
                        <a:pt x="209518" y="5093"/>
                      </a:lnTo>
                      <a:lnTo>
                        <a:pt x="287044" y="5093"/>
                      </a:lnTo>
                      <a:lnTo>
                        <a:pt x="287044" y="216592"/>
                      </a:lnTo>
                      <a:cubicBezTo>
                        <a:pt x="287044" y="319582"/>
                        <a:pt x="236115" y="360892"/>
                        <a:pt x="134680" y="360892"/>
                      </a:cubicBezTo>
                      <a:close/>
                      <a:moveTo>
                        <a:pt x="210791" y="127607"/>
                      </a:moveTo>
                      <a:cubicBezTo>
                        <a:pt x="210791" y="90400"/>
                        <a:pt x="181790" y="64369"/>
                        <a:pt x="144017" y="64369"/>
                      </a:cubicBezTo>
                      <a:cubicBezTo>
                        <a:pt x="106245" y="64369"/>
                        <a:pt x="77809" y="90400"/>
                        <a:pt x="77809" y="127607"/>
                      </a:cubicBezTo>
                      <a:lnTo>
                        <a:pt x="77809" y="128597"/>
                      </a:lnTo>
                      <a:cubicBezTo>
                        <a:pt x="77809" y="166370"/>
                        <a:pt x="106386" y="191834"/>
                        <a:pt x="144017" y="191834"/>
                      </a:cubicBezTo>
                      <a:cubicBezTo>
                        <a:pt x="181648" y="191834"/>
                        <a:pt x="210791" y="165804"/>
                        <a:pt x="210791" y="128597"/>
                      </a:cubicBezTo>
                      <a:lnTo>
                        <a:pt x="210791" y="127607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3" name="Google Shape;1385;p84"/>
                <p:cNvSpPr/>
                <p:nvPr/>
              </p:nvSpPr>
              <p:spPr>
                <a:xfrm>
                  <a:off x="11262240" y="1648440"/>
                  <a:ext cx="66600" cy="315720"/>
                </a:xfrm>
                <a:custGeom>
                  <a:avLst/>
                  <a:gdLst>
                    <a:gd name="textAreaLeft" fmla="*/ 0 w 66600"/>
                    <a:gd name="textAreaRight" fmla="*/ 70200 w 66600"/>
                    <a:gd name="textAreaTop" fmla="*/ 0 h 315720"/>
                    <a:gd name="textAreaBottom" fmla="*/ 319320 h 315720"/>
                  </a:gdLst>
                  <a:ahLst/>
                  <a:cxnLst/>
                  <a:rect l="textAreaLeft" t="textAreaTop" r="textAreaRight" b="textAreaBottom"/>
                  <a:pathLst>
                    <a:path w="81628" h="372068">
                      <a:moveTo>
                        <a:pt x="0" y="68755"/>
                      </a:moveTo>
                      <a:lnTo>
                        <a:pt x="0" y="0"/>
                      </a:lnTo>
                      <a:lnTo>
                        <a:pt x="81629" y="0"/>
                      </a:lnTo>
                      <a:lnTo>
                        <a:pt x="81629" y="68755"/>
                      </a:lnTo>
                      <a:lnTo>
                        <a:pt x="0" y="68755"/>
                      </a:lnTo>
                      <a:close/>
                      <a:moveTo>
                        <a:pt x="1981" y="372068"/>
                      </a:moveTo>
                      <a:lnTo>
                        <a:pt x="1981" y="98888"/>
                      </a:lnTo>
                      <a:lnTo>
                        <a:pt x="79507" y="98888"/>
                      </a:lnTo>
                      <a:lnTo>
                        <a:pt x="79507" y="372068"/>
                      </a:lnTo>
                      <a:lnTo>
                        <a:pt x="1981" y="37206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354" name="Google Shape;1386;p84"/>
                <p:cNvSpPr/>
                <p:nvPr/>
              </p:nvSpPr>
              <p:spPr>
                <a:xfrm>
                  <a:off x="11379240" y="1730520"/>
                  <a:ext cx="212040" cy="237960"/>
                </a:xfrm>
                <a:custGeom>
                  <a:avLst/>
                  <a:gdLst>
                    <a:gd name="textAreaLeft" fmla="*/ 0 w 212040"/>
                    <a:gd name="textAreaRight" fmla="*/ 215640 w 212040"/>
                    <a:gd name="textAreaTop" fmla="*/ 0 h 237960"/>
                    <a:gd name="textAreaBottom" fmla="*/ 241560 h 237960"/>
                  </a:gdLst>
                  <a:ahLst/>
                  <a:cxnLst/>
                  <a:rect l="textAreaLeft" t="textAreaTop" r="textAreaRight" b="textAreaBottom"/>
                  <a:pathLst>
                    <a:path w="251252" h="281385">
                      <a:moveTo>
                        <a:pt x="176414" y="276292"/>
                      </a:moveTo>
                      <a:lnTo>
                        <a:pt x="176414" y="246725"/>
                      </a:lnTo>
                      <a:cubicBezTo>
                        <a:pt x="157598" y="267663"/>
                        <a:pt x="131568" y="281385"/>
                        <a:pt x="93795" y="281385"/>
                      </a:cubicBezTo>
                      <a:cubicBezTo>
                        <a:pt x="42300" y="281385"/>
                        <a:pt x="0" y="251818"/>
                        <a:pt x="0" y="197776"/>
                      </a:cubicBezTo>
                      <a:lnTo>
                        <a:pt x="0" y="196786"/>
                      </a:lnTo>
                      <a:cubicBezTo>
                        <a:pt x="0" y="137085"/>
                        <a:pt x="45412" y="109640"/>
                        <a:pt x="110064" y="109640"/>
                      </a:cubicBezTo>
                      <a:cubicBezTo>
                        <a:pt x="137651" y="109640"/>
                        <a:pt x="157457" y="114167"/>
                        <a:pt x="176839" y="120816"/>
                      </a:cubicBezTo>
                      <a:lnTo>
                        <a:pt x="176839" y="116289"/>
                      </a:lnTo>
                      <a:cubicBezTo>
                        <a:pt x="176839" y="84175"/>
                        <a:pt x="156891" y="66350"/>
                        <a:pt x="118270" y="66350"/>
                      </a:cubicBezTo>
                      <a:cubicBezTo>
                        <a:pt x="88702" y="66350"/>
                        <a:pt x="67764" y="72009"/>
                        <a:pt x="42866" y="81063"/>
                      </a:cubicBezTo>
                      <a:lnTo>
                        <a:pt x="23484" y="21928"/>
                      </a:lnTo>
                      <a:cubicBezTo>
                        <a:pt x="53617" y="8630"/>
                        <a:pt x="83185" y="0"/>
                        <a:pt x="129446" y="0"/>
                      </a:cubicBezTo>
                      <a:cubicBezTo>
                        <a:pt x="214045" y="0"/>
                        <a:pt x="251252" y="43856"/>
                        <a:pt x="251252" y="117704"/>
                      </a:cubicBezTo>
                      <a:lnTo>
                        <a:pt x="251252" y="276292"/>
                      </a:lnTo>
                      <a:lnTo>
                        <a:pt x="176273" y="276292"/>
                      </a:lnTo>
                      <a:close/>
                      <a:moveTo>
                        <a:pt x="177970" y="166228"/>
                      </a:moveTo>
                      <a:cubicBezTo>
                        <a:pt x="164672" y="160145"/>
                        <a:pt x="147413" y="156042"/>
                        <a:pt x="128455" y="156042"/>
                      </a:cubicBezTo>
                      <a:cubicBezTo>
                        <a:pt x="95351" y="156042"/>
                        <a:pt x="74979" y="169340"/>
                        <a:pt x="74979" y="193815"/>
                      </a:cubicBezTo>
                      <a:lnTo>
                        <a:pt x="74979" y="194805"/>
                      </a:lnTo>
                      <a:cubicBezTo>
                        <a:pt x="74979" y="215743"/>
                        <a:pt x="92380" y="227909"/>
                        <a:pt x="117279" y="227909"/>
                      </a:cubicBezTo>
                      <a:cubicBezTo>
                        <a:pt x="153496" y="227909"/>
                        <a:pt x="177970" y="207962"/>
                        <a:pt x="177970" y="179951"/>
                      </a:cubicBezTo>
                      <a:lnTo>
                        <a:pt x="177970" y="166228"/>
                      </a:lnTo>
                      <a:close/>
                    </a:path>
                  </a:pathLst>
                </a:custGeom>
                <a:solidFill>
                  <a:srgbClr val="623889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rIns="90000" tIns="45000" bIns="4500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pt-BR" sz="1400" strike="noStrike" u="non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grpSp>
          <p:nvGrpSpPr>
            <p:cNvPr id="355" name="Google Shape;1387;p84"/>
            <p:cNvGrpSpPr/>
            <p:nvPr/>
          </p:nvGrpSpPr>
          <p:grpSpPr>
            <a:xfrm>
              <a:off x="10207440" y="873000"/>
              <a:ext cx="1173240" cy="295200"/>
              <a:chOff x="10207440" y="873000"/>
              <a:chExt cx="1173240" cy="295200"/>
            </a:xfrm>
          </p:grpSpPr>
          <p:sp>
            <p:nvSpPr>
              <p:cNvPr id="356" name="Google Shape;1388;p84"/>
              <p:cNvSpPr/>
              <p:nvPr/>
            </p:nvSpPr>
            <p:spPr>
              <a:xfrm>
                <a:off x="10207440" y="878040"/>
                <a:ext cx="78120" cy="100440"/>
              </a:xfrm>
              <a:custGeom>
                <a:avLst/>
                <a:gdLst>
                  <a:gd name="textAreaLeft" fmla="*/ 0 w 78120"/>
                  <a:gd name="textAreaRight" fmla="*/ 81720 w 78120"/>
                  <a:gd name="textAreaTop" fmla="*/ 0 h 100440"/>
                  <a:gd name="textAreaBottom" fmla="*/ 104040 h 100440"/>
                </a:gdLst>
                <a:ahLst/>
                <a:cxnLst/>
                <a:rect l="textAreaLeft" t="textAreaTop" r="textAreaRight" b="textAreaBottom"/>
                <a:pathLst>
                  <a:path w="95351" h="121240">
                    <a:moveTo>
                      <a:pt x="54608" y="121240"/>
                    </a:moveTo>
                    <a:lnTo>
                      <a:pt x="40744" y="121240"/>
                    </a:lnTo>
                    <a:lnTo>
                      <a:pt x="40744" y="12591"/>
                    </a:lnTo>
                    <a:lnTo>
                      <a:pt x="0" y="12591"/>
                    </a:lnTo>
                    <a:lnTo>
                      <a:pt x="0" y="0"/>
                    </a:lnTo>
                    <a:lnTo>
                      <a:pt x="95351" y="0"/>
                    </a:lnTo>
                    <a:lnTo>
                      <a:pt x="95351" y="12591"/>
                    </a:lnTo>
                    <a:lnTo>
                      <a:pt x="54608" y="12591"/>
                    </a:lnTo>
                    <a:lnTo>
                      <a:pt x="54608" y="1212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7" name="Google Shape;1389;p84"/>
              <p:cNvSpPr/>
              <p:nvPr/>
            </p:nvSpPr>
            <p:spPr>
              <a:xfrm>
                <a:off x="1028556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581" y="27304"/>
                      <a:pt x="13581" y="46685"/>
                    </a:cubicBezTo>
                    <a:cubicBezTo>
                      <a:pt x="13581" y="66067"/>
                      <a:pt x="27728" y="81629"/>
                      <a:pt x="46685" y="81629"/>
                    </a:cubicBezTo>
                    <a:cubicBezTo>
                      <a:pt x="65642" y="81629"/>
                      <a:pt x="79648" y="66208"/>
                      <a:pt x="79648" y="46968"/>
                    </a:cubicBezTo>
                    <a:cubicBezTo>
                      <a:pt x="79648" y="27728"/>
                      <a:pt x="65218" y="11742"/>
                      <a:pt x="46402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8" name="Google Shape;1390;p84"/>
              <p:cNvSpPr/>
              <p:nvPr/>
            </p:nvSpPr>
            <p:spPr>
              <a:xfrm>
                <a:off x="10381680" y="87372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9" name="Google Shape;1391;p84"/>
              <p:cNvSpPr/>
              <p:nvPr/>
            </p:nvSpPr>
            <p:spPr>
              <a:xfrm>
                <a:off x="1047924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0" name="Google Shape;1392;p84"/>
              <p:cNvSpPr/>
              <p:nvPr/>
            </p:nvSpPr>
            <p:spPr>
              <a:xfrm>
                <a:off x="1056456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2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1" name="Google Shape;1393;p84"/>
              <p:cNvSpPr/>
              <p:nvPr/>
            </p:nvSpPr>
            <p:spPr>
              <a:xfrm>
                <a:off x="1068372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2025" y="18391"/>
                    </a:moveTo>
                    <a:lnTo>
                      <a:pt x="8064" y="7498"/>
                    </a:lnTo>
                    <a:cubicBezTo>
                      <a:pt x="17967" y="2971"/>
                      <a:pt x="27587" y="0"/>
                      <a:pt x="40602" y="0"/>
                    </a:cubicBezTo>
                    <a:cubicBezTo>
                      <a:pt x="65077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581" y="64086"/>
                    </a:moveTo>
                    <a:cubicBezTo>
                      <a:pt x="13581" y="75545"/>
                      <a:pt x="24050" y="82053"/>
                      <a:pt x="36075" y="82053"/>
                    </a:cubicBezTo>
                    <a:cubicBezTo>
                      <a:pt x="52486" y="82053"/>
                      <a:pt x="66067" y="72009"/>
                      <a:pt x="66067" y="57862"/>
                    </a:cubicBezTo>
                    <a:lnTo>
                      <a:pt x="66067" y="49232"/>
                    </a:lnTo>
                    <a:cubicBezTo>
                      <a:pt x="59418" y="47393"/>
                      <a:pt x="50647" y="45412"/>
                      <a:pt x="39753" y="45412"/>
                    </a:cubicBezTo>
                    <a:cubicBezTo>
                      <a:pt x="22918" y="45412"/>
                      <a:pt x="13581" y="52627"/>
                      <a:pt x="13581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2" name="Google Shape;1394;p84"/>
              <p:cNvSpPr/>
              <p:nvPr/>
            </p:nvSpPr>
            <p:spPr>
              <a:xfrm>
                <a:off x="1076940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179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2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401" y="16835"/>
                      <a:pt x="17401" y="24333"/>
                    </a:cubicBezTo>
                    <a:lnTo>
                      <a:pt x="17401" y="24616"/>
                    </a:lnTo>
                    <a:cubicBezTo>
                      <a:pt x="17401" y="33104"/>
                      <a:pt x="28436" y="36358"/>
                      <a:pt x="40461" y="40036"/>
                    </a:cubicBezTo>
                    <a:cubicBezTo>
                      <a:pt x="54325" y="44139"/>
                      <a:pt x="69179" y="49515"/>
                      <a:pt x="69179" y="65642"/>
                    </a:cubicBezTo>
                    <a:lnTo>
                      <a:pt x="69179" y="65925"/>
                    </a:lnTo>
                    <a:cubicBezTo>
                      <a:pt x="69179" y="82902"/>
                      <a:pt x="55174" y="92805"/>
                      <a:pt x="37348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3" name="Google Shape;1395;p84"/>
              <p:cNvSpPr/>
              <p:nvPr/>
            </p:nvSpPr>
            <p:spPr>
              <a:xfrm>
                <a:off x="10888200" y="873000"/>
                <a:ext cx="42840" cy="105480"/>
              </a:xfrm>
              <a:custGeom>
                <a:avLst/>
                <a:gdLst>
                  <a:gd name="textAreaLeft" fmla="*/ 0 w 42840"/>
                  <a:gd name="textAreaRight" fmla="*/ 46440 w 42840"/>
                  <a:gd name="textAreaTop" fmla="*/ 0 h 105480"/>
                  <a:gd name="textAreaBottom" fmla="*/ 109080 h 105480"/>
                </a:gdLst>
                <a:ahLst/>
                <a:cxnLst/>
                <a:rect l="textAreaLeft" t="textAreaTop" r="textAreaRight" b="textAreaBottom"/>
                <a:pathLst>
                  <a:path w="54041" h="127182">
                    <a:moveTo>
                      <a:pt x="53900" y="37914"/>
                    </a:moveTo>
                    <a:lnTo>
                      <a:pt x="53900" y="49373"/>
                    </a:lnTo>
                    <a:lnTo>
                      <a:pt x="25606" y="49373"/>
                    </a:lnTo>
                    <a:lnTo>
                      <a:pt x="25606" y="127182"/>
                    </a:lnTo>
                    <a:lnTo>
                      <a:pt x="12308" y="127182"/>
                    </a:lnTo>
                    <a:lnTo>
                      <a:pt x="12308" y="49373"/>
                    </a:lnTo>
                    <a:lnTo>
                      <a:pt x="0" y="49373"/>
                    </a:lnTo>
                    <a:lnTo>
                      <a:pt x="0" y="37773"/>
                    </a:lnTo>
                    <a:lnTo>
                      <a:pt x="12308" y="37773"/>
                    </a:lnTo>
                    <a:lnTo>
                      <a:pt x="12308" y="29992"/>
                    </a:lnTo>
                    <a:cubicBezTo>
                      <a:pt x="12308" y="10469"/>
                      <a:pt x="22211" y="0"/>
                      <a:pt x="39329" y="0"/>
                    </a:cubicBezTo>
                    <a:cubicBezTo>
                      <a:pt x="45554" y="0"/>
                      <a:pt x="49798" y="707"/>
                      <a:pt x="54042" y="2264"/>
                    </a:cubicBezTo>
                    <a:lnTo>
                      <a:pt x="54042" y="13864"/>
                    </a:lnTo>
                    <a:cubicBezTo>
                      <a:pt x="49232" y="12449"/>
                      <a:pt x="45554" y="11601"/>
                      <a:pt x="41027" y="11601"/>
                    </a:cubicBezTo>
                    <a:cubicBezTo>
                      <a:pt x="30558" y="11601"/>
                      <a:pt x="25465" y="17825"/>
                      <a:pt x="25465" y="30699"/>
                    </a:cubicBezTo>
                    <a:lnTo>
                      <a:pt x="25465" y="37914"/>
                    </a:lnTo>
                    <a:lnTo>
                      <a:pt x="53900" y="3791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4" name="Google Shape;1396;p84"/>
              <p:cNvSpPr/>
              <p:nvPr/>
            </p:nvSpPr>
            <p:spPr>
              <a:xfrm>
                <a:off x="10942920" y="903600"/>
                <a:ext cx="76680" cy="76680"/>
              </a:xfrm>
              <a:custGeom>
                <a:avLst/>
                <a:gdLst>
                  <a:gd name="textAreaLeft" fmla="*/ 0 w 76680"/>
                  <a:gd name="textAreaRight" fmla="*/ 80280 w 7668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93512" h="93653">
                    <a:moveTo>
                      <a:pt x="46402" y="93654"/>
                    </a:moveTo>
                    <a:cubicBezTo>
                      <a:pt x="19523" y="93654"/>
                      <a:pt x="0" y="72575"/>
                      <a:pt x="0" y="46968"/>
                    </a:cubicBezTo>
                    <a:cubicBezTo>
                      <a:pt x="0" y="21362"/>
                      <a:pt x="19806" y="0"/>
                      <a:pt x="46827" y="0"/>
                    </a:cubicBezTo>
                    <a:cubicBezTo>
                      <a:pt x="73848" y="0"/>
                      <a:pt x="93512" y="21079"/>
                      <a:pt x="93512" y="46685"/>
                    </a:cubicBezTo>
                    <a:cubicBezTo>
                      <a:pt x="93512" y="72292"/>
                      <a:pt x="73565" y="93654"/>
                      <a:pt x="46544" y="93654"/>
                    </a:cubicBezTo>
                    <a:close/>
                    <a:moveTo>
                      <a:pt x="46402" y="11884"/>
                    </a:moveTo>
                    <a:cubicBezTo>
                      <a:pt x="27021" y="11884"/>
                      <a:pt x="13723" y="27304"/>
                      <a:pt x="13723" y="46685"/>
                    </a:cubicBezTo>
                    <a:cubicBezTo>
                      <a:pt x="13723" y="66067"/>
                      <a:pt x="27870" y="81629"/>
                      <a:pt x="46827" y="81629"/>
                    </a:cubicBezTo>
                    <a:cubicBezTo>
                      <a:pt x="65784" y="81629"/>
                      <a:pt x="79790" y="66208"/>
                      <a:pt x="79790" y="46968"/>
                    </a:cubicBezTo>
                    <a:cubicBezTo>
                      <a:pt x="79790" y="27728"/>
                      <a:pt x="65360" y="11742"/>
                      <a:pt x="46544" y="11742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5" name="Google Shape;1397;p84"/>
              <p:cNvSpPr/>
              <p:nvPr/>
            </p:nvSpPr>
            <p:spPr>
              <a:xfrm>
                <a:off x="11043720" y="90396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90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6" name="Google Shape;1398;p84"/>
              <p:cNvSpPr/>
              <p:nvPr/>
            </p:nvSpPr>
            <p:spPr>
              <a:xfrm>
                <a:off x="11103840" y="903600"/>
                <a:ext cx="112680" cy="74880"/>
              </a:xfrm>
              <a:custGeom>
                <a:avLst/>
                <a:gdLst>
                  <a:gd name="textAreaLeft" fmla="*/ 0 w 112680"/>
                  <a:gd name="textAreaRight" fmla="*/ 116280 w 11268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135670" h="91531">
                    <a:moveTo>
                      <a:pt x="102425" y="0"/>
                    </a:moveTo>
                    <a:cubicBezTo>
                      <a:pt x="123080" y="0"/>
                      <a:pt x="135670" y="13864"/>
                      <a:pt x="135670" y="36075"/>
                    </a:cubicBezTo>
                    <a:lnTo>
                      <a:pt x="135670" y="91532"/>
                    </a:lnTo>
                    <a:lnTo>
                      <a:pt x="122372" y="91532"/>
                    </a:lnTo>
                    <a:lnTo>
                      <a:pt x="122372" y="39187"/>
                    </a:lnTo>
                    <a:cubicBezTo>
                      <a:pt x="122372" y="21787"/>
                      <a:pt x="113743" y="12166"/>
                      <a:pt x="99171" y="12166"/>
                    </a:cubicBezTo>
                    <a:cubicBezTo>
                      <a:pt x="85590" y="12166"/>
                      <a:pt x="74414" y="22211"/>
                      <a:pt x="74414" y="39895"/>
                    </a:cubicBezTo>
                    <a:lnTo>
                      <a:pt x="74414" y="91532"/>
                    </a:lnTo>
                    <a:lnTo>
                      <a:pt x="61257" y="91532"/>
                    </a:lnTo>
                    <a:lnTo>
                      <a:pt x="61257" y="38904"/>
                    </a:lnTo>
                    <a:cubicBezTo>
                      <a:pt x="61257" y="22069"/>
                      <a:pt x="52486" y="12166"/>
                      <a:pt x="38197" y="12166"/>
                    </a:cubicBezTo>
                    <a:cubicBezTo>
                      <a:pt x="23908" y="12166"/>
                      <a:pt x="13298" y="23909"/>
                      <a:pt x="13298" y="40461"/>
                    </a:cubicBezTo>
                    <a:lnTo>
                      <a:pt x="13298" y="91532"/>
                    </a:ln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118"/>
                    </a:lnTo>
                    <a:cubicBezTo>
                      <a:pt x="19240" y="8347"/>
                      <a:pt x="27162" y="141"/>
                      <a:pt x="42300" y="141"/>
                    </a:cubicBezTo>
                    <a:cubicBezTo>
                      <a:pt x="57437" y="141"/>
                      <a:pt x="66208" y="7922"/>
                      <a:pt x="71018" y="17967"/>
                    </a:cubicBezTo>
                    <a:cubicBezTo>
                      <a:pt x="77384" y="8064"/>
                      <a:pt x="87004" y="141"/>
                      <a:pt x="102566" y="141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7" name="Google Shape;1399;p84"/>
              <p:cNvSpPr/>
              <p:nvPr/>
            </p:nvSpPr>
            <p:spPr>
              <a:xfrm>
                <a:off x="11239560" y="90396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3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7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909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8" name="Google Shape;1400;p84"/>
              <p:cNvSpPr/>
              <p:nvPr/>
            </p:nvSpPr>
            <p:spPr>
              <a:xfrm>
                <a:off x="11324880" y="903960"/>
                <a:ext cx="55800" cy="75960"/>
              </a:xfrm>
              <a:custGeom>
                <a:avLst/>
                <a:gdLst>
                  <a:gd name="textAreaLeft" fmla="*/ 0 w 55800"/>
                  <a:gd name="textAreaRight" fmla="*/ 59400 w 5580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69037" h="92804">
                    <a:moveTo>
                      <a:pt x="37065" y="92522"/>
                    </a:moveTo>
                    <a:cubicBezTo>
                      <a:pt x="24191" y="92522"/>
                      <a:pt x="10044" y="87429"/>
                      <a:pt x="0" y="79365"/>
                    </a:cubicBezTo>
                    <a:lnTo>
                      <a:pt x="6791" y="69887"/>
                    </a:lnTo>
                    <a:cubicBezTo>
                      <a:pt x="16552" y="77102"/>
                      <a:pt x="27304" y="81346"/>
                      <a:pt x="37773" y="81346"/>
                    </a:cubicBezTo>
                    <a:cubicBezTo>
                      <a:pt x="48241" y="81346"/>
                      <a:pt x="56305" y="75828"/>
                      <a:pt x="56305" y="67199"/>
                    </a:cubicBezTo>
                    <a:lnTo>
                      <a:pt x="56305" y="66916"/>
                    </a:lnTo>
                    <a:cubicBezTo>
                      <a:pt x="56305" y="57862"/>
                      <a:pt x="45695" y="54466"/>
                      <a:pt x="33953" y="51212"/>
                    </a:cubicBezTo>
                    <a:cubicBezTo>
                      <a:pt x="19947" y="47251"/>
                      <a:pt x="4386" y="42441"/>
                      <a:pt x="4386" y="25889"/>
                    </a:cubicBezTo>
                    <a:lnTo>
                      <a:pt x="4386" y="25606"/>
                    </a:lnTo>
                    <a:cubicBezTo>
                      <a:pt x="4386" y="10186"/>
                      <a:pt x="17259" y="0"/>
                      <a:pt x="34943" y="0"/>
                    </a:cubicBezTo>
                    <a:cubicBezTo>
                      <a:pt x="45837" y="0"/>
                      <a:pt x="58003" y="3820"/>
                      <a:pt x="67199" y="9903"/>
                    </a:cubicBezTo>
                    <a:lnTo>
                      <a:pt x="61115" y="19947"/>
                    </a:lnTo>
                    <a:cubicBezTo>
                      <a:pt x="52769" y="14571"/>
                      <a:pt x="43290" y="11318"/>
                      <a:pt x="34660" y="11318"/>
                    </a:cubicBezTo>
                    <a:cubicBezTo>
                      <a:pt x="24050" y="11318"/>
                      <a:pt x="17259" y="16835"/>
                      <a:pt x="17259" y="24333"/>
                    </a:cubicBezTo>
                    <a:lnTo>
                      <a:pt x="17259" y="24616"/>
                    </a:lnTo>
                    <a:cubicBezTo>
                      <a:pt x="17259" y="33104"/>
                      <a:pt x="28294" y="36358"/>
                      <a:pt x="40319" y="40036"/>
                    </a:cubicBezTo>
                    <a:cubicBezTo>
                      <a:pt x="54183" y="44139"/>
                      <a:pt x="69038" y="49515"/>
                      <a:pt x="69038" y="65642"/>
                    </a:cubicBezTo>
                    <a:lnTo>
                      <a:pt x="69038" y="65925"/>
                    </a:lnTo>
                    <a:cubicBezTo>
                      <a:pt x="69038" y="82902"/>
                      <a:pt x="55032" y="92805"/>
                      <a:pt x="37207" y="9280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9" name="Google Shape;1401;p84"/>
              <p:cNvSpPr/>
              <p:nvPr/>
            </p:nvSpPr>
            <p:spPr>
              <a:xfrm>
                <a:off x="1020816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0" name="Google Shape;1402;p84"/>
              <p:cNvSpPr/>
              <p:nvPr/>
            </p:nvSpPr>
            <p:spPr>
              <a:xfrm>
                <a:off x="103068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1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5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1" name="Google Shape;1403;p84"/>
              <p:cNvSpPr/>
              <p:nvPr/>
            </p:nvSpPr>
            <p:spPr>
              <a:xfrm>
                <a:off x="10438200" y="1070280"/>
                <a:ext cx="63720" cy="7596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5960"/>
                  <a:gd name="textAreaBottom" fmla="*/ 79560 h 75960"/>
                </a:gdLst>
                <a:ahLst/>
                <a:cxnLst/>
                <a:rect l="textAreaLeft" t="textAreaTop" r="textAreaRight" b="textAreaBottom"/>
                <a:pathLst>
                  <a:path w="78657" h="92663">
                    <a:moveTo>
                      <a:pt x="11884" y="18391"/>
                    </a:moveTo>
                    <a:lnTo>
                      <a:pt x="7922" y="7498"/>
                    </a:lnTo>
                    <a:cubicBezTo>
                      <a:pt x="17825" y="2971"/>
                      <a:pt x="27445" y="0"/>
                      <a:pt x="40461" y="0"/>
                    </a:cubicBezTo>
                    <a:cubicBezTo>
                      <a:pt x="64935" y="0"/>
                      <a:pt x="78658" y="12449"/>
                      <a:pt x="78658" y="36075"/>
                    </a:cubicBezTo>
                    <a:lnTo>
                      <a:pt x="78658" y="90824"/>
                    </a:lnTo>
                    <a:lnTo>
                      <a:pt x="65784" y="90824"/>
                    </a:lnTo>
                    <a:lnTo>
                      <a:pt x="65784" y="77243"/>
                    </a:lnTo>
                    <a:cubicBezTo>
                      <a:pt x="59559" y="85448"/>
                      <a:pt x="49090" y="92663"/>
                      <a:pt x="33387" y="92663"/>
                    </a:cubicBezTo>
                    <a:cubicBezTo>
                      <a:pt x="16694" y="92663"/>
                      <a:pt x="0" y="83326"/>
                      <a:pt x="0" y="64652"/>
                    </a:cubicBezTo>
                    <a:cubicBezTo>
                      <a:pt x="0" y="45978"/>
                      <a:pt x="15562" y="35509"/>
                      <a:pt x="38339" y="35509"/>
                    </a:cubicBezTo>
                    <a:cubicBezTo>
                      <a:pt x="49798" y="35509"/>
                      <a:pt x="57862" y="37065"/>
                      <a:pt x="65925" y="39329"/>
                    </a:cubicBezTo>
                    <a:lnTo>
                      <a:pt x="65925" y="36216"/>
                    </a:lnTo>
                    <a:cubicBezTo>
                      <a:pt x="65925" y="20089"/>
                      <a:pt x="56022" y="11742"/>
                      <a:pt x="39187" y="11742"/>
                    </a:cubicBezTo>
                    <a:cubicBezTo>
                      <a:pt x="28577" y="11742"/>
                      <a:pt x="20230" y="14571"/>
                      <a:pt x="12025" y="18391"/>
                    </a:cubicBezTo>
                    <a:close/>
                    <a:moveTo>
                      <a:pt x="13440" y="64086"/>
                    </a:moveTo>
                    <a:cubicBezTo>
                      <a:pt x="13440" y="75545"/>
                      <a:pt x="23767" y="82053"/>
                      <a:pt x="35934" y="82053"/>
                    </a:cubicBezTo>
                    <a:cubicBezTo>
                      <a:pt x="52344" y="82053"/>
                      <a:pt x="65925" y="72009"/>
                      <a:pt x="65925" y="57862"/>
                    </a:cubicBezTo>
                    <a:lnTo>
                      <a:pt x="65925" y="49232"/>
                    </a:lnTo>
                    <a:cubicBezTo>
                      <a:pt x="59276" y="47393"/>
                      <a:pt x="50505" y="45412"/>
                      <a:pt x="39612" y="45412"/>
                    </a:cubicBezTo>
                    <a:cubicBezTo>
                      <a:pt x="22777" y="45412"/>
                      <a:pt x="13440" y="52627"/>
                      <a:pt x="13440" y="64086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600" bIns="396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2" name="Google Shape;1404;p84"/>
              <p:cNvSpPr/>
              <p:nvPr/>
            </p:nvSpPr>
            <p:spPr>
              <a:xfrm>
                <a:off x="10530360" y="1069560"/>
                <a:ext cx="74160" cy="9864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98640"/>
                  <a:gd name="textAreaBottom" fmla="*/ 102240 h 98640"/>
                </a:gdLst>
                <a:ahLst/>
                <a:cxnLst/>
                <a:rect l="textAreaLeft" t="textAreaTop" r="textAreaRight" b="textAreaBottom"/>
                <a:pathLst>
                  <a:path w="90541" h="119259">
                    <a:moveTo>
                      <a:pt x="47676" y="93512"/>
                    </a:moveTo>
                    <a:cubicBezTo>
                      <a:pt x="30982" y="93512"/>
                      <a:pt x="20230" y="84458"/>
                      <a:pt x="13298" y="74414"/>
                    </a:cubicBezTo>
                    <a:lnTo>
                      <a:pt x="13298" y="119260"/>
                    </a:lnTo>
                    <a:lnTo>
                      <a:pt x="0" y="119260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9947"/>
                    </a:lnTo>
                    <a:cubicBezTo>
                      <a:pt x="20513" y="9196"/>
                      <a:pt x="31124" y="0"/>
                      <a:pt x="47676" y="0"/>
                    </a:cubicBezTo>
                    <a:cubicBezTo>
                      <a:pt x="69179" y="0"/>
                      <a:pt x="90541" y="16977"/>
                      <a:pt x="90541" y="46685"/>
                    </a:cubicBezTo>
                    <a:cubicBezTo>
                      <a:pt x="90541" y="76394"/>
                      <a:pt x="69462" y="93512"/>
                      <a:pt x="47676" y="93512"/>
                    </a:cubicBezTo>
                    <a:close/>
                    <a:moveTo>
                      <a:pt x="45271" y="12025"/>
                    </a:moveTo>
                    <a:cubicBezTo>
                      <a:pt x="28577" y="12025"/>
                      <a:pt x="12874" y="25889"/>
                      <a:pt x="12874" y="46685"/>
                    </a:cubicBezTo>
                    <a:cubicBezTo>
                      <a:pt x="12874" y="67482"/>
                      <a:pt x="28577" y="81487"/>
                      <a:pt x="45271" y="81487"/>
                    </a:cubicBezTo>
                    <a:cubicBezTo>
                      <a:pt x="61964" y="81487"/>
                      <a:pt x="76819" y="68613"/>
                      <a:pt x="76819" y="46827"/>
                    </a:cubicBezTo>
                    <a:cubicBezTo>
                      <a:pt x="76819" y="25040"/>
                      <a:pt x="62247" y="12025"/>
                      <a:pt x="45271" y="12025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3" name="Google Shape;1405;p84"/>
              <p:cNvSpPr/>
              <p:nvPr/>
            </p:nvSpPr>
            <p:spPr>
              <a:xfrm>
                <a:off x="1062900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4" name="Google Shape;1406;p84"/>
              <p:cNvSpPr/>
              <p:nvPr/>
            </p:nvSpPr>
            <p:spPr>
              <a:xfrm>
                <a:off x="1068120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600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5" name="Google Shape;1407;p84"/>
              <p:cNvSpPr/>
              <p:nvPr/>
            </p:nvSpPr>
            <p:spPr>
              <a:xfrm>
                <a:off x="10774080" y="1069560"/>
                <a:ext cx="63720" cy="74880"/>
              </a:xfrm>
              <a:custGeom>
                <a:avLst/>
                <a:gdLst>
                  <a:gd name="textAreaLeft" fmla="*/ 0 w 63720"/>
                  <a:gd name="textAreaRight" fmla="*/ 67320 w 63720"/>
                  <a:gd name="textAreaTop" fmla="*/ 0 h 74880"/>
                  <a:gd name="textAreaBottom" fmla="*/ 78480 h 74880"/>
                </a:gdLst>
                <a:ahLst/>
                <a:cxnLst/>
                <a:rect l="textAreaLeft" t="textAreaTop" r="textAreaRight" b="textAreaBottom"/>
                <a:pathLst>
                  <a:path w="78374" h="91531">
                    <a:moveTo>
                      <a:pt x="13298" y="91532"/>
                    </a:moveTo>
                    <a:lnTo>
                      <a:pt x="0" y="91532"/>
                    </a:lnTo>
                    <a:lnTo>
                      <a:pt x="0" y="1981"/>
                    </a:lnTo>
                    <a:lnTo>
                      <a:pt x="13298" y="1981"/>
                    </a:lnTo>
                    <a:lnTo>
                      <a:pt x="13298" y="17542"/>
                    </a:lnTo>
                    <a:cubicBezTo>
                      <a:pt x="19240" y="7781"/>
                      <a:pt x="28577" y="0"/>
                      <a:pt x="43997" y="0"/>
                    </a:cubicBezTo>
                    <a:cubicBezTo>
                      <a:pt x="65642" y="0"/>
                      <a:pt x="78375" y="14572"/>
                      <a:pt x="78375" y="35934"/>
                    </a:cubicBezTo>
                    <a:lnTo>
                      <a:pt x="78375" y="91532"/>
                    </a:lnTo>
                    <a:lnTo>
                      <a:pt x="65077" y="91532"/>
                    </a:lnTo>
                    <a:lnTo>
                      <a:pt x="65077" y="39187"/>
                    </a:lnTo>
                    <a:cubicBezTo>
                      <a:pt x="65077" y="22494"/>
                      <a:pt x="56022" y="12166"/>
                      <a:pt x="40319" y="12166"/>
                    </a:cubicBezTo>
                    <a:cubicBezTo>
                      <a:pt x="24616" y="12166"/>
                      <a:pt x="13440" y="23484"/>
                      <a:pt x="13440" y="40178"/>
                    </a:cubicBezTo>
                    <a:lnTo>
                      <a:pt x="13440" y="91532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240" bIns="392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6" name="Google Shape;1408;p84"/>
              <p:cNvSpPr/>
              <p:nvPr/>
            </p:nvSpPr>
            <p:spPr>
              <a:xfrm>
                <a:off x="10860840" y="1039680"/>
                <a:ext cx="74160" cy="106560"/>
              </a:xfrm>
              <a:custGeom>
                <a:avLst/>
                <a:gdLst>
                  <a:gd name="textAreaLeft" fmla="*/ 0 w 74160"/>
                  <a:gd name="textAreaRight" fmla="*/ 77760 w 74160"/>
                  <a:gd name="textAreaTop" fmla="*/ 0 h 106560"/>
                  <a:gd name="textAreaBottom" fmla="*/ 110160 h 106560"/>
                </a:gdLst>
                <a:ahLst/>
                <a:cxnLst/>
                <a:rect l="textAreaLeft" t="textAreaTop" r="textAreaRight" b="textAreaBottom"/>
                <a:pathLst>
                  <a:path w="90541" h="128455">
                    <a:moveTo>
                      <a:pt x="77243" y="126475"/>
                    </a:moveTo>
                    <a:lnTo>
                      <a:pt x="77243" y="108508"/>
                    </a:lnTo>
                    <a:cubicBezTo>
                      <a:pt x="70028" y="119260"/>
                      <a:pt x="59418" y="128455"/>
                      <a:pt x="42866" y="128455"/>
                    </a:cubicBezTo>
                    <a:cubicBezTo>
                      <a:pt x="21362" y="128455"/>
                      <a:pt x="0" y="111479"/>
                      <a:pt x="0" y="81770"/>
                    </a:cubicBezTo>
                    <a:cubicBezTo>
                      <a:pt x="0" y="52061"/>
                      <a:pt x="21362" y="34943"/>
                      <a:pt x="42866" y="34943"/>
                    </a:cubicBezTo>
                    <a:cubicBezTo>
                      <a:pt x="59559" y="34943"/>
                      <a:pt x="70311" y="43997"/>
                      <a:pt x="77243" y="54042"/>
                    </a:cubicBezTo>
                    <a:lnTo>
                      <a:pt x="77243" y="0"/>
                    </a:lnTo>
                    <a:lnTo>
                      <a:pt x="90541" y="0"/>
                    </a:lnTo>
                    <a:lnTo>
                      <a:pt x="90541" y="126475"/>
                    </a:lnTo>
                    <a:lnTo>
                      <a:pt x="77243" y="126475"/>
                    </a:lnTo>
                    <a:close/>
                    <a:moveTo>
                      <a:pt x="45412" y="46968"/>
                    </a:moveTo>
                    <a:cubicBezTo>
                      <a:pt x="28153" y="46968"/>
                      <a:pt x="13864" y="59842"/>
                      <a:pt x="13864" y="81629"/>
                    </a:cubicBezTo>
                    <a:cubicBezTo>
                      <a:pt x="13864" y="103415"/>
                      <a:pt x="28436" y="116430"/>
                      <a:pt x="45412" y="116430"/>
                    </a:cubicBezTo>
                    <a:cubicBezTo>
                      <a:pt x="62389" y="116430"/>
                      <a:pt x="77809" y="102566"/>
                      <a:pt x="77809" y="81629"/>
                    </a:cubicBezTo>
                    <a:cubicBezTo>
                      <a:pt x="77809" y="60691"/>
                      <a:pt x="62106" y="46968"/>
                      <a:pt x="45412" y="46968"/>
                    </a:cubicBez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7" name="Google Shape;1409;p84"/>
              <p:cNvSpPr/>
              <p:nvPr/>
            </p:nvSpPr>
            <p:spPr>
              <a:xfrm>
                <a:off x="10959480" y="1069920"/>
                <a:ext cx="69120" cy="76680"/>
              </a:xfrm>
              <a:custGeom>
                <a:avLst/>
                <a:gdLst>
                  <a:gd name="textAreaLeft" fmla="*/ 0 w 69120"/>
                  <a:gd name="textAreaRight" fmla="*/ 72720 w 69120"/>
                  <a:gd name="textAreaTop" fmla="*/ 0 h 76680"/>
                  <a:gd name="textAreaBottom" fmla="*/ 80280 h 76680"/>
                </a:gdLst>
                <a:ahLst/>
                <a:cxnLst/>
                <a:rect l="textAreaLeft" t="textAreaTop" r="textAreaRight" b="textAreaBottom"/>
                <a:pathLst>
                  <a:path w="84740" h="93653">
                    <a:moveTo>
                      <a:pt x="44988" y="81912"/>
                    </a:moveTo>
                    <a:cubicBezTo>
                      <a:pt x="57296" y="81912"/>
                      <a:pt x="65925" y="76819"/>
                      <a:pt x="73282" y="69321"/>
                    </a:cubicBezTo>
                    <a:lnTo>
                      <a:pt x="81629" y="76819"/>
                    </a:lnTo>
                    <a:cubicBezTo>
                      <a:pt x="72574" y="86863"/>
                      <a:pt x="61681" y="93654"/>
                      <a:pt x="44705" y="93654"/>
                    </a:cubicBezTo>
                    <a:cubicBezTo>
                      <a:pt x="20089" y="93654"/>
                      <a:pt x="0" y="74697"/>
                      <a:pt x="0" y="46827"/>
                    </a:cubicBezTo>
                    <a:cubicBezTo>
                      <a:pt x="0" y="20796"/>
                      <a:pt x="18250" y="0"/>
                      <a:pt x="43007" y="0"/>
                    </a:cubicBezTo>
                    <a:cubicBezTo>
                      <a:pt x="69462" y="0"/>
                      <a:pt x="84741" y="21079"/>
                      <a:pt x="84741" y="47534"/>
                    </a:cubicBezTo>
                    <a:cubicBezTo>
                      <a:pt x="84741" y="48807"/>
                      <a:pt x="84741" y="50081"/>
                      <a:pt x="84599" y="51637"/>
                    </a:cubicBezTo>
                    <a:lnTo>
                      <a:pt x="13581" y="51637"/>
                    </a:lnTo>
                    <a:cubicBezTo>
                      <a:pt x="15420" y="71018"/>
                      <a:pt x="29284" y="81912"/>
                      <a:pt x="45129" y="81912"/>
                    </a:cubicBezTo>
                    <a:close/>
                    <a:moveTo>
                      <a:pt x="71160" y="41734"/>
                    </a:moveTo>
                    <a:cubicBezTo>
                      <a:pt x="69745" y="25465"/>
                      <a:pt x="60408" y="11176"/>
                      <a:pt x="42583" y="11176"/>
                    </a:cubicBezTo>
                    <a:cubicBezTo>
                      <a:pt x="27021" y="11176"/>
                      <a:pt x="15137" y="24191"/>
                      <a:pt x="13440" y="41734"/>
                    </a:cubicBezTo>
                    <a:lnTo>
                      <a:pt x="71160" y="41734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9960" bIns="3996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8" name="Google Shape;1410;p84"/>
              <p:cNvSpPr/>
              <p:nvPr/>
            </p:nvSpPr>
            <p:spPr>
              <a:xfrm>
                <a:off x="11052360" y="1069920"/>
                <a:ext cx="39240" cy="74520"/>
              </a:xfrm>
              <a:custGeom>
                <a:avLst/>
                <a:gdLst>
                  <a:gd name="textAreaLeft" fmla="*/ 0 w 39240"/>
                  <a:gd name="textAreaRight" fmla="*/ 42840 w 39240"/>
                  <a:gd name="textAreaTop" fmla="*/ 0 h 74520"/>
                  <a:gd name="textAreaBottom" fmla="*/ 78120 h 74520"/>
                </a:gdLst>
                <a:ahLst/>
                <a:cxnLst/>
                <a:rect l="textAreaLeft" t="textAreaTop" r="textAreaRight" b="textAreaBottom"/>
                <a:pathLst>
                  <a:path w="49797" h="91140">
                    <a:moveTo>
                      <a:pt x="13298" y="91140"/>
                    </a:moveTo>
                    <a:lnTo>
                      <a:pt x="0" y="91140"/>
                    </a:lnTo>
                    <a:lnTo>
                      <a:pt x="0" y="1589"/>
                    </a:lnTo>
                    <a:lnTo>
                      <a:pt x="13298" y="1589"/>
                    </a:lnTo>
                    <a:lnTo>
                      <a:pt x="13298" y="24932"/>
                    </a:lnTo>
                    <a:cubicBezTo>
                      <a:pt x="19947" y="10077"/>
                      <a:pt x="32821" y="-674"/>
                      <a:pt x="49798" y="33"/>
                    </a:cubicBezTo>
                    <a:lnTo>
                      <a:pt x="49798" y="14463"/>
                    </a:lnTo>
                    <a:lnTo>
                      <a:pt x="48807" y="14463"/>
                    </a:lnTo>
                    <a:cubicBezTo>
                      <a:pt x="29284" y="14463"/>
                      <a:pt x="13298" y="28469"/>
                      <a:pt x="13298" y="55489"/>
                    </a:cubicBezTo>
                    <a:lnTo>
                      <a:pt x="13298" y="9114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8880" bIns="388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79" name="Google Shape;1411;p84"/>
            <p:cNvGrpSpPr/>
            <p:nvPr/>
          </p:nvGrpSpPr>
          <p:grpSpPr>
            <a:xfrm>
              <a:off x="10113480" y="597240"/>
              <a:ext cx="605880" cy="149040"/>
              <a:chOff x="10113480" y="597240"/>
              <a:chExt cx="605880" cy="149040"/>
            </a:xfrm>
          </p:grpSpPr>
          <p:sp>
            <p:nvSpPr>
              <p:cNvPr id="380" name="Google Shape;1412;p84"/>
              <p:cNvSpPr/>
              <p:nvPr/>
            </p:nvSpPr>
            <p:spPr>
              <a:xfrm>
                <a:off x="10627560" y="603360"/>
                <a:ext cx="91800" cy="142200"/>
              </a:xfrm>
              <a:custGeom>
                <a:avLst/>
                <a:gdLst>
                  <a:gd name="textAreaLeft" fmla="*/ 0 w 91800"/>
                  <a:gd name="textAreaRight" fmla="*/ 95400 w 91800"/>
                  <a:gd name="textAreaTop" fmla="*/ 0 h 142200"/>
                  <a:gd name="textAreaBottom" fmla="*/ 145800 h 142200"/>
                </a:gdLst>
                <a:ahLst/>
                <a:cxnLst/>
                <a:rect l="textAreaLeft" t="textAreaTop" r="textAreaRight" b="textAreaBottom"/>
                <a:pathLst>
                  <a:path w="111337" h="169906">
                    <a:moveTo>
                      <a:pt x="111338" y="135953"/>
                    </a:moveTo>
                    <a:cubicBezTo>
                      <a:pt x="110489" y="135953"/>
                      <a:pt x="109781" y="135953"/>
                      <a:pt x="108933" y="135953"/>
                    </a:cubicBezTo>
                    <a:cubicBezTo>
                      <a:pt x="75404" y="135953"/>
                      <a:pt x="51071" y="114450"/>
                      <a:pt x="51071" y="84882"/>
                    </a:cubicBezTo>
                    <a:lnTo>
                      <a:pt x="51071" y="84175"/>
                    </a:lnTo>
                    <a:cubicBezTo>
                      <a:pt x="51071" y="55881"/>
                      <a:pt x="75404" y="33670"/>
                      <a:pt x="106528" y="33670"/>
                    </a:cubicBezTo>
                    <a:cubicBezTo>
                      <a:pt x="108225" y="33670"/>
                      <a:pt x="109781" y="33670"/>
                      <a:pt x="111338" y="33812"/>
                    </a:cubicBezTo>
                    <a:lnTo>
                      <a:pt x="111338" y="0"/>
                    </a:lnTo>
                    <a:cubicBezTo>
                      <a:pt x="109923" y="0"/>
                      <a:pt x="108367" y="0"/>
                      <a:pt x="106952" y="0"/>
                    </a:cubicBezTo>
                    <a:cubicBezTo>
                      <a:pt x="45978" y="0"/>
                      <a:pt x="0" y="36499"/>
                      <a:pt x="0" y="85024"/>
                    </a:cubicBezTo>
                    <a:lnTo>
                      <a:pt x="0" y="85590"/>
                    </a:lnTo>
                    <a:cubicBezTo>
                      <a:pt x="0" y="132841"/>
                      <a:pt x="46685" y="169906"/>
                      <a:pt x="106103" y="169906"/>
                    </a:cubicBezTo>
                    <a:cubicBezTo>
                      <a:pt x="107942" y="169906"/>
                      <a:pt x="109640" y="169906"/>
                      <a:pt x="111338" y="169906"/>
                    </a:cubicBezTo>
                    <a:lnTo>
                      <a:pt x="111338" y="135953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1" name="Google Shape;1413;p84"/>
              <p:cNvSpPr/>
              <p:nvPr/>
            </p:nvSpPr>
            <p:spPr>
              <a:xfrm>
                <a:off x="10113480" y="597240"/>
                <a:ext cx="134280" cy="149040"/>
              </a:xfrm>
              <a:custGeom>
                <a:avLst/>
                <a:gdLst>
                  <a:gd name="textAreaLeft" fmla="*/ 0 w 134280"/>
                  <a:gd name="textAreaRight" fmla="*/ 137880 w 134280"/>
                  <a:gd name="textAreaTop" fmla="*/ 0 h 149040"/>
                  <a:gd name="textAreaBottom" fmla="*/ 152640 h 149040"/>
                </a:gdLst>
                <a:ahLst/>
                <a:cxnLst/>
                <a:rect l="textAreaLeft" t="textAreaTop" r="textAreaRight" b="textAreaBottom"/>
                <a:pathLst>
                  <a:path w="160852" h="177970">
                    <a:moveTo>
                      <a:pt x="94785" y="71867"/>
                    </a:moveTo>
                    <a:cubicBezTo>
                      <a:pt x="58852" y="64228"/>
                      <a:pt x="53759" y="60549"/>
                      <a:pt x="53759" y="49090"/>
                    </a:cubicBezTo>
                    <a:lnTo>
                      <a:pt x="53759" y="48524"/>
                    </a:lnTo>
                    <a:cubicBezTo>
                      <a:pt x="53759" y="40178"/>
                      <a:pt x="62955" y="33529"/>
                      <a:pt x="80497" y="33529"/>
                    </a:cubicBezTo>
                    <a:cubicBezTo>
                      <a:pt x="89410" y="33529"/>
                      <a:pt x="101152" y="35934"/>
                      <a:pt x="109357" y="39046"/>
                    </a:cubicBezTo>
                    <a:lnTo>
                      <a:pt x="109357" y="2829"/>
                    </a:lnTo>
                    <a:cubicBezTo>
                      <a:pt x="101718" y="1556"/>
                      <a:pt x="90117" y="0"/>
                      <a:pt x="81204" y="0"/>
                    </a:cubicBezTo>
                    <a:cubicBezTo>
                      <a:pt x="38622" y="0"/>
                      <a:pt x="8347" y="20796"/>
                      <a:pt x="8347" y="52203"/>
                    </a:cubicBezTo>
                    <a:lnTo>
                      <a:pt x="8347" y="52627"/>
                    </a:lnTo>
                    <a:cubicBezTo>
                      <a:pt x="8347" y="87005"/>
                      <a:pt x="35368" y="96625"/>
                      <a:pt x="77243" y="105537"/>
                    </a:cubicBezTo>
                    <a:cubicBezTo>
                      <a:pt x="112045" y="112894"/>
                      <a:pt x="115299" y="117845"/>
                      <a:pt x="115299" y="127607"/>
                    </a:cubicBezTo>
                    <a:lnTo>
                      <a:pt x="115299" y="128031"/>
                    </a:lnTo>
                    <a:cubicBezTo>
                      <a:pt x="115299" y="138217"/>
                      <a:pt x="103981" y="144300"/>
                      <a:pt x="85307" y="144300"/>
                    </a:cubicBezTo>
                    <a:cubicBezTo>
                      <a:pt x="61540" y="144300"/>
                      <a:pt x="45837" y="136095"/>
                      <a:pt x="27021" y="123363"/>
                    </a:cubicBezTo>
                    <a:lnTo>
                      <a:pt x="0" y="150242"/>
                    </a:lnTo>
                    <a:cubicBezTo>
                      <a:pt x="24899" y="168775"/>
                      <a:pt x="52910" y="177970"/>
                      <a:pt x="84458" y="177970"/>
                    </a:cubicBezTo>
                    <a:cubicBezTo>
                      <a:pt x="129304" y="177970"/>
                      <a:pt x="160852" y="158730"/>
                      <a:pt x="160852" y="124353"/>
                    </a:cubicBezTo>
                    <a:lnTo>
                      <a:pt x="160852" y="123928"/>
                    </a:lnTo>
                    <a:cubicBezTo>
                      <a:pt x="160852" y="93795"/>
                      <a:pt x="137085" y="81204"/>
                      <a:pt x="94927" y="72009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2" name="Google Shape;1414;p84"/>
              <p:cNvSpPr/>
              <p:nvPr/>
            </p:nvSpPr>
            <p:spPr>
              <a:xfrm>
                <a:off x="10246320" y="618480"/>
                <a:ext cx="130680" cy="123120"/>
              </a:xfrm>
              <a:custGeom>
                <a:avLst/>
                <a:gdLst>
                  <a:gd name="textAreaLeft" fmla="*/ 0 w 130680"/>
                  <a:gd name="textAreaRight" fmla="*/ 134280 w 130680"/>
                  <a:gd name="textAreaTop" fmla="*/ 0 h 123120"/>
                  <a:gd name="textAreaBottom" fmla="*/ 126720 h 123120"/>
                </a:gdLst>
                <a:ahLst/>
                <a:cxnLst/>
                <a:rect l="textAreaLeft" t="textAreaTop" r="textAreaRight" b="textAreaBottom"/>
                <a:pathLst>
                  <a:path w="156325" h="147695">
                    <a:moveTo>
                      <a:pt x="44563" y="62389"/>
                    </a:moveTo>
                    <a:cubicBezTo>
                      <a:pt x="48100" y="44139"/>
                      <a:pt x="60408" y="32255"/>
                      <a:pt x="79224" y="32255"/>
                    </a:cubicBezTo>
                    <a:cubicBezTo>
                      <a:pt x="98039" y="32255"/>
                      <a:pt x="110347" y="44422"/>
                      <a:pt x="113035" y="62389"/>
                    </a:cubicBezTo>
                    <a:lnTo>
                      <a:pt x="44563" y="62389"/>
                    </a:lnTo>
                    <a:close/>
                    <a:moveTo>
                      <a:pt x="79224" y="0"/>
                    </a:moveTo>
                    <a:cubicBezTo>
                      <a:pt x="32538" y="0"/>
                      <a:pt x="0" y="33387"/>
                      <a:pt x="0" y="73848"/>
                    </a:cubicBezTo>
                    <a:lnTo>
                      <a:pt x="0" y="74414"/>
                    </a:lnTo>
                    <a:cubicBezTo>
                      <a:pt x="0" y="117845"/>
                      <a:pt x="35651" y="147695"/>
                      <a:pt x="83751" y="147695"/>
                    </a:cubicBezTo>
                    <a:cubicBezTo>
                      <a:pt x="85165" y="147695"/>
                      <a:pt x="89551" y="147554"/>
                      <a:pt x="90966" y="147554"/>
                    </a:cubicBezTo>
                    <a:lnTo>
                      <a:pt x="90966" y="115157"/>
                    </a:lnTo>
                    <a:cubicBezTo>
                      <a:pt x="89834" y="115157"/>
                      <a:pt x="85448" y="115440"/>
                      <a:pt x="84317" y="115440"/>
                    </a:cubicBezTo>
                    <a:cubicBezTo>
                      <a:pt x="63945" y="115440"/>
                      <a:pt x="49656" y="105962"/>
                      <a:pt x="45129" y="87712"/>
                    </a:cubicBezTo>
                    <a:lnTo>
                      <a:pt x="155759" y="87712"/>
                    </a:lnTo>
                    <a:cubicBezTo>
                      <a:pt x="156042" y="84034"/>
                      <a:pt x="156325" y="81629"/>
                      <a:pt x="156325" y="77667"/>
                    </a:cubicBezTo>
                    <a:lnTo>
                      <a:pt x="156325" y="77102"/>
                    </a:lnTo>
                    <a:cubicBezTo>
                      <a:pt x="156325" y="36924"/>
                      <a:pt x="132841" y="141"/>
                      <a:pt x="79224" y="141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Google Shape;1415;p84"/>
              <p:cNvSpPr/>
              <p:nvPr/>
            </p:nvSpPr>
            <p:spPr>
              <a:xfrm>
                <a:off x="10378800" y="619920"/>
                <a:ext cx="122040" cy="119520"/>
              </a:xfrm>
              <a:custGeom>
                <a:avLst/>
                <a:gdLst>
                  <a:gd name="textAreaLeft" fmla="*/ 0 w 122040"/>
                  <a:gd name="textAreaRight" fmla="*/ 125640 w 122040"/>
                  <a:gd name="textAreaTop" fmla="*/ 0 h 119520"/>
                  <a:gd name="textAreaBottom" fmla="*/ 123120 h 119520"/>
                </a:gdLst>
                <a:ahLst/>
                <a:cxnLst/>
                <a:rect l="textAreaLeft" t="textAreaTop" r="textAreaRight" b="textAreaBottom"/>
                <a:pathLst>
                  <a:path w="146280" h="143451">
                    <a:moveTo>
                      <a:pt x="146139" y="68330"/>
                    </a:moveTo>
                    <a:cubicBezTo>
                      <a:pt x="146139" y="29992"/>
                      <a:pt x="122655" y="0"/>
                      <a:pt x="73140" y="0"/>
                    </a:cubicBezTo>
                    <a:cubicBezTo>
                      <a:pt x="23626" y="0"/>
                      <a:pt x="0" y="29992"/>
                      <a:pt x="0" y="68330"/>
                    </a:cubicBezTo>
                    <a:lnTo>
                      <a:pt x="0" y="143451"/>
                    </a:lnTo>
                    <a:lnTo>
                      <a:pt x="45978" y="143451"/>
                    </a:lnTo>
                    <a:lnTo>
                      <a:pt x="45978" y="65642"/>
                    </a:lnTo>
                    <a:cubicBezTo>
                      <a:pt x="46827" y="51495"/>
                      <a:pt x="52344" y="34660"/>
                      <a:pt x="73140" y="34660"/>
                    </a:cubicBezTo>
                    <a:cubicBezTo>
                      <a:pt x="93937" y="34660"/>
                      <a:pt x="99878" y="51495"/>
                      <a:pt x="100727" y="65642"/>
                    </a:cubicBezTo>
                    <a:lnTo>
                      <a:pt x="100727" y="143451"/>
                    </a:lnTo>
                    <a:lnTo>
                      <a:pt x="146281" y="143451"/>
                    </a:lnTo>
                    <a:lnTo>
                      <a:pt x="146281" y="68330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Google Shape;1416;p84"/>
              <p:cNvSpPr/>
              <p:nvPr/>
            </p:nvSpPr>
            <p:spPr>
              <a:xfrm>
                <a:off x="10503000" y="619200"/>
                <a:ext cx="123120" cy="121680"/>
              </a:xfrm>
              <a:custGeom>
                <a:avLst/>
                <a:gdLst>
                  <a:gd name="textAreaLeft" fmla="*/ 0 w 123120"/>
                  <a:gd name="textAreaRight" fmla="*/ 126720 w 123120"/>
                  <a:gd name="textAreaTop" fmla="*/ 0 h 121680"/>
                  <a:gd name="textAreaBottom" fmla="*/ 125280 h 121680"/>
                </a:gdLst>
                <a:ahLst/>
                <a:cxnLst/>
                <a:rect l="textAreaLeft" t="textAreaTop" r="textAreaRight" b="textAreaBottom"/>
                <a:pathLst>
                  <a:path w="147554" h="145856">
                    <a:moveTo>
                      <a:pt x="75970" y="0"/>
                    </a:moveTo>
                    <a:cubicBezTo>
                      <a:pt x="73989" y="0"/>
                      <a:pt x="67057" y="0"/>
                      <a:pt x="65077" y="0"/>
                    </a:cubicBezTo>
                    <a:lnTo>
                      <a:pt x="65077" y="34236"/>
                    </a:lnTo>
                    <a:cubicBezTo>
                      <a:pt x="73989" y="34236"/>
                      <a:pt x="86014" y="35792"/>
                      <a:pt x="91532" y="38622"/>
                    </a:cubicBezTo>
                    <a:cubicBezTo>
                      <a:pt x="99454" y="42866"/>
                      <a:pt x="103557" y="49798"/>
                      <a:pt x="103840" y="59418"/>
                    </a:cubicBezTo>
                    <a:cubicBezTo>
                      <a:pt x="92946" y="58144"/>
                      <a:pt x="80780" y="57296"/>
                      <a:pt x="70028" y="57013"/>
                    </a:cubicBezTo>
                    <a:cubicBezTo>
                      <a:pt x="26597" y="55881"/>
                      <a:pt x="5093" y="70311"/>
                      <a:pt x="849" y="93229"/>
                    </a:cubicBezTo>
                    <a:cubicBezTo>
                      <a:pt x="849" y="93654"/>
                      <a:pt x="707" y="94078"/>
                      <a:pt x="566" y="94502"/>
                    </a:cubicBezTo>
                    <a:cubicBezTo>
                      <a:pt x="566" y="94644"/>
                      <a:pt x="566" y="94785"/>
                      <a:pt x="566" y="94927"/>
                    </a:cubicBezTo>
                    <a:cubicBezTo>
                      <a:pt x="283" y="97049"/>
                      <a:pt x="0" y="99454"/>
                      <a:pt x="0" y="101859"/>
                    </a:cubicBezTo>
                    <a:lnTo>
                      <a:pt x="0" y="102425"/>
                    </a:lnTo>
                    <a:cubicBezTo>
                      <a:pt x="0" y="130578"/>
                      <a:pt x="24899" y="145856"/>
                      <a:pt x="55032" y="145856"/>
                    </a:cubicBezTo>
                    <a:cubicBezTo>
                      <a:pt x="77243" y="145856"/>
                      <a:pt x="92522" y="138641"/>
                      <a:pt x="103557" y="127890"/>
                    </a:cubicBezTo>
                    <a:lnTo>
                      <a:pt x="103557" y="144300"/>
                    </a:lnTo>
                    <a:lnTo>
                      <a:pt x="147554" y="144300"/>
                    </a:lnTo>
                    <a:lnTo>
                      <a:pt x="147554" y="61115"/>
                    </a:lnTo>
                    <a:cubicBezTo>
                      <a:pt x="147554" y="22777"/>
                      <a:pt x="125768" y="0"/>
                      <a:pt x="76111" y="0"/>
                    </a:cubicBezTo>
                    <a:moveTo>
                      <a:pt x="103981" y="93654"/>
                    </a:moveTo>
                    <a:cubicBezTo>
                      <a:pt x="100020" y="114450"/>
                      <a:pt x="78658" y="117421"/>
                      <a:pt x="73848" y="117704"/>
                    </a:cubicBezTo>
                    <a:cubicBezTo>
                      <a:pt x="39187" y="119543"/>
                      <a:pt x="38056" y="95917"/>
                      <a:pt x="49656" y="88702"/>
                    </a:cubicBezTo>
                    <a:cubicBezTo>
                      <a:pt x="65218" y="79082"/>
                      <a:pt x="104264" y="84458"/>
                      <a:pt x="104264" y="84458"/>
                    </a:cubicBezTo>
                    <a:cubicBezTo>
                      <a:pt x="104264" y="85873"/>
                      <a:pt x="104688" y="89410"/>
                      <a:pt x="104264" y="93654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385" name="Google Shape;1417;p84" descr=""/>
          <p:cNvPicPr/>
          <p:nvPr/>
        </p:nvPicPr>
        <p:blipFill>
          <a:blip r:embed="rId2"/>
          <a:stretch/>
        </p:blipFill>
        <p:spPr>
          <a:xfrm>
            <a:off x="10024560" y="4241880"/>
            <a:ext cx="1476000" cy="1023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6" name="Google Shape;1418;p84" descr=""/>
          <p:cNvPicPr/>
          <p:nvPr/>
        </p:nvPicPr>
        <p:blipFill>
          <a:blip r:embed="rId3"/>
          <a:stretch/>
        </p:blipFill>
        <p:spPr>
          <a:xfrm>
            <a:off x="757080" y="916200"/>
            <a:ext cx="2548440" cy="386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dfd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1420;p85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Google Shape;1421;p85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Google Shape;1422;p85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Google Shape;1423;p85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Google Shape;1424;p85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Google Shape;1425;p85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Google Shape;1426;p85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Google Shape;1427;p85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Google Shape;1428;p85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Google Shape;1429;p85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Google Shape;1430;p85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98" name="Google Shape;1431;p85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399" name="Google Shape;1432;p85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Google Shape;1433;p85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Google Shape;1434;p85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Google Shape;1435;p85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Google Shape;1436;p85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Google Shape;1437;p85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9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05" name="Google Shape;1438;p85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rgbClr val="472b80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6" name="Google Shape;1439;p85"/>
          <p:cNvGrpSpPr/>
          <p:nvPr/>
        </p:nvGrpSpPr>
        <p:grpSpPr>
          <a:xfrm>
            <a:off x="1734120" y="843120"/>
            <a:ext cx="1366560" cy="1092600"/>
            <a:chOff x="1734120" y="843120"/>
            <a:chExt cx="1366560" cy="1092600"/>
          </a:xfrm>
        </p:grpSpPr>
        <p:sp>
          <p:nvSpPr>
            <p:cNvPr id="407" name="Google Shape;1440;p85"/>
            <p:cNvSpPr/>
            <p:nvPr/>
          </p:nvSpPr>
          <p:spPr>
            <a:xfrm>
              <a:off x="2282400" y="8431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Google Shape;1441;p85"/>
            <p:cNvSpPr/>
            <p:nvPr/>
          </p:nvSpPr>
          <p:spPr>
            <a:xfrm>
              <a:off x="200808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Google Shape;1442;p85"/>
            <p:cNvSpPr/>
            <p:nvPr/>
          </p:nvSpPr>
          <p:spPr>
            <a:xfrm>
              <a:off x="17341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Google Shape;1443;p85"/>
            <p:cNvSpPr/>
            <p:nvPr/>
          </p:nvSpPr>
          <p:spPr>
            <a:xfrm>
              <a:off x="17341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Google Shape;1444;p85"/>
            <p:cNvSpPr/>
            <p:nvPr/>
          </p:nvSpPr>
          <p:spPr>
            <a:xfrm>
              <a:off x="200808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Google Shape;1445;p85"/>
            <p:cNvSpPr/>
            <p:nvPr/>
          </p:nvSpPr>
          <p:spPr>
            <a:xfrm>
              <a:off x="228240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Google Shape;1446;p85"/>
            <p:cNvSpPr/>
            <p:nvPr/>
          </p:nvSpPr>
          <p:spPr>
            <a:xfrm>
              <a:off x="255636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Google Shape;1447;p85"/>
            <p:cNvSpPr/>
            <p:nvPr/>
          </p:nvSpPr>
          <p:spPr>
            <a:xfrm>
              <a:off x="28303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Google Shape;1448;p85"/>
            <p:cNvSpPr/>
            <p:nvPr/>
          </p:nvSpPr>
          <p:spPr>
            <a:xfrm>
              <a:off x="28303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Google Shape;1449;p85"/>
            <p:cNvSpPr/>
            <p:nvPr/>
          </p:nvSpPr>
          <p:spPr>
            <a:xfrm>
              <a:off x="255636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oogle Shape;1450;p85"/>
          <p:cNvGrpSpPr/>
          <p:nvPr/>
        </p:nvGrpSpPr>
        <p:grpSpPr>
          <a:xfrm>
            <a:off x="401040" y="198360"/>
            <a:ext cx="2380320" cy="1621440"/>
            <a:chOff x="401040" y="198360"/>
            <a:chExt cx="2380320" cy="1621440"/>
          </a:xfrm>
        </p:grpSpPr>
        <p:sp>
          <p:nvSpPr>
            <p:cNvPr id="418" name="Google Shape;1451;p85"/>
            <p:cNvSpPr/>
            <p:nvPr/>
          </p:nvSpPr>
          <p:spPr>
            <a:xfrm>
              <a:off x="690480" y="275760"/>
              <a:ext cx="20908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_GOOGLE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CLOUD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rgbClr val="002060"/>
                  </a:solidFill>
                  <a:effectLst/>
                  <a:uFillTx/>
                  <a:latin typeface="Arial"/>
                  <a:ea typeface="Arial"/>
                </a:rPr>
                <a:t>FOUDATIONS</a:t>
              </a:r>
              <a:endParaRPr b="0" lang="pt-BR" sz="21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19" name="Google Shape;1452;p85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420" name="Google Shape;1453;p85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1" name="Google Shape;1454;p85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22" name="Google Shape;1455;p85"/>
          <p:cNvGrpSpPr/>
          <p:nvPr/>
        </p:nvGrpSpPr>
        <p:grpSpPr>
          <a:xfrm>
            <a:off x="9761760" y="5367240"/>
            <a:ext cx="1394640" cy="727920"/>
            <a:chOff x="9761760" y="5367240"/>
            <a:chExt cx="1394640" cy="727920"/>
          </a:xfrm>
        </p:grpSpPr>
        <p:grpSp>
          <p:nvGrpSpPr>
            <p:cNvPr id="423" name="Google Shape;1456;p85"/>
            <p:cNvGrpSpPr/>
            <p:nvPr/>
          </p:nvGrpSpPr>
          <p:grpSpPr>
            <a:xfrm>
              <a:off x="9761760" y="5367240"/>
              <a:ext cx="1161000" cy="281520"/>
              <a:chOff x="9761760" y="5367240"/>
              <a:chExt cx="1161000" cy="281520"/>
            </a:xfrm>
          </p:grpSpPr>
          <p:sp>
            <p:nvSpPr>
              <p:cNvPr id="424" name="Google Shape;1457;p85"/>
              <p:cNvSpPr/>
              <p:nvPr/>
            </p:nvSpPr>
            <p:spPr>
              <a:xfrm>
                <a:off x="976176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5" name="Google Shape;1458;p85"/>
              <p:cNvSpPr/>
              <p:nvPr/>
            </p:nvSpPr>
            <p:spPr>
              <a:xfrm>
                <a:off x="993348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6" name="Google Shape;1459;p85"/>
              <p:cNvSpPr/>
              <p:nvPr/>
            </p:nvSpPr>
            <p:spPr>
              <a:xfrm>
                <a:off x="1018836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7" name="Google Shape;1460;p85"/>
              <p:cNvSpPr/>
              <p:nvPr/>
            </p:nvSpPr>
            <p:spPr>
              <a:xfrm>
                <a:off x="1043676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8" name="Google Shape;1461;p85"/>
              <p:cNvSpPr/>
              <p:nvPr/>
            </p:nvSpPr>
            <p:spPr>
              <a:xfrm>
                <a:off x="1068516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29" name="Google Shape;1462;p85"/>
            <p:cNvGrpSpPr/>
            <p:nvPr/>
          </p:nvGrpSpPr>
          <p:grpSpPr>
            <a:xfrm>
              <a:off x="10162800" y="5727600"/>
              <a:ext cx="993600" cy="367560"/>
              <a:chOff x="10162800" y="5727600"/>
              <a:chExt cx="993600" cy="367560"/>
            </a:xfrm>
          </p:grpSpPr>
          <p:sp>
            <p:nvSpPr>
              <p:cNvPr id="430" name="Google Shape;1463;p85"/>
              <p:cNvSpPr/>
              <p:nvPr/>
            </p:nvSpPr>
            <p:spPr>
              <a:xfrm>
                <a:off x="1016280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1" name="Google Shape;1464;p85"/>
              <p:cNvSpPr/>
              <p:nvPr/>
            </p:nvSpPr>
            <p:spPr>
              <a:xfrm>
                <a:off x="1027476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2" name="Google Shape;1465;p85"/>
              <p:cNvSpPr/>
              <p:nvPr/>
            </p:nvSpPr>
            <p:spPr>
              <a:xfrm>
                <a:off x="1055196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3" name="Google Shape;1466;p85"/>
              <p:cNvSpPr/>
              <p:nvPr/>
            </p:nvSpPr>
            <p:spPr>
              <a:xfrm>
                <a:off x="1084392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4" name="Google Shape;1467;p85"/>
              <p:cNvSpPr/>
              <p:nvPr/>
            </p:nvSpPr>
            <p:spPr>
              <a:xfrm>
                <a:off x="1095480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472b8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35" name="Google Shape;1468;p85"/>
          <p:cNvGrpSpPr/>
          <p:nvPr/>
        </p:nvGrpSpPr>
        <p:grpSpPr>
          <a:xfrm>
            <a:off x="9844560" y="5104080"/>
            <a:ext cx="576360" cy="141480"/>
            <a:chOff x="9844560" y="5104080"/>
            <a:chExt cx="576360" cy="141480"/>
          </a:xfrm>
        </p:grpSpPr>
        <p:sp>
          <p:nvSpPr>
            <p:cNvPr id="436" name="Google Shape;1469;p85"/>
            <p:cNvSpPr/>
            <p:nvPr/>
          </p:nvSpPr>
          <p:spPr>
            <a:xfrm>
              <a:off x="10333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Google Shape;1470;p85"/>
            <p:cNvSpPr/>
            <p:nvPr/>
          </p:nvSpPr>
          <p:spPr>
            <a:xfrm>
              <a:off x="984456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Google Shape;1471;p85"/>
            <p:cNvSpPr/>
            <p:nvPr/>
          </p:nvSpPr>
          <p:spPr>
            <a:xfrm>
              <a:off x="997092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Google Shape;1472;p85"/>
            <p:cNvSpPr/>
            <p:nvPr/>
          </p:nvSpPr>
          <p:spPr>
            <a:xfrm>
              <a:off x="1009692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Google Shape;1473;p85"/>
            <p:cNvSpPr/>
            <p:nvPr/>
          </p:nvSpPr>
          <p:spPr>
            <a:xfrm>
              <a:off x="1021536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41" name="Google Shape;1474;p85" descr=""/>
          <p:cNvPicPr/>
          <p:nvPr/>
        </p:nvPicPr>
        <p:blipFill>
          <a:blip r:embed="rId2"/>
          <a:stretch/>
        </p:blipFill>
        <p:spPr>
          <a:xfrm>
            <a:off x="8838000" y="1433520"/>
            <a:ext cx="2548440" cy="3862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238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oogle Shape;868;p74"/>
          <p:cNvGrpSpPr/>
          <p:nvPr/>
        </p:nvGrpSpPr>
        <p:grpSpPr>
          <a:xfrm>
            <a:off x="795240" y="2890800"/>
            <a:ext cx="3670560" cy="3105360"/>
            <a:chOff x="795240" y="2890800"/>
            <a:chExt cx="3670560" cy="3105360"/>
          </a:xfrm>
        </p:grpSpPr>
        <p:sp>
          <p:nvSpPr>
            <p:cNvPr id="443" name="Google Shape;869;p74"/>
            <p:cNvSpPr/>
            <p:nvPr/>
          </p:nvSpPr>
          <p:spPr>
            <a:xfrm>
              <a:off x="795240" y="4303800"/>
              <a:ext cx="561600" cy="169236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692360"/>
                <a:gd name="textAreaBottom" fmla="*/ 1695960 h 1692360"/>
              </a:gdLst>
              <a:ahLst/>
              <a:cxnLst/>
              <a:rect l="textAreaLeft" t="textAreaTop" r="textAreaRight" b="textAreaBottom"/>
              <a:pathLst>
                <a:path w="565263" h="1695790">
                  <a:moveTo>
                    <a:pt x="0" y="0"/>
                  </a:move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282632" y="1130527"/>
                  </a:lnTo>
                  <a:lnTo>
                    <a:pt x="282632" y="1413159"/>
                  </a:lnTo>
                  <a:lnTo>
                    <a:pt x="282632" y="1695790"/>
                  </a:lnTo>
                  <a:lnTo>
                    <a:pt x="565263" y="1695790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Google Shape;870;p74"/>
            <p:cNvSpPr/>
            <p:nvPr/>
          </p:nvSpPr>
          <p:spPr>
            <a:xfrm>
              <a:off x="3904200" y="3738600"/>
              <a:ext cx="561600" cy="1126800"/>
            </a:xfrm>
            <a:custGeom>
              <a:avLst/>
              <a:gdLst>
                <a:gd name="textAreaLeft" fmla="*/ 0 w 561600"/>
                <a:gd name="textAreaRight" fmla="*/ 565200 w 5616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565263" h="1130526">
                  <a:moveTo>
                    <a:pt x="282632" y="0"/>
                  </a:move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282632" y="847895"/>
                  </a:lnTo>
                  <a:lnTo>
                    <a:pt x="282632" y="1130527"/>
                  </a:lnTo>
                  <a:lnTo>
                    <a:pt x="565263" y="1130527"/>
                  </a:lnTo>
                  <a:lnTo>
                    <a:pt x="565263" y="847895"/>
                  </a:lnTo>
                  <a:lnTo>
                    <a:pt x="565263" y="565263"/>
                  </a:lnTo>
                  <a:lnTo>
                    <a:pt x="565263" y="282632"/>
                  </a:lnTo>
                  <a:lnTo>
                    <a:pt x="565263" y="0"/>
                  </a:lnTo>
                  <a:lnTo>
                    <a:pt x="282632" y="0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Google Shape;871;p74"/>
            <p:cNvSpPr/>
            <p:nvPr/>
          </p:nvSpPr>
          <p:spPr>
            <a:xfrm>
              <a:off x="4186800" y="543456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Google Shape;872;p74"/>
            <p:cNvSpPr/>
            <p:nvPr/>
          </p:nvSpPr>
          <p:spPr>
            <a:xfrm>
              <a:off x="2490840" y="3173400"/>
              <a:ext cx="279000" cy="279000"/>
            </a:xfrm>
            <a:custGeom>
              <a:avLst/>
              <a:gdLst>
                <a:gd name="textAreaLeft" fmla="*/ 0 w 279000"/>
                <a:gd name="textAreaRight" fmla="*/ 282600 w 279000"/>
                <a:gd name="textAreaTop" fmla="*/ 0 h 279000"/>
                <a:gd name="textAreaBottom" fmla="*/ 282600 h 279000"/>
              </a:gdLst>
              <a:ahLst/>
              <a:cxnLst/>
              <a:rect l="textAreaLeft" t="textAreaTop" r="textAreaRight" b="textAreaBottom"/>
              <a:pathLst>
                <a:path w="282631" h="282631">
                  <a:moveTo>
                    <a:pt x="0" y="0"/>
                  </a:moveTo>
                  <a:lnTo>
                    <a:pt x="282632" y="0"/>
                  </a:lnTo>
                  <a:lnTo>
                    <a:pt x="282632" y="282632"/>
                  </a:lnTo>
                  <a:lnTo>
                    <a:pt x="0" y="282632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Google Shape;873;p74"/>
            <p:cNvSpPr/>
            <p:nvPr/>
          </p:nvSpPr>
          <p:spPr>
            <a:xfrm>
              <a:off x="1360440" y="2890800"/>
              <a:ext cx="1126800" cy="1126800"/>
            </a:xfrm>
            <a:custGeom>
              <a:avLst/>
              <a:gdLst>
                <a:gd name="textAreaLeft" fmla="*/ 0 w 1126800"/>
                <a:gd name="textAreaRight" fmla="*/ 1130400 w 1126800"/>
                <a:gd name="textAreaTop" fmla="*/ 0 h 1126800"/>
                <a:gd name="textAreaBottom" fmla="*/ 1130400 h 1126800"/>
              </a:gdLst>
              <a:ahLst/>
              <a:cxnLst/>
              <a:rect l="textAreaLeft" t="textAreaTop" r="textAreaRight" b="textAreaBottom"/>
              <a:pathLst>
                <a:path w="1130526" h="1130526">
                  <a:moveTo>
                    <a:pt x="565263" y="565263"/>
                  </a:moveTo>
                  <a:lnTo>
                    <a:pt x="565263" y="847895"/>
                  </a:lnTo>
                  <a:lnTo>
                    <a:pt x="565263" y="1130527"/>
                  </a:lnTo>
                  <a:lnTo>
                    <a:pt x="847895" y="1130527"/>
                  </a:lnTo>
                  <a:lnTo>
                    <a:pt x="1130527" y="1130527"/>
                  </a:lnTo>
                  <a:lnTo>
                    <a:pt x="1130527" y="847895"/>
                  </a:lnTo>
                  <a:lnTo>
                    <a:pt x="1130527" y="565263"/>
                  </a:lnTo>
                  <a:lnTo>
                    <a:pt x="847895" y="565263"/>
                  </a:lnTo>
                  <a:lnTo>
                    <a:pt x="847895" y="282632"/>
                  </a:lnTo>
                  <a:lnTo>
                    <a:pt x="847895" y="0"/>
                  </a:lnTo>
                  <a:lnTo>
                    <a:pt x="565263" y="0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282632" y="282632"/>
                  </a:lnTo>
                  <a:lnTo>
                    <a:pt x="565263" y="282632"/>
                  </a:lnTo>
                  <a:lnTo>
                    <a:pt x="565263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Google Shape;874;p74"/>
            <p:cNvSpPr/>
            <p:nvPr/>
          </p:nvSpPr>
          <p:spPr>
            <a:xfrm>
              <a:off x="1925640" y="4303800"/>
              <a:ext cx="1409400" cy="1409400"/>
            </a:xfrm>
            <a:custGeom>
              <a:avLst/>
              <a:gdLst>
                <a:gd name="textAreaLeft" fmla="*/ 0 w 1409400"/>
                <a:gd name="textAreaRight" fmla="*/ 1413000 w 1409400"/>
                <a:gd name="textAreaTop" fmla="*/ 0 h 1409400"/>
                <a:gd name="textAreaBottom" fmla="*/ 1413000 h 1409400"/>
              </a:gdLst>
              <a:ahLst/>
              <a:cxnLst/>
              <a:rect l="textAreaLeft" t="textAreaTop" r="textAreaRight" b="textAreaBottom"/>
              <a:pathLst>
                <a:path w="1413158" h="1413158">
                  <a:moveTo>
                    <a:pt x="847895" y="565263"/>
                  </a:moveTo>
                  <a:lnTo>
                    <a:pt x="565263" y="565263"/>
                  </a:lnTo>
                  <a:lnTo>
                    <a:pt x="282632" y="565263"/>
                  </a:lnTo>
                  <a:lnTo>
                    <a:pt x="282632" y="282632"/>
                  </a:lnTo>
                  <a:lnTo>
                    <a:pt x="282632" y="0"/>
                  </a:lnTo>
                  <a:lnTo>
                    <a:pt x="0" y="0"/>
                  </a:lnTo>
                  <a:lnTo>
                    <a:pt x="0" y="282632"/>
                  </a:lnTo>
                  <a:lnTo>
                    <a:pt x="0" y="565263"/>
                  </a:lnTo>
                  <a:lnTo>
                    <a:pt x="0" y="847895"/>
                  </a:lnTo>
                  <a:lnTo>
                    <a:pt x="0" y="1130527"/>
                  </a:lnTo>
                  <a:lnTo>
                    <a:pt x="0" y="1413159"/>
                  </a:lnTo>
                  <a:lnTo>
                    <a:pt x="282632" y="1413159"/>
                  </a:lnTo>
                  <a:lnTo>
                    <a:pt x="565263" y="1413159"/>
                  </a:lnTo>
                  <a:lnTo>
                    <a:pt x="565263" y="1130527"/>
                  </a:lnTo>
                  <a:lnTo>
                    <a:pt x="282632" y="1130527"/>
                  </a:lnTo>
                  <a:lnTo>
                    <a:pt x="282632" y="847895"/>
                  </a:lnTo>
                  <a:lnTo>
                    <a:pt x="565263" y="847895"/>
                  </a:lnTo>
                  <a:lnTo>
                    <a:pt x="847895" y="847895"/>
                  </a:lnTo>
                  <a:lnTo>
                    <a:pt x="1130527" y="847895"/>
                  </a:lnTo>
                  <a:lnTo>
                    <a:pt x="1413159" y="847895"/>
                  </a:lnTo>
                  <a:lnTo>
                    <a:pt x="1413159" y="565263"/>
                  </a:lnTo>
                  <a:lnTo>
                    <a:pt x="1130527" y="565263"/>
                  </a:lnTo>
                  <a:lnTo>
                    <a:pt x="847895" y="565263"/>
                  </a:lnTo>
                  <a:close/>
                </a:path>
              </a:pathLst>
            </a:custGeom>
            <a:solidFill>
              <a:srgbClr val="382e35">
                <a:alpha val="3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49" name="Google Shape;875;p74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Google Shape;876;p74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Google Shape;877;p74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Google Shape;878;p74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Google Shape;879;p74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Google Shape;880;p74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Google Shape;881;p74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Google Shape;882;p74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Google Shape;883;p74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Google Shape;884;p74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59" name="Google Shape;885;p74"/>
          <p:cNvGrpSpPr/>
          <p:nvPr/>
        </p:nvGrpSpPr>
        <p:grpSpPr>
          <a:xfrm>
            <a:off x="-2185920" y="0"/>
            <a:ext cx="928800" cy="6854400"/>
            <a:chOff x="-2185920" y="0"/>
            <a:chExt cx="928800" cy="6854400"/>
          </a:xfrm>
        </p:grpSpPr>
        <p:sp>
          <p:nvSpPr>
            <p:cNvPr id="460" name="Google Shape;886;p74"/>
            <p:cNvSpPr/>
            <p:nvPr/>
          </p:nvSpPr>
          <p:spPr>
            <a:xfrm>
              <a:off x="-2185920" y="0"/>
              <a:ext cx="313920" cy="6854400"/>
            </a:xfrm>
            <a:prstGeom prst="rect">
              <a:avLst/>
            </a:prstGeom>
            <a:solidFill>
              <a:srgbClr val="2924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Google Shape;887;p74"/>
            <p:cNvSpPr/>
            <p:nvPr/>
          </p:nvSpPr>
          <p:spPr>
            <a:xfrm>
              <a:off x="-2185920" y="0"/>
              <a:ext cx="313920" cy="2485440"/>
            </a:xfrm>
            <a:prstGeom prst="rect">
              <a:avLst/>
            </a:prstGeom>
            <a:solidFill>
              <a:srgbClr val="084c8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Google Shape;888;p74"/>
            <p:cNvSpPr/>
            <p:nvPr/>
          </p:nvSpPr>
          <p:spPr>
            <a:xfrm>
              <a:off x="-1881720" y="0"/>
              <a:ext cx="313920" cy="685440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Google Shape;889;p74"/>
            <p:cNvSpPr/>
            <p:nvPr/>
          </p:nvSpPr>
          <p:spPr>
            <a:xfrm>
              <a:off x="-1881720" y="4368960"/>
              <a:ext cx="313920" cy="2485440"/>
            </a:xfrm>
            <a:prstGeom prst="rect">
              <a:avLst/>
            </a:prstGeom>
            <a:solidFill>
              <a:srgbClr val="472b8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Google Shape;890;p74"/>
            <p:cNvSpPr/>
            <p:nvPr/>
          </p:nvSpPr>
          <p:spPr>
            <a:xfrm>
              <a:off x="-1571040" y="0"/>
              <a:ext cx="313920" cy="6854400"/>
            </a:xfrm>
            <a:prstGeom prst="rect">
              <a:avLst/>
            </a:prstGeom>
            <a:solidFill>
              <a:srgbClr val="0dad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Google Shape;891;p74"/>
            <p:cNvSpPr/>
            <p:nvPr/>
          </p:nvSpPr>
          <p:spPr>
            <a:xfrm>
              <a:off x="-1571040" y="0"/>
              <a:ext cx="313920" cy="2485440"/>
            </a:xfrm>
            <a:prstGeom prst="rect">
              <a:avLst/>
            </a:prstGeom>
            <a:solidFill>
              <a:srgbClr val="6deaa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66" name="Google Shape;892;p74"/>
          <p:cNvGrpSpPr/>
          <p:nvPr/>
        </p:nvGrpSpPr>
        <p:grpSpPr>
          <a:xfrm>
            <a:off x="1734120" y="843120"/>
            <a:ext cx="1366560" cy="1092600"/>
            <a:chOff x="1734120" y="843120"/>
            <a:chExt cx="1366560" cy="1092600"/>
          </a:xfrm>
        </p:grpSpPr>
        <p:sp>
          <p:nvSpPr>
            <p:cNvPr id="467" name="Google Shape;893;p74"/>
            <p:cNvSpPr/>
            <p:nvPr/>
          </p:nvSpPr>
          <p:spPr>
            <a:xfrm>
              <a:off x="2282400" y="84312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Google Shape;894;p74"/>
            <p:cNvSpPr/>
            <p:nvPr/>
          </p:nvSpPr>
          <p:spPr>
            <a:xfrm>
              <a:off x="200808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Google Shape;895;p74"/>
            <p:cNvSpPr/>
            <p:nvPr/>
          </p:nvSpPr>
          <p:spPr>
            <a:xfrm>
              <a:off x="17341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Google Shape;896;p74"/>
            <p:cNvSpPr/>
            <p:nvPr/>
          </p:nvSpPr>
          <p:spPr>
            <a:xfrm>
              <a:off x="17341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Google Shape;897;p74"/>
            <p:cNvSpPr/>
            <p:nvPr/>
          </p:nvSpPr>
          <p:spPr>
            <a:xfrm>
              <a:off x="200808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Google Shape;898;p74"/>
            <p:cNvSpPr/>
            <p:nvPr/>
          </p:nvSpPr>
          <p:spPr>
            <a:xfrm>
              <a:off x="228240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3" name="Google Shape;899;p74"/>
            <p:cNvSpPr/>
            <p:nvPr/>
          </p:nvSpPr>
          <p:spPr>
            <a:xfrm>
              <a:off x="255636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Google Shape;900;p74"/>
            <p:cNvSpPr/>
            <p:nvPr/>
          </p:nvSpPr>
          <p:spPr>
            <a:xfrm>
              <a:off x="2830320" y="166536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Google Shape;901;p74"/>
            <p:cNvSpPr/>
            <p:nvPr/>
          </p:nvSpPr>
          <p:spPr>
            <a:xfrm>
              <a:off x="2830320" y="139140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Google Shape;902;p74"/>
            <p:cNvSpPr/>
            <p:nvPr/>
          </p:nvSpPr>
          <p:spPr>
            <a:xfrm>
              <a:off x="2556360" y="1117440"/>
              <a:ext cx="270360" cy="270360"/>
            </a:xfrm>
            <a:custGeom>
              <a:avLst/>
              <a:gdLst>
                <a:gd name="textAreaLeft" fmla="*/ 0 w 270360"/>
                <a:gd name="textAreaRight" fmla="*/ 273960 w 270360"/>
                <a:gd name="textAreaTop" fmla="*/ 0 h 270360"/>
                <a:gd name="textAreaBottom" fmla="*/ 273960 h 270360"/>
              </a:gdLst>
              <a:ahLst/>
              <a:cxnLst/>
              <a:rect l="textAreaLeft" t="textAreaTop" r="textAreaRight" b="textAreaBottom"/>
              <a:pathLst>
                <a:path w="274052" h="274052">
                  <a:moveTo>
                    <a:pt x="0" y="0"/>
                  </a:moveTo>
                  <a:lnTo>
                    <a:pt x="274053" y="0"/>
                  </a:lnTo>
                  <a:lnTo>
                    <a:pt x="274053" y="274053"/>
                  </a:lnTo>
                  <a:lnTo>
                    <a:pt x="0" y="274053"/>
                  </a:lnTo>
                  <a:close/>
                </a:path>
              </a:pathLst>
            </a:custGeom>
            <a:solidFill>
              <a:srgbClr val="292454">
                <a:alpha val="4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oogle Shape;903;p74"/>
          <p:cNvGrpSpPr/>
          <p:nvPr/>
        </p:nvGrpSpPr>
        <p:grpSpPr>
          <a:xfrm>
            <a:off x="9798120" y="5367240"/>
            <a:ext cx="1394640" cy="727920"/>
            <a:chOff x="9798120" y="5367240"/>
            <a:chExt cx="1394640" cy="727920"/>
          </a:xfrm>
        </p:grpSpPr>
        <p:grpSp>
          <p:nvGrpSpPr>
            <p:cNvPr id="478" name="Google Shape;904;p74"/>
            <p:cNvGrpSpPr/>
            <p:nvPr/>
          </p:nvGrpSpPr>
          <p:grpSpPr>
            <a:xfrm>
              <a:off x="9798120" y="5367240"/>
              <a:ext cx="1161000" cy="281520"/>
              <a:chOff x="9798120" y="5367240"/>
              <a:chExt cx="1161000" cy="281520"/>
            </a:xfrm>
          </p:grpSpPr>
          <p:sp>
            <p:nvSpPr>
              <p:cNvPr id="479" name="Google Shape;905;p74"/>
              <p:cNvSpPr/>
              <p:nvPr/>
            </p:nvSpPr>
            <p:spPr>
              <a:xfrm>
                <a:off x="9798120" y="5367240"/>
                <a:ext cx="138600" cy="280080"/>
              </a:xfrm>
              <a:custGeom>
                <a:avLst/>
                <a:gdLst>
                  <a:gd name="textAreaLeft" fmla="*/ 0 w 138600"/>
                  <a:gd name="textAreaRight" fmla="*/ 142200 w 138600"/>
                  <a:gd name="textAreaTop" fmla="*/ 0 h 280080"/>
                  <a:gd name="textAreaBottom" fmla="*/ 283680 h 280080"/>
                </a:gdLst>
                <a:ahLst/>
                <a:cxnLst/>
                <a:rect l="textAreaLeft" t="textAreaTop" r="textAreaRight" b="textAreaBottom"/>
                <a:pathLst>
                  <a:path w="142250" h="283668">
                    <a:moveTo>
                      <a:pt x="91506" y="283669"/>
                    </a:moveTo>
                    <a:cubicBezTo>
                      <a:pt x="52824" y="283669"/>
                      <a:pt x="26620" y="268279"/>
                      <a:pt x="26620" y="216703"/>
                    </a:cubicBezTo>
                    <a:lnTo>
                      <a:pt x="26620" y="111055"/>
                    </a:lnTo>
                    <a:lnTo>
                      <a:pt x="0" y="111055"/>
                    </a:lnTo>
                    <a:lnTo>
                      <a:pt x="0" y="56983"/>
                    </a:lnTo>
                    <a:lnTo>
                      <a:pt x="26620" y="56983"/>
                    </a:lnTo>
                    <a:lnTo>
                      <a:pt x="26620" y="0"/>
                    </a:lnTo>
                    <a:lnTo>
                      <a:pt x="89842" y="0"/>
                    </a:lnTo>
                    <a:lnTo>
                      <a:pt x="89842" y="56983"/>
                    </a:lnTo>
                    <a:lnTo>
                      <a:pt x="142250" y="56983"/>
                    </a:lnTo>
                    <a:lnTo>
                      <a:pt x="142250" y="111055"/>
                    </a:lnTo>
                    <a:lnTo>
                      <a:pt x="89842" y="111055"/>
                    </a:lnTo>
                    <a:lnTo>
                      <a:pt x="89842" y="206305"/>
                    </a:lnTo>
                    <a:cubicBezTo>
                      <a:pt x="89842" y="220862"/>
                      <a:pt x="96081" y="227933"/>
                      <a:pt x="110223" y="227933"/>
                    </a:cubicBezTo>
                    <a:cubicBezTo>
                      <a:pt x="121869" y="227933"/>
                      <a:pt x="132268" y="225022"/>
                      <a:pt x="141418" y="220031"/>
                    </a:cubicBezTo>
                    <a:lnTo>
                      <a:pt x="141418" y="270775"/>
                    </a:lnTo>
                    <a:cubicBezTo>
                      <a:pt x="128108" y="278678"/>
                      <a:pt x="112719" y="283669"/>
                      <a:pt x="91506" y="283669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0" name="Google Shape;906;p74"/>
              <p:cNvSpPr/>
              <p:nvPr/>
            </p:nvSpPr>
            <p:spPr>
              <a:xfrm>
                <a:off x="9969840" y="5420160"/>
                <a:ext cx="215280" cy="228600"/>
              </a:xfrm>
              <a:custGeom>
                <a:avLst/>
                <a:gdLst>
                  <a:gd name="textAreaLeft" fmla="*/ 0 w 215280"/>
                  <a:gd name="textAreaRight" fmla="*/ 218880 w 21528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18782" h="232092">
                    <a:moveTo>
                      <a:pt x="217951" y="137675"/>
                    </a:moveTo>
                    <a:lnTo>
                      <a:pt x="62806" y="137675"/>
                    </a:lnTo>
                    <a:cubicBezTo>
                      <a:pt x="69045" y="166375"/>
                      <a:pt x="89010" y="181348"/>
                      <a:pt x="117294" y="181348"/>
                    </a:cubicBezTo>
                    <a:cubicBezTo>
                      <a:pt x="138507" y="181348"/>
                      <a:pt x="153897" y="174693"/>
                      <a:pt x="171366" y="158472"/>
                    </a:cubicBezTo>
                    <a:lnTo>
                      <a:pt x="207552" y="190499"/>
                    </a:lnTo>
                    <a:cubicBezTo>
                      <a:pt x="186756" y="216287"/>
                      <a:pt x="156808" y="232093"/>
                      <a:pt x="116462" y="232093"/>
                    </a:cubicBezTo>
                    <a:cubicBezTo>
                      <a:pt x="49496" y="232093"/>
                      <a:pt x="0" y="185092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5337" y="0"/>
                      <a:pt x="110223" y="0"/>
                    </a:cubicBezTo>
                    <a:cubicBezTo>
                      <a:pt x="184676" y="0"/>
                      <a:pt x="218783" y="57815"/>
                      <a:pt x="218783" y="121038"/>
                    </a:cubicBezTo>
                    <a:lnTo>
                      <a:pt x="218783" y="121869"/>
                    </a:lnTo>
                    <a:cubicBezTo>
                      <a:pt x="218783" y="128109"/>
                      <a:pt x="218367" y="131852"/>
                      <a:pt x="217951" y="137675"/>
                    </a:cubicBezTo>
                    <a:close/>
                    <a:moveTo>
                      <a:pt x="110223" y="50744"/>
                    </a:moveTo>
                    <a:cubicBezTo>
                      <a:pt x="84019" y="50744"/>
                      <a:pt x="66966" y="69461"/>
                      <a:pt x="61975" y="98161"/>
                    </a:cubicBezTo>
                    <a:lnTo>
                      <a:pt x="157224" y="98161"/>
                    </a:lnTo>
                    <a:cubicBezTo>
                      <a:pt x="153481" y="69877"/>
                      <a:pt x="136843" y="50744"/>
                      <a:pt x="110223" y="50744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1" name="Google Shape;907;p74"/>
              <p:cNvSpPr/>
              <p:nvPr/>
            </p:nvSpPr>
            <p:spPr>
              <a:xfrm>
                <a:off x="10224720" y="5420160"/>
                <a:ext cx="203400" cy="228600"/>
              </a:xfrm>
              <a:custGeom>
                <a:avLst/>
                <a:gdLst>
                  <a:gd name="textAreaLeft" fmla="*/ 0 w 203400"/>
                  <a:gd name="textAreaRight" fmla="*/ 207000 w 2034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07136" h="232092">
                    <a:moveTo>
                      <a:pt x="116046" y="232093"/>
                    </a:moveTo>
                    <a:cubicBezTo>
                      <a:pt x="49081" y="232093"/>
                      <a:pt x="0" y="180517"/>
                      <a:pt x="0" y="116878"/>
                    </a:cubicBezTo>
                    <a:lnTo>
                      <a:pt x="0" y="116046"/>
                    </a:lnTo>
                    <a:cubicBezTo>
                      <a:pt x="0" y="52408"/>
                      <a:pt x="48665" y="0"/>
                      <a:pt x="116878" y="0"/>
                    </a:cubicBezTo>
                    <a:cubicBezTo>
                      <a:pt x="158888" y="0"/>
                      <a:pt x="185092" y="14142"/>
                      <a:pt x="205889" y="37434"/>
                    </a:cubicBezTo>
                    <a:lnTo>
                      <a:pt x="167207" y="79028"/>
                    </a:lnTo>
                    <a:cubicBezTo>
                      <a:pt x="153065" y="64054"/>
                      <a:pt x="138923" y="54488"/>
                      <a:pt x="116462" y="54488"/>
                    </a:cubicBezTo>
                    <a:cubicBezTo>
                      <a:pt x="84851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50153"/>
                      <a:pt x="84435" y="177605"/>
                      <a:pt x="118958" y="177605"/>
                    </a:cubicBezTo>
                    <a:cubicBezTo>
                      <a:pt x="140171" y="177605"/>
                      <a:pt x="154728" y="168454"/>
                      <a:pt x="170118" y="153897"/>
                    </a:cubicBezTo>
                    <a:lnTo>
                      <a:pt x="207136" y="191331"/>
                    </a:lnTo>
                    <a:cubicBezTo>
                      <a:pt x="185508" y="215039"/>
                      <a:pt x="160552" y="232093"/>
                      <a:pt x="116046" y="232093"/>
                    </a:cubicBez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2" name="Google Shape;908;p74"/>
              <p:cNvSpPr/>
              <p:nvPr/>
            </p:nvSpPr>
            <p:spPr>
              <a:xfrm>
                <a:off x="10473120" y="5420160"/>
                <a:ext cx="200520" cy="223560"/>
              </a:xfrm>
              <a:custGeom>
                <a:avLst/>
                <a:gdLst>
                  <a:gd name="textAreaLeft" fmla="*/ 0 w 200520"/>
                  <a:gd name="textAreaRight" fmla="*/ 204120 w 200520"/>
                  <a:gd name="textAreaTop" fmla="*/ 0 h 223560"/>
                  <a:gd name="textAreaBottom" fmla="*/ 227160 h 223560"/>
                </a:gdLst>
                <a:ahLst/>
                <a:cxnLst/>
                <a:rect l="textAreaLeft" t="textAreaTop" r="textAreaRight" b="textAreaBottom"/>
                <a:pathLst>
                  <a:path w="204224" h="227101">
                    <a:moveTo>
                      <a:pt x="141002" y="227102"/>
                    </a:moveTo>
                    <a:lnTo>
                      <a:pt x="141002" y="102736"/>
                    </a:lnTo>
                    <a:cubicBezTo>
                      <a:pt x="141002" y="72789"/>
                      <a:pt x="126861" y="57399"/>
                      <a:pt x="102736" y="57399"/>
                    </a:cubicBezTo>
                    <a:cubicBezTo>
                      <a:pt x="78612" y="57399"/>
                      <a:pt x="63222" y="72789"/>
                      <a:pt x="63222" y="102736"/>
                    </a:cubicBezTo>
                    <a:lnTo>
                      <a:pt x="63222" y="227102"/>
                    </a:lnTo>
                    <a:lnTo>
                      <a:pt x="0" y="227102"/>
                    </a:lnTo>
                    <a:lnTo>
                      <a:pt x="0" y="4159"/>
                    </a:lnTo>
                    <a:lnTo>
                      <a:pt x="63222" y="4159"/>
                    </a:lnTo>
                    <a:lnTo>
                      <a:pt x="63222" y="35771"/>
                    </a:lnTo>
                    <a:cubicBezTo>
                      <a:pt x="77780" y="17053"/>
                      <a:pt x="96497" y="0"/>
                      <a:pt x="128524" y="0"/>
                    </a:cubicBezTo>
                    <a:cubicBezTo>
                      <a:pt x="176357" y="0"/>
                      <a:pt x="204225" y="31611"/>
                      <a:pt x="204225" y="82771"/>
                    </a:cubicBezTo>
                    <a:lnTo>
                      <a:pt x="204225" y="227102"/>
                    </a:lnTo>
                    <a:lnTo>
                      <a:pt x="141002" y="227102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3" name="Google Shape;909;p74"/>
              <p:cNvSpPr/>
              <p:nvPr/>
            </p:nvSpPr>
            <p:spPr>
              <a:xfrm>
                <a:off x="10721520" y="542016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5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84" name="Google Shape;910;p74"/>
            <p:cNvGrpSpPr/>
            <p:nvPr/>
          </p:nvGrpSpPr>
          <p:grpSpPr>
            <a:xfrm>
              <a:off x="10199160" y="5727600"/>
              <a:ext cx="993600" cy="367560"/>
              <a:chOff x="10199160" y="5727600"/>
              <a:chExt cx="993600" cy="367560"/>
            </a:xfrm>
          </p:grpSpPr>
          <p:sp>
            <p:nvSpPr>
              <p:cNvPr id="485" name="Google Shape;911;p74"/>
              <p:cNvSpPr/>
              <p:nvPr/>
            </p:nvSpPr>
            <p:spPr>
              <a:xfrm>
                <a:off x="10199160" y="5727600"/>
                <a:ext cx="59760" cy="299880"/>
              </a:xfrm>
              <a:custGeom>
                <a:avLst/>
                <a:gdLst>
                  <a:gd name="textAreaLeft" fmla="*/ 0 w 59760"/>
                  <a:gd name="textAreaRight" fmla="*/ 63360 w 5976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3222" h="303633">
                    <a:moveTo>
                      <a:pt x="0" y="303634"/>
                    </a:moveTo>
                    <a:lnTo>
                      <a:pt x="0" y="0"/>
                    </a:lnTo>
                    <a:lnTo>
                      <a:pt x="63222" y="0"/>
                    </a:lnTo>
                    <a:lnTo>
                      <a:pt x="63222" y="303634"/>
                    </a:lnTo>
                    <a:lnTo>
                      <a:pt x="0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Google Shape;912;p74"/>
              <p:cNvSpPr/>
              <p:nvPr/>
            </p:nvSpPr>
            <p:spPr>
              <a:xfrm>
                <a:off x="10311120" y="5804280"/>
                <a:ext cx="237600" cy="228600"/>
              </a:xfrm>
              <a:custGeom>
                <a:avLst/>
                <a:gdLst>
                  <a:gd name="textAreaLeft" fmla="*/ 0 w 237600"/>
                  <a:gd name="textAreaRight" fmla="*/ 241200 w 237600"/>
                  <a:gd name="textAreaTop" fmla="*/ 0 h 228600"/>
                  <a:gd name="textAreaBottom" fmla="*/ 232200 h 228600"/>
                </a:gdLst>
                <a:ahLst/>
                <a:cxnLst/>
                <a:rect l="textAreaLeft" t="textAreaTop" r="textAreaRight" b="textAreaBottom"/>
                <a:pathLst>
                  <a:path w="241243" h="232092">
                    <a:moveTo>
                      <a:pt x="120206" y="232093"/>
                    </a:moveTo>
                    <a:cubicBezTo>
                      <a:pt x="51160" y="232093"/>
                      <a:pt x="0" y="180933"/>
                      <a:pt x="0" y="116878"/>
                    </a:cubicBezTo>
                    <a:lnTo>
                      <a:pt x="0" y="116046"/>
                    </a:lnTo>
                    <a:cubicBezTo>
                      <a:pt x="0" y="51992"/>
                      <a:pt x="51576" y="0"/>
                      <a:pt x="121038" y="0"/>
                    </a:cubicBezTo>
                    <a:cubicBezTo>
                      <a:pt x="190499" y="0"/>
                      <a:pt x="241243" y="51160"/>
                      <a:pt x="241243" y="115214"/>
                    </a:cubicBezTo>
                    <a:lnTo>
                      <a:pt x="241243" y="116046"/>
                    </a:lnTo>
                    <a:cubicBezTo>
                      <a:pt x="241243" y="180101"/>
                      <a:pt x="189667" y="232093"/>
                      <a:pt x="120206" y="232093"/>
                    </a:cubicBezTo>
                    <a:close/>
                    <a:moveTo>
                      <a:pt x="178853" y="116046"/>
                    </a:moveTo>
                    <a:cubicBezTo>
                      <a:pt x="178853" y="83187"/>
                      <a:pt x="155144" y="54488"/>
                      <a:pt x="120206" y="54488"/>
                    </a:cubicBezTo>
                    <a:cubicBezTo>
                      <a:pt x="85267" y="54488"/>
                      <a:pt x="62390" y="82356"/>
                      <a:pt x="62390" y="115214"/>
                    </a:cubicBezTo>
                    <a:lnTo>
                      <a:pt x="62390" y="116046"/>
                    </a:lnTo>
                    <a:cubicBezTo>
                      <a:pt x="62390" y="148905"/>
                      <a:pt x="86099" y="177605"/>
                      <a:pt x="121038" y="177605"/>
                    </a:cubicBezTo>
                    <a:cubicBezTo>
                      <a:pt x="155976" y="177605"/>
                      <a:pt x="178853" y="149737"/>
                      <a:pt x="178853" y="116878"/>
                    </a:cubicBezTo>
                    <a:lnTo>
                      <a:pt x="178853" y="116046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Google Shape;913;p74"/>
              <p:cNvSpPr/>
              <p:nvPr/>
            </p:nvSpPr>
            <p:spPr>
              <a:xfrm>
                <a:off x="10588320" y="5804280"/>
                <a:ext cx="230400" cy="290880"/>
              </a:xfrm>
              <a:custGeom>
                <a:avLst/>
                <a:gdLst>
                  <a:gd name="textAreaLeft" fmla="*/ 0 w 230400"/>
                  <a:gd name="textAreaRight" fmla="*/ 234000 w 230400"/>
                  <a:gd name="textAreaTop" fmla="*/ 0 h 290880"/>
                  <a:gd name="textAreaBottom" fmla="*/ 294480 h 290880"/>
                </a:gdLst>
                <a:ahLst/>
                <a:cxnLst/>
                <a:rect l="textAreaLeft" t="textAreaTop" r="textAreaRight" b="textAreaBottom"/>
                <a:pathLst>
                  <a:path w="234172" h="294483">
                    <a:moveTo>
                      <a:pt x="109807" y="294483"/>
                    </a:moveTo>
                    <a:cubicBezTo>
                      <a:pt x="73621" y="294483"/>
                      <a:pt x="39514" y="286165"/>
                      <a:pt x="11230" y="271191"/>
                    </a:cubicBezTo>
                    <a:lnTo>
                      <a:pt x="32859" y="223774"/>
                    </a:lnTo>
                    <a:cubicBezTo>
                      <a:pt x="55735" y="236668"/>
                      <a:pt x="78612" y="244155"/>
                      <a:pt x="108144" y="244155"/>
                    </a:cubicBezTo>
                    <a:cubicBezTo>
                      <a:pt x="151401" y="244155"/>
                      <a:pt x="171782" y="223358"/>
                      <a:pt x="171782" y="183428"/>
                    </a:cubicBezTo>
                    <a:lnTo>
                      <a:pt x="171782" y="172614"/>
                    </a:lnTo>
                    <a:cubicBezTo>
                      <a:pt x="153065" y="195074"/>
                      <a:pt x="132684" y="208800"/>
                      <a:pt x="98993" y="208800"/>
                    </a:cubicBezTo>
                    <a:cubicBezTo>
                      <a:pt x="47001" y="208800"/>
                      <a:pt x="0" y="170950"/>
                      <a:pt x="0" y="104816"/>
                    </a:cubicBezTo>
                    <a:lnTo>
                      <a:pt x="0" y="103984"/>
                    </a:lnTo>
                    <a:cubicBezTo>
                      <a:pt x="0" y="37434"/>
                      <a:pt x="47833" y="0"/>
                      <a:pt x="98993" y="0"/>
                    </a:cubicBezTo>
                    <a:cubicBezTo>
                      <a:pt x="133516" y="0"/>
                      <a:pt x="153897" y="14558"/>
                      <a:pt x="170950" y="33275"/>
                    </a:cubicBezTo>
                    <a:lnTo>
                      <a:pt x="170950" y="4159"/>
                    </a:lnTo>
                    <a:lnTo>
                      <a:pt x="234172" y="4159"/>
                    </a:lnTo>
                    <a:lnTo>
                      <a:pt x="234172" y="176773"/>
                    </a:lnTo>
                    <a:cubicBezTo>
                      <a:pt x="234172" y="260792"/>
                      <a:pt x="192579" y="294483"/>
                      <a:pt x="109807" y="294483"/>
                    </a:cubicBezTo>
                    <a:close/>
                    <a:moveTo>
                      <a:pt x="171782" y="103984"/>
                    </a:moveTo>
                    <a:cubicBezTo>
                      <a:pt x="171782" y="73621"/>
                      <a:pt x="148073" y="52408"/>
                      <a:pt x="117294" y="52408"/>
                    </a:cubicBezTo>
                    <a:cubicBezTo>
                      <a:pt x="86515" y="52408"/>
                      <a:pt x="63222" y="73621"/>
                      <a:pt x="63222" y="103984"/>
                    </a:cubicBezTo>
                    <a:lnTo>
                      <a:pt x="63222" y="104816"/>
                    </a:lnTo>
                    <a:cubicBezTo>
                      <a:pt x="63222" y="135595"/>
                      <a:pt x="86515" y="156392"/>
                      <a:pt x="117294" y="156392"/>
                    </a:cubicBezTo>
                    <a:cubicBezTo>
                      <a:pt x="148073" y="156392"/>
                      <a:pt x="171782" y="135179"/>
                      <a:pt x="171782" y="104816"/>
                    </a:cubicBezTo>
                    <a:lnTo>
                      <a:pt x="171782" y="10398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Google Shape;914;p74"/>
              <p:cNvSpPr/>
              <p:nvPr/>
            </p:nvSpPr>
            <p:spPr>
              <a:xfrm>
                <a:off x="10880280" y="5727600"/>
                <a:ext cx="63000" cy="299880"/>
              </a:xfrm>
              <a:custGeom>
                <a:avLst/>
                <a:gdLst>
                  <a:gd name="textAreaLeft" fmla="*/ 0 w 63000"/>
                  <a:gd name="textAreaRight" fmla="*/ 66600 w 63000"/>
                  <a:gd name="textAreaTop" fmla="*/ 0 h 299880"/>
                  <a:gd name="textAreaBottom" fmla="*/ 303480 h 299880"/>
                </a:gdLst>
                <a:ahLst/>
                <a:cxnLst/>
                <a:rect l="textAreaLeft" t="textAreaTop" r="textAreaRight" b="textAreaBottom"/>
                <a:pathLst>
                  <a:path w="66549" h="303633">
                    <a:moveTo>
                      <a:pt x="0" y="56151"/>
                    </a:moveTo>
                    <a:lnTo>
                      <a:pt x="0" y="0"/>
                    </a:lnTo>
                    <a:lnTo>
                      <a:pt x="66550" y="0"/>
                    </a:lnTo>
                    <a:lnTo>
                      <a:pt x="66550" y="56151"/>
                    </a:lnTo>
                    <a:lnTo>
                      <a:pt x="0" y="56151"/>
                    </a:lnTo>
                    <a:close/>
                    <a:moveTo>
                      <a:pt x="1664" y="303634"/>
                    </a:moveTo>
                    <a:lnTo>
                      <a:pt x="1664" y="80692"/>
                    </a:lnTo>
                    <a:lnTo>
                      <a:pt x="64886" y="80692"/>
                    </a:lnTo>
                    <a:lnTo>
                      <a:pt x="64886" y="303634"/>
                    </a:lnTo>
                    <a:lnTo>
                      <a:pt x="1664" y="303634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Google Shape;915;p74"/>
              <p:cNvSpPr/>
              <p:nvPr/>
            </p:nvSpPr>
            <p:spPr>
              <a:xfrm>
                <a:off x="10991160" y="5806080"/>
                <a:ext cx="201600" cy="226080"/>
              </a:xfrm>
              <a:custGeom>
                <a:avLst/>
                <a:gdLst>
                  <a:gd name="textAreaLeft" fmla="*/ 0 w 201600"/>
                  <a:gd name="textAreaRight" fmla="*/ 205200 w 201600"/>
                  <a:gd name="textAreaTop" fmla="*/ 0 h 226080"/>
                  <a:gd name="textAreaBottom" fmla="*/ 229680 h 226080"/>
                </a:gdLst>
                <a:ahLst/>
                <a:cxnLst/>
                <a:rect l="textAreaLeft" t="textAreaTop" r="textAreaRight" b="textAreaBottom"/>
                <a:pathLst>
                  <a:path w="205056" h="229597">
                    <a:moveTo>
                      <a:pt x="143914" y="225438"/>
                    </a:moveTo>
                    <a:lnTo>
                      <a:pt x="143914" y="201313"/>
                    </a:lnTo>
                    <a:cubicBezTo>
                      <a:pt x="128525" y="218367"/>
                      <a:pt x="107312" y="229597"/>
                      <a:pt x="76532" y="229597"/>
                    </a:cubicBezTo>
                    <a:cubicBezTo>
                      <a:pt x="34523" y="229597"/>
                      <a:pt x="0" y="205473"/>
                      <a:pt x="0" y="161383"/>
                    </a:cubicBezTo>
                    <a:lnTo>
                      <a:pt x="0" y="160552"/>
                    </a:lnTo>
                    <a:cubicBezTo>
                      <a:pt x="0" y="111887"/>
                      <a:pt x="37018" y="89426"/>
                      <a:pt x="89842" y="89426"/>
                    </a:cubicBezTo>
                    <a:cubicBezTo>
                      <a:pt x="112303" y="89426"/>
                      <a:pt x="128525" y="93170"/>
                      <a:pt x="144330" y="98577"/>
                    </a:cubicBezTo>
                    <a:lnTo>
                      <a:pt x="144330" y="94834"/>
                    </a:lnTo>
                    <a:cubicBezTo>
                      <a:pt x="144330" y="68630"/>
                      <a:pt x="128109" y="54072"/>
                      <a:pt x="96497" y="54072"/>
                    </a:cubicBezTo>
                    <a:cubicBezTo>
                      <a:pt x="72373" y="54072"/>
                      <a:pt x="55320" y="58647"/>
                      <a:pt x="34939" y="66134"/>
                    </a:cubicBezTo>
                    <a:lnTo>
                      <a:pt x="19133" y="17885"/>
                    </a:lnTo>
                    <a:cubicBezTo>
                      <a:pt x="43673" y="7071"/>
                      <a:pt x="67798" y="0"/>
                      <a:pt x="105648" y="0"/>
                    </a:cubicBezTo>
                    <a:cubicBezTo>
                      <a:pt x="174693" y="0"/>
                      <a:pt x="205057" y="35771"/>
                      <a:pt x="205057" y="96081"/>
                    </a:cubicBezTo>
                    <a:lnTo>
                      <a:pt x="205057" y="225438"/>
                    </a:lnTo>
                    <a:lnTo>
                      <a:pt x="143914" y="225438"/>
                    </a:lnTo>
                    <a:close/>
                    <a:moveTo>
                      <a:pt x="145162" y="135595"/>
                    </a:moveTo>
                    <a:cubicBezTo>
                      <a:pt x="134348" y="130604"/>
                      <a:pt x="120206" y="127277"/>
                      <a:pt x="104816" y="127277"/>
                    </a:cubicBezTo>
                    <a:cubicBezTo>
                      <a:pt x="77780" y="127277"/>
                      <a:pt x="61143" y="138091"/>
                      <a:pt x="61143" y="158056"/>
                    </a:cubicBezTo>
                    <a:lnTo>
                      <a:pt x="61143" y="158888"/>
                    </a:lnTo>
                    <a:cubicBezTo>
                      <a:pt x="61143" y="175941"/>
                      <a:pt x="75285" y="185924"/>
                      <a:pt x="95665" y="185924"/>
                    </a:cubicBezTo>
                    <a:cubicBezTo>
                      <a:pt x="125197" y="185924"/>
                      <a:pt x="145162" y="169702"/>
                      <a:pt x="145162" y="146826"/>
                    </a:cubicBezTo>
                    <a:lnTo>
                      <a:pt x="145162" y="135595"/>
                    </a:lnTo>
                    <a:close/>
                  </a:path>
                </a:pathLst>
              </a:custGeom>
              <a:solidFill>
                <a:srgbClr val="6dea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grpSp>
        <p:nvGrpSpPr>
          <p:cNvPr id="490" name="Google Shape;916;p74"/>
          <p:cNvGrpSpPr/>
          <p:nvPr/>
        </p:nvGrpSpPr>
        <p:grpSpPr>
          <a:xfrm>
            <a:off x="9880920" y="5104080"/>
            <a:ext cx="576000" cy="141480"/>
            <a:chOff x="9880920" y="5104080"/>
            <a:chExt cx="576000" cy="141480"/>
          </a:xfrm>
        </p:grpSpPr>
        <p:sp>
          <p:nvSpPr>
            <p:cNvPr id="491" name="Google Shape;917;p74"/>
            <p:cNvSpPr/>
            <p:nvPr/>
          </p:nvSpPr>
          <p:spPr>
            <a:xfrm>
              <a:off x="10369800" y="5109840"/>
              <a:ext cx="87120" cy="135000"/>
            </a:xfrm>
            <a:custGeom>
              <a:avLst/>
              <a:gdLst>
                <a:gd name="textAreaLeft" fmla="*/ 0 w 87120"/>
                <a:gd name="textAreaRight" fmla="*/ 90720 w 87120"/>
                <a:gd name="textAreaTop" fmla="*/ 0 h 135000"/>
                <a:gd name="textAreaBottom" fmla="*/ 138600 h 135000"/>
              </a:gdLst>
              <a:ahLst/>
              <a:cxnLst/>
              <a:rect l="textAreaLeft" t="textAreaTop" r="textAreaRight" b="textAreaBottom"/>
              <a:pathLst>
                <a:path w="90882" h="138714">
                  <a:moveTo>
                    <a:pt x="90882" y="111014"/>
                  </a:moveTo>
                  <a:cubicBezTo>
                    <a:pt x="90217" y="111014"/>
                    <a:pt x="89551" y="111014"/>
                    <a:pt x="88886" y="111014"/>
                  </a:cubicBezTo>
                  <a:cubicBezTo>
                    <a:pt x="61517" y="111014"/>
                    <a:pt x="41677" y="93503"/>
                    <a:pt x="41677" y="69337"/>
                  </a:cubicBezTo>
                  <a:lnTo>
                    <a:pt x="41677" y="68796"/>
                  </a:lnTo>
                  <a:cubicBezTo>
                    <a:pt x="41677" y="45711"/>
                    <a:pt x="61559" y="27618"/>
                    <a:pt x="86931" y="27618"/>
                  </a:cubicBezTo>
                  <a:cubicBezTo>
                    <a:pt x="88303" y="27618"/>
                    <a:pt x="89593" y="27660"/>
                    <a:pt x="90882" y="27743"/>
                  </a:cubicBezTo>
                  <a:lnTo>
                    <a:pt x="90882" y="42"/>
                  </a:lnTo>
                  <a:cubicBezTo>
                    <a:pt x="89718" y="0"/>
                    <a:pt x="88511" y="0"/>
                    <a:pt x="87263" y="0"/>
                  </a:cubicBezTo>
                  <a:cubicBezTo>
                    <a:pt x="37559" y="0"/>
                    <a:pt x="0" y="29781"/>
                    <a:pt x="0" y="69378"/>
                  </a:cubicBezTo>
                  <a:lnTo>
                    <a:pt x="0" y="69877"/>
                  </a:lnTo>
                  <a:cubicBezTo>
                    <a:pt x="0" y="108476"/>
                    <a:pt x="38058" y="138715"/>
                    <a:pt x="86598" y="138715"/>
                  </a:cubicBezTo>
                  <a:cubicBezTo>
                    <a:pt x="88095" y="138715"/>
                    <a:pt x="89426" y="138715"/>
                    <a:pt x="90841" y="138632"/>
                  </a:cubicBezTo>
                  <a:lnTo>
                    <a:pt x="90841" y="110972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Google Shape;918;p74"/>
            <p:cNvSpPr/>
            <p:nvPr/>
          </p:nvSpPr>
          <p:spPr>
            <a:xfrm>
              <a:off x="9880920" y="5104080"/>
              <a:ext cx="127440" cy="141480"/>
            </a:xfrm>
            <a:custGeom>
              <a:avLst/>
              <a:gdLst>
                <a:gd name="textAreaLeft" fmla="*/ 0 w 127440"/>
                <a:gd name="textAreaRight" fmla="*/ 131040 w 127440"/>
                <a:gd name="textAreaTop" fmla="*/ 0 h 141480"/>
                <a:gd name="textAreaBottom" fmla="*/ 145080 h 141480"/>
              </a:gdLst>
              <a:ahLst/>
              <a:cxnLst/>
              <a:rect l="textAreaLeft" t="textAreaTop" r="textAreaRight" b="textAreaBottom"/>
              <a:pathLst>
                <a:path w="131186" h="145161">
                  <a:moveTo>
                    <a:pt x="77364" y="58647"/>
                  </a:moveTo>
                  <a:cubicBezTo>
                    <a:pt x="48041" y="52408"/>
                    <a:pt x="43881" y="49372"/>
                    <a:pt x="43881" y="40096"/>
                  </a:cubicBezTo>
                  <a:lnTo>
                    <a:pt x="43881" y="39680"/>
                  </a:lnTo>
                  <a:cubicBezTo>
                    <a:pt x="43881" y="32859"/>
                    <a:pt x="51410" y="27410"/>
                    <a:pt x="65718" y="27410"/>
                  </a:cubicBezTo>
                  <a:cubicBezTo>
                    <a:pt x="72997" y="27410"/>
                    <a:pt x="82522" y="29407"/>
                    <a:pt x="89218" y="31861"/>
                  </a:cubicBezTo>
                  <a:lnTo>
                    <a:pt x="89218" y="2329"/>
                  </a:lnTo>
                  <a:cubicBezTo>
                    <a:pt x="83021" y="1248"/>
                    <a:pt x="73454" y="0"/>
                    <a:pt x="66217" y="0"/>
                  </a:cubicBezTo>
                  <a:cubicBezTo>
                    <a:pt x="31528" y="0"/>
                    <a:pt x="6821" y="16929"/>
                    <a:pt x="6821" y="42550"/>
                  </a:cubicBezTo>
                  <a:lnTo>
                    <a:pt x="6821" y="42925"/>
                  </a:lnTo>
                  <a:cubicBezTo>
                    <a:pt x="6821" y="70959"/>
                    <a:pt x="28866" y="78778"/>
                    <a:pt x="63056" y="86057"/>
                  </a:cubicBezTo>
                  <a:cubicBezTo>
                    <a:pt x="91423" y="92130"/>
                    <a:pt x="94085" y="96123"/>
                    <a:pt x="94085" y="104026"/>
                  </a:cubicBezTo>
                  <a:lnTo>
                    <a:pt x="94085" y="104442"/>
                  </a:lnTo>
                  <a:cubicBezTo>
                    <a:pt x="94085" y="112719"/>
                    <a:pt x="84851" y="117752"/>
                    <a:pt x="69586" y="117752"/>
                  </a:cubicBezTo>
                  <a:cubicBezTo>
                    <a:pt x="50204" y="117752"/>
                    <a:pt x="37351" y="111097"/>
                    <a:pt x="22086" y="100615"/>
                  </a:cubicBezTo>
                  <a:lnTo>
                    <a:pt x="0" y="122577"/>
                  </a:lnTo>
                  <a:cubicBezTo>
                    <a:pt x="20381" y="137675"/>
                    <a:pt x="43174" y="145162"/>
                    <a:pt x="68879" y="145162"/>
                  </a:cubicBezTo>
                  <a:cubicBezTo>
                    <a:pt x="105482" y="145162"/>
                    <a:pt x="131186" y="129440"/>
                    <a:pt x="131186" y="101405"/>
                  </a:cubicBezTo>
                  <a:lnTo>
                    <a:pt x="131186" y="100989"/>
                  </a:lnTo>
                  <a:cubicBezTo>
                    <a:pt x="131186" y="76408"/>
                    <a:pt x="111762" y="66092"/>
                    <a:pt x="77364" y="58647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Google Shape;919;p74"/>
            <p:cNvSpPr/>
            <p:nvPr/>
          </p:nvSpPr>
          <p:spPr>
            <a:xfrm>
              <a:off x="10007280" y="5124240"/>
              <a:ext cx="123840" cy="117000"/>
            </a:xfrm>
            <a:custGeom>
              <a:avLst/>
              <a:gdLst>
                <a:gd name="textAreaLeft" fmla="*/ 0 w 123840"/>
                <a:gd name="textAreaRight" fmla="*/ 127440 w 123840"/>
                <a:gd name="textAreaTop" fmla="*/ 0 h 117000"/>
                <a:gd name="textAreaBottom" fmla="*/ 120600 h 117000"/>
              </a:gdLst>
              <a:ahLst/>
              <a:cxnLst/>
              <a:rect l="textAreaLeft" t="textAreaTop" r="textAreaRight" b="textAreaBottom"/>
              <a:pathLst>
                <a:path w="127526" h="120455">
                  <a:moveTo>
                    <a:pt x="36353" y="50994"/>
                  </a:moveTo>
                  <a:cubicBezTo>
                    <a:pt x="39264" y="36103"/>
                    <a:pt x="49288" y="26370"/>
                    <a:pt x="64678" y="26370"/>
                  </a:cubicBezTo>
                  <a:cubicBezTo>
                    <a:pt x="80068" y="26370"/>
                    <a:pt x="90050" y="36311"/>
                    <a:pt x="92255" y="50994"/>
                  </a:cubicBezTo>
                  <a:lnTo>
                    <a:pt x="36353" y="50994"/>
                  </a:lnTo>
                  <a:close/>
                  <a:moveTo>
                    <a:pt x="64678" y="42"/>
                  </a:moveTo>
                  <a:cubicBezTo>
                    <a:pt x="26578" y="42"/>
                    <a:pt x="0" y="27244"/>
                    <a:pt x="0" y="60269"/>
                  </a:cubicBezTo>
                  <a:lnTo>
                    <a:pt x="0" y="60685"/>
                  </a:lnTo>
                  <a:cubicBezTo>
                    <a:pt x="0" y="96081"/>
                    <a:pt x="29032" y="120455"/>
                    <a:pt x="68338" y="120455"/>
                  </a:cubicBezTo>
                  <a:cubicBezTo>
                    <a:pt x="69461" y="120455"/>
                    <a:pt x="73122" y="120289"/>
                    <a:pt x="74245" y="120289"/>
                  </a:cubicBezTo>
                  <a:lnTo>
                    <a:pt x="74245" y="93919"/>
                  </a:lnTo>
                  <a:cubicBezTo>
                    <a:pt x="73330" y="93919"/>
                    <a:pt x="69794" y="94127"/>
                    <a:pt x="68796" y="94127"/>
                  </a:cubicBezTo>
                  <a:cubicBezTo>
                    <a:pt x="52200" y="94127"/>
                    <a:pt x="40512" y="86390"/>
                    <a:pt x="36810" y="71458"/>
                  </a:cubicBezTo>
                  <a:lnTo>
                    <a:pt x="127069" y="71458"/>
                  </a:lnTo>
                  <a:cubicBezTo>
                    <a:pt x="127277" y="68422"/>
                    <a:pt x="127526" y="66467"/>
                    <a:pt x="127526" y="63222"/>
                  </a:cubicBezTo>
                  <a:lnTo>
                    <a:pt x="127526" y="62806"/>
                  </a:lnTo>
                  <a:cubicBezTo>
                    <a:pt x="127526" y="29989"/>
                    <a:pt x="108310" y="0"/>
                    <a:pt x="64637" y="0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Google Shape;920;p74"/>
            <p:cNvSpPr/>
            <p:nvPr/>
          </p:nvSpPr>
          <p:spPr>
            <a:xfrm>
              <a:off x="10133280" y="5125680"/>
              <a:ext cx="115560" cy="113400"/>
            </a:xfrm>
            <a:custGeom>
              <a:avLst/>
              <a:gdLst>
                <a:gd name="textAreaLeft" fmla="*/ 0 w 115560"/>
                <a:gd name="textAreaRight" fmla="*/ 119160 w 115560"/>
                <a:gd name="textAreaTop" fmla="*/ 0 h 113400"/>
                <a:gd name="textAreaBottom" fmla="*/ 117000 h 113400"/>
              </a:gdLst>
              <a:ahLst/>
              <a:cxnLst/>
              <a:rect l="textAreaLeft" t="textAreaTop" r="textAreaRight" b="textAreaBottom"/>
              <a:pathLst>
                <a:path w="119290" h="117003">
                  <a:moveTo>
                    <a:pt x="119291" y="55736"/>
                  </a:moveTo>
                  <a:cubicBezTo>
                    <a:pt x="119291" y="24457"/>
                    <a:pt x="100158" y="0"/>
                    <a:pt x="59687" y="0"/>
                  </a:cubicBezTo>
                  <a:cubicBezTo>
                    <a:pt x="19216" y="0"/>
                    <a:pt x="0" y="24415"/>
                    <a:pt x="0" y="55736"/>
                  </a:cubicBezTo>
                  <a:lnTo>
                    <a:pt x="0" y="117003"/>
                  </a:lnTo>
                  <a:lnTo>
                    <a:pt x="37517" y="117003"/>
                  </a:lnTo>
                  <a:lnTo>
                    <a:pt x="37517" y="53489"/>
                  </a:lnTo>
                  <a:cubicBezTo>
                    <a:pt x="38183" y="41926"/>
                    <a:pt x="42758" y="28242"/>
                    <a:pt x="59687" y="28242"/>
                  </a:cubicBezTo>
                  <a:cubicBezTo>
                    <a:pt x="76616" y="28242"/>
                    <a:pt x="81482" y="41926"/>
                    <a:pt x="82147" y="53489"/>
                  </a:cubicBezTo>
                  <a:lnTo>
                    <a:pt x="82147" y="117003"/>
                  </a:lnTo>
                  <a:lnTo>
                    <a:pt x="119291" y="117003"/>
                  </a:lnTo>
                  <a:lnTo>
                    <a:pt x="119291" y="55736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Google Shape;921;p74"/>
            <p:cNvSpPr/>
            <p:nvPr/>
          </p:nvSpPr>
          <p:spPr>
            <a:xfrm>
              <a:off x="10251720" y="5124960"/>
              <a:ext cx="116640" cy="115560"/>
            </a:xfrm>
            <a:custGeom>
              <a:avLst/>
              <a:gdLst>
                <a:gd name="textAreaLeft" fmla="*/ 0 w 116640"/>
                <a:gd name="textAreaRight" fmla="*/ 120240 w 116640"/>
                <a:gd name="textAreaTop" fmla="*/ 0 h 115560"/>
                <a:gd name="textAreaBottom" fmla="*/ 119160 h 115560"/>
              </a:gdLst>
              <a:ahLst/>
              <a:cxnLst/>
              <a:rect l="textAreaLeft" t="textAreaTop" r="textAreaRight" b="textAreaBottom"/>
              <a:pathLst>
                <a:path w="120330" h="119165">
                  <a:moveTo>
                    <a:pt x="62016" y="0"/>
                  </a:moveTo>
                  <a:cubicBezTo>
                    <a:pt x="60352" y="0"/>
                    <a:pt x="54696" y="0"/>
                    <a:pt x="53157" y="83"/>
                  </a:cubicBezTo>
                  <a:lnTo>
                    <a:pt x="53157" y="28076"/>
                  </a:lnTo>
                  <a:cubicBezTo>
                    <a:pt x="60394" y="28159"/>
                    <a:pt x="70293" y="29365"/>
                    <a:pt x="74702" y="31694"/>
                  </a:cubicBezTo>
                  <a:cubicBezTo>
                    <a:pt x="81191" y="35105"/>
                    <a:pt x="84560" y="40845"/>
                    <a:pt x="84685" y="48623"/>
                  </a:cubicBezTo>
                  <a:cubicBezTo>
                    <a:pt x="75825" y="47583"/>
                    <a:pt x="65843" y="46876"/>
                    <a:pt x="57150" y="46668"/>
                  </a:cubicBezTo>
                  <a:cubicBezTo>
                    <a:pt x="21753" y="45753"/>
                    <a:pt x="4201" y="57482"/>
                    <a:pt x="707" y="76200"/>
                  </a:cubicBezTo>
                  <a:cubicBezTo>
                    <a:pt x="624" y="76532"/>
                    <a:pt x="582" y="76907"/>
                    <a:pt x="499" y="77281"/>
                  </a:cubicBezTo>
                  <a:cubicBezTo>
                    <a:pt x="499" y="77406"/>
                    <a:pt x="499" y="77531"/>
                    <a:pt x="458" y="77655"/>
                  </a:cubicBezTo>
                  <a:cubicBezTo>
                    <a:pt x="166" y="79444"/>
                    <a:pt x="0" y="81316"/>
                    <a:pt x="0" y="83312"/>
                  </a:cubicBezTo>
                  <a:lnTo>
                    <a:pt x="0" y="83728"/>
                  </a:lnTo>
                  <a:cubicBezTo>
                    <a:pt x="0" y="106646"/>
                    <a:pt x="20256" y="119166"/>
                    <a:pt x="44880" y="119166"/>
                  </a:cubicBezTo>
                  <a:cubicBezTo>
                    <a:pt x="62973" y="119166"/>
                    <a:pt x="75409" y="113301"/>
                    <a:pt x="84435" y="104483"/>
                  </a:cubicBezTo>
                  <a:lnTo>
                    <a:pt x="84435" y="117835"/>
                  </a:lnTo>
                  <a:lnTo>
                    <a:pt x="120330" y="117835"/>
                  </a:lnTo>
                  <a:lnTo>
                    <a:pt x="120330" y="49912"/>
                  </a:lnTo>
                  <a:cubicBezTo>
                    <a:pt x="120330" y="18592"/>
                    <a:pt x="102528" y="83"/>
                    <a:pt x="62016" y="83"/>
                  </a:cubicBezTo>
                  <a:moveTo>
                    <a:pt x="84809" y="76574"/>
                  </a:moveTo>
                  <a:cubicBezTo>
                    <a:pt x="81607" y="93503"/>
                    <a:pt x="64137" y="95998"/>
                    <a:pt x="60144" y="96248"/>
                  </a:cubicBezTo>
                  <a:cubicBezTo>
                    <a:pt x="31902" y="97745"/>
                    <a:pt x="30904" y="78446"/>
                    <a:pt x="40387" y="72539"/>
                  </a:cubicBezTo>
                  <a:cubicBezTo>
                    <a:pt x="53157" y="64637"/>
                    <a:pt x="84893" y="69087"/>
                    <a:pt x="84893" y="69087"/>
                  </a:cubicBezTo>
                  <a:cubicBezTo>
                    <a:pt x="84893" y="70210"/>
                    <a:pt x="85184" y="73122"/>
                    <a:pt x="84768" y="76574"/>
                  </a:cubicBez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96" name="Google Shape;922;p74"/>
          <p:cNvSpPr/>
          <p:nvPr/>
        </p:nvSpPr>
        <p:spPr>
          <a:xfrm>
            <a:off x="8377920" y="13320"/>
            <a:ext cx="3608280" cy="3608280"/>
          </a:xfrm>
          <a:custGeom>
            <a:avLst/>
            <a:gdLst>
              <a:gd name="textAreaLeft" fmla="*/ 0 w 3608280"/>
              <a:gd name="textAreaRight" fmla="*/ 3611880 w 3608280"/>
              <a:gd name="textAreaTop" fmla="*/ 0 h 3608280"/>
              <a:gd name="textAreaBottom" fmla="*/ 3611880 h 3608280"/>
            </a:gdLst>
            <a:ahLst/>
            <a:cxnLst/>
            <a:rect l="textAreaLeft" t="textAreaTop" r="textAreaRight" b="textAreaBottom"/>
            <a:pathLst>
              <a:path w="4239476" h="4239476">
                <a:moveTo>
                  <a:pt x="3956844" y="1130527"/>
                </a:moveTo>
                <a:lnTo>
                  <a:pt x="3956844" y="847895"/>
                </a:lnTo>
                <a:lnTo>
                  <a:pt x="3956844" y="565263"/>
                </a:lnTo>
                <a:lnTo>
                  <a:pt x="3956844" y="282632"/>
                </a:lnTo>
                <a:lnTo>
                  <a:pt x="3674213" y="282632"/>
                </a:lnTo>
                <a:lnTo>
                  <a:pt x="3674213" y="0"/>
                </a:lnTo>
                <a:lnTo>
                  <a:pt x="3391581" y="0"/>
                </a:lnTo>
                <a:lnTo>
                  <a:pt x="3108949" y="0"/>
                </a:lnTo>
                <a:lnTo>
                  <a:pt x="2826317" y="0"/>
                </a:lnTo>
                <a:lnTo>
                  <a:pt x="2543686" y="0"/>
                </a:lnTo>
                <a:lnTo>
                  <a:pt x="2261054" y="0"/>
                </a:lnTo>
                <a:lnTo>
                  <a:pt x="1978422" y="0"/>
                </a:lnTo>
                <a:lnTo>
                  <a:pt x="1695790" y="0"/>
                </a:lnTo>
                <a:lnTo>
                  <a:pt x="1413159" y="0"/>
                </a:lnTo>
                <a:lnTo>
                  <a:pt x="1130527" y="0"/>
                </a:lnTo>
                <a:lnTo>
                  <a:pt x="847895" y="0"/>
                </a:lnTo>
                <a:lnTo>
                  <a:pt x="565263" y="0"/>
                </a:lnTo>
                <a:lnTo>
                  <a:pt x="565263" y="282632"/>
                </a:lnTo>
                <a:lnTo>
                  <a:pt x="282632" y="282632"/>
                </a:lnTo>
                <a:lnTo>
                  <a:pt x="282632" y="565263"/>
                </a:lnTo>
                <a:lnTo>
                  <a:pt x="282632" y="847895"/>
                </a:lnTo>
                <a:lnTo>
                  <a:pt x="282632" y="1130527"/>
                </a:lnTo>
                <a:lnTo>
                  <a:pt x="0" y="1130527"/>
                </a:lnTo>
                <a:lnTo>
                  <a:pt x="0" y="1413159"/>
                </a:lnTo>
                <a:lnTo>
                  <a:pt x="0" y="1695790"/>
                </a:lnTo>
                <a:lnTo>
                  <a:pt x="0" y="1978422"/>
                </a:lnTo>
                <a:lnTo>
                  <a:pt x="0" y="2261054"/>
                </a:lnTo>
                <a:lnTo>
                  <a:pt x="0" y="2543686"/>
                </a:lnTo>
                <a:lnTo>
                  <a:pt x="0" y="2826317"/>
                </a:lnTo>
                <a:lnTo>
                  <a:pt x="0" y="3108949"/>
                </a:lnTo>
                <a:lnTo>
                  <a:pt x="282632" y="3108949"/>
                </a:lnTo>
                <a:lnTo>
                  <a:pt x="565263" y="3108949"/>
                </a:lnTo>
                <a:lnTo>
                  <a:pt x="565263" y="3391581"/>
                </a:lnTo>
                <a:lnTo>
                  <a:pt x="565263" y="3674213"/>
                </a:lnTo>
                <a:lnTo>
                  <a:pt x="847895" y="3674213"/>
                </a:lnTo>
                <a:lnTo>
                  <a:pt x="847895" y="3956844"/>
                </a:lnTo>
                <a:lnTo>
                  <a:pt x="1130527" y="3956844"/>
                </a:lnTo>
                <a:lnTo>
                  <a:pt x="1413159" y="3956844"/>
                </a:lnTo>
                <a:lnTo>
                  <a:pt x="1413159" y="4239476"/>
                </a:lnTo>
                <a:lnTo>
                  <a:pt x="1695790" y="4239476"/>
                </a:lnTo>
                <a:lnTo>
                  <a:pt x="1978422" y="4239476"/>
                </a:lnTo>
                <a:lnTo>
                  <a:pt x="2261054" y="4239476"/>
                </a:lnTo>
                <a:lnTo>
                  <a:pt x="2543686" y="4239476"/>
                </a:lnTo>
                <a:lnTo>
                  <a:pt x="2826317" y="4239476"/>
                </a:lnTo>
                <a:lnTo>
                  <a:pt x="2826317" y="3956844"/>
                </a:lnTo>
                <a:lnTo>
                  <a:pt x="3108949" y="3956844"/>
                </a:lnTo>
                <a:lnTo>
                  <a:pt x="3391581" y="3956844"/>
                </a:lnTo>
                <a:lnTo>
                  <a:pt x="3391581" y="3674213"/>
                </a:lnTo>
                <a:lnTo>
                  <a:pt x="3674213" y="3674213"/>
                </a:lnTo>
                <a:lnTo>
                  <a:pt x="3674213" y="3391581"/>
                </a:lnTo>
                <a:lnTo>
                  <a:pt x="3956844" y="3391581"/>
                </a:lnTo>
                <a:lnTo>
                  <a:pt x="3956844" y="3108949"/>
                </a:lnTo>
                <a:lnTo>
                  <a:pt x="4239476" y="3108949"/>
                </a:lnTo>
                <a:lnTo>
                  <a:pt x="4239476" y="2826317"/>
                </a:lnTo>
                <a:lnTo>
                  <a:pt x="4239476" y="2543686"/>
                </a:lnTo>
                <a:lnTo>
                  <a:pt x="4239476" y="2261054"/>
                </a:lnTo>
                <a:lnTo>
                  <a:pt x="4239476" y="1978422"/>
                </a:lnTo>
                <a:lnTo>
                  <a:pt x="4239476" y="1695790"/>
                </a:lnTo>
                <a:lnTo>
                  <a:pt x="4239476" y="1413159"/>
                </a:lnTo>
                <a:lnTo>
                  <a:pt x="4239476" y="1130527"/>
                </a:lnTo>
                <a:lnTo>
                  <a:pt x="3956844" y="1130527"/>
                </a:lnTo>
                <a:close/>
              </a:path>
            </a:pathLst>
          </a:custGeom>
          <a:solidFill>
            <a:srgbClr val="382e35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497" name="Google Shape;923;p74"/>
          <p:cNvGrpSpPr/>
          <p:nvPr/>
        </p:nvGrpSpPr>
        <p:grpSpPr>
          <a:xfrm>
            <a:off x="401040" y="198360"/>
            <a:ext cx="6757560" cy="1621440"/>
            <a:chOff x="401040" y="198360"/>
            <a:chExt cx="6757560" cy="1621440"/>
          </a:xfrm>
        </p:grpSpPr>
        <p:sp>
          <p:nvSpPr>
            <p:cNvPr id="498" name="Google Shape;924;p74"/>
            <p:cNvSpPr/>
            <p:nvPr/>
          </p:nvSpPr>
          <p:spPr>
            <a:xfrm>
              <a:off x="690480" y="275760"/>
              <a:ext cx="2090880" cy="154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_BIG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DATA</a:t>
              </a:r>
              <a:br>
                <a:rPr sz="2100"/>
              </a:br>
              <a:r>
                <a:rPr b="1" lang="pt-BR" sz="21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SCIENCE</a:t>
              </a:r>
              <a:endParaRPr b="0" lang="pt-BR" sz="21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Google Shape;925;p74"/>
            <p:cNvSpPr/>
            <p:nvPr/>
          </p:nvSpPr>
          <p:spPr>
            <a:xfrm>
              <a:off x="1944360" y="961560"/>
              <a:ext cx="5214240" cy="76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0" lang="pt-BR" sz="1600" strike="noStrike" u="none">
                  <a:solidFill>
                    <a:schemeClr val="lt1"/>
                  </a:solidFill>
                  <a:effectLst/>
                  <a:uFillTx/>
                  <a:latin typeface="Arial"/>
                  <a:ea typeface="Arial"/>
                </a:rPr>
                <a:t>_ANALISTA DE DADOS</a:t>
              </a:r>
              <a:endParaRPr b="0" lang="pt-BR" sz="16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500" name="Google Shape;926;p74"/>
            <p:cNvGrpSpPr/>
            <p:nvPr/>
          </p:nvGrpSpPr>
          <p:grpSpPr>
            <a:xfrm>
              <a:off x="401040" y="198360"/>
              <a:ext cx="689760" cy="689760"/>
              <a:chOff x="401040" y="198360"/>
              <a:chExt cx="689760" cy="689760"/>
            </a:xfrm>
          </p:grpSpPr>
          <p:sp>
            <p:nvSpPr>
              <p:cNvPr id="501" name="Google Shape;927;p74"/>
              <p:cNvSpPr/>
              <p:nvPr/>
            </p:nvSpPr>
            <p:spPr>
              <a:xfrm>
                <a:off x="401040" y="54504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2" name="Google Shape;928;p74"/>
              <p:cNvSpPr/>
              <p:nvPr/>
            </p:nvSpPr>
            <p:spPr>
              <a:xfrm>
                <a:off x="747720" y="198360"/>
                <a:ext cx="343080" cy="343080"/>
              </a:xfrm>
              <a:prstGeom prst="rect">
                <a:avLst/>
              </a:prstGeom>
              <a:solidFill>
                <a:srgbClr val="292255">
                  <a:alpha val="25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>
                  <a:lnSpc>
                    <a:spcPct val="100000"/>
                  </a:lnSpc>
                  <a:tabLst>
                    <a:tab algn="l" pos="0"/>
                  </a:tabLst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03" name="Google Shape;929;p74"/>
          <p:cNvSpPr/>
          <p:nvPr/>
        </p:nvSpPr>
        <p:spPr>
          <a:xfrm>
            <a:off x="706680" y="3871800"/>
            <a:ext cx="355536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Chegamos ao final</a:t>
            </a:r>
            <a:br>
              <a:rPr sz="2600"/>
            </a:b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do nosso encontro!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o </a:t>
            </a:r>
            <a:r>
              <a:rPr b="1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próximo</a:t>
            </a:r>
            <a:r>
              <a:rPr b="0" lang="pt-BR" sz="2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!</a:t>
            </a:r>
            <a:endParaRPr b="0" lang="pt-BR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4" name="Google Shape;930;p74" descr=""/>
          <p:cNvPicPr/>
          <p:nvPr/>
        </p:nvPicPr>
        <p:blipFill>
          <a:blip r:embed="rId2"/>
          <a:stretch/>
        </p:blipFill>
        <p:spPr>
          <a:xfrm>
            <a:off x="9226440" y="1445400"/>
            <a:ext cx="1910880" cy="33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20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200" cy="39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Google Shape;17;p47"/>
          <p:cNvSpPr/>
          <p:nvPr/>
        </p:nvSpPr>
        <p:spPr>
          <a:xfrm>
            <a:off x="-187920" y="-628560"/>
            <a:ext cx="420840" cy="7806960"/>
          </a:xfrm>
          <a:prstGeom prst="rect">
            <a:avLst/>
          </a:pr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7" name="Google Shape;18;p47"/>
          <p:cNvSpPr/>
          <p:nvPr/>
        </p:nvSpPr>
        <p:spPr>
          <a:xfrm rot="10800000">
            <a:off x="7389360" y="-421920"/>
            <a:ext cx="2611800" cy="7806960"/>
          </a:xfrm>
          <a:prstGeom prst="rect">
            <a:avLst/>
          </a:pr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8" name="Google Shape;19;p47"/>
          <p:cNvSpPr/>
          <p:nvPr/>
        </p:nvSpPr>
        <p:spPr>
          <a:xfrm rot="10800000">
            <a:off x="10005120" y="-421920"/>
            <a:ext cx="2611800" cy="7806960"/>
          </a:xfrm>
          <a:prstGeom prst="rect">
            <a:avLst/>
          </a:pr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9" name="Google Shape;20;p47"/>
          <p:cNvSpPr/>
          <p:nvPr/>
        </p:nvSpPr>
        <p:spPr>
          <a:xfrm>
            <a:off x="29865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62388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0" name="Google Shape;21;p47"/>
          <p:cNvSpPr/>
          <p:nvPr/>
        </p:nvSpPr>
        <p:spPr>
          <a:xfrm>
            <a:off x="35420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472b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1" name="Google Shape;22;p47"/>
          <p:cNvSpPr/>
          <p:nvPr/>
        </p:nvSpPr>
        <p:spPr>
          <a:xfrm>
            <a:off x="4049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29245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2" name="Google Shape;23;p47"/>
          <p:cNvSpPr/>
          <p:nvPr/>
        </p:nvSpPr>
        <p:spPr>
          <a:xfrm>
            <a:off x="456408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084c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3" name="Google Shape;24;p47"/>
          <p:cNvSpPr/>
          <p:nvPr/>
        </p:nvSpPr>
        <p:spPr>
          <a:xfrm>
            <a:off x="50781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1cafc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4" name="Google Shape;25;p47"/>
          <p:cNvSpPr/>
          <p:nvPr/>
        </p:nvSpPr>
        <p:spPr>
          <a:xfrm>
            <a:off x="6145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7" y="0"/>
                </a:lnTo>
                <a:lnTo>
                  <a:pt x="364807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2e9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5" name="Google Shape;26;p47"/>
          <p:cNvSpPr/>
          <p:nvPr/>
        </p:nvSpPr>
        <p:spPr>
          <a:xfrm>
            <a:off x="563364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bc7c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6" name="Google Shape;27;p47"/>
          <p:cNvSpPr/>
          <p:nvPr/>
        </p:nvSpPr>
        <p:spPr>
          <a:xfrm>
            <a:off x="674136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dfdc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7" name="Google Shape;28;p47"/>
          <p:cNvSpPr/>
          <p:nvPr/>
        </p:nvSpPr>
        <p:spPr>
          <a:xfrm>
            <a:off x="730332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a9a39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8" name="Google Shape;29;p47"/>
          <p:cNvSpPr/>
          <p:nvPr/>
        </p:nvSpPr>
        <p:spPr>
          <a:xfrm>
            <a:off x="7846200" y="7543800"/>
            <a:ext cx="361080" cy="375480"/>
          </a:xfrm>
          <a:custGeom>
            <a:avLst/>
            <a:gdLst>
              <a:gd name="textAreaLeft" fmla="*/ 0 w 361080"/>
              <a:gd name="textAreaRight" fmla="*/ 364680 w 361080"/>
              <a:gd name="textAreaTop" fmla="*/ 0 h 375480"/>
              <a:gd name="textAreaBottom" fmla="*/ 379080 h 375480"/>
            </a:gdLst>
            <a:ahLst/>
            <a:cxnLst/>
            <a:rect l="textAreaLeft" t="textAreaTop" r="textAreaRight" b="textAreaBottom"/>
            <a:pathLst>
              <a:path w="364807" h="379095">
                <a:moveTo>
                  <a:pt x="0" y="0"/>
                </a:moveTo>
                <a:lnTo>
                  <a:pt x="364808" y="0"/>
                </a:lnTo>
                <a:lnTo>
                  <a:pt x="364808" y="379095"/>
                </a:lnTo>
                <a:lnTo>
                  <a:pt x="0" y="379095"/>
                </a:lnTo>
                <a:close/>
              </a:path>
            </a:pathLst>
          </a:custGeom>
          <a:solidFill>
            <a:srgbClr val="79736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slideLayout" Target="../slideLayouts/slideLayout5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2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4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4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5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4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0.png"/><Relationship Id="rId3" Type="http://schemas.openxmlformats.org/officeDocument/2006/relationships/slideLayout" Target="../slideLayouts/slideLayout1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49.xml"/>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PlaceHolder 1"/>
          <p:cNvSpPr>
            <a:spLocks noGrp="1"/>
          </p:cNvSpPr>
          <p:nvPr>
            <p:ph/>
          </p:nvPr>
        </p:nvSpPr>
        <p:spPr>
          <a:xfrm>
            <a:off x="360000" y="2585880"/>
            <a:ext cx="7016760" cy="168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4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ANALISTA DE DADOS - BIG DATA SCIENCE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8" name="Google Shape;2209;p 2" descr=""/>
          <p:cNvPicPr/>
          <p:nvPr/>
        </p:nvPicPr>
        <p:blipFill>
          <a:blip r:embed="rId1"/>
          <a:stretch/>
        </p:blipFill>
        <p:spPr>
          <a:xfrm>
            <a:off x="480240" y="47520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319" name="Google Shape;2210;p 2"/>
          <p:cNvGrpSpPr/>
          <p:nvPr/>
        </p:nvGrpSpPr>
        <p:grpSpPr>
          <a:xfrm>
            <a:off x="480240" y="5682960"/>
            <a:ext cx="1150200" cy="816840"/>
            <a:chOff x="480240" y="5682960"/>
            <a:chExt cx="1150200" cy="816840"/>
          </a:xfrm>
        </p:grpSpPr>
        <p:grpSp>
          <p:nvGrpSpPr>
            <p:cNvPr id="2320" name="Google Shape;2211;p 2"/>
            <p:cNvGrpSpPr/>
            <p:nvPr/>
          </p:nvGrpSpPr>
          <p:grpSpPr>
            <a:xfrm>
              <a:off x="480240" y="5900040"/>
              <a:ext cx="957600" cy="231480"/>
              <a:chOff x="480240" y="5900040"/>
              <a:chExt cx="957600" cy="231480"/>
            </a:xfrm>
          </p:grpSpPr>
          <p:sp>
            <p:nvSpPr>
              <p:cNvPr id="2321" name="Google Shape;2212;p 2"/>
              <p:cNvSpPr/>
              <p:nvPr/>
            </p:nvSpPr>
            <p:spPr>
              <a:xfrm>
                <a:off x="480240" y="5900040"/>
                <a:ext cx="113760" cy="230400"/>
              </a:xfrm>
              <a:custGeom>
                <a:avLst/>
                <a:gdLst>
                  <a:gd name="textAreaLeft" fmla="*/ 0 w 113760"/>
                  <a:gd name="textAreaRight" fmla="*/ 117360 w 113760"/>
                  <a:gd name="textAreaTop" fmla="*/ 0 h 230400"/>
                  <a:gd name="textAreaBottom" fmla="*/ 234000 h 230400"/>
                </a:gdLst>
                <a:ahLst/>
                <a:cxnLst/>
                <a:rect l="textAreaLeft" t="textAreaTop" r="textAreaRight" b="textAreaBottom"/>
                <a:pathLst>
                  <a:path w="117443" h="234124">
                    <a:moveTo>
                      <a:pt x="22003" y="178784"/>
                    </a:moveTo>
                    <a:lnTo>
                      <a:pt x="22003" y="91630"/>
                    </a:lnTo>
                    <a:lnTo>
                      <a:pt x="0" y="91630"/>
                    </a:lnTo>
                    <a:lnTo>
                      <a:pt x="0" y="47054"/>
                    </a:lnTo>
                    <a:lnTo>
                      <a:pt x="22003" y="47054"/>
                    </a:lnTo>
                    <a:lnTo>
                      <a:pt x="22003" y="0"/>
                    </a:lnTo>
                    <a:lnTo>
                      <a:pt x="74200" y="0"/>
                    </a:lnTo>
                    <a:lnTo>
                      <a:pt x="74200" y="47054"/>
                    </a:lnTo>
                    <a:lnTo>
                      <a:pt x="117443" y="47054"/>
                    </a:lnTo>
                    <a:lnTo>
                      <a:pt x="117443" y="91630"/>
                    </a:lnTo>
                    <a:lnTo>
                      <a:pt x="74200" y="91630"/>
                    </a:lnTo>
                    <a:lnTo>
                      <a:pt x="74200" y="170212"/>
                    </a:lnTo>
                    <a:cubicBezTo>
                      <a:pt x="74200" y="182213"/>
                      <a:pt x="79724" y="188024"/>
                      <a:pt x="91059" y="188024"/>
                    </a:cubicBezTo>
                    <a:cubicBezTo>
                      <a:pt x="100298" y="188024"/>
                      <a:pt x="108871" y="185928"/>
                      <a:pt x="116777" y="181547"/>
                    </a:cubicBezTo>
                    <a:lnTo>
                      <a:pt x="116777" y="223456"/>
                    </a:lnTo>
                    <a:cubicBezTo>
                      <a:pt x="105823" y="229934"/>
                      <a:pt x="93059" y="234125"/>
                      <a:pt x="75629" y="234125"/>
                    </a:cubicBezTo>
                    <a:cubicBezTo>
                      <a:pt x="44006" y="234125"/>
                      <a:pt x="22098" y="221456"/>
                      <a:pt x="22098" y="178880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2" name="Google Shape;2213;p 2"/>
              <p:cNvSpPr/>
              <p:nvPr/>
            </p:nvSpPr>
            <p:spPr>
              <a:xfrm>
                <a:off x="622080" y="5943600"/>
                <a:ext cx="177120" cy="187920"/>
              </a:xfrm>
              <a:custGeom>
                <a:avLst/>
                <a:gdLst>
                  <a:gd name="textAreaLeft" fmla="*/ 0 w 177120"/>
                  <a:gd name="textAreaRight" fmla="*/ 180720 w 17712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80594" h="191452">
                    <a:moveTo>
                      <a:pt x="95" y="96393"/>
                    </a:moveTo>
                    <a:lnTo>
                      <a:pt x="95" y="95726"/>
                    </a:lnTo>
                    <a:cubicBezTo>
                      <a:pt x="95" y="43244"/>
                      <a:pt x="37528" y="0"/>
                      <a:pt x="91059" y="0"/>
                    </a:cubicBezTo>
                    <a:cubicBezTo>
                      <a:pt x="152495" y="0"/>
                      <a:pt x="180594" y="47720"/>
                      <a:pt x="180594" y="99917"/>
                    </a:cubicBezTo>
                    <a:cubicBezTo>
                      <a:pt x="180594" y="104013"/>
                      <a:pt x="180213" y="108490"/>
                      <a:pt x="179927" y="113633"/>
                    </a:cubicBezTo>
                    <a:lnTo>
                      <a:pt x="51911" y="113633"/>
                    </a:lnTo>
                    <a:cubicBezTo>
                      <a:pt x="57055" y="137351"/>
                      <a:pt x="73533" y="149638"/>
                      <a:pt x="96869" y="149638"/>
                    </a:cubicBezTo>
                    <a:cubicBezTo>
                      <a:pt x="114395" y="149638"/>
                      <a:pt x="126778" y="144113"/>
                      <a:pt x="141446" y="130778"/>
                    </a:cubicBezTo>
                    <a:lnTo>
                      <a:pt x="171259" y="157163"/>
                    </a:lnTo>
                    <a:cubicBezTo>
                      <a:pt x="153734" y="178784"/>
                      <a:pt x="129350" y="191453"/>
                      <a:pt x="96107" y="191453"/>
                    </a:cubicBezTo>
                    <a:cubicBezTo>
                      <a:pt x="40862" y="191453"/>
                      <a:pt x="0" y="152686"/>
                      <a:pt x="0" y="96393"/>
                    </a:cubicBezTo>
                    <a:close/>
                    <a:moveTo>
                      <a:pt x="129826" y="80963"/>
                    </a:moveTo>
                    <a:cubicBezTo>
                      <a:pt x="126778" y="57626"/>
                      <a:pt x="112967" y="41815"/>
                      <a:pt x="91059" y="41815"/>
                    </a:cubicBezTo>
                    <a:cubicBezTo>
                      <a:pt x="69151" y="41815"/>
                      <a:pt x="55340" y="57245"/>
                      <a:pt x="51245" y="80963"/>
                    </a:cubicBezTo>
                    <a:lnTo>
                      <a:pt x="129826" y="80963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3" name="Google Shape;2214;p 2"/>
              <p:cNvSpPr/>
              <p:nvPr/>
            </p:nvSpPr>
            <p:spPr>
              <a:xfrm>
                <a:off x="832320" y="5943600"/>
                <a:ext cx="167400" cy="187920"/>
              </a:xfrm>
              <a:custGeom>
                <a:avLst/>
                <a:gdLst>
                  <a:gd name="textAreaLeft" fmla="*/ 0 w 167400"/>
                  <a:gd name="textAreaRight" fmla="*/ 171000 w 16740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70973" h="191357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3244"/>
                      <a:pt x="40195" y="0"/>
                      <a:pt x="96488" y="0"/>
                    </a:cubicBezTo>
                    <a:cubicBezTo>
                      <a:pt x="131159" y="0"/>
                      <a:pt x="152400" y="11716"/>
                      <a:pt x="169926" y="30861"/>
                    </a:cubicBezTo>
                    <a:lnTo>
                      <a:pt x="138017" y="65151"/>
                    </a:lnTo>
                    <a:cubicBezTo>
                      <a:pt x="126016" y="52768"/>
                      <a:pt x="115062" y="44863"/>
                      <a:pt x="96107" y="44863"/>
                    </a:cubicBezTo>
                    <a:cubicBezTo>
                      <a:pt x="70009" y="44863"/>
                      <a:pt x="51530" y="67532"/>
                      <a:pt x="51530" y="94964"/>
                    </a:cubicBezTo>
                    <a:lnTo>
                      <a:pt x="51530" y="95631"/>
                    </a:lnTo>
                    <a:cubicBezTo>
                      <a:pt x="51530" y="124111"/>
                      <a:pt x="69723" y="146399"/>
                      <a:pt x="98203" y="146399"/>
                    </a:cubicBezTo>
                    <a:cubicBezTo>
                      <a:pt x="115729" y="146399"/>
                      <a:pt x="127730" y="138875"/>
                      <a:pt x="140398" y="126873"/>
                    </a:cubicBezTo>
                    <a:lnTo>
                      <a:pt x="170974" y="157734"/>
                    </a:lnTo>
                    <a:cubicBezTo>
                      <a:pt x="153162" y="177260"/>
                      <a:pt x="132493" y="191357"/>
                      <a:pt x="95821" y="191357"/>
                    </a:cubicBezTo>
                    <a:cubicBezTo>
                      <a:pt x="40576" y="191357"/>
                      <a:pt x="95" y="148495"/>
                      <a:pt x="95" y="9629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4" name="Google Shape;2215;p 2"/>
              <p:cNvSpPr/>
              <p:nvPr/>
            </p:nvSpPr>
            <p:spPr>
              <a:xfrm>
                <a:off x="1037160" y="5943600"/>
                <a:ext cx="164880" cy="183600"/>
              </a:xfrm>
              <a:custGeom>
                <a:avLst/>
                <a:gdLst>
                  <a:gd name="textAreaLeft" fmla="*/ 0 w 164880"/>
                  <a:gd name="textAreaRight" fmla="*/ 168480 w 164880"/>
                  <a:gd name="textAreaTop" fmla="*/ 0 h 183600"/>
                  <a:gd name="textAreaBottom" fmla="*/ 187200 h 183600"/>
                </a:gdLst>
                <a:ahLst/>
                <a:cxnLst/>
                <a:rect l="textAreaLeft" t="textAreaTop" r="textAreaRight" b="textAreaBottom"/>
                <a:pathLst>
                  <a:path w="168592" h="187356">
                    <a:moveTo>
                      <a:pt x="0" y="3429"/>
                    </a:moveTo>
                    <a:lnTo>
                      <a:pt x="52197" y="3429"/>
                    </a:lnTo>
                    <a:lnTo>
                      <a:pt x="52197" y="29527"/>
                    </a:lnTo>
                    <a:cubicBezTo>
                      <a:pt x="64199" y="14097"/>
                      <a:pt x="80010" y="0"/>
                      <a:pt x="106109" y="0"/>
                    </a:cubicBezTo>
                    <a:cubicBezTo>
                      <a:pt x="145923" y="0"/>
                      <a:pt x="168593" y="25717"/>
                      <a:pt x="168593" y="68294"/>
                    </a:cubicBezTo>
                    <a:lnTo>
                      <a:pt x="168593" y="187357"/>
                    </a:lnTo>
                    <a:lnTo>
                      <a:pt x="116395" y="187357"/>
                    </a:lnTo>
                    <a:lnTo>
                      <a:pt x="116395" y="84773"/>
                    </a:lnTo>
                    <a:cubicBezTo>
                      <a:pt x="116395" y="60103"/>
                      <a:pt x="105061" y="47339"/>
                      <a:pt x="84772" y="47339"/>
                    </a:cubicBezTo>
                    <a:cubicBezTo>
                      <a:pt x="64484" y="47339"/>
                      <a:pt x="52197" y="60007"/>
                      <a:pt x="52197" y="84773"/>
                    </a:cubicBezTo>
                    <a:lnTo>
                      <a:pt x="52197" y="187357"/>
                    </a:lnTo>
                    <a:lnTo>
                      <a:pt x="0" y="187357"/>
                    </a:lnTo>
                    <a:lnTo>
                      <a:pt x="0" y="3429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5" name="Google Shape;2216;p 2"/>
              <p:cNvSpPr/>
              <p:nvPr/>
            </p:nvSpPr>
            <p:spPr>
              <a:xfrm>
                <a:off x="1242360" y="5943600"/>
                <a:ext cx="195480" cy="187920"/>
              </a:xfrm>
              <a:custGeom>
                <a:avLst/>
                <a:gdLst>
                  <a:gd name="textAreaLeft" fmla="*/ 0 w 195480"/>
                  <a:gd name="textAreaRight" fmla="*/ 199080 w 19548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3" y="41910"/>
                      <a:pt x="199073" y="95060"/>
                    </a:cubicBezTo>
                    <a:lnTo>
                      <a:pt x="199073" y="95726"/>
                    </a:lnTo>
                    <a:cubicBezTo>
                      <a:pt x="199073" y="148590"/>
                      <a:pt x="156496" y="191453"/>
                      <a:pt x="99155" y="191453"/>
                    </a:cubicBezTo>
                    <a:cubicBezTo>
                      <a:pt x="41815" y="191453"/>
                      <a:pt x="0" y="149543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8"/>
                      <a:pt x="51435" y="95060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26" name="Google Shape;2217;p 2"/>
            <p:cNvGrpSpPr/>
            <p:nvPr/>
          </p:nvGrpSpPr>
          <p:grpSpPr>
            <a:xfrm>
              <a:off x="811440" y="6197400"/>
              <a:ext cx="819000" cy="302400"/>
              <a:chOff x="811440" y="6197400"/>
              <a:chExt cx="819000" cy="302400"/>
            </a:xfrm>
          </p:grpSpPr>
          <p:sp>
            <p:nvSpPr>
              <p:cNvPr id="2327" name="Google Shape;2218;p 2"/>
              <p:cNvSpPr/>
              <p:nvPr/>
            </p:nvSpPr>
            <p:spPr>
              <a:xfrm>
                <a:off x="811440" y="6197400"/>
                <a:ext cx="48600" cy="246960"/>
              </a:xfrm>
              <a:custGeom>
                <a:avLst/>
                <a:gdLst>
                  <a:gd name="textAreaLeft" fmla="*/ 0 w 48600"/>
                  <a:gd name="textAreaRight" fmla="*/ 52200 w 48600"/>
                  <a:gd name="textAreaTop" fmla="*/ 0 h 246960"/>
                  <a:gd name="textAreaBottom" fmla="*/ 250560 h 246960"/>
                </a:gdLst>
                <a:ahLst/>
                <a:cxnLst/>
                <a:rect l="textAreaLeft" t="textAreaTop" r="textAreaRight" b="textAreaBottom"/>
                <a:pathLst>
                  <a:path w="52197" h="250602">
                    <a:moveTo>
                      <a:pt x="0" y="0"/>
                    </a:moveTo>
                    <a:lnTo>
                      <a:pt x="52197" y="0"/>
                    </a:lnTo>
                    <a:lnTo>
                      <a:pt x="52197" y="250603"/>
                    </a:lnTo>
                    <a:lnTo>
                      <a:pt x="0" y="2506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8" name="Google Shape;2219;p 2"/>
              <p:cNvSpPr/>
              <p:nvPr/>
            </p:nvSpPr>
            <p:spPr>
              <a:xfrm>
                <a:off x="903600" y="6260760"/>
                <a:ext cx="195480" cy="187920"/>
              </a:xfrm>
              <a:custGeom>
                <a:avLst/>
                <a:gdLst>
                  <a:gd name="textAreaLeft" fmla="*/ 0 w 195480"/>
                  <a:gd name="textAreaRight" fmla="*/ 199080 w 195480"/>
                  <a:gd name="textAreaTop" fmla="*/ 0 h 187920"/>
                  <a:gd name="textAreaBottom" fmla="*/ 191520 h 187920"/>
                </a:gdLst>
                <a:ahLst/>
                <a:cxnLst/>
                <a:rect l="textAreaLeft" t="textAreaTop" r="textAreaRight" b="textAreaBottom"/>
                <a:pathLst>
                  <a:path w="199072" h="191452">
                    <a:moveTo>
                      <a:pt x="0" y="96393"/>
                    </a:moveTo>
                    <a:lnTo>
                      <a:pt x="0" y="95726"/>
                    </a:lnTo>
                    <a:cubicBezTo>
                      <a:pt x="0" y="42863"/>
                      <a:pt x="42577" y="0"/>
                      <a:pt x="99917" y="0"/>
                    </a:cubicBezTo>
                    <a:cubicBezTo>
                      <a:pt x="157258" y="0"/>
                      <a:pt x="199072" y="41910"/>
                      <a:pt x="199072" y="95059"/>
                    </a:cubicBezTo>
                    <a:lnTo>
                      <a:pt x="199072" y="95726"/>
                    </a:lnTo>
                    <a:cubicBezTo>
                      <a:pt x="199072" y="148590"/>
                      <a:pt x="156496" y="191452"/>
                      <a:pt x="99155" y="191452"/>
                    </a:cubicBezTo>
                    <a:cubicBezTo>
                      <a:pt x="41815" y="191452"/>
                      <a:pt x="0" y="149542"/>
                      <a:pt x="0" y="96393"/>
                    </a:cubicBezTo>
                    <a:close/>
                    <a:moveTo>
                      <a:pt x="147542" y="96393"/>
                    </a:moveTo>
                    <a:lnTo>
                      <a:pt x="147542" y="95726"/>
                    </a:lnTo>
                    <a:cubicBezTo>
                      <a:pt x="147542" y="68580"/>
                      <a:pt x="128016" y="44958"/>
                      <a:pt x="99155" y="44958"/>
                    </a:cubicBezTo>
                    <a:cubicBezTo>
                      <a:pt x="70295" y="44958"/>
                      <a:pt x="51435" y="67627"/>
                      <a:pt x="51435" y="95059"/>
                    </a:cubicBezTo>
                    <a:lnTo>
                      <a:pt x="51435" y="95726"/>
                    </a:lnTo>
                    <a:cubicBezTo>
                      <a:pt x="51435" y="122873"/>
                      <a:pt x="70961" y="146494"/>
                      <a:pt x="99822" y="146494"/>
                    </a:cubicBezTo>
                    <a:cubicBezTo>
                      <a:pt x="128683" y="146494"/>
                      <a:pt x="147542" y="123825"/>
                      <a:pt x="147542" y="96393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29" name="Google Shape;2220;p 2"/>
              <p:cNvSpPr/>
              <p:nvPr/>
            </p:nvSpPr>
            <p:spPr>
              <a:xfrm>
                <a:off x="1132200" y="6260400"/>
                <a:ext cx="189720" cy="239400"/>
              </a:xfrm>
              <a:custGeom>
                <a:avLst/>
                <a:gdLst>
                  <a:gd name="textAreaLeft" fmla="*/ 0 w 189720"/>
                  <a:gd name="textAreaRight" fmla="*/ 193320 w 189720"/>
                  <a:gd name="textAreaTop" fmla="*/ 0 h 239400"/>
                  <a:gd name="textAreaBottom" fmla="*/ 243000 h 239400"/>
                </a:gdLst>
                <a:ahLst/>
                <a:cxnLst/>
                <a:rect l="textAreaLeft" t="textAreaTop" r="textAreaRight" b="textAreaBottom"/>
                <a:pathLst>
                  <a:path w="193262" h="242887">
                    <a:moveTo>
                      <a:pt x="9430" y="223838"/>
                    </a:moveTo>
                    <a:lnTo>
                      <a:pt x="27242" y="184690"/>
                    </a:lnTo>
                    <a:cubicBezTo>
                      <a:pt x="46482" y="195358"/>
                      <a:pt x="64675" y="201549"/>
                      <a:pt x="89344" y="201549"/>
                    </a:cubicBezTo>
                    <a:cubicBezTo>
                      <a:pt x="125063" y="201549"/>
                      <a:pt x="141827" y="184404"/>
                      <a:pt x="141827" y="151448"/>
                    </a:cubicBezTo>
                    <a:lnTo>
                      <a:pt x="141827" y="142494"/>
                    </a:lnTo>
                    <a:cubicBezTo>
                      <a:pt x="126397" y="161354"/>
                      <a:pt x="109538" y="172307"/>
                      <a:pt x="81725" y="172307"/>
                    </a:cubicBezTo>
                    <a:cubicBezTo>
                      <a:pt x="38862" y="172307"/>
                      <a:pt x="0" y="141446"/>
                      <a:pt x="0" y="86487"/>
                    </a:cubicBezTo>
                    <a:lnTo>
                      <a:pt x="0" y="85820"/>
                    </a:lnTo>
                    <a:cubicBezTo>
                      <a:pt x="0" y="30861"/>
                      <a:pt x="39433" y="0"/>
                      <a:pt x="81725" y="0"/>
                    </a:cubicBezTo>
                    <a:cubicBezTo>
                      <a:pt x="110204" y="0"/>
                      <a:pt x="127063" y="12002"/>
                      <a:pt x="141065" y="27432"/>
                    </a:cubicBezTo>
                    <a:lnTo>
                      <a:pt x="141065" y="3429"/>
                    </a:lnTo>
                    <a:lnTo>
                      <a:pt x="193262" y="3429"/>
                    </a:lnTo>
                    <a:lnTo>
                      <a:pt x="193262" y="145828"/>
                    </a:lnTo>
                    <a:cubicBezTo>
                      <a:pt x="193262" y="178403"/>
                      <a:pt x="185356" y="202787"/>
                      <a:pt x="169926" y="218218"/>
                    </a:cubicBezTo>
                    <a:cubicBezTo>
                      <a:pt x="152400" y="235744"/>
                      <a:pt x="126302" y="242888"/>
                      <a:pt x="90678" y="242888"/>
                    </a:cubicBezTo>
                    <a:cubicBezTo>
                      <a:pt x="60484" y="242888"/>
                      <a:pt x="32671" y="236029"/>
                      <a:pt x="9335" y="223647"/>
                    </a:cubicBezTo>
                    <a:close/>
                    <a:moveTo>
                      <a:pt x="141923" y="86582"/>
                    </a:moveTo>
                    <a:lnTo>
                      <a:pt x="141923" y="85916"/>
                    </a:lnTo>
                    <a:cubicBezTo>
                      <a:pt x="141923" y="60865"/>
                      <a:pt x="122682" y="43339"/>
                      <a:pt x="96965" y="43339"/>
                    </a:cubicBezTo>
                    <a:cubicBezTo>
                      <a:pt x="71247" y="43339"/>
                      <a:pt x="52388" y="60865"/>
                      <a:pt x="52388" y="85916"/>
                    </a:cubicBezTo>
                    <a:lnTo>
                      <a:pt x="52388" y="86582"/>
                    </a:lnTo>
                    <a:cubicBezTo>
                      <a:pt x="52388" y="112300"/>
                      <a:pt x="71247" y="129159"/>
                      <a:pt x="96965" y="129159"/>
                    </a:cubicBezTo>
                    <a:cubicBezTo>
                      <a:pt x="122682" y="129159"/>
                      <a:pt x="141923" y="111633"/>
                      <a:pt x="141923" y="86582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0" name="Google Shape;2221;p 2"/>
              <p:cNvSpPr/>
              <p:nvPr/>
            </p:nvSpPr>
            <p:spPr>
              <a:xfrm>
                <a:off x="1373040" y="6197400"/>
                <a:ext cx="51480" cy="246960"/>
              </a:xfrm>
              <a:custGeom>
                <a:avLst/>
                <a:gdLst>
                  <a:gd name="textAreaLeft" fmla="*/ 0 w 51480"/>
                  <a:gd name="textAreaRight" fmla="*/ 55080 w 51480"/>
                  <a:gd name="textAreaTop" fmla="*/ 0 h 246960"/>
                  <a:gd name="textAreaBottom" fmla="*/ 250560 h 246960"/>
                </a:gdLst>
                <a:ahLst/>
                <a:cxnLst/>
                <a:rect l="textAreaLeft" t="textAreaTop" r="textAreaRight" b="textAreaBottom"/>
                <a:pathLst>
                  <a:path w="54959" h="250507">
                    <a:moveTo>
                      <a:pt x="0" y="0"/>
                    </a:moveTo>
                    <a:lnTo>
                      <a:pt x="54959" y="0"/>
                    </a:lnTo>
                    <a:lnTo>
                      <a:pt x="54959" y="46292"/>
                    </a:lnTo>
                    <a:lnTo>
                      <a:pt x="0" y="46292"/>
                    </a:lnTo>
                    <a:lnTo>
                      <a:pt x="0" y="0"/>
                    </a:lnTo>
                    <a:close/>
                    <a:moveTo>
                      <a:pt x="1333" y="66580"/>
                    </a:moveTo>
                    <a:lnTo>
                      <a:pt x="53531" y="66580"/>
                    </a:lnTo>
                    <a:lnTo>
                      <a:pt x="53531" y="250508"/>
                    </a:lnTo>
                    <a:lnTo>
                      <a:pt x="1333" y="250508"/>
                    </a:lnTo>
                    <a:lnTo>
                      <a:pt x="1333" y="66580"/>
                    </a:ln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1" name="Google Shape;2222;p 2"/>
              <p:cNvSpPr/>
              <p:nvPr/>
            </p:nvSpPr>
            <p:spPr>
              <a:xfrm>
                <a:off x="1464840" y="6261840"/>
                <a:ext cx="165600" cy="185760"/>
              </a:xfrm>
              <a:custGeom>
                <a:avLst/>
                <a:gdLst>
                  <a:gd name="textAreaLeft" fmla="*/ 0 w 165600"/>
                  <a:gd name="textAreaRight" fmla="*/ 169200 w 165600"/>
                  <a:gd name="textAreaTop" fmla="*/ 0 h 185760"/>
                  <a:gd name="textAreaBottom" fmla="*/ 189360 h 185760"/>
                </a:gdLst>
                <a:ahLst/>
                <a:cxnLst/>
                <a:rect l="textAreaLeft" t="textAreaTop" r="textAreaRight" b="textAreaBottom"/>
                <a:pathLst>
                  <a:path w="169259" h="189452">
                    <a:moveTo>
                      <a:pt x="95" y="133159"/>
                    </a:moveTo>
                    <a:lnTo>
                      <a:pt x="95" y="132493"/>
                    </a:lnTo>
                    <a:cubicBezTo>
                      <a:pt x="95" y="92678"/>
                      <a:pt x="30671" y="73819"/>
                      <a:pt x="74200" y="73819"/>
                    </a:cubicBezTo>
                    <a:cubicBezTo>
                      <a:pt x="93059" y="73819"/>
                      <a:pt x="105823" y="76867"/>
                      <a:pt x="119158" y="81344"/>
                    </a:cubicBezTo>
                    <a:lnTo>
                      <a:pt x="119158" y="78296"/>
                    </a:lnTo>
                    <a:cubicBezTo>
                      <a:pt x="119158" y="56293"/>
                      <a:pt x="105727" y="44672"/>
                      <a:pt x="79724" y="44672"/>
                    </a:cubicBezTo>
                    <a:cubicBezTo>
                      <a:pt x="59436" y="44672"/>
                      <a:pt x="45720" y="48101"/>
                      <a:pt x="28956" y="54578"/>
                    </a:cubicBezTo>
                    <a:lnTo>
                      <a:pt x="15907" y="14764"/>
                    </a:lnTo>
                    <a:cubicBezTo>
                      <a:pt x="36195" y="6191"/>
                      <a:pt x="56102" y="0"/>
                      <a:pt x="87249" y="0"/>
                    </a:cubicBezTo>
                    <a:cubicBezTo>
                      <a:pt x="116110" y="0"/>
                      <a:pt x="136017" y="7239"/>
                      <a:pt x="149352" y="20574"/>
                    </a:cubicBezTo>
                    <a:cubicBezTo>
                      <a:pt x="162687" y="33909"/>
                      <a:pt x="169259" y="54578"/>
                      <a:pt x="169259" y="79248"/>
                    </a:cubicBezTo>
                    <a:lnTo>
                      <a:pt x="169259" y="186023"/>
                    </a:lnTo>
                    <a:lnTo>
                      <a:pt x="118777" y="186023"/>
                    </a:lnTo>
                    <a:lnTo>
                      <a:pt x="118777" y="166116"/>
                    </a:lnTo>
                    <a:cubicBezTo>
                      <a:pt x="106108" y="180213"/>
                      <a:pt x="88868" y="189452"/>
                      <a:pt x="63151" y="189452"/>
                    </a:cubicBezTo>
                    <a:cubicBezTo>
                      <a:pt x="28480" y="189452"/>
                      <a:pt x="0" y="169926"/>
                      <a:pt x="0" y="133159"/>
                    </a:cubicBezTo>
                    <a:close/>
                    <a:moveTo>
                      <a:pt x="119920" y="121158"/>
                    </a:moveTo>
                    <a:lnTo>
                      <a:pt x="119920" y="111919"/>
                    </a:lnTo>
                    <a:cubicBezTo>
                      <a:pt x="110681" y="107823"/>
                      <a:pt x="99346" y="105061"/>
                      <a:pt x="86582" y="105061"/>
                    </a:cubicBezTo>
                    <a:cubicBezTo>
                      <a:pt x="64294" y="105061"/>
                      <a:pt x="50578" y="114014"/>
                      <a:pt x="50578" y="130492"/>
                    </a:cubicBezTo>
                    <a:lnTo>
                      <a:pt x="50578" y="131159"/>
                    </a:lnTo>
                    <a:cubicBezTo>
                      <a:pt x="50578" y="145256"/>
                      <a:pt x="62294" y="153448"/>
                      <a:pt x="79058" y="153448"/>
                    </a:cubicBezTo>
                    <a:cubicBezTo>
                      <a:pt x="103727" y="153448"/>
                      <a:pt x="119920" y="140398"/>
                      <a:pt x="119920" y="121158"/>
                    </a:cubicBezTo>
                    <a:close/>
                  </a:path>
                </a:pathLst>
              </a:custGeom>
              <a:solidFill>
                <a:srgbClr val="6238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332" name="Google Shape;2223;p 2"/>
            <p:cNvGrpSpPr/>
            <p:nvPr/>
          </p:nvGrpSpPr>
          <p:grpSpPr>
            <a:xfrm>
              <a:off x="548640" y="5682960"/>
              <a:ext cx="474840" cy="116280"/>
              <a:chOff x="548640" y="5682960"/>
              <a:chExt cx="474840" cy="116280"/>
            </a:xfrm>
          </p:grpSpPr>
          <p:sp>
            <p:nvSpPr>
              <p:cNvPr id="2333" name="Google Shape;2224;p 2"/>
              <p:cNvSpPr/>
              <p:nvPr/>
            </p:nvSpPr>
            <p:spPr>
              <a:xfrm>
                <a:off x="952200" y="5688000"/>
                <a:ext cx="71280" cy="110880"/>
              </a:xfrm>
              <a:custGeom>
                <a:avLst/>
                <a:gdLst>
                  <a:gd name="textAreaLeft" fmla="*/ 0 w 71280"/>
                  <a:gd name="textAreaRight" fmla="*/ 74880 w 71280"/>
                  <a:gd name="textAreaTop" fmla="*/ 0 h 110880"/>
                  <a:gd name="textAreaBottom" fmla="*/ 114480 h 110880"/>
                </a:gdLst>
                <a:ahLst/>
                <a:cxnLst/>
                <a:rect l="textAreaLeft" t="textAreaTop" r="textAreaRight" b="textAreaBottom"/>
                <a:pathLst>
                  <a:path w="74961" h="114395">
                    <a:moveTo>
                      <a:pt x="74962" y="91535"/>
                    </a:moveTo>
                    <a:cubicBezTo>
                      <a:pt x="74390" y="91535"/>
                      <a:pt x="73914" y="91535"/>
                      <a:pt x="73343" y="91535"/>
                    </a:cubicBezTo>
                    <a:cubicBezTo>
                      <a:pt x="50768" y="91535"/>
                      <a:pt x="34385" y="77057"/>
                      <a:pt x="34385" y="57150"/>
                    </a:cubicBezTo>
                    <a:lnTo>
                      <a:pt x="34385" y="56674"/>
                    </a:lnTo>
                    <a:cubicBezTo>
                      <a:pt x="34385" y="37624"/>
                      <a:pt x="50768" y="22670"/>
                      <a:pt x="71723" y="22670"/>
                    </a:cubicBezTo>
                    <a:cubicBezTo>
                      <a:pt x="72866" y="22670"/>
                      <a:pt x="73914" y="22670"/>
                      <a:pt x="74962" y="22765"/>
                    </a:cubicBezTo>
                    <a:lnTo>
                      <a:pt x="74962" y="0"/>
                    </a:lnTo>
                    <a:cubicBezTo>
                      <a:pt x="74009" y="0"/>
                      <a:pt x="72962" y="0"/>
                      <a:pt x="72009" y="0"/>
                    </a:cubicBezTo>
                    <a:cubicBezTo>
                      <a:pt x="30956" y="0"/>
                      <a:pt x="0" y="24575"/>
                      <a:pt x="0" y="57245"/>
                    </a:cubicBezTo>
                    <a:lnTo>
                      <a:pt x="0" y="57626"/>
                    </a:lnTo>
                    <a:cubicBezTo>
                      <a:pt x="0" y="89440"/>
                      <a:pt x="31432" y="114395"/>
                      <a:pt x="71438" y="114395"/>
                    </a:cubicBezTo>
                    <a:cubicBezTo>
                      <a:pt x="72676" y="114395"/>
                      <a:pt x="73819" y="114395"/>
                      <a:pt x="74962" y="114395"/>
                    </a:cubicBezTo>
                    <a:lnTo>
                      <a:pt x="74962" y="91535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4" name="Google Shape;2225;p 2"/>
              <p:cNvSpPr/>
              <p:nvPr/>
            </p:nvSpPr>
            <p:spPr>
              <a:xfrm>
                <a:off x="548640" y="5682960"/>
                <a:ext cx="104760" cy="116280"/>
              </a:xfrm>
              <a:custGeom>
                <a:avLst/>
                <a:gdLst>
                  <a:gd name="textAreaLeft" fmla="*/ 0 w 104760"/>
                  <a:gd name="textAreaRight" fmla="*/ 108360 w 104760"/>
                  <a:gd name="textAreaTop" fmla="*/ 0 h 116280"/>
                  <a:gd name="textAreaBottom" fmla="*/ 119880 h 116280"/>
                </a:gdLst>
                <a:ahLst/>
                <a:cxnLst/>
                <a:rect l="textAreaLeft" t="textAreaTop" r="textAreaRight" b="textAreaBottom"/>
                <a:pathLst>
                  <a:path w="108299" h="119824">
                    <a:moveTo>
                      <a:pt x="63818" y="48387"/>
                    </a:moveTo>
                    <a:cubicBezTo>
                      <a:pt x="39624" y="43244"/>
                      <a:pt x="36195" y="40767"/>
                      <a:pt x="36195" y="33052"/>
                    </a:cubicBezTo>
                    <a:lnTo>
                      <a:pt x="36195" y="32671"/>
                    </a:lnTo>
                    <a:cubicBezTo>
                      <a:pt x="36195" y="27051"/>
                      <a:pt x="42386" y="22574"/>
                      <a:pt x="54197" y="22574"/>
                    </a:cubicBezTo>
                    <a:cubicBezTo>
                      <a:pt x="60198" y="22574"/>
                      <a:pt x="68104" y="24194"/>
                      <a:pt x="73628" y="26289"/>
                    </a:cubicBezTo>
                    <a:lnTo>
                      <a:pt x="73628" y="1905"/>
                    </a:lnTo>
                    <a:cubicBezTo>
                      <a:pt x="68485" y="1048"/>
                      <a:pt x="60674" y="0"/>
                      <a:pt x="54673" y="0"/>
                    </a:cubicBezTo>
                    <a:cubicBezTo>
                      <a:pt x="26003" y="0"/>
                      <a:pt x="5620" y="14002"/>
                      <a:pt x="5620" y="35147"/>
                    </a:cubicBezTo>
                    <a:lnTo>
                      <a:pt x="5620" y="35433"/>
                    </a:lnTo>
                    <a:cubicBezTo>
                      <a:pt x="5620" y="58579"/>
                      <a:pt x="23813" y="65056"/>
                      <a:pt x="52007" y="71057"/>
                    </a:cubicBezTo>
                    <a:cubicBezTo>
                      <a:pt x="75438" y="76010"/>
                      <a:pt x="77629" y="79343"/>
                      <a:pt x="77629" y="85916"/>
                    </a:cubicBezTo>
                    <a:lnTo>
                      <a:pt x="77629" y="86201"/>
                    </a:lnTo>
                    <a:cubicBezTo>
                      <a:pt x="77629" y="93059"/>
                      <a:pt x="70009" y="97155"/>
                      <a:pt x="57436" y="97155"/>
                    </a:cubicBezTo>
                    <a:cubicBezTo>
                      <a:pt x="41434" y="97155"/>
                      <a:pt x="30861" y="91631"/>
                      <a:pt x="18193" y="83058"/>
                    </a:cubicBezTo>
                    <a:lnTo>
                      <a:pt x="0" y="101156"/>
                    </a:lnTo>
                    <a:cubicBezTo>
                      <a:pt x="16764" y="113633"/>
                      <a:pt x="35623" y="119825"/>
                      <a:pt x="56864" y="119825"/>
                    </a:cubicBezTo>
                    <a:cubicBezTo>
                      <a:pt x="87058" y="119825"/>
                      <a:pt x="108299" y="106871"/>
                      <a:pt x="108299" y="83725"/>
                    </a:cubicBezTo>
                    <a:lnTo>
                      <a:pt x="108299" y="83439"/>
                    </a:lnTo>
                    <a:cubicBezTo>
                      <a:pt x="108299" y="63151"/>
                      <a:pt x="92297" y="54673"/>
                      <a:pt x="63913" y="48482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5" name="Google Shape;2226;p 2"/>
              <p:cNvSpPr/>
              <p:nvPr/>
            </p:nvSpPr>
            <p:spPr>
              <a:xfrm>
                <a:off x="653040" y="5699520"/>
                <a:ext cx="101520" cy="95760"/>
              </a:xfrm>
              <a:custGeom>
                <a:avLst/>
                <a:gdLst>
                  <a:gd name="textAreaLeft" fmla="*/ 0 w 101520"/>
                  <a:gd name="textAreaRight" fmla="*/ 105120 w 101520"/>
                  <a:gd name="textAreaTop" fmla="*/ 0 h 95760"/>
                  <a:gd name="textAreaBottom" fmla="*/ 99360 h 95760"/>
                </a:gdLst>
                <a:ahLst/>
                <a:cxnLst/>
                <a:rect l="textAreaLeft" t="textAreaTop" r="textAreaRight" b="textAreaBottom"/>
                <a:pathLst>
                  <a:path w="105251" h="99440">
                    <a:moveTo>
                      <a:pt x="30004" y="42005"/>
                    </a:moveTo>
                    <a:cubicBezTo>
                      <a:pt x="32385" y="29718"/>
                      <a:pt x="40672" y="21717"/>
                      <a:pt x="53340" y="21717"/>
                    </a:cubicBezTo>
                    <a:cubicBezTo>
                      <a:pt x="66008" y="21717"/>
                      <a:pt x="74295" y="29908"/>
                      <a:pt x="76105" y="42005"/>
                    </a:cubicBezTo>
                    <a:lnTo>
                      <a:pt x="30004" y="42005"/>
                    </a:lnTo>
                    <a:close/>
                    <a:moveTo>
                      <a:pt x="53340" y="0"/>
                    </a:moveTo>
                    <a:cubicBezTo>
                      <a:pt x="21908" y="0"/>
                      <a:pt x="0" y="22479"/>
                      <a:pt x="0" y="49720"/>
                    </a:cubicBezTo>
                    <a:lnTo>
                      <a:pt x="0" y="50102"/>
                    </a:lnTo>
                    <a:cubicBezTo>
                      <a:pt x="0" y="79343"/>
                      <a:pt x="24003" y="99441"/>
                      <a:pt x="56388" y="99441"/>
                    </a:cubicBezTo>
                    <a:cubicBezTo>
                      <a:pt x="57341" y="99441"/>
                      <a:pt x="60293" y="99346"/>
                      <a:pt x="61246" y="99346"/>
                    </a:cubicBezTo>
                    <a:lnTo>
                      <a:pt x="61246" y="77534"/>
                    </a:lnTo>
                    <a:cubicBezTo>
                      <a:pt x="60484" y="77534"/>
                      <a:pt x="57531" y="77724"/>
                      <a:pt x="56769" y="77724"/>
                    </a:cubicBezTo>
                    <a:cubicBezTo>
                      <a:pt x="43053" y="77724"/>
                      <a:pt x="33433" y="71342"/>
                      <a:pt x="30385" y="59055"/>
                    </a:cubicBezTo>
                    <a:lnTo>
                      <a:pt x="104870" y="59055"/>
                    </a:lnTo>
                    <a:cubicBezTo>
                      <a:pt x="105061" y="56579"/>
                      <a:pt x="105251" y="54959"/>
                      <a:pt x="105251" y="52292"/>
                    </a:cubicBezTo>
                    <a:lnTo>
                      <a:pt x="105251" y="51911"/>
                    </a:lnTo>
                    <a:cubicBezTo>
                      <a:pt x="105251" y="24860"/>
                      <a:pt x="89440" y="95"/>
                      <a:pt x="53340" y="95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6" name="Google Shape;2227;p 2"/>
              <p:cNvSpPr/>
              <p:nvPr/>
            </p:nvSpPr>
            <p:spPr>
              <a:xfrm>
                <a:off x="757080" y="5700600"/>
                <a:ext cx="95040" cy="92880"/>
              </a:xfrm>
              <a:custGeom>
                <a:avLst/>
                <a:gdLst>
                  <a:gd name="textAreaLeft" fmla="*/ 0 w 95040"/>
                  <a:gd name="textAreaRight" fmla="*/ 98640 w 95040"/>
                  <a:gd name="textAreaTop" fmla="*/ 0 h 92880"/>
                  <a:gd name="textAreaBottom" fmla="*/ 96480 h 92880"/>
                </a:gdLst>
                <a:ahLst/>
                <a:cxnLst/>
                <a:rect l="textAreaLeft" t="textAreaTop" r="textAreaRight" b="textAreaBottom"/>
                <a:pathLst>
                  <a:path w="98488" h="96583">
                    <a:moveTo>
                      <a:pt x="98393" y="46006"/>
                    </a:moveTo>
                    <a:cubicBezTo>
                      <a:pt x="98393" y="20193"/>
                      <a:pt x="82582" y="0"/>
                      <a:pt x="49244" y="0"/>
                    </a:cubicBezTo>
                    <a:cubicBezTo>
                      <a:pt x="15907" y="0"/>
                      <a:pt x="0" y="20193"/>
                      <a:pt x="0" y="46006"/>
                    </a:cubicBezTo>
                    <a:lnTo>
                      <a:pt x="0" y="96584"/>
                    </a:lnTo>
                    <a:lnTo>
                      <a:pt x="30956" y="96584"/>
                    </a:lnTo>
                    <a:lnTo>
                      <a:pt x="30956" y="44196"/>
                    </a:lnTo>
                    <a:cubicBezTo>
                      <a:pt x="31528" y="34671"/>
                      <a:pt x="35243" y="23336"/>
                      <a:pt x="49244" y="23336"/>
                    </a:cubicBezTo>
                    <a:cubicBezTo>
                      <a:pt x="63246" y="23336"/>
                      <a:pt x="67247" y="34671"/>
                      <a:pt x="67818" y="44196"/>
                    </a:cubicBezTo>
                    <a:lnTo>
                      <a:pt x="67818" y="96584"/>
                    </a:lnTo>
                    <a:lnTo>
                      <a:pt x="98489" y="96584"/>
                    </a:lnTo>
                    <a:lnTo>
                      <a:pt x="98489" y="46006"/>
                    </a:lnTo>
                    <a:close/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37" name="Google Shape;2228;p 2"/>
              <p:cNvSpPr/>
              <p:nvPr/>
            </p:nvSpPr>
            <p:spPr>
              <a:xfrm>
                <a:off x="854640" y="5700240"/>
                <a:ext cx="95760" cy="94680"/>
              </a:xfrm>
              <a:custGeom>
                <a:avLst/>
                <a:gdLst>
                  <a:gd name="textAreaLeft" fmla="*/ 0 w 95760"/>
                  <a:gd name="textAreaRight" fmla="*/ 99360 w 95760"/>
                  <a:gd name="textAreaTop" fmla="*/ 0 h 94680"/>
                  <a:gd name="textAreaBottom" fmla="*/ 98280 h 94680"/>
                </a:gdLst>
                <a:ahLst/>
                <a:cxnLst/>
                <a:rect l="textAreaLeft" t="textAreaTop" r="textAreaRight" b="textAreaBottom"/>
                <a:pathLst>
                  <a:path w="99345" h="98202">
                    <a:moveTo>
                      <a:pt x="51149" y="0"/>
                    </a:moveTo>
                    <a:cubicBezTo>
                      <a:pt x="49816" y="0"/>
                      <a:pt x="45148" y="0"/>
                      <a:pt x="43815" y="0"/>
                    </a:cubicBezTo>
                    <a:lnTo>
                      <a:pt x="43815" y="23051"/>
                    </a:lnTo>
                    <a:cubicBezTo>
                      <a:pt x="49816" y="23051"/>
                      <a:pt x="57912" y="24098"/>
                      <a:pt x="61627" y="26003"/>
                    </a:cubicBezTo>
                    <a:cubicBezTo>
                      <a:pt x="66961" y="28861"/>
                      <a:pt x="69723" y="33528"/>
                      <a:pt x="69914" y="40005"/>
                    </a:cubicBezTo>
                    <a:cubicBezTo>
                      <a:pt x="62579" y="39148"/>
                      <a:pt x="54388" y="38576"/>
                      <a:pt x="47149" y="38386"/>
                    </a:cubicBezTo>
                    <a:cubicBezTo>
                      <a:pt x="17907" y="37624"/>
                      <a:pt x="3429" y="47339"/>
                      <a:pt x="571" y="62770"/>
                    </a:cubicBezTo>
                    <a:cubicBezTo>
                      <a:pt x="571" y="63056"/>
                      <a:pt x="476" y="63341"/>
                      <a:pt x="381" y="63627"/>
                    </a:cubicBezTo>
                    <a:cubicBezTo>
                      <a:pt x="381" y="63722"/>
                      <a:pt x="381" y="63818"/>
                      <a:pt x="381" y="63913"/>
                    </a:cubicBezTo>
                    <a:cubicBezTo>
                      <a:pt x="191" y="65342"/>
                      <a:pt x="0" y="66961"/>
                      <a:pt x="0" y="68580"/>
                    </a:cubicBezTo>
                    <a:lnTo>
                      <a:pt x="0" y="68961"/>
                    </a:lnTo>
                    <a:cubicBezTo>
                      <a:pt x="0" y="87916"/>
                      <a:pt x="16764" y="98203"/>
                      <a:pt x="37052" y="98203"/>
                    </a:cubicBezTo>
                    <a:cubicBezTo>
                      <a:pt x="52006" y="98203"/>
                      <a:pt x="62294" y="93345"/>
                      <a:pt x="69723" y="86106"/>
                    </a:cubicBezTo>
                    <a:lnTo>
                      <a:pt x="69723" y="97155"/>
                    </a:lnTo>
                    <a:lnTo>
                      <a:pt x="99346" y="97155"/>
                    </a:lnTo>
                    <a:lnTo>
                      <a:pt x="99346" y="41148"/>
                    </a:lnTo>
                    <a:cubicBezTo>
                      <a:pt x="99346" y="15335"/>
                      <a:pt x="84677" y="0"/>
                      <a:pt x="51244" y="0"/>
                    </a:cubicBezTo>
                    <a:moveTo>
                      <a:pt x="70009" y="63056"/>
                    </a:moveTo>
                    <a:cubicBezTo>
                      <a:pt x="67342" y="77057"/>
                      <a:pt x="52959" y="79058"/>
                      <a:pt x="49720" y="79248"/>
                    </a:cubicBezTo>
                    <a:cubicBezTo>
                      <a:pt x="26384" y="80486"/>
                      <a:pt x="25622" y="64580"/>
                      <a:pt x="33433" y="59722"/>
                    </a:cubicBezTo>
                    <a:cubicBezTo>
                      <a:pt x="43910" y="53245"/>
                      <a:pt x="70199" y="56864"/>
                      <a:pt x="70199" y="56864"/>
                    </a:cubicBezTo>
                    <a:cubicBezTo>
                      <a:pt x="70199" y="57817"/>
                      <a:pt x="70485" y="60198"/>
                      <a:pt x="70199" y="63056"/>
                    </a:cubicBezTo>
                  </a:path>
                </a:pathLst>
              </a:custGeom>
              <a:solidFill>
                <a:srgbClr val="2924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5000" bIns="45000" anchor="ctr">
                <a:noAutofit/>
              </a:bodyPr>
              <a:p>
                <a:pPr>
                  <a:lnSpc>
                    <a:spcPct val="100000"/>
                  </a:lnSpc>
                </a:pPr>
                <a:endParaRPr b="0" lang="pt-BR" sz="14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pic>
        <p:nvPicPr>
          <p:cNvPr id="2338" name="" descr=""/>
          <p:cNvPicPr/>
          <p:nvPr/>
        </p:nvPicPr>
        <p:blipFill>
          <a:blip r:embed="rId2"/>
          <a:stretch/>
        </p:blipFill>
        <p:spPr>
          <a:xfrm>
            <a:off x="7560000" y="900000"/>
            <a:ext cx="4497480" cy="4497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9" name="Google Shape;2552;p 1"/>
          <p:cNvSpPr/>
          <p:nvPr/>
        </p:nvSpPr>
        <p:spPr>
          <a:xfrm>
            <a:off x="839160" y="2095200"/>
            <a:ext cx="5427360" cy="19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DA ULTIMA AULA?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PlaceHolder 1"/>
          <p:cNvSpPr>
            <a:spLocks noGrp="1"/>
          </p:cNvSpPr>
          <p:nvPr>
            <p:ph/>
          </p:nvPr>
        </p:nvSpPr>
        <p:spPr>
          <a:xfrm>
            <a:off x="1363680" y="1356840"/>
            <a:ext cx="5208120" cy="59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Continuando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1" name="PlaceHolder 2"/>
          <p:cNvSpPr>
            <a:spLocks noGrp="1"/>
          </p:cNvSpPr>
          <p:nvPr>
            <p:ph/>
          </p:nvPr>
        </p:nvSpPr>
        <p:spPr>
          <a:xfrm>
            <a:off x="1363680" y="2301480"/>
            <a:ext cx="9504000" cy="336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Linkedin?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Termos técnicos?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90000"/>
              </a:lnSpc>
              <a:buNone/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90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16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Correções dos exercícios?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42" name="Google Shape;2273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95;p18"/>
          <p:cNvSpPr/>
          <p:nvPr/>
        </p:nvSpPr>
        <p:spPr>
          <a:xfrm>
            <a:off x="768240" y="2872440"/>
            <a:ext cx="4021200" cy="16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8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BORA</a:t>
            </a:r>
            <a:br>
              <a:rPr sz="4800"/>
            </a:br>
            <a:r>
              <a:rPr b="1" lang="pt-BR" sz="48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COMEÇAR?</a:t>
            </a:r>
            <a:endParaRPr b="0" lang="pt-BR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44" name="Google Shape;2396;p18"/>
          <p:cNvGrpSpPr/>
          <p:nvPr/>
        </p:nvGrpSpPr>
        <p:grpSpPr>
          <a:xfrm>
            <a:off x="425520" y="2453400"/>
            <a:ext cx="689760" cy="689760"/>
            <a:chOff x="425520" y="2453400"/>
            <a:chExt cx="689760" cy="689760"/>
          </a:xfrm>
        </p:grpSpPr>
        <p:sp>
          <p:nvSpPr>
            <p:cNvPr id="2345" name="Google Shape;2397;p18"/>
            <p:cNvSpPr/>
            <p:nvPr/>
          </p:nvSpPr>
          <p:spPr>
            <a:xfrm>
              <a:off x="425520" y="2800080"/>
              <a:ext cx="343080" cy="343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6" name="Google Shape;2398;p18"/>
            <p:cNvSpPr/>
            <p:nvPr/>
          </p:nvSpPr>
          <p:spPr>
            <a:xfrm>
              <a:off x="772200" y="2453400"/>
              <a:ext cx="343080" cy="343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47" name="Google Shape;2399;p18"/>
          <p:cNvGrpSpPr/>
          <p:nvPr/>
        </p:nvGrpSpPr>
        <p:grpSpPr>
          <a:xfrm>
            <a:off x="4358160" y="3877920"/>
            <a:ext cx="689760" cy="689760"/>
            <a:chOff x="4358160" y="3877920"/>
            <a:chExt cx="689760" cy="689760"/>
          </a:xfrm>
        </p:grpSpPr>
        <p:sp>
          <p:nvSpPr>
            <p:cNvPr id="2348" name="Google Shape;2400;p18"/>
            <p:cNvSpPr/>
            <p:nvPr/>
          </p:nvSpPr>
          <p:spPr>
            <a:xfrm>
              <a:off x="4358160" y="4224600"/>
              <a:ext cx="343080" cy="343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9" name="Google Shape;2401;p18"/>
            <p:cNvSpPr/>
            <p:nvPr/>
          </p:nvSpPr>
          <p:spPr>
            <a:xfrm>
              <a:off x="4704840" y="3877920"/>
              <a:ext cx="343080" cy="343080"/>
            </a:xfrm>
            <a:prstGeom prst="rect">
              <a:avLst/>
            </a:prstGeom>
            <a:solidFill>
              <a:srgbClr val="6238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0" name="Google Shape;2402;p18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1" name="Google Shape;2403;p18" descr=""/>
          <p:cNvPicPr/>
          <p:nvPr/>
        </p:nvPicPr>
        <p:blipFill>
          <a:blip r:embed="rId2"/>
          <a:stretch/>
        </p:blipFill>
        <p:spPr>
          <a:xfrm>
            <a:off x="480240" y="475200"/>
            <a:ext cx="1348920" cy="23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480" cy="17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Git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53" name="Google Shape;2483;p 6"/>
          <p:cNvGrpSpPr/>
          <p:nvPr/>
        </p:nvGrpSpPr>
        <p:grpSpPr>
          <a:xfrm>
            <a:off x="358920" y="792360"/>
            <a:ext cx="564480" cy="564480"/>
            <a:chOff x="358920" y="792360"/>
            <a:chExt cx="564480" cy="564480"/>
          </a:xfrm>
        </p:grpSpPr>
        <p:sp>
          <p:nvSpPr>
            <p:cNvPr id="2354" name="Google Shape;2484;p 6"/>
            <p:cNvSpPr/>
            <p:nvPr/>
          </p:nvSpPr>
          <p:spPr>
            <a:xfrm>
              <a:off x="358920" y="107640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5" name="Google Shape;2485;p 6"/>
            <p:cNvSpPr/>
            <p:nvPr/>
          </p:nvSpPr>
          <p:spPr>
            <a:xfrm>
              <a:off x="642960" y="79236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56" name="Google Shape;2486;p 6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7" name=""/>
          <p:cNvSpPr/>
          <p:nvPr/>
        </p:nvSpPr>
        <p:spPr>
          <a:xfrm>
            <a:off x="4680000" y="1000440"/>
            <a:ext cx="7196760" cy="2574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se precisarmos alterar algo em uso?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rastrear quem trabalha no que quando?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desfazer funcionalidades, blocos?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Repositório </a:t>
            </a:r>
            <a:r>
              <a:rPr b="0" lang="pt-BR" sz="1400" strike="noStrike" u="sng">
                <a:solidFill>
                  <a:srgbClr val="000000"/>
                </a:solidFill>
                <a:effectLst/>
                <a:uFillTx/>
                <a:latin typeface="Arial"/>
              </a:rPr>
              <a:t>local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8000" indent="-216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Prove versionamento localmente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8" name="Google Shape;2585;p 2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59" name="Google Shape;2586;p 2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0" name=""/>
          <p:cNvSpPr/>
          <p:nvPr/>
        </p:nvSpPr>
        <p:spPr>
          <a:xfrm>
            <a:off x="5040000" y="540000"/>
            <a:ext cx="683676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1" name="PlaceHolder 8"/>
          <p:cNvSpPr/>
          <p:nvPr/>
        </p:nvSpPr>
        <p:spPr>
          <a:xfrm>
            <a:off x="643320" y="1084320"/>
            <a:ext cx="34174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480" cy="17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Git flow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63" name="Google Shape;2483;p 2"/>
          <p:cNvGrpSpPr/>
          <p:nvPr/>
        </p:nvGrpSpPr>
        <p:grpSpPr>
          <a:xfrm>
            <a:off x="358920" y="792360"/>
            <a:ext cx="564480" cy="564480"/>
            <a:chOff x="358920" y="792360"/>
            <a:chExt cx="564480" cy="564480"/>
          </a:xfrm>
        </p:grpSpPr>
        <p:sp>
          <p:nvSpPr>
            <p:cNvPr id="2364" name="Google Shape;2484;p 2"/>
            <p:cNvSpPr/>
            <p:nvPr/>
          </p:nvSpPr>
          <p:spPr>
            <a:xfrm>
              <a:off x="358920" y="107640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5" name="Google Shape;2485;p 2"/>
            <p:cNvSpPr/>
            <p:nvPr/>
          </p:nvSpPr>
          <p:spPr>
            <a:xfrm>
              <a:off x="642960" y="79236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66" name="Google Shape;2486;p 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7" name="" descr=""/>
          <p:cNvPicPr/>
          <p:nvPr/>
        </p:nvPicPr>
        <p:blipFill>
          <a:blip r:embed="rId2"/>
          <a:stretch/>
        </p:blipFill>
        <p:spPr>
          <a:xfrm>
            <a:off x="4860000" y="1013040"/>
            <a:ext cx="6987240" cy="492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" name="Google Shape;2585;p 3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69" name="Google Shape;2586;p 3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70" name=""/>
          <p:cNvSpPr/>
          <p:nvPr/>
        </p:nvSpPr>
        <p:spPr>
          <a:xfrm>
            <a:off x="5040000" y="540000"/>
            <a:ext cx="683676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1" name="PlaceHolder 6"/>
          <p:cNvSpPr/>
          <p:nvPr/>
        </p:nvSpPr>
        <p:spPr>
          <a:xfrm>
            <a:off x="643320" y="1084320"/>
            <a:ext cx="34174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505;p29"/>
          <p:cNvSpPr/>
          <p:nvPr/>
        </p:nvSpPr>
        <p:spPr>
          <a:xfrm>
            <a:off x="1858320" y="1430640"/>
            <a:ext cx="454896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pt-BR" sz="32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É HORA DE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3" name="Google Shape;2506;p29"/>
          <p:cNvSpPr/>
          <p:nvPr/>
        </p:nvSpPr>
        <p:spPr>
          <a:xfrm>
            <a:off x="1771200" y="2014200"/>
            <a:ext cx="445068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8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BEBER UMA ÁGUA.</a:t>
            </a:r>
            <a:endParaRPr b="0" lang="pt-BR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74" name="Google Shape;2507;p29"/>
          <p:cNvGrpSpPr/>
          <p:nvPr/>
        </p:nvGrpSpPr>
        <p:grpSpPr>
          <a:xfrm>
            <a:off x="1413720" y="1054800"/>
            <a:ext cx="689760" cy="689760"/>
            <a:chOff x="1413720" y="1054800"/>
            <a:chExt cx="689760" cy="689760"/>
          </a:xfrm>
        </p:grpSpPr>
        <p:sp>
          <p:nvSpPr>
            <p:cNvPr id="2375" name="Google Shape;2508;p29"/>
            <p:cNvSpPr/>
            <p:nvPr/>
          </p:nvSpPr>
          <p:spPr>
            <a:xfrm>
              <a:off x="1413720" y="1401480"/>
              <a:ext cx="343080" cy="343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6" name="Google Shape;2509;p29"/>
            <p:cNvSpPr/>
            <p:nvPr/>
          </p:nvSpPr>
          <p:spPr>
            <a:xfrm>
              <a:off x="1760400" y="1054800"/>
              <a:ext cx="343080" cy="343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77" name="Google Shape;2510;p29"/>
          <p:cNvGrpSpPr/>
          <p:nvPr/>
        </p:nvGrpSpPr>
        <p:grpSpPr>
          <a:xfrm>
            <a:off x="5195160" y="5145120"/>
            <a:ext cx="689760" cy="689760"/>
            <a:chOff x="5195160" y="5145120"/>
            <a:chExt cx="689760" cy="689760"/>
          </a:xfrm>
        </p:grpSpPr>
        <p:sp>
          <p:nvSpPr>
            <p:cNvPr id="2378" name="Google Shape;2511;p29"/>
            <p:cNvSpPr/>
            <p:nvPr/>
          </p:nvSpPr>
          <p:spPr>
            <a:xfrm>
              <a:off x="5195160" y="5491800"/>
              <a:ext cx="343080" cy="343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9" name="Google Shape;2512;p29"/>
            <p:cNvSpPr/>
            <p:nvPr/>
          </p:nvSpPr>
          <p:spPr>
            <a:xfrm>
              <a:off x="5541840" y="5145120"/>
              <a:ext cx="343080" cy="34308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380" name="Google Shape;2513;p29"/>
          <p:cNvSpPr/>
          <p:nvPr/>
        </p:nvSpPr>
        <p:spPr>
          <a:xfrm>
            <a:off x="6225840" y="4187880"/>
            <a:ext cx="217044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Intervalo.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Voltaremos em</a:t>
            </a:r>
            <a:br>
              <a:rPr sz="2000"/>
            </a:br>
            <a:r>
              <a:rPr b="0" lang="pt-BR" sz="2000" strike="noStrike" u="none">
                <a:solidFill>
                  <a:srgbClr val="00b0f0"/>
                </a:solidFill>
                <a:effectLst/>
                <a:highlight>
                  <a:srgbClr val="292454"/>
                </a:highlight>
                <a:uFillTx/>
                <a:latin typeface="Arial"/>
                <a:ea typeface="Arial"/>
              </a:rPr>
              <a:t>20 minutos.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81" name="Google Shape;2514;p29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PlaceHolder 1"/>
          <p:cNvSpPr>
            <a:spLocks noGrp="1"/>
          </p:cNvSpPr>
          <p:nvPr>
            <p:ph type="title"/>
          </p:nvPr>
        </p:nvSpPr>
        <p:spPr>
          <a:xfrm>
            <a:off x="642960" y="1083960"/>
            <a:ext cx="3417480" cy="17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Github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83" name="Google Shape;2483;p 1"/>
          <p:cNvGrpSpPr/>
          <p:nvPr/>
        </p:nvGrpSpPr>
        <p:grpSpPr>
          <a:xfrm>
            <a:off x="358920" y="792360"/>
            <a:ext cx="564480" cy="564480"/>
            <a:chOff x="358920" y="792360"/>
            <a:chExt cx="564480" cy="564480"/>
          </a:xfrm>
        </p:grpSpPr>
        <p:sp>
          <p:nvSpPr>
            <p:cNvPr id="2384" name="Google Shape;2484;p 1"/>
            <p:cNvSpPr/>
            <p:nvPr/>
          </p:nvSpPr>
          <p:spPr>
            <a:xfrm>
              <a:off x="358920" y="107640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5" name="Google Shape;2485;p 1"/>
            <p:cNvSpPr/>
            <p:nvPr/>
          </p:nvSpPr>
          <p:spPr>
            <a:xfrm>
              <a:off x="642960" y="792360"/>
              <a:ext cx="280440" cy="28044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2386" name="Google Shape;2486;p 1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7" name=""/>
          <p:cNvSpPr/>
          <p:nvPr/>
        </p:nvSpPr>
        <p:spPr>
          <a:xfrm>
            <a:off x="4680000" y="1000440"/>
            <a:ext cx="7196760" cy="606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Github vs Gitlab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CI/CD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8" name="Google Shape;2585;p 4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89" name="Google Shape;2586;p 4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0" name=""/>
          <p:cNvSpPr/>
          <p:nvPr/>
        </p:nvSpPr>
        <p:spPr>
          <a:xfrm>
            <a:off x="5040000" y="540000"/>
            <a:ext cx="683676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1" name="PlaceHolder 7"/>
          <p:cNvSpPr/>
          <p:nvPr/>
        </p:nvSpPr>
        <p:spPr>
          <a:xfrm>
            <a:off x="643320" y="1084320"/>
            <a:ext cx="34174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Exemplo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2" name="Google Shape;2585;p 1" descr=""/>
          <p:cNvPicPr/>
          <p:nvPr/>
        </p:nvPicPr>
        <p:blipFill>
          <a:blip r:embed="rId1"/>
          <a:stretch/>
        </p:blipFill>
        <p:spPr>
          <a:xfrm>
            <a:off x="384840" y="5823720"/>
            <a:ext cx="107208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93" name="Google Shape;2586;p 1" descr=""/>
          <p:cNvPicPr/>
          <p:nvPr/>
        </p:nvPicPr>
        <p:blipFill>
          <a:blip r:embed="rId2"/>
          <a:stretch/>
        </p:blipFill>
        <p:spPr>
          <a:xfrm>
            <a:off x="2674440" y="607860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4" name=""/>
          <p:cNvSpPr/>
          <p:nvPr/>
        </p:nvSpPr>
        <p:spPr>
          <a:xfrm>
            <a:off x="5040000" y="540000"/>
            <a:ext cx="6836760" cy="2131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Notebook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5" name="PlaceHolder 5"/>
          <p:cNvSpPr/>
          <p:nvPr/>
        </p:nvSpPr>
        <p:spPr>
          <a:xfrm>
            <a:off x="643320" y="1084320"/>
            <a:ext cx="3417480" cy="170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3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Exercícios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552;p33"/>
          <p:cNvSpPr/>
          <p:nvPr/>
        </p:nvSpPr>
        <p:spPr>
          <a:xfrm>
            <a:off x="839160" y="2095200"/>
            <a:ext cx="5427360" cy="19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QUAIS FORAM OS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APRENDIZADOS</a:t>
            </a: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 Black"/>
                <a:ea typeface="Arial Black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44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DE HOJE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7" name="Google Shape;2638;p44" descr=""/>
          <p:cNvPicPr/>
          <p:nvPr/>
        </p:nvPicPr>
        <p:blipFill>
          <a:blip r:embed="rId1"/>
          <a:stretch/>
        </p:blipFill>
        <p:spPr>
          <a:xfrm>
            <a:off x="544320" y="557280"/>
            <a:ext cx="1348920" cy="23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98" name=""/>
          <p:cNvSpPr/>
          <p:nvPr/>
        </p:nvSpPr>
        <p:spPr>
          <a:xfrm>
            <a:off x="4320000" y="1980000"/>
            <a:ext cx="7736760" cy="4005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Duvidas?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se esqueça de sair de suas contas (logout)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desligar o computador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9" name=""/>
          <p:cNvSpPr/>
          <p:nvPr/>
        </p:nvSpPr>
        <p:spPr>
          <a:xfrm>
            <a:off x="4140000" y="720000"/>
            <a:ext cx="5216760" cy="71676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marL="432000" indent="-324000" algn="ctr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FIM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545;p32"/>
          <p:cNvSpPr/>
          <p:nvPr/>
        </p:nvSpPr>
        <p:spPr>
          <a:xfrm>
            <a:off x="6982200" y="1879560"/>
            <a:ext cx="4063320" cy="15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60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ATÉ A PRÓXIMA</a:t>
            </a:r>
            <a:endParaRPr b="0" lang="pt-BR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1" name="Google Shape;2546;p32"/>
          <p:cNvSpPr/>
          <p:nvPr/>
        </p:nvSpPr>
        <p:spPr>
          <a:xfrm>
            <a:off x="6982200" y="3731400"/>
            <a:ext cx="4571280" cy="121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0" lang="pt-BR" sz="9600" strike="noStrike" u="none">
                <a:solidFill>
                  <a:schemeClr val="lt1"/>
                </a:solidFill>
                <a:effectLst/>
                <a:uFillTx/>
                <a:latin typeface="Arial"/>
                <a:ea typeface="Arial"/>
              </a:rPr>
              <a:t>AULA!</a:t>
            </a:r>
            <a:endParaRPr b="0" lang="pt-BR" sz="9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2" name="Google Shape;2547;p32" descr=""/>
          <p:cNvPicPr/>
          <p:nvPr/>
        </p:nvPicPr>
        <p:blipFill>
          <a:blip r:embed="rId1"/>
          <a:stretch/>
        </p:blipFill>
        <p:spPr>
          <a:xfrm>
            <a:off x="10463040" y="6283080"/>
            <a:ext cx="1348920" cy="23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45D3C5819D24A9571E67D91AA8ED7" ma:contentTypeVersion="13" ma:contentTypeDescription="Create a new document." ma:contentTypeScope="" ma:versionID="84856beb63fdf51913c722ca9904591c">
  <xsd:schema xmlns:xsd="http://www.w3.org/2001/XMLSchema" xmlns:xs="http://www.w3.org/2001/XMLSchema" xmlns:p="http://schemas.microsoft.com/office/2006/metadata/properties" xmlns:ns2="89f2ec47-3dff-4de5-9cc7-dc6190d2cc66" xmlns:ns3="ca42eca9-3d08-4ffe-ace1-e2044ca3bb3e" targetNamespace="http://schemas.microsoft.com/office/2006/metadata/properties" ma:root="true" ma:fieldsID="aee0b2afeabb27cfb105da228391388c" ns2:_="" ns3:_="">
    <xsd:import namespace="89f2ec47-3dff-4de5-9cc7-dc6190d2cc66"/>
    <xsd:import namespace="ca42eca9-3d08-4ffe-ace1-e2044ca3bb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2ec47-3dff-4de5-9cc7-dc6190d2cc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2d77e4f7-b9fa-4320-8d81-57236321a9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42eca9-3d08-4ffe-ace1-e2044ca3bb3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e156ad-337d-4bf4-9ed1-a475df8e8962}" ma:internalName="TaxCatchAll" ma:showField="CatchAllData" ma:web="ca42eca9-3d08-4ffe-ace1-e2044ca3bb3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f2ec47-3dff-4de5-9cc7-dc6190d2cc66">
      <Terms xmlns="http://schemas.microsoft.com/office/infopath/2007/PartnerControls"/>
    </lcf76f155ced4ddcb4097134ff3c332f>
    <TaxCatchAll xmlns="ca42eca9-3d08-4ffe-ace1-e2044ca3bb3e" xsi:nil="true"/>
  </documentManagement>
</p:properties>
</file>

<file path=customXml/itemProps1.xml><?xml version="1.0" encoding="utf-8"?>
<ds:datastoreItem xmlns:ds="http://schemas.openxmlformats.org/officeDocument/2006/customXml" ds:itemID="{EE34BCE1-9BC8-469F-82B0-D8F6DAA7EC20}"/>
</file>

<file path=customXml/itemProps2.xml><?xml version="1.0" encoding="utf-8"?>
<ds:datastoreItem xmlns:ds="http://schemas.openxmlformats.org/officeDocument/2006/customXml" ds:itemID="{B5183130-A383-4975-9A4C-20EABEC8913D}"/>
</file>

<file path=customXml/itemProps3.xml><?xml version="1.0" encoding="utf-8"?>
<ds:datastoreItem xmlns:ds="http://schemas.openxmlformats.org/officeDocument/2006/customXml" ds:itemID="{29C067AA-9358-49D8-AC23-120E6A19E8A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2018-05-13T00:15:53Z</dcterms:created>
  <dc:creator>Mejakita Dev</dc:creator>
  <dc:description/>
  <dc:language>pt-BR</dc:language>
  <cp:lastModifiedBy/>
  <dcterms:modified xsi:type="dcterms:W3CDTF">2026-03-03T15:14:25Z</dcterms:modified>
  <cp:revision>48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0x0101004FF45D3C5819D24A9571E67D91AA8ED7</vt:lpwstr>
  </property>
  <property fmtid="{D5CDD505-2E9C-101B-9397-08002B2CF9AE}" pid="3" name="MediaServiceImageTags">
    <vt:lpwstr/>
  </property>
  <property fmtid="{D5CDD505-2E9C-101B-9397-08002B2CF9AE}" pid="4" name="Order">
    <vt:r8>797800</vt:r8>
  </property>
</Properties>
</file>